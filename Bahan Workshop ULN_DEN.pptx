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9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2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7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20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21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22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23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24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28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29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30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31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32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33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36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37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38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3.xml" ContentType="application/vnd.openxmlformats-officedocument.presentationml.notesSlide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41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42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43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44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45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46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47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charts/chart53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charts/chart54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0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5"/>
  </p:notesMasterIdLst>
  <p:sldIdLst>
    <p:sldId id="257" r:id="rId2"/>
    <p:sldId id="276" r:id="rId3"/>
    <p:sldId id="265" r:id="rId4"/>
    <p:sldId id="275" r:id="rId5"/>
    <p:sldId id="268" r:id="rId6"/>
    <p:sldId id="261" r:id="rId7"/>
    <p:sldId id="277" r:id="rId8"/>
    <p:sldId id="279" r:id="rId9"/>
    <p:sldId id="280" r:id="rId10"/>
    <p:sldId id="278" r:id="rId11"/>
    <p:sldId id="270" r:id="rId12"/>
    <p:sldId id="282" r:id="rId13"/>
    <p:sldId id="281" r:id="rId14"/>
    <p:sldId id="274" r:id="rId15"/>
    <p:sldId id="2147483643" r:id="rId16"/>
    <p:sldId id="283" r:id="rId17"/>
    <p:sldId id="2147483642" r:id="rId18"/>
    <p:sldId id="2147483644" r:id="rId19"/>
    <p:sldId id="2147483646" r:id="rId20"/>
    <p:sldId id="2147483647" r:id="rId21"/>
    <p:sldId id="264" r:id="rId22"/>
    <p:sldId id="267" r:id="rId23"/>
    <p:sldId id="269" r:id="rId24"/>
    <p:sldId id="262" r:id="rId25"/>
    <p:sldId id="259" r:id="rId26"/>
    <p:sldId id="258" r:id="rId27"/>
    <p:sldId id="266" r:id="rId28"/>
    <p:sldId id="271" r:id="rId29"/>
    <p:sldId id="263" r:id="rId30"/>
    <p:sldId id="308" r:id="rId31"/>
    <p:sldId id="256" r:id="rId32"/>
    <p:sldId id="2147483640" r:id="rId33"/>
    <p:sldId id="26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540A"/>
    <a:srgbClr val="19943F"/>
    <a:srgbClr val="FBEEC9"/>
    <a:srgbClr val="F7F7F7"/>
    <a:srgbClr val="FFFFFF"/>
    <a:srgbClr val="FFF1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8B1DA1-AADB-4713-8250-7F89D5772D48}" v="399" dt="2026-10-12T04:30:02.402"/>
    <p1510:client id="{4BA7992D-E3BD-4C18-9D20-B78D53221724}" v="106" dt="2026-10-12T04:20:09.999"/>
    <p1510:client id="{691B368F-8EE5-43D0-BEA8-3FB87E968DE2}" v="5280" dt="2026-10-12T05:18:36.363"/>
    <p1510:client id="{827AAB96-014C-4346-9B97-3AAAF9B0397B}" v="967" dt="2026-10-12T04:45:37.431"/>
    <p1510:client id="{91FBC256-DCCE-414B-BFFC-9570920BF481}" v="583" dt="2026-10-12T05:16:52.8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Gaya Medium 2 - Akse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ntani Sinaga" userId="e85d05432d212339" providerId="LiveId" clId="{876BA787-868F-5F3E-B8A1-BE2B9D4F0E22}"/>
    <pc:docChg chg="undo custSel modSld">
      <pc:chgData name="Qintani Sinaga" userId="e85d05432d212339" providerId="LiveId" clId="{876BA787-868F-5F3E-B8A1-BE2B9D4F0E22}" dt="2026-10-12T03:10:15.145" v="3810" actId="1035"/>
      <pc:docMkLst>
        <pc:docMk/>
      </pc:docMkLst>
      <pc:sldChg chg="addSp delSp modSp mod">
        <pc:chgData name="Qintani Sinaga" userId="e85d05432d212339" providerId="LiveId" clId="{876BA787-868F-5F3E-B8A1-BE2B9D4F0E22}" dt="2026-10-12T02:59:30.538" v="3769" actId="27918"/>
        <pc:sldMkLst>
          <pc:docMk/>
          <pc:sldMk cId="607791369" sldId="265"/>
        </pc:sldMkLst>
        <pc:spChg chg="mod">
          <ac:chgData name="Qintani Sinaga" userId="e85d05432d212339" providerId="LiveId" clId="{876BA787-868F-5F3E-B8A1-BE2B9D4F0E22}" dt="2026-10-12T01:51:06.396" v="3409" actId="20577"/>
          <ac:spMkLst>
            <pc:docMk/>
            <pc:sldMk cId="607791369" sldId="265"/>
            <ac:spMk id="2" creationId="{DD7AE560-F9F1-53D1-A6D4-A2D245162DB8}"/>
          </ac:spMkLst>
        </pc:spChg>
        <pc:spChg chg="add mod">
          <ac:chgData name="Qintani Sinaga" userId="e85d05432d212339" providerId="LiveId" clId="{876BA787-868F-5F3E-B8A1-BE2B9D4F0E22}" dt="2026-10-12T01:50:47.645" v="3403"/>
          <ac:spMkLst>
            <pc:docMk/>
            <pc:sldMk cId="607791369" sldId="265"/>
            <ac:spMk id="3" creationId="{F461E988-6BDE-1BDF-99F2-18D200DA2FC1}"/>
          </ac:spMkLst>
        </pc:spChg>
        <pc:spChg chg="add mod">
          <ac:chgData name="Qintani Sinaga" userId="e85d05432d212339" providerId="LiveId" clId="{876BA787-868F-5F3E-B8A1-BE2B9D4F0E22}" dt="2026-10-12T01:58:33.129" v="3478" actId="1035"/>
          <ac:spMkLst>
            <pc:docMk/>
            <pc:sldMk cId="607791369" sldId="265"/>
            <ac:spMk id="5" creationId="{1373EFC0-505F-C7F2-46BC-EACAF0202047}"/>
          </ac:spMkLst>
        </pc:spChg>
        <pc:graphicFrameChg chg="del">
          <ac:chgData name="Qintani Sinaga" userId="e85d05432d212339" providerId="LiveId" clId="{876BA787-868F-5F3E-B8A1-BE2B9D4F0E22}" dt="2026-10-12T02:18:36.893" v="3637" actId="478"/>
          <ac:graphicFrameMkLst>
            <pc:docMk/>
            <pc:sldMk cId="607791369" sldId="265"/>
            <ac:graphicFrameMk id="6" creationId="{5957E11D-B647-499D-559F-7CD9A20621F1}"/>
          </ac:graphicFrameMkLst>
        </pc:graphicFrameChg>
        <pc:graphicFrameChg chg="add mod">
          <ac:chgData name="Qintani Sinaga" userId="e85d05432d212339" providerId="LiveId" clId="{876BA787-868F-5F3E-B8A1-BE2B9D4F0E22}" dt="2026-10-12T02:18:43.146" v="3645" actId="1036"/>
          <ac:graphicFrameMkLst>
            <pc:docMk/>
            <pc:sldMk cId="607791369" sldId="265"/>
            <ac:graphicFrameMk id="7" creationId="{BDE5CE91-67D3-1C4D-A610-B330E7CFB14F}"/>
          </ac:graphicFrameMkLst>
        </pc:graphicFrameChg>
        <pc:graphicFrameChg chg="del">
          <ac:chgData name="Qintani Sinaga" userId="e85d05432d212339" providerId="LiveId" clId="{876BA787-868F-5F3E-B8A1-BE2B9D4F0E22}" dt="2026-10-12T02:16:20.838" v="3597" actId="478"/>
          <ac:graphicFrameMkLst>
            <pc:docMk/>
            <pc:sldMk cId="607791369" sldId="265"/>
            <ac:graphicFrameMk id="8" creationId="{BB1E099D-EC57-6B35-2A32-AB391C7150F2}"/>
          </ac:graphicFrameMkLst>
        </pc:graphicFrameChg>
        <pc:graphicFrameChg chg="add mod">
          <ac:chgData name="Qintani Sinaga" userId="e85d05432d212339" providerId="LiveId" clId="{876BA787-868F-5F3E-B8A1-BE2B9D4F0E22}" dt="2026-10-12T02:19:56.737" v="3669" actId="1035"/>
          <ac:graphicFrameMkLst>
            <pc:docMk/>
            <pc:sldMk cId="607791369" sldId="265"/>
            <ac:graphicFrameMk id="9" creationId="{27D3856A-C371-DE46-9A07-4F7DDCE786D9}"/>
          </ac:graphicFrameMkLst>
        </pc:graphicFrameChg>
        <pc:cxnChg chg="mod">
          <ac:chgData name="Qintani Sinaga" userId="e85d05432d212339" providerId="LiveId" clId="{876BA787-868F-5F3E-B8A1-BE2B9D4F0E22}" dt="2026-10-12T02:19:43.453" v="3667" actId="1076"/>
          <ac:cxnSpMkLst>
            <pc:docMk/>
            <pc:sldMk cId="607791369" sldId="265"/>
            <ac:cxnSpMk id="12" creationId="{49F8DE18-C0C3-F14B-AA48-C95C980885BF}"/>
          </ac:cxnSpMkLst>
        </pc:cxnChg>
      </pc:sldChg>
      <pc:sldChg chg="addSp delSp modSp mod">
        <pc:chgData name="Qintani Sinaga" userId="e85d05432d212339" providerId="LiveId" clId="{876BA787-868F-5F3E-B8A1-BE2B9D4F0E22}" dt="2026-10-09T10:09:47.811" v="2762" actId="1036"/>
        <pc:sldMkLst>
          <pc:docMk/>
          <pc:sldMk cId="3222494568" sldId="266"/>
        </pc:sldMkLst>
        <pc:spChg chg="mod">
          <ac:chgData name="Qintani Sinaga" userId="e85d05432d212339" providerId="LiveId" clId="{876BA787-868F-5F3E-B8A1-BE2B9D4F0E22}" dt="2026-10-09T08:40:39.532" v="1992" actId="20577"/>
          <ac:spMkLst>
            <pc:docMk/>
            <pc:sldMk cId="3222494568" sldId="266"/>
            <ac:spMk id="2" creationId="{43360D3F-4851-20F6-E9ED-2AD94C05EDDB}"/>
          </ac:spMkLst>
        </pc:spChg>
        <pc:spChg chg="mod">
          <ac:chgData name="Qintani Sinaga" userId="e85d05432d212339" providerId="LiveId" clId="{876BA787-868F-5F3E-B8A1-BE2B9D4F0E22}" dt="2026-10-09T06:58:01.079" v="748" actId="1076"/>
          <ac:spMkLst>
            <pc:docMk/>
            <pc:sldMk cId="3222494568" sldId="266"/>
            <ac:spMk id="3" creationId="{3FE2C4DB-45E8-42BE-C4D2-16B3B83B8347}"/>
          </ac:spMkLst>
        </pc:spChg>
        <pc:spChg chg="mod">
          <ac:chgData name="Qintani Sinaga" userId="e85d05432d212339" providerId="LiveId" clId="{876BA787-868F-5F3E-B8A1-BE2B9D4F0E22}" dt="2026-10-09T09:54:39.830" v="2587" actId="208"/>
          <ac:spMkLst>
            <pc:docMk/>
            <pc:sldMk cId="3222494568" sldId="266"/>
            <ac:spMk id="4" creationId="{1BBFB69B-B540-E39C-19EA-15A29E812B8A}"/>
          </ac:spMkLst>
        </pc:spChg>
        <pc:spChg chg="mod">
          <ac:chgData name="Qintani Sinaga" userId="e85d05432d212339" providerId="LiveId" clId="{876BA787-868F-5F3E-B8A1-BE2B9D4F0E22}" dt="2026-10-09T06:58:01.079" v="748" actId="1076"/>
          <ac:spMkLst>
            <pc:docMk/>
            <pc:sldMk cId="3222494568" sldId="266"/>
            <ac:spMk id="5" creationId="{EA3F1C4B-81EE-A4F5-F5FB-ADC96760B180}"/>
          </ac:spMkLst>
        </pc:spChg>
        <pc:spChg chg="mod">
          <ac:chgData name="Qintani Sinaga" userId="e85d05432d212339" providerId="LiveId" clId="{876BA787-868F-5F3E-B8A1-BE2B9D4F0E22}" dt="2026-10-09T09:53:07.133" v="2569" actId="207"/>
          <ac:spMkLst>
            <pc:docMk/>
            <pc:sldMk cId="3222494568" sldId="266"/>
            <ac:spMk id="6" creationId="{16C021CA-D3E0-D194-1B6D-133A9E797E62}"/>
          </ac:spMkLst>
        </pc:spChg>
        <pc:spChg chg="mod">
          <ac:chgData name="Qintani Sinaga" userId="e85d05432d212339" providerId="LiveId" clId="{876BA787-868F-5F3E-B8A1-BE2B9D4F0E22}" dt="2026-10-09T06:58:01.079" v="748" actId="1076"/>
          <ac:spMkLst>
            <pc:docMk/>
            <pc:sldMk cId="3222494568" sldId="266"/>
            <ac:spMk id="7" creationId="{B9E45DE9-1E74-FA20-6FD7-517DAE60ABF2}"/>
          </ac:spMkLst>
        </pc:spChg>
        <pc:spChg chg="add mod">
          <ac:chgData name="Qintani Sinaga" userId="e85d05432d212339" providerId="LiveId" clId="{876BA787-868F-5F3E-B8A1-BE2B9D4F0E22}" dt="2026-10-09T09:53:09.854" v="2570" actId="207"/>
          <ac:spMkLst>
            <pc:docMk/>
            <pc:sldMk cId="3222494568" sldId="266"/>
            <ac:spMk id="8" creationId="{6AB932E9-0772-6CFC-F6EB-1C90901774FE}"/>
          </ac:spMkLst>
        </pc:spChg>
        <pc:spChg chg="mod">
          <ac:chgData name="Qintani Sinaga" userId="e85d05432d212339" providerId="LiveId" clId="{876BA787-868F-5F3E-B8A1-BE2B9D4F0E22}" dt="2026-10-09T06:58:01.079" v="748" actId="1076"/>
          <ac:spMkLst>
            <pc:docMk/>
            <pc:sldMk cId="3222494568" sldId="266"/>
            <ac:spMk id="10" creationId="{30FCBE52-475C-5120-74BD-AF533EED9EDF}"/>
          </ac:spMkLst>
        </pc:spChg>
        <pc:spChg chg="add mod">
          <ac:chgData name="Qintani Sinaga" userId="e85d05432d212339" providerId="LiveId" clId="{876BA787-868F-5F3E-B8A1-BE2B9D4F0E22}" dt="2026-10-09T09:57:46.388" v="2643" actId="1076"/>
          <ac:spMkLst>
            <pc:docMk/>
            <pc:sldMk cId="3222494568" sldId="266"/>
            <ac:spMk id="11" creationId="{ACFA9435-11B0-AFE0-D284-5124AD21721D}"/>
          </ac:spMkLst>
        </pc:spChg>
        <pc:spChg chg="mod">
          <ac:chgData name="Qintani Sinaga" userId="e85d05432d212339" providerId="LiveId" clId="{876BA787-868F-5F3E-B8A1-BE2B9D4F0E22}" dt="2026-10-09T06:58:01.079" v="748" actId="1076"/>
          <ac:spMkLst>
            <pc:docMk/>
            <pc:sldMk cId="3222494568" sldId="266"/>
            <ac:spMk id="12" creationId="{7BE246F4-28F1-7F03-0FC0-98E460D7B64F}"/>
          </ac:spMkLst>
        </pc:spChg>
        <pc:spChg chg="mod">
          <ac:chgData name="Qintani Sinaga" userId="e85d05432d212339" providerId="LiveId" clId="{876BA787-868F-5F3E-B8A1-BE2B9D4F0E22}" dt="2026-10-09T10:09:27.567" v="2752" actId="2710"/>
          <ac:spMkLst>
            <pc:docMk/>
            <pc:sldMk cId="3222494568" sldId="266"/>
            <ac:spMk id="13" creationId="{8B6AA7AC-0C3C-5D5B-BBD0-6CBA4DEEB5E3}"/>
          </ac:spMkLst>
        </pc:spChg>
        <pc:spChg chg="mod">
          <ac:chgData name="Qintani Sinaga" userId="e85d05432d212339" providerId="LiveId" clId="{876BA787-868F-5F3E-B8A1-BE2B9D4F0E22}" dt="2026-10-09T06:58:01.079" v="748" actId="1076"/>
          <ac:spMkLst>
            <pc:docMk/>
            <pc:sldMk cId="3222494568" sldId="266"/>
            <ac:spMk id="14" creationId="{84A66038-464B-89F1-9F36-82029F4BC648}"/>
          </ac:spMkLst>
        </pc:spChg>
        <pc:spChg chg="mod">
          <ac:chgData name="Qintani Sinaga" userId="e85d05432d212339" providerId="LiveId" clId="{876BA787-868F-5F3E-B8A1-BE2B9D4F0E22}" dt="2026-10-09T06:46:57.083" v="408" actId="1076"/>
          <ac:spMkLst>
            <pc:docMk/>
            <pc:sldMk cId="3222494568" sldId="266"/>
            <ac:spMk id="16" creationId="{E78E244B-2BB3-A90F-14DF-6BB4C01FD0A5}"/>
          </ac:spMkLst>
        </pc:spChg>
        <pc:spChg chg="mod">
          <ac:chgData name="Qintani Sinaga" userId="e85d05432d212339" providerId="LiveId" clId="{876BA787-868F-5F3E-B8A1-BE2B9D4F0E22}" dt="2026-10-09T09:54:42.514" v="2588" actId="208"/>
          <ac:spMkLst>
            <pc:docMk/>
            <pc:sldMk cId="3222494568" sldId="266"/>
            <ac:spMk id="19" creationId="{03B241E3-4365-F659-9622-A16708BED3DD}"/>
          </ac:spMkLst>
        </pc:spChg>
        <pc:spChg chg="mod">
          <ac:chgData name="Qintani Sinaga" userId="e85d05432d212339" providerId="LiveId" clId="{876BA787-868F-5F3E-B8A1-BE2B9D4F0E22}" dt="2026-10-09T09:53:11.804" v="2571" actId="207"/>
          <ac:spMkLst>
            <pc:docMk/>
            <pc:sldMk cId="3222494568" sldId="266"/>
            <ac:spMk id="20" creationId="{4EE71CEA-33C8-3ABA-CE0B-95263ACA6DCD}"/>
          </ac:spMkLst>
        </pc:spChg>
        <pc:spChg chg="mod">
          <ac:chgData name="Qintani Sinaga" userId="e85d05432d212339" providerId="LiveId" clId="{876BA787-868F-5F3E-B8A1-BE2B9D4F0E22}" dt="2026-10-09T09:57:15.896" v="2622" actId="1076"/>
          <ac:spMkLst>
            <pc:docMk/>
            <pc:sldMk cId="3222494568" sldId="266"/>
            <ac:spMk id="21" creationId="{60266BCE-C408-CE0A-4702-E2A5AE9EB495}"/>
          </ac:spMkLst>
        </pc:spChg>
        <pc:spChg chg="mod">
          <ac:chgData name="Qintani Sinaga" userId="e85d05432d212339" providerId="LiveId" clId="{876BA787-868F-5F3E-B8A1-BE2B9D4F0E22}" dt="2026-10-09T09:57:24.559" v="2630" actId="1036"/>
          <ac:spMkLst>
            <pc:docMk/>
            <pc:sldMk cId="3222494568" sldId="266"/>
            <ac:spMk id="23" creationId="{D6B78167-2E29-41A4-32F9-ED32D66ADF53}"/>
          </ac:spMkLst>
        </pc:spChg>
        <pc:spChg chg="add mod">
          <ac:chgData name="Qintani Sinaga" userId="e85d05432d212339" providerId="LiveId" clId="{876BA787-868F-5F3E-B8A1-BE2B9D4F0E22}" dt="2026-10-09T10:09:23.207" v="2751" actId="2710"/>
          <ac:spMkLst>
            <pc:docMk/>
            <pc:sldMk cId="3222494568" sldId="266"/>
            <ac:spMk id="24" creationId="{E29A3A2E-EBD4-D6A1-BA94-879A826BAE81}"/>
          </ac:spMkLst>
        </pc:spChg>
        <pc:spChg chg="mod">
          <ac:chgData name="Qintani Sinaga" userId="e85d05432d212339" providerId="LiveId" clId="{876BA787-868F-5F3E-B8A1-BE2B9D4F0E22}" dt="2026-10-09T09:54:45.964" v="2589" actId="208"/>
          <ac:spMkLst>
            <pc:docMk/>
            <pc:sldMk cId="3222494568" sldId="266"/>
            <ac:spMk id="28" creationId="{AFDC9158-CD77-0836-DE37-CA2D0EA089F1}"/>
          </ac:spMkLst>
        </pc:spChg>
        <pc:spChg chg="mod">
          <ac:chgData name="Qintani Sinaga" userId="e85d05432d212339" providerId="LiveId" clId="{876BA787-868F-5F3E-B8A1-BE2B9D4F0E22}" dt="2026-10-09T09:53:15.585" v="2573" actId="207"/>
          <ac:spMkLst>
            <pc:docMk/>
            <pc:sldMk cId="3222494568" sldId="266"/>
            <ac:spMk id="29" creationId="{93807591-20F6-668B-364D-A21862B4297D}"/>
          </ac:spMkLst>
        </pc:spChg>
        <pc:spChg chg="mod">
          <ac:chgData name="Qintani Sinaga" userId="e85d05432d212339" providerId="LiveId" clId="{876BA787-868F-5F3E-B8A1-BE2B9D4F0E22}" dt="2026-10-09T09:53:17.067" v="2574" actId="207"/>
          <ac:spMkLst>
            <pc:docMk/>
            <pc:sldMk cId="3222494568" sldId="266"/>
            <ac:spMk id="30" creationId="{83B24E4D-59AA-6D79-2FE5-9EEB67C0E8FB}"/>
          </ac:spMkLst>
        </pc:spChg>
        <pc:spChg chg="add mod">
          <ac:chgData name="Qintani Sinaga" userId="e85d05432d212339" providerId="LiveId" clId="{876BA787-868F-5F3E-B8A1-BE2B9D4F0E22}" dt="2026-10-09T09:57:27.386" v="2634" actId="1038"/>
          <ac:spMkLst>
            <pc:docMk/>
            <pc:sldMk cId="3222494568" sldId="266"/>
            <ac:spMk id="32" creationId="{C308EA34-5E21-23D5-B717-F35D253CDAD5}"/>
          </ac:spMkLst>
        </pc:spChg>
        <pc:spChg chg="mod">
          <ac:chgData name="Qintani Sinaga" userId="e85d05432d212339" providerId="LiveId" clId="{876BA787-868F-5F3E-B8A1-BE2B9D4F0E22}" dt="2026-10-09T10:09:33.478" v="2754" actId="2710"/>
          <ac:spMkLst>
            <pc:docMk/>
            <pc:sldMk cId="3222494568" sldId="266"/>
            <ac:spMk id="33" creationId="{E4FDA2E2-56CF-3D8C-C677-9AE49EC1A2DE}"/>
          </ac:spMkLst>
        </pc:spChg>
        <pc:spChg chg="add mod">
          <ac:chgData name="Qintani Sinaga" userId="e85d05432d212339" providerId="LiveId" clId="{876BA787-868F-5F3E-B8A1-BE2B9D4F0E22}" dt="2026-10-09T09:56:00.468" v="2609" actId="207"/>
          <ac:spMkLst>
            <pc:docMk/>
            <pc:sldMk cId="3222494568" sldId="266"/>
            <ac:spMk id="37" creationId="{2C1B56E3-DE1D-735C-1666-C2B376D63595}"/>
          </ac:spMkLst>
        </pc:spChg>
        <pc:spChg chg="add mod">
          <ac:chgData name="Qintani Sinaga" userId="e85d05432d212339" providerId="LiveId" clId="{876BA787-868F-5F3E-B8A1-BE2B9D4F0E22}" dt="2026-10-09T09:48:11.481" v="2514" actId="1036"/>
          <ac:spMkLst>
            <pc:docMk/>
            <pc:sldMk cId="3222494568" sldId="266"/>
            <ac:spMk id="38" creationId="{E0AB6FCD-1C98-7AD6-9768-E40FBFD7BFAF}"/>
          </ac:spMkLst>
        </pc:spChg>
        <pc:spChg chg="mod">
          <ac:chgData name="Qintani Sinaga" userId="e85d05432d212339" providerId="LiveId" clId="{876BA787-868F-5F3E-B8A1-BE2B9D4F0E22}" dt="2026-10-09T09:31:14.222" v="2411" actId="1076"/>
          <ac:spMkLst>
            <pc:docMk/>
            <pc:sldMk cId="3222494568" sldId="266"/>
            <ac:spMk id="39" creationId="{14E6ACFA-3F06-D15C-0E12-190B6B680E80}"/>
          </ac:spMkLst>
        </pc:spChg>
        <pc:spChg chg="mod">
          <ac:chgData name="Qintani Sinaga" userId="e85d05432d212339" providerId="LiveId" clId="{876BA787-868F-5F3E-B8A1-BE2B9D4F0E22}" dt="2026-10-09T09:49:33.331" v="2527" actId="255"/>
          <ac:spMkLst>
            <pc:docMk/>
            <pc:sldMk cId="3222494568" sldId="266"/>
            <ac:spMk id="41" creationId="{E95F5972-6712-AA40-B0A0-E6B20FF19693}"/>
          </ac:spMkLst>
        </pc:spChg>
        <pc:spChg chg="mod">
          <ac:chgData name="Qintani Sinaga" userId="e85d05432d212339" providerId="LiveId" clId="{876BA787-868F-5F3E-B8A1-BE2B9D4F0E22}" dt="2026-10-09T10:09:40.748" v="2756" actId="2710"/>
          <ac:spMkLst>
            <pc:docMk/>
            <pc:sldMk cId="3222494568" sldId="266"/>
            <ac:spMk id="42" creationId="{DE402878-F61C-0FA1-B936-8E6CC825E03F}"/>
          </ac:spMkLst>
        </pc:spChg>
        <pc:spChg chg="mod">
          <ac:chgData name="Qintani Sinaga" userId="e85d05432d212339" providerId="LiveId" clId="{876BA787-868F-5F3E-B8A1-BE2B9D4F0E22}" dt="2026-10-09T09:55:57.468" v="2608" actId="207"/>
          <ac:spMkLst>
            <pc:docMk/>
            <pc:sldMk cId="3222494568" sldId="266"/>
            <ac:spMk id="43" creationId="{4574A10F-8734-E4D1-66DD-CC0D32B39A00}"/>
          </ac:spMkLst>
        </pc:spChg>
        <pc:spChg chg="add mod">
          <ac:chgData name="Qintani Sinaga" userId="e85d05432d212339" providerId="LiveId" clId="{876BA787-868F-5F3E-B8A1-BE2B9D4F0E22}" dt="2026-10-09T09:31:09.838" v="2410" actId="14100"/>
          <ac:spMkLst>
            <pc:docMk/>
            <pc:sldMk cId="3222494568" sldId="266"/>
            <ac:spMk id="44" creationId="{61DBC27C-A5F9-E011-2B9B-ABDE2946EA3D}"/>
          </ac:spMkLst>
        </pc:spChg>
        <pc:spChg chg="mod">
          <ac:chgData name="Qintani Sinaga" userId="e85d05432d212339" providerId="LiveId" clId="{876BA787-868F-5F3E-B8A1-BE2B9D4F0E22}" dt="2026-10-09T09:31:14.222" v="2411" actId="1076"/>
          <ac:spMkLst>
            <pc:docMk/>
            <pc:sldMk cId="3222494568" sldId="266"/>
            <ac:spMk id="45" creationId="{511E3688-5E6D-5A6E-BE75-72A369D4A1E5}"/>
          </ac:spMkLst>
        </pc:spChg>
        <pc:spChg chg="mod">
          <ac:chgData name="Qintani Sinaga" userId="e85d05432d212339" providerId="LiveId" clId="{876BA787-868F-5F3E-B8A1-BE2B9D4F0E22}" dt="2026-10-09T10:00:08.596" v="2655" actId="1035"/>
          <ac:spMkLst>
            <pc:docMk/>
            <pc:sldMk cId="3222494568" sldId="266"/>
            <ac:spMk id="47" creationId="{213EBACB-F401-288B-BE33-D32BC8A842CE}"/>
          </ac:spMkLst>
        </pc:spChg>
        <pc:spChg chg="add mod">
          <ac:chgData name="Qintani Sinaga" userId="e85d05432d212339" providerId="LiveId" clId="{876BA787-868F-5F3E-B8A1-BE2B9D4F0E22}" dt="2026-10-09T10:09:37.593" v="2755" actId="2710"/>
          <ac:spMkLst>
            <pc:docMk/>
            <pc:sldMk cId="3222494568" sldId="266"/>
            <ac:spMk id="48" creationId="{7473CB60-12ED-0ECB-A859-1B87274EB18A}"/>
          </ac:spMkLst>
        </pc:spChg>
        <pc:spChg chg="mod">
          <ac:chgData name="Qintani Sinaga" userId="e85d05432d212339" providerId="LiveId" clId="{876BA787-868F-5F3E-B8A1-BE2B9D4F0E22}" dt="2026-10-09T09:55:54.507" v="2607" actId="207"/>
          <ac:spMkLst>
            <pc:docMk/>
            <pc:sldMk cId="3222494568" sldId="266"/>
            <ac:spMk id="49" creationId="{1450F6F5-8CBC-F6BE-9480-D05FF323EA61}"/>
          </ac:spMkLst>
        </pc:spChg>
        <pc:spChg chg="add mod">
          <ac:chgData name="Qintani Sinaga" userId="e85d05432d212339" providerId="LiveId" clId="{876BA787-868F-5F3E-B8A1-BE2B9D4F0E22}" dt="2026-10-09T09:31:14.222" v="2411" actId="1076"/>
          <ac:spMkLst>
            <pc:docMk/>
            <pc:sldMk cId="3222494568" sldId="266"/>
            <ac:spMk id="50" creationId="{C2663D66-0CA9-EF59-CBAE-03C97F5FB8B2}"/>
          </ac:spMkLst>
        </pc:spChg>
        <pc:spChg chg="mod">
          <ac:chgData name="Qintani Sinaga" userId="e85d05432d212339" providerId="LiveId" clId="{876BA787-868F-5F3E-B8A1-BE2B9D4F0E22}" dt="2026-10-09T09:31:14.222" v="2411" actId="1076"/>
          <ac:spMkLst>
            <pc:docMk/>
            <pc:sldMk cId="3222494568" sldId="266"/>
            <ac:spMk id="51" creationId="{4A295017-8988-9DC5-490A-3FA6010727F2}"/>
          </ac:spMkLst>
        </pc:spChg>
        <pc:spChg chg="mod">
          <ac:chgData name="Qintani Sinaga" userId="e85d05432d212339" providerId="LiveId" clId="{876BA787-868F-5F3E-B8A1-BE2B9D4F0E22}" dt="2026-10-09T10:00:17.002" v="2659" actId="1035"/>
          <ac:spMkLst>
            <pc:docMk/>
            <pc:sldMk cId="3222494568" sldId="266"/>
            <ac:spMk id="53" creationId="{EC2E4F2F-6186-62CB-B3C1-465C28995FFA}"/>
          </ac:spMkLst>
        </pc:spChg>
        <pc:spChg chg="mod">
          <ac:chgData name="Qintani Sinaga" userId="e85d05432d212339" providerId="LiveId" clId="{876BA787-868F-5F3E-B8A1-BE2B9D4F0E22}" dt="2026-10-09T10:09:47.811" v="2762" actId="1036"/>
          <ac:spMkLst>
            <pc:docMk/>
            <pc:sldMk cId="3222494568" sldId="266"/>
            <ac:spMk id="54" creationId="{BA0E9FEC-920E-C8FC-AE14-9FAC801E6671}"/>
          </ac:spMkLst>
        </pc:spChg>
        <pc:spChg chg="add mod">
          <ac:chgData name="Qintani Sinaga" userId="e85d05432d212339" providerId="LiveId" clId="{876BA787-868F-5F3E-B8A1-BE2B9D4F0E22}" dt="2026-10-09T09:28:17.137" v="2387" actId="20577"/>
          <ac:spMkLst>
            <pc:docMk/>
            <pc:sldMk cId="3222494568" sldId="266"/>
            <ac:spMk id="55" creationId="{BD9105AA-C143-AD85-2E4C-BA48273B38AB}"/>
          </ac:spMkLst>
        </pc:spChg>
        <pc:spChg chg="add mod">
          <ac:chgData name="Qintani Sinaga" userId="e85d05432d212339" providerId="LiveId" clId="{876BA787-868F-5F3E-B8A1-BE2B9D4F0E22}" dt="2026-10-09T09:32:17.143" v="2441" actId="207"/>
          <ac:spMkLst>
            <pc:docMk/>
            <pc:sldMk cId="3222494568" sldId="266"/>
            <ac:spMk id="60" creationId="{7CC597C4-9316-FD2A-D5CC-0A4CEED1C90E}"/>
          </ac:spMkLst>
        </pc:spChg>
        <pc:spChg chg="add mod">
          <ac:chgData name="Qintani Sinaga" userId="e85d05432d212339" providerId="LiveId" clId="{876BA787-868F-5F3E-B8A1-BE2B9D4F0E22}" dt="2026-10-09T09:48:18.006" v="2517" actId="1035"/>
          <ac:spMkLst>
            <pc:docMk/>
            <pc:sldMk cId="3222494568" sldId="266"/>
            <ac:spMk id="61" creationId="{17289070-78AC-24BE-B520-FD225895DFE2}"/>
          </ac:spMkLst>
        </pc:spChg>
        <pc:spChg chg="add mod">
          <ac:chgData name="Qintani Sinaga" userId="e85d05432d212339" providerId="LiveId" clId="{876BA787-868F-5F3E-B8A1-BE2B9D4F0E22}" dt="2026-10-09T09:47:51.918" v="2509" actId="20577"/>
          <ac:spMkLst>
            <pc:docMk/>
            <pc:sldMk cId="3222494568" sldId="266"/>
            <ac:spMk id="62" creationId="{2FA26C87-E0A0-036D-EBEB-9B7854D804CD}"/>
          </ac:spMkLst>
        </pc:spChg>
        <pc:spChg chg="add mod">
          <ac:chgData name="Qintani Sinaga" userId="e85d05432d212339" providerId="LiveId" clId="{876BA787-868F-5F3E-B8A1-BE2B9D4F0E22}" dt="2026-10-09T10:00:13.748" v="2658" actId="1038"/>
          <ac:spMkLst>
            <pc:docMk/>
            <pc:sldMk cId="3222494568" sldId="266"/>
            <ac:spMk id="63" creationId="{2F0CB615-EE39-8D56-65CD-EEAFBDDC2BBC}"/>
          </ac:spMkLst>
        </pc:spChg>
        <pc:picChg chg="add mod">
          <ac:chgData name="Qintani Sinaga" userId="e85d05432d212339" providerId="LiveId" clId="{876BA787-868F-5F3E-B8A1-BE2B9D4F0E22}" dt="2026-10-09T10:00:32.654" v="2662" actId="14100"/>
          <ac:picMkLst>
            <pc:docMk/>
            <pc:sldMk cId="3222494568" sldId="266"/>
            <ac:picMk id="65" creationId="{DF89E4FA-9B41-0A63-7C50-F9B4F14B0EA7}"/>
          </ac:picMkLst>
        </pc:picChg>
        <pc:picChg chg="add mod">
          <ac:chgData name="Qintani Sinaga" userId="e85d05432d212339" providerId="LiveId" clId="{876BA787-868F-5F3E-B8A1-BE2B9D4F0E22}" dt="2026-10-09T10:00:36.720" v="2663" actId="14100"/>
          <ac:picMkLst>
            <pc:docMk/>
            <pc:sldMk cId="3222494568" sldId="266"/>
            <ac:picMk id="67" creationId="{23F6A057-84EC-A676-14E3-607F4D3FD714}"/>
          </ac:picMkLst>
        </pc:picChg>
        <pc:picChg chg="add mod">
          <ac:chgData name="Qintani Sinaga" userId="e85d05432d212339" providerId="LiveId" clId="{876BA787-868F-5F3E-B8A1-BE2B9D4F0E22}" dt="2026-10-09T10:00:40.485" v="2665" actId="1036"/>
          <ac:picMkLst>
            <pc:docMk/>
            <pc:sldMk cId="3222494568" sldId="266"/>
            <ac:picMk id="69" creationId="{41741697-753F-0573-5E2C-1B072CED56B1}"/>
          </ac:picMkLst>
        </pc:picChg>
      </pc:sldChg>
      <pc:sldChg chg="addSp delSp modSp mod">
        <pc:chgData name="Qintani Sinaga" userId="e85d05432d212339" providerId="LiveId" clId="{876BA787-868F-5F3E-B8A1-BE2B9D4F0E22}" dt="2026-10-12T03:10:15.145" v="3810" actId="1035"/>
        <pc:sldMkLst>
          <pc:docMk/>
          <pc:sldMk cId="2392868378" sldId="276"/>
        </pc:sldMkLst>
        <pc:spChg chg="mod">
          <ac:chgData name="Qintani Sinaga" userId="e85d05432d212339" providerId="LiveId" clId="{876BA787-868F-5F3E-B8A1-BE2B9D4F0E22}" dt="2026-10-12T02:33:17.195" v="3767" actId="20577"/>
          <ac:spMkLst>
            <pc:docMk/>
            <pc:sldMk cId="2392868378" sldId="276"/>
            <ac:spMk id="2" creationId="{628CAC4A-672F-D29D-2EE6-F890B650AA7F}"/>
          </ac:spMkLst>
        </pc:spChg>
        <pc:spChg chg="add mod">
          <ac:chgData name="Qintani Sinaga" userId="e85d05432d212339" providerId="LiveId" clId="{876BA787-868F-5F3E-B8A1-BE2B9D4F0E22}" dt="2026-10-12T01:58:52.132" v="3490" actId="1076"/>
          <ac:spMkLst>
            <pc:docMk/>
            <pc:sldMk cId="2392868378" sldId="276"/>
            <ac:spMk id="5" creationId="{0952A69C-830F-054C-6E50-46F60947A5DC}"/>
          </ac:spMkLst>
        </pc:spChg>
        <pc:spChg chg="mod">
          <ac:chgData name="Qintani Sinaga" userId="e85d05432d212339" providerId="LiveId" clId="{876BA787-868F-5F3E-B8A1-BE2B9D4F0E22}" dt="2026-10-12T02:03:37.042" v="3564" actId="1076"/>
          <ac:spMkLst>
            <pc:docMk/>
            <pc:sldMk cId="2392868378" sldId="276"/>
            <ac:spMk id="8" creationId="{E815A6F5-0C85-4923-2046-5412E3F70198}"/>
          </ac:spMkLst>
        </pc:spChg>
        <pc:spChg chg="add mod">
          <ac:chgData name="Qintani Sinaga" userId="e85d05432d212339" providerId="LiveId" clId="{876BA787-868F-5F3E-B8A1-BE2B9D4F0E22}" dt="2026-10-12T03:07:40.114" v="3808" actId="20577"/>
          <ac:spMkLst>
            <pc:docMk/>
            <pc:sldMk cId="2392868378" sldId="276"/>
            <ac:spMk id="9" creationId="{9F166922-D166-BA50-3C5F-0AA9B5812D22}"/>
          </ac:spMkLst>
        </pc:spChg>
        <pc:spChg chg="mod">
          <ac:chgData name="Qintani Sinaga" userId="e85d05432d212339" providerId="LiveId" clId="{876BA787-868F-5F3E-B8A1-BE2B9D4F0E22}" dt="2026-10-12T02:01:32.525" v="3491" actId="1076"/>
          <ac:spMkLst>
            <pc:docMk/>
            <pc:sldMk cId="2392868378" sldId="276"/>
            <ac:spMk id="10" creationId="{8407337D-F053-9527-F3D8-09A84B092A51}"/>
          </ac:spMkLst>
        </pc:spChg>
        <pc:spChg chg="add mod">
          <ac:chgData name="Qintani Sinaga" userId="e85d05432d212339" providerId="LiveId" clId="{876BA787-868F-5F3E-B8A1-BE2B9D4F0E22}" dt="2026-10-12T02:03:46.057" v="3567" actId="1076"/>
          <ac:spMkLst>
            <pc:docMk/>
            <pc:sldMk cId="2392868378" sldId="276"/>
            <ac:spMk id="11" creationId="{EC50D287-F7C4-D117-2629-E67751BFB521}"/>
          </ac:spMkLst>
        </pc:spChg>
        <pc:graphicFrameChg chg="add mod">
          <ac:chgData name="Qintani Sinaga" userId="e85d05432d212339" providerId="LiveId" clId="{876BA787-868F-5F3E-B8A1-BE2B9D4F0E22}" dt="2026-10-12T03:07:27.747" v="3800" actId="1035"/>
          <ac:graphicFrameMkLst>
            <pc:docMk/>
            <pc:sldMk cId="2392868378" sldId="276"/>
            <ac:graphicFrameMk id="3" creationId="{C7DB817E-83C6-E64C-B5CB-3410AE783B4E}"/>
          </ac:graphicFrameMkLst>
        </pc:graphicFrameChg>
        <pc:graphicFrameChg chg="del mod">
          <ac:chgData name="Qintani Sinaga" userId="e85d05432d212339" providerId="LiveId" clId="{876BA787-868F-5F3E-B8A1-BE2B9D4F0E22}" dt="2026-10-12T01:58:00.783" v="3473" actId="478"/>
          <ac:graphicFrameMkLst>
            <pc:docMk/>
            <pc:sldMk cId="2392868378" sldId="276"/>
            <ac:graphicFrameMk id="4" creationId="{9BC4016F-8EF6-1A9F-D23C-E5798CCFDE80}"/>
          </ac:graphicFrameMkLst>
        </pc:graphicFrameChg>
        <pc:graphicFrameChg chg="del">
          <ac:chgData name="Qintani Sinaga" userId="e85d05432d212339" providerId="LiveId" clId="{876BA787-868F-5F3E-B8A1-BE2B9D4F0E22}" dt="2026-10-12T02:02:31.622" v="3505" actId="478"/>
          <ac:graphicFrameMkLst>
            <pc:docMk/>
            <pc:sldMk cId="2392868378" sldId="276"/>
            <ac:graphicFrameMk id="6" creationId="{EBC1BFA7-0862-AC6A-F832-67298C285061}"/>
          </ac:graphicFrameMkLst>
        </pc:graphicFrameChg>
        <pc:graphicFrameChg chg="add del mod">
          <ac:chgData name="Qintani Sinaga" userId="e85d05432d212339" providerId="LiveId" clId="{876BA787-868F-5F3E-B8A1-BE2B9D4F0E22}" dt="2026-10-12T03:07:14.195" v="3790" actId="478"/>
          <ac:graphicFrameMkLst>
            <pc:docMk/>
            <pc:sldMk cId="2392868378" sldId="276"/>
            <ac:graphicFrameMk id="7" creationId="{06DC274F-695B-874E-98B0-73726EEFB149}"/>
          </ac:graphicFrameMkLst>
        </pc:graphicFrameChg>
        <pc:graphicFrameChg chg="add mod">
          <ac:chgData name="Qintani Sinaga" userId="e85d05432d212339" providerId="LiveId" clId="{876BA787-868F-5F3E-B8A1-BE2B9D4F0E22}" dt="2026-10-12T03:10:15.145" v="3810" actId="1035"/>
          <ac:graphicFrameMkLst>
            <pc:docMk/>
            <pc:sldMk cId="2392868378" sldId="276"/>
            <ac:graphicFrameMk id="12" creationId="{16639888-2C2F-399E-34BB-1799A5F77C48}"/>
          </ac:graphicFrameMkLst>
        </pc:graphicFrameChg>
      </pc:sldChg>
      <pc:sldChg chg="addSp delSp modSp mod">
        <pc:chgData name="Qintani Sinaga" userId="e85d05432d212339" providerId="LiveId" clId="{876BA787-868F-5F3E-B8A1-BE2B9D4F0E22}" dt="2026-10-09T11:04:33.753" v="2883" actId="1036"/>
        <pc:sldMkLst>
          <pc:docMk/>
          <pc:sldMk cId="594454372" sldId="2147483642"/>
        </pc:sldMkLst>
        <pc:spChg chg="mod">
          <ac:chgData name="Qintani Sinaga" userId="e85d05432d212339" providerId="LiveId" clId="{876BA787-868F-5F3E-B8A1-BE2B9D4F0E22}" dt="2026-10-09T06:54:00.103" v="742" actId="20577"/>
          <ac:spMkLst>
            <pc:docMk/>
            <pc:sldMk cId="594454372" sldId="2147483642"/>
            <ac:spMk id="2" creationId="{A7D0CBE9-425A-6F7C-6FE2-91E5FC20100D}"/>
          </ac:spMkLst>
        </pc:spChg>
        <pc:spChg chg="mod">
          <ac:chgData name="Qintani Sinaga" userId="e85d05432d212339" providerId="LiveId" clId="{876BA787-868F-5F3E-B8A1-BE2B9D4F0E22}" dt="2026-10-09T05:56:43.553" v="29" actId="1076"/>
          <ac:spMkLst>
            <pc:docMk/>
            <pc:sldMk cId="594454372" sldId="2147483642"/>
            <ac:spMk id="6" creationId="{3F5DA1B2-C16C-2C31-2ACA-D73AFD975474}"/>
          </ac:spMkLst>
        </pc:spChg>
        <pc:spChg chg="mod">
          <ac:chgData name="Qintani Sinaga" userId="e85d05432d212339" providerId="LiveId" clId="{876BA787-868F-5F3E-B8A1-BE2B9D4F0E22}" dt="2026-10-09T05:59:00.954" v="54" actId="1076"/>
          <ac:spMkLst>
            <pc:docMk/>
            <pc:sldMk cId="594454372" sldId="2147483642"/>
            <ac:spMk id="8" creationId="{27DEB12F-66D3-0345-2094-26D0D4886D6C}"/>
          </ac:spMkLst>
        </pc:spChg>
        <pc:spChg chg="add mod">
          <ac:chgData name="Qintani Sinaga" userId="e85d05432d212339" providerId="LiveId" clId="{876BA787-868F-5F3E-B8A1-BE2B9D4F0E22}" dt="2026-10-09T08:35:08.943" v="1906" actId="1035"/>
          <ac:spMkLst>
            <pc:docMk/>
            <pc:sldMk cId="594454372" sldId="2147483642"/>
            <ac:spMk id="9" creationId="{17A4472E-A2F3-EFC6-95B1-660F9184DEF4}"/>
          </ac:spMkLst>
        </pc:spChg>
        <pc:spChg chg="mod">
          <ac:chgData name="Qintani Sinaga" userId="e85d05432d212339" providerId="LiveId" clId="{876BA787-868F-5F3E-B8A1-BE2B9D4F0E22}" dt="2026-10-09T08:40:48.621" v="1993" actId="1076"/>
          <ac:spMkLst>
            <pc:docMk/>
            <pc:sldMk cId="594454372" sldId="2147483642"/>
            <ac:spMk id="12" creationId="{A316EFE6-F261-0EAA-3BD0-8A0CACD7C37F}"/>
          </ac:spMkLst>
        </pc:spChg>
        <pc:graphicFrameChg chg="add mod">
          <ac:chgData name="Qintani Sinaga" userId="e85d05432d212339" providerId="LiveId" clId="{876BA787-868F-5F3E-B8A1-BE2B9D4F0E22}" dt="2026-10-09T10:57:23.378" v="2819" actId="1076"/>
          <ac:graphicFrameMkLst>
            <pc:docMk/>
            <pc:sldMk cId="594454372" sldId="2147483642"/>
            <ac:graphicFrameMk id="4" creationId="{ADDE6561-92C6-BD65-251F-35DD36A6B5DB}"/>
          </ac:graphicFrameMkLst>
        </pc:graphicFrameChg>
        <pc:graphicFrameChg chg="add mod">
          <ac:chgData name="Qintani Sinaga" userId="e85d05432d212339" providerId="LiveId" clId="{876BA787-868F-5F3E-B8A1-BE2B9D4F0E22}" dt="2026-10-09T10:57:20.217" v="2817" actId="1076"/>
          <ac:graphicFrameMkLst>
            <pc:docMk/>
            <pc:sldMk cId="594454372" sldId="2147483642"/>
            <ac:graphicFrameMk id="5" creationId="{12A41C54-6A32-B951-7593-AC0E8D5B6614}"/>
          </ac:graphicFrameMkLst>
        </pc:graphicFrameChg>
        <pc:graphicFrameChg chg="add mod">
          <ac:chgData name="Qintani Sinaga" userId="e85d05432d212339" providerId="LiveId" clId="{876BA787-868F-5F3E-B8A1-BE2B9D4F0E22}" dt="2026-10-09T11:04:33.753" v="2883" actId="1036"/>
          <ac:graphicFrameMkLst>
            <pc:docMk/>
            <pc:sldMk cId="594454372" sldId="2147483642"/>
            <ac:graphicFrameMk id="10" creationId="{82621A92-75F2-BA41-91DC-879C7318EB68}"/>
          </ac:graphicFrameMkLst>
        </pc:graphicFrameChg>
        <pc:graphicFrameChg chg="add mod">
          <ac:chgData name="Qintani Sinaga" userId="e85d05432d212339" providerId="LiveId" clId="{876BA787-868F-5F3E-B8A1-BE2B9D4F0E22}" dt="2026-10-09T11:04:28.957" v="2877" actId="1037"/>
          <ac:graphicFrameMkLst>
            <pc:docMk/>
            <pc:sldMk cId="594454372" sldId="2147483642"/>
            <ac:graphicFrameMk id="11" creationId="{A3D6D96D-352F-1039-5C34-E983F1BB159E}"/>
          </ac:graphicFrameMkLst>
        </pc:graphicFrameChg>
      </pc:sldChg>
      <pc:sldChg chg="addSp delSp modSp mod">
        <pc:chgData name="Qintani Sinaga" userId="e85d05432d212339" providerId="LiveId" clId="{876BA787-868F-5F3E-B8A1-BE2B9D4F0E22}" dt="2026-10-09T11:23:38.878" v="3156" actId="1037"/>
        <pc:sldMkLst>
          <pc:docMk/>
          <pc:sldMk cId="2902982876" sldId="2147483643"/>
        </pc:sldMkLst>
        <pc:spChg chg="mod">
          <ac:chgData name="Qintani Sinaga" userId="e85d05432d212339" providerId="LiveId" clId="{876BA787-868F-5F3E-B8A1-BE2B9D4F0E22}" dt="2026-10-09T08:22:46.690" v="1619" actId="1076"/>
          <ac:spMkLst>
            <pc:docMk/>
            <pc:sldMk cId="2902982876" sldId="2147483643"/>
            <ac:spMk id="2" creationId="{53B38D03-5210-01FD-1DC6-C79FBED3EE9C}"/>
          </ac:spMkLst>
        </pc:spChg>
        <pc:spChg chg="mod">
          <ac:chgData name="Qintani Sinaga" userId="e85d05432d212339" providerId="LiveId" clId="{876BA787-868F-5F3E-B8A1-BE2B9D4F0E22}" dt="2026-10-09T05:55:27.003" v="1" actId="1076"/>
          <ac:spMkLst>
            <pc:docMk/>
            <pc:sldMk cId="2902982876" sldId="2147483643"/>
            <ac:spMk id="3" creationId="{E5866813-06E6-D1D5-E8B3-1604B1FD2355}"/>
          </ac:spMkLst>
        </pc:spChg>
        <pc:spChg chg="mod">
          <ac:chgData name="Qintani Sinaga" userId="e85d05432d212339" providerId="LiveId" clId="{876BA787-868F-5F3E-B8A1-BE2B9D4F0E22}" dt="2026-10-09T06:46:37.703" v="407" actId="1076"/>
          <ac:spMkLst>
            <pc:docMk/>
            <pc:sldMk cId="2902982876" sldId="2147483643"/>
            <ac:spMk id="4" creationId="{9D19628E-99C2-85CD-B561-904886508639}"/>
          </ac:spMkLst>
        </pc:spChg>
        <pc:spChg chg="mod">
          <ac:chgData name="Qintani Sinaga" userId="e85d05432d212339" providerId="LiveId" clId="{876BA787-868F-5F3E-B8A1-BE2B9D4F0E22}" dt="2026-10-09T05:56:39.090" v="28" actId="1076"/>
          <ac:spMkLst>
            <pc:docMk/>
            <pc:sldMk cId="2902982876" sldId="2147483643"/>
            <ac:spMk id="5" creationId="{3FE61D0A-D4D9-27D0-34F8-ADD531DBF8DE}"/>
          </ac:spMkLst>
        </pc:spChg>
        <pc:spChg chg="add mod">
          <ac:chgData name="Qintani Sinaga" userId="e85d05432d212339" providerId="LiveId" clId="{876BA787-868F-5F3E-B8A1-BE2B9D4F0E22}" dt="2026-10-09T08:34:06.133" v="1873" actId="20577"/>
          <ac:spMkLst>
            <pc:docMk/>
            <pc:sldMk cId="2902982876" sldId="2147483643"/>
            <ac:spMk id="9" creationId="{776467FE-67CC-8C12-0403-2163A01A001F}"/>
          </ac:spMkLst>
        </pc:spChg>
        <pc:spChg chg="add mod">
          <ac:chgData name="Qintani Sinaga" userId="e85d05432d212339" providerId="LiveId" clId="{876BA787-868F-5F3E-B8A1-BE2B9D4F0E22}" dt="2026-10-09T08:34:51.712" v="1898" actId="1038"/>
          <ac:spMkLst>
            <pc:docMk/>
            <pc:sldMk cId="2902982876" sldId="2147483643"/>
            <ac:spMk id="10" creationId="{C0416AD1-82DB-A532-0BB6-AB8D6BA06AFB}"/>
          </ac:spMkLst>
        </pc:spChg>
        <pc:graphicFrameChg chg="add mod">
          <ac:chgData name="Qintani Sinaga" userId="e85d05432d212339" providerId="LiveId" clId="{876BA787-868F-5F3E-B8A1-BE2B9D4F0E22}" dt="2026-10-09T11:23:35.698" v="3149" actId="1076"/>
          <ac:graphicFrameMkLst>
            <pc:docMk/>
            <pc:sldMk cId="2902982876" sldId="2147483643"/>
            <ac:graphicFrameMk id="11" creationId="{4D85D1C5-EF41-02CE-0C74-55F393C9080B}"/>
          </ac:graphicFrameMkLst>
        </pc:graphicFrameChg>
        <pc:graphicFrameChg chg="add mod">
          <ac:chgData name="Qintani Sinaga" userId="e85d05432d212339" providerId="LiveId" clId="{876BA787-868F-5F3E-B8A1-BE2B9D4F0E22}" dt="2026-10-09T11:23:38.878" v="3156" actId="1037"/>
          <ac:graphicFrameMkLst>
            <pc:docMk/>
            <pc:sldMk cId="2902982876" sldId="2147483643"/>
            <ac:graphicFrameMk id="12" creationId="{888E1E99-6BB9-1E67-6028-E06A93F132CB}"/>
          </ac:graphicFrameMkLst>
        </pc:graphicFrameChg>
      </pc:sldChg>
      <pc:sldChg chg="addSp delSp modSp mod">
        <pc:chgData name="Qintani Sinaga" userId="e85d05432d212339" providerId="LiveId" clId="{876BA787-868F-5F3E-B8A1-BE2B9D4F0E22}" dt="2026-10-09T11:19:11.281" v="3086" actId="14100"/>
        <pc:sldMkLst>
          <pc:docMk/>
          <pc:sldMk cId="2720345117" sldId="2147483644"/>
        </pc:sldMkLst>
        <pc:spChg chg="mod">
          <ac:chgData name="Qintani Sinaga" userId="e85d05432d212339" providerId="LiveId" clId="{876BA787-868F-5F3E-B8A1-BE2B9D4F0E22}" dt="2026-10-09T08:23:24.440" v="1744" actId="20577"/>
          <ac:spMkLst>
            <pc:docMk/>
            <pc:sldMk cId="2720345117" sldId="2147483644"/>
            <ac:spMk id="2" creationId="{22B33E9C-EEE3-D2FD-4A1F-C0B35E5FECBB}"/>
          </ac:spMkLst>
        </pc:spChg>
        <pc:spChg chg="mod">
          <ac:chgData name="Qintani Sinaga" userId="e85d05432d212339" providerId="LiveId" clId="{876BA787-868F-5F3E-B8A1-BE2B9D4F0E22}" dt="2026-10-09T06:01:36.144" v="119" actId="1076"/>
          <ac:spMkLst>
            <pc:docMk/>
            <pc:sldMk cId="2720345117" sldId="2147483644"/>
            <ac:spMk id="4" creationId="{7F5BA065-C29A-BD47-EAA1-9FC4A04FDFE6}"/>
          </ac:spMkLst>
        </pc:spChg>
        <pc:spChg chg="add mod">
          <ac:chgData name="Qintani Sinaga" userId="e85d05432d212339" providerId="LiveId" clId="{876BA787-868F-5F3E-B8A1-BE2B9D4F0E22}" dt="2026-10-09T08:35:10.993" v="1907"/>
          <ac:spMkLst>
            <pc:docMk/>
            <pc:sldMk cId="2720345117" sldId="2147483644"/>
            <ac:spMk id="9" creationId="{9C16E464-4844-2267-92AD-4AA82067730B}"/>
          </ac:spMkLst>
        </pc:spChg>
        <pc:spChg chg="mod">
          <ac:chgData name="Qintani Sinaga" userId="e85d05432d212339" providerId="LiveId" clId="{876BA787-868F-5F3E-B8A1-BE2B9D4F0E22}" dt="2026-10-09T06:09:03.449" v="239" actId="1076"/>
          <ac:spMkLst>
            <pc:docMk/>
            <pc:sldMk cId="2720345117" sldId="2147483644"/>
            <ac:spMk id="10" creationId="{3D42E197-8B67-50EB-2CA4-F0C58E099DAB}"/>
          </ac:spMkLst>
        </pc:spChg>
        <pc:graphicFrameChg chg="add mod">
          <ac:chgData name="Qintani Sinaga" userId="e85d05432d212339" providerId="LiveId" clId="{876BA787-868F-5F3E-B8A1-BE2B9D4F0E22}" dt="2026-10-09T11:19:07.048" v="3085" actId="1076"/>
          <ac:graphicFrameMkLst>
            <pc:docMk/>
            <pc:sldMk cId="2720345117" sldId="2147483644"/>
            <ac:graphicFrameMk id="11" creationId="{13A106A9-D05C-8379-ACCF-1D84F1F20BF6}"/>
          </ac:graphicFrameMkLst>
        </pc:graphicFrameChg>
        <pc:graphicFrameChg chg="add mod">
          <ac:chgData name="Qintani Sinaga" userId="e85d05432d212339" providerId="LiveId" clId="{876BA787-868F-5F3E-B8A1-BE2B9D4F0E22}" dt="2026-10-09T11:16:54.402" v="3028" actId="20577"/>
          <ac:graphicFrameMkLst>
            <pc:docMk/>
            <pc:sldMk cId="2720345117" sldId="2147483644"/>
            <ac:graphicFrameMk id="12" creationId="{7C685F0F-A243-FE47-96B0-A01606D46886}"/>
          </ac:graphicFrameMkLst>
        </pc:graphicFrameChg>
        <pc:graphicFrameChg chg="add mod">
          <ac:chgData name="Qintani Sinaga" userId="e85d05432d212339" providerId="LiveId" clId="{876BA787-868F-5F3E-B8A1-BE2B9D4F0E22}" dt="2026-10-09T11:19:11.281" v="3086" actId="14100"/>
          <ac:graphicFrameMkLst>
            <pc:docMk/>
            <pc:sldMk cId="2720345117" sldId="2147483644"/>
            <ac:graphicFrameMk id="13" creationId="{7566D325-B1ED-3F4A-A3F4-4D343780BC98}"/>
          </ac:graphicFrameMkLst>
        </pc:graphicFrameChg>
        <pc:picChg chg="mod">
          <ac:chgData name="Qintani Sinaga" userId="e85d05432d212339" providerId="LiveId" clId="{876BA787-868F-5F3E-B8A1-BE2B9D4F0E22}" dt="2026-10-09T06:01:38.471" v="120" actId="1076"/>
          <ac:picMkLst>
            <pc:docMk/>
            <pc:sldMk cId="2720345117" sldId="2147483644"/>
            <ac:picMk id="7" creationId="{57386C8C-3446-6FCD-4B73-FF6DAE556D76}"/>
          </ac:picMkLst>
        </pc:picChg>
      </pc:sldChg>
    </pc:docChg>
  </pc:docChgLst>
  <pc:docChgLst>
    <pc:chgData name="Muhammad Ismail Sunni" userId="94b3d802bf2c32a0" providerId="LiveId" clId="{32DD241F-B732-4AA2-9795-602B9B90B162}"/>
    <pc:docChg chg="undo custSel addSld modSld sldOrd">
      <pc:chgData name="Muhammad Ismail Sunni" userId="94b3d802bf2c32a0" providerId="LiveId" clId="{32DD241F-B732-4AA2-9795-602B9B90B162}" dt="2026-10-12T04:20:09.998" v="300"/>
      <pc:docMkLst>
        <pc:docMk/>
      </pc:docMkLst>
      <pc:sldChg chg="add ord">
        <pc:chgData name="Muhammad Ismail Sunni" userId="94b3d802bf2c32a0" providerId="LiveId" clId="{32DD241F-B732-4AA2-9795-602B9B90B162}" dt="2026-10-09T10:54:17.273" v="176"/>
        <pc:sldMkLst>
          <pc:docMk/>
          <pc:sldMk cId="1892060355" sldId="260"/>
        </pc:sldMkLst>
      </pc:sldChg>
      <pc:sldChg chg="addSp modSp">
        <pc:chgData name="Muhammad Ismail Sunni" userId="94b3d802bf2c32a0" providerId="LiveId" clId="{32DD241F-B732-4AA2-9795-602B9B90B162}" dt="2026-10-09T10:56:31.804" v="177"/>
        <pc:sldMkLst>
          <pc:docMk/>
          <pc:sldMk cId="1683876354" sldId="262"/>
        </pc:sldMkLst>
        <pc:spChg chg="mod">
          <ac:chgData name="Muhammad Ismail Sunni" userId="94b3d802bf2c32a0" providerId="LiveId" clId="{32DD241F-B732-4AA2-9795-602B9B90B162}" dt="2026-10-09T10:53:56.507" v="174"/>
          <ac:spMkLst>
            <pc:docMk/>
            <pc:sldMk cId="1683876354" sldId="262"/>
            <ac:spMk id="2" creationId="{FD83BB4B-0368-23E9-3AA7-C15C2EB8A0DD}"/>
          </ac:spMkLst>
        </pc:spChg>
        <pc:cxnChg chg="add mod">
          <ac:chgData name="Muhammad Ismail Sunni" userId="94b3d802bf2c32a0" providerId="LiveId" clId="{32DD241F-B732-4AA2-9795-602B9B90B162}" dt="2026-10-09T10:56:31.804" v="177"/>
          <ac:cxnSpMkLst>
            <pc:docMk/>
            <pc:sldMk cId="1683876354" sldId="262"/>
            <ac:cxnSpMk id="389" creationId="{E5A40A49-486E-CD2D-CEAD-E2C22329B7AA}"/>
          </ac:cxnSpMkLst>
        </pc:cxnChg>
      </pc:sldChg>
      <pc:sldChg chg="addSp modSp mod">
        <pc:chgData name="Muhammad Ismail Sunni" userId="94b3d802bf2c32a0" providerId="LiveId" clId="{32DD241F-B732-4AA2-9795-602B9B90B162}" dt="2026-10-12T04:20:09.998" v="300"/>
        <pc:sldMkLst>
          <pc:docMk/>
          <pc:sldMk cId="4239001261" sldId="280"/>
        </pc:sldMkLst>
        <pc:spChg chg="mod">
          <ac:chgData name="Muhammad Ismail Sunni" userId="94b3d802bf2c32a0" providerId="LiveId" clId="{32DD241F-B732-4AA2-9795-602B9B90B162}" dt="2026-10-12T01:21:58.908" v="188" actId="1076"/>
          <ac:spMkLst>
            <pc:docMk/>
            <pc:sldMk cId="4239001261" sldId="280"/>
            <ac:spMk id="3" creationId="{8281A95B-7725-7FC7-76F7-0E05B3F3D156}"/>
          </ac:spMkLst>
        </pc:spChg>
        <pc:spChg chg="mod">
          <ac:chgData name="Muhammad Ismail Sunni" userId="94b3d802bf2c32a0" providerId="LiveId" clId="{32DD241F-B732-4AA2-9795-602B9B90B162}" dt="2026-10-12T01:22:45.756" v="195" actId="1076"/>
          <ac:spMkLst>
            <pc:docMk/>
            <pc:sldMk cId="4239001261" sldId="280"/>
            <ac:spMk id="5" creationId="{08A02EA1-B988-0823-BA8D-051070B362A9}"/>
          </ac:spMkLst>
        </pc:spChg>
        <pc:spChg chg="add mod">
          <ac:chgData name="Muhammad Ismail Sunni" userId="94b3d802bf2c32a0" providerId="LiveId" clId="{32DD241F-B732-4AA2-9795-602B9B90B162}" dt="2026-10-12T02:48:00.530" v="256" actId="255"/>
          <ac:spMkLst>
            <pc:docMk/>
            <pc:sldMk cId="4239001261" sldId="280"/>
            <ac:spMk id="11" creationId="{81C30EF2-78E6-33B1-6E7A-87F64EAD9619}"/>
          </ac:spMkLst>
        </pc:spChg>
        <pc:spChg chg="mod">
          <ac:chgData name="Muhammad Ismail Sunni" userId="94b3d802bf2c32a0" providerId="LiveId" clId="{32DD241F-B732-4AA2-9795-602B9B90B162}" dt="2026-10-12T01:22:03.684" v="189" actId="1076"/>
          <ac:spMkLst>
            <pc:docMk/>
            <pc:sldMk cId="4239001261" sldId="280"/>
            <ac:spMk id="21" creationId="{6F1833C7-58E1-CAC0-D16D-EB5BFF524513}"/>
          </ac:spMkLst>
        </pc:spChg>
        <pc:spChg chg="mod">
          <ac:chgData name="Muhammad Ismail Sunni" userId="94b3d802bf2c32a0" providerId="LiveId" clId="{32DD241F-B732-4AA2-9795-602B9B90B162}" dt="2026-10-12T04:11:27.513" v="291" actId="1076"/>
          <ac:spMkLst>
            <pc:docMk/>
            <pc:sldMk cId="4239001261" sldId="280"/>
            <ac:spMk id="30" creationId="{0DF4F94C-4E00-C425-5BF3-BCE15558D582}"/>
          </ac:spMkLst>
        </pc:spChg>
        <pc:graphicFrameChg chg="add mod">
          <ac:chgData name="Muhammad Ismail Sunni" userId="94b3d802bf2c32a0" providerId="LiveId" clId="{32DD241F-B732-4AA2-9795-602B9B90B162}" dt="2026-10-12T04:20:01.073" v="298"/>
          <ac:graphicFrameMkLst>
            <pc:docMk/>
            <pc:sldMk cId="4239001261" sldId="280"/>
            <ac:graphicFrameMk id="7" creationId="{9AB05E7F-5C14-214F-CAD4-610E67EF21EB}"/>
          </ac:graphicFrameMkLst>
        </pc:graphicFrameChg>
        <pc:graphicFrameChg chg="mod">
          <ac:chgData name="Muhammad Ismail Sunni" userId="94b3d802bf2c32a0" providerId="LiveId" clId="{32DD241F-B732-4AA2-9795-602B9B90B162}" dt="2026-10-12T04:20:04.523" v="299"/>
          <ac:graphicFrameMkLst>
            <pc:docMk/>
            <pc:sldMk cId="4239001261" sldId="280"/>
            <ac:graphicFrameMk id="8" creationId="{88A300B8-B9AE-E64F-863F-3D90D6BC7349}"/>
          </ac:graphicFrameMkLst>
        </pc:graphicFrameChg>
        <pc:graphicFrameChg chg="mod">
          <ac:chgData name="Muhammad Ismail Sunni" userId="94b3d802bf2c32a0" providerId="LiveId" clId="{32DD241F-B732-4AA2-9795-602B9B90B162}" dt="2026-10-12T02:47:06.990" v="247" actId="1076"/>
          <ac:graphicFrameMkLst>
            <pc:docMk/>
            <pc:sldMk cId="4239001261" sldId="280"/>
            <ac:graphicFrameMk id="10" creationId="{8B722EE3-C0AB-5177-0FA7-4B6E49FF6D7D}"/>
          </ac:graphicFrameMkLst>
        </pc:graphicFrameChg>
        <pc:graphicFrameChg chg="mod">
          <ac:chgData name="Muhammad Ismail Sunni" userId="94b3d802bf2c32a0" providerId="LiveId" clId="{32DD241F-B732-4AA2-9795-602B9B90B162}" dt="2026-10-12T02:30:06.800" v="200" actId="1076"/>
          <ac:graphicFrameMkLst>
            <pc:docMk/>
            <pc:sldMk cId="4239001261" sldId="280"/>
            <ac:graphicFrameMk id="17" creationId="{1CDC6565-88B3-C5F8-A0FE-61F1FA1E56C6}"/>
          </ac:graphicFrameMkLst>
        </pc:graphicFrameChg>
        <pc:graphicFrameChg chg="mod">
          <ac:chgData name="Muhammad Ismail Sunni" userId="94b3d802bf2c32a0" providerId="LiveId" clId="{32DD241F-B732-4AA2-9795-602B9B90B162}" dt="2026-10-12T04:20:09.998" v="300"/>
          <ac:graphicFrameMkLst>
            <pc:docMk/>
            <pc:sldMk cId="4239001261" sldId="280"/>
            <ac:graphicFrameMk id="19" creationId="{969A1773-0D17-5EE2-6A9A-A74CB2EEAFDC}"/>
          </ac:graphicFrameMkLst>
        </pc:graphicFrameChg>
        <pc:graphicFrameChg chg="mod">
          <ac:chgData name="Muhammad Ismail Sunni" userId="94b3d802bf2c32a0" providerId="LiveId" clId="{32DD241F-B732-4AA2-9795-602B9B90B162}" dt="2026-10-12T01:21:48.288" v="186" actId="1076"/>
          <ac:graphicFrameMkLst>
            <pc:docMk/>
            <pc:sldMk cId="4239001261" sldId="280"/>
            <ac:graphicFrameMk id="22" creationId="{37F399C3-6D78-CF29-3C16-CAA8AA8091FA}"/>
          </ac:graphicFrameMkLst>
        </pc:graphicFrameChg>
        <pc:graphicFrameChg chg="mod">
          <ac:chgData name="Muhammad Ismail Sunni" userId="94b3d802bf2c32a0" providerId="LiveId" clId="{32DD241F-B732-4AA2-9795-602B9B90B162}" dt="2026-10-12T04:11:23.988" v="290" actId="1076"/>
          <ac:graphicFrameMkLst>
            <pc:docMk/>
            <pc:sldMk cId="4239001261" sldId="280"/>
            <ac:graphicFrameMk id="28" creationId="{3B29DBE5-3B93-8E79-EBEC-CD48AED27C15}"/>
          </ac:graphicFrameMkLst>
        </pc:graphicFrameChg>
        <pc:cxnChg chg="add mod">
          <ac:chgData name="Muhammad Ismail Sunni" userId="94b3d802bf2c32a0" providerId="LiveId" clId="{32DD241F-B732-4AA2-9795-602B9B90B162}" dt="2026-10-12T02:48:35.056" v="262" actId="14100"/>
          <ac:cxnSpMkLst>
            <pc:docMk/>
            <pc:sldMk cId="4239001261" sldId="280"/>
            <ac:cxnSpMk id="14" creationId="{2861F5AF-C971-AC0B-D09C-E9DFDA4EAAB5}"/>
          </ac:cxnSpMkLst>
        </pc:cxnChg>
      </pc:sldChg>
      <pc:sldChg chg="addSp modSp mod">
        <pc:chgData name="Muhammad Ismail Sunni" userId="94b3d802bf2c32a0" providerId="LiveId" clId="{32DD241F-B732-4AA2-9795-602B9B90B162}" dt="2026-10-12T02:52:00.701" v="289" actId="14100"/>
        <pc:sldMkLst>
          <pc:docMk/>
          <pc:sldMk cId="1138942419" sldId="281"/>
        </pc:sldMkLst>
        <pc:spChg chg="mod">
          <ac:chgData name="Muhammad Ismail Sunni" userId="94b3d802bf2c32a0" providerId="LiveId" clId="{32DD241F-B732-4AA2-9795-602B9B90B162}" dt="2026-10-12T02:50:33.829" v="270" actId="1076"/>
          <ac:spMkLst>
            <pc:docMk/>
            <pc:sldMk cId="1138942419" sldId="281"/>
            <ac:spMk id="10" creationId="{9994036B-4BCC-4BC0-BD25-D79B0AFCB769}"/>
          </ac:spMkLst>
        </pc:spChg>
        <pc:spChg chg="mod">
          <ac:chgData name="Muhammad Ismail Sunni" userId="94b3d802bf2c32a0" providerId="LiveId" clId="{32DD241F-B732-4AA2-9795-602B9B90B162}" dt="2026-10-12T02:50:25.730" v="269" actId="1076"/>
          <ac:spMkLst>
            <pc:docMk/>
            <pc:sldMk cId="1138942419" sldId="281"/>
            <ac:spMk id="12" creationId="{D611C3ED-12CC-887E-D1BC-D738D5A75105}"/>
          </ac:spMkLst>
        </pc:spChg>
        <pc:spChg chg="mod">
          <ac:chgData name="Muhammad Ismail Sunni" userId="94b3d802bf2c32a0" providerId="LiveId" clId="{32DD241F-B732-4AA2-9795-602B9B90B162}" dt="2026-10-12T02:50:33.829" v="270" actId="1076"/>
          <ac:spMkLst>
            <pc:docMk/>
            <pc:sldMk cId="1138942419" sldId="281"/>
            <ac:spMk id="13" creationId="{652ABE77-8B3A-78FC-059D-F39CD2E5219B}"/>
          </ac:spMkLst>
        </pc:spChg>
        <pc:spChg chg="mod">
          <ac:chgData name="Muhammad Ismail Sunni" userId="94b3d802bf2c32a0" providerId="LiveId" clId="{32DD241F-B732-4AA2-9795-602B9B90B162}" dt="2026-10-12T02:49:28.861" v="264" actId="1076"/>
          <ac:spMkLst>
            <pc:docMk/>
            <pc:sldMk cId="1138942419" sldId="281"/>
            <ac:spMk id="16" creationId="{56DEE2C3-7408-F5F8-63CE-4975E402CBED}"/>
          </ac:spMkLst>
        </pc:spChg>
        <pc:spChg chg="mod">
          <ac:chgData name="Muhammad Ismail Sunni" userId="94b3d802bf2c32a0" providerId="LiveId" clId="{32DD241F-B732-4AA2-9795-602B9B90B162}" dt="2026-10-12T02:50:33.829" v="270" actId="1076"/>
          <ac:spMkLst>
            <pc:docMk/>
            <pc:sldMk cId="1138942419" sldId="281"/>
            <ac:spMk id="19" creationId="{C086E81A-C1F2-015A-0595-6E552C4118A6}"/>
          </ac:spMkLst>
        </pc:spChg>
        <pc:spChg chg="mod">
          <ac:chgData name="Muhammad Ismail Sunni" userId="94b3d802bf2c32a0" providerId="LiveId" clId="{32DD241F-B732-4AA2-9795-602B9B90B162}" dt="2026-10-12T02:51:26.056" v="283" actId="255"/>
          <ac:spMkLst>
            <pc:docMk/>
            <pc:sldMk cId="1138942419" sldId="281"/>
            <ac:spMk id="20" creationId="{3954AFA3-22ED-F93F-461B-C8B2DF895ABA}"/>
          </ac:spMkLst>
        </pc:spChg>
        <pc:spChg chg="mod">
          <ac:chgData name="Muhammad Ismail Sunni" userId="94b3d802bf2c32a0" providerId="LiveId" clId="{32DD241F-B732-4AA2-9795-602B9B90B162}" dt="2026-10-12T02:50:33.829" v="270" actId="1076"/>
          <ac:spMkLst>
            <pc:docMk/>
            <pc:sldMk cId="1138942419" sldId="281"/>
            <ac:spMk id="21" creationId="{7792CAD0-3A38-FBA1-AF5E-418A6B51CB38}"/>
          </ac:spMkLst>
        </pc:spChg>
        <pc:spChg chg="mod">
          <ac:chgData name="Muhammad Ismail Sunni" userId="94b3d802bf2c32a0" providerId="LiveId" clId="{32DD241F-B732-4AA2-9795-602B9B90B162}" dt="2026-10-12T02:50:33.829" v="270" actId="1076"/>
          <ac:spMkLst>
            <pc:docMk/>
            <pc:sldMk cId="1138942419" sldId="281"/>
            <ac:spMk id="23" creationId="{284EDDC4-9095-AB86-76D5-912B0BA9218B}"/>
          </ac:spMkLst>
        </pc:spChg>
        <pc:spChg chg="mod">
          <ac:chgData name="Muhammad Ismail Sunni" userId="94b3d802bf2c32a0" providerId="LiveId" clId="{32DD241F-B732-4AA2-9795-602B9B90B162}" dt="2026-10-12T02:50:33.829" v="270" actId="1076"/>
          <ac:spMkLst>
            <pc:docMk/>
            <pc:sldMk cId="1138942419" sldId="281"/>
            <ac:spMk id="27" creationId="{37FF0C38-F41E-E069-13E9-7522B1DF1D31}"/>
          </ac:spMkLst>
        </pc:spChg>
        <pc:spChg chg="mod">
          <ac:chgData name="Muhammad Ismail Sunni" userId="94b3d802bf2c32a0" providerId="LiveId" clId="{32DD241F-B732-4AA2-9795-602B9B90B162}" dt="2026-10-12T02:50:40.819" v="273" actId="6549"/>
          <ac:spMkLst>
            <pc:docMk/>
            <pc:sldMk cId="1138942419" sldId="281"/>
            <ac:spMk id="28" creationId="{3AC686E7-B6FC-39B0-A6AB-A6E1C2465439}"/>
          </ac:spMkLst>
        </pc:spChg>
        <pc:spChg chg="mod">
          <ac:chgData name="Muhammad Ismail Sunni" userId="94b3d802bf2c32a0" providerId="LiveId" clId="{32DD241F-B732-4AA2-9795-602B9B90B162}" dt="2026-10-12T02:49:26.853" v="263" actId="1076"/>
          <ac:spMkLst>
            <pc:docMk/>
            <pc:sldMk cId="1138942419" sldId="281"/>
            <ac:spMk id="30" creationId="{742F92E3-D43A-0F20-FEEB-9A7CBBAD1BE8}"/>
          </ac:spMkLst>
        </pc:spChg>
        <pc:spChg chg="mod">
          <ac:chgData name="Muhammad Ismail Sunni" userId="94b3d802bf2c32a0" providerId="LiveId" clId="{32DD241F-B732-4AA2-9795-602B9B90B162}" dt="2026-10-12T02:50:25.730" v="269" actId="1076"/>
          <ac:spMkLst>
            <pc:docMk/>
            <pc:sldMk cId="1138942419" sldId="281"/>
            <ac:spMk id="32" creationId="{001B830B-8D49-9B23-92BC-F04A214BD376}"/>
          </ac:spMkLst>
        </pc:spChg>
        <pc:spChg chg="mod">
          <ac:chgData name="Muhammad Ismail Sunni" userId="94b3d802bf2c32a0" providerId="LiveId" clId="{32DD241F-B732-4AA2-9795-602B9B90B162}" dt="2026-10-12T02:50:33.829" v="270" actId="1076"/>
          <ac:spMkLst>
            <pc:docMk/>
            <pc:sldMk cId="1138942419" sldId="281"/>
            <ac:spMk id="33" creationId="{D2F205A7-319C-B612-CC1E-4C73E3B716EE}"/>
          </ac:spMkLst>
        </pc:spChg>
        <pc:spChg chg="mod">
          <ac:chgData name="Muhammad Ismail Sunni" userId="94b3d802bf2c32a0" providerId="LiveId" clId="{32DD241F-B732-4AA2-9795-602B9B90B162}" dt="2026-10-12T02:50:33.829" v="270" actId="1076"/>
          <ac:spMkLst>
            <pc:docMk/>
            <pc:sldMk cId="1138942419" sldId="281"/>
            <ac:spMk id="35" creationId="{CCBD804D-2266-9E6F-CE63-3BA0D96856B9}"/>
          </ac:spMkLst>
        </pc:spChg>
        <pc:spChg chg="mod">
          <ac:chgData name="Muhammad Ismail Sunni" userId="94b3d802bf2c32a0" providerId="LiveId" clId="{32DD241F-B732-4AA2-9795-602B9B90B162}" dt="2026-10-12T02:50:33.829" v="270" actId="1076"/>
          <ac:spMkLst>
            <pc:docMk/>
            <pc:sldMk cId="1138942419" sldId="281"/>
            <ac:spMk id="39" creationId="{9C1786CC-0DC0-B6F4-2646-073D9A94870B}"/>
          </ac:spMkLst>
        </pc:spChg>
        <pc:spChg chg="add mod">
          <ac:chgData name="Muhammad Ismail Sunni" userId="94b3d802bf2c32a0" providerId="LiveId" clId="{32DD241F-B732-4AA2-9795-602B9B90B162}" dt="2026-10-12T02:49:50.403" v="268" actId="1076"/>
          <ac:spMkLst>
            <pc:docMk/>
            <pc:sldMk cId="1138942419" sldId="281"/>
            <ac:spMk id="44" creationId="{8B0CFF46-FA89-CB7F-0084-894932723052}"/>
          </ac:spMkLst>
        </pc:spChg>
        <pc:spChg chg="add mod">
          <ac:chgData name="Muhammad Ismail Sunni" userId="94b3d802bf2c32a0" providerId="LiveId" clId="{32DD241F-B732-4AA2-9795-602B9B90B162}" dt="2026-10-12T02:49:38.899" v="267" actId="1076"/>
          <ac:spMkLst>
            <pc:docMk/>
            <pc:sldMk cId="1138942419" sldId="281"/>
            <ac:spMk id="262" creationId="{00AF0068-5EAA-6C16-7BDC-FDDF9BE50B2D}"/>
          </ac:spMkLst>
        </pc:spChg>
        <pc:spChg chg="add mod">
          <ac:chgData name="Muhammad Ismail Sunni" userId="94b3d802bf2c32a0" providerId="LiveId" clId="{32DD241F-B732-4AA2-9795-602B9B90B162}" dt="2026-10-12T02:49:38.899" v="267" actId="1076"/>
          <ac:spMkLst>
            <pc:docMk/>
            <pc:sldMk cId="1138942419" sldId="281"/>
            <ac:spMk id="272" creationId="{1D932256-17BD-BD52-3EA1-A0359178E962}"/>
          </ac:spMkLst>
        </pc:spChg>
        <pc:spChg chg="add mod">
          <ac:chgData name="Muhammad Ismail Sunni" userId="94b3d802bf2c32a0" providerId="LiveId" clId="{32DD241F-B732-4AA2-9795-602B9B90B162}" dt="2026-10-12T02:50:25.730" v="269" actId="1076"/>
          <ac:spMkLst>
            <pc:docMk/>
            <pc:sldMk cId="1138942419" sldId="281"/>
            <ac:spMk id="282" creationId="{A1539010-A522-4946-50AD-47DC609BAAF0}"/>
          </ac:spMkLst>
        </pc:spChg>
        <pc:spChg chg="mod">
          <ac:chgData name="Muhammad Ismail Sunni" userId="94b3d802bf2c32a0" providerId="LiveId" clId="{32DD241F-B732-4AA2-9795-602B9B90B162}" dt="2026-10-12T02:50:25.730" v="269" actId="1076"/>
          <ac:spMkLst>
            <pc:docMk/>
            <pc:sldMk cId="1138942419" sldId="281"/>
            <ac:spMk id="288" creationId="{A1E0CEB9-F70A-E2EA-7A97-9E6004475536}"/>
          </ac:spMkLst>
        </pc:spChg>
        <pc:spChg chg="mod">
          <ac:chgData name="Muhammad Ismail Sunni" userId="94b3d802bf2c32a0" providerId="LiveId" clId="{32DD241F-B732-4AA2-9795-602B9B90B162}" dt="2026-10-12T02:49:50.403" v="268" actId="1076"/>
          <ac:spMkLst>
            <pc:docMk/>
            <pc:sldMk cId="1138942419" sldId="281"/>
            <ac:spMk id="302" creationId="{34B9EE38-E75D-289E-124F-A7799E5C946D}"/>
          </ac:spMkLst>
        </pc:spChg>
        <pc:spChg chg="mod">
          <ac:chgData name="Muhammad Ismail Sunni" userId="94b3d802bf2c32a0" providerId="LiveId" clId="{32DD241F-B732-4AA2-9795-602B9B90B162}" dt="2026-10-12T02:49:34.194" v="265" actId="1076"/>
          <ac:spMkLst>
            <pc:docMk/>
            <pc:sldMk cId="1138942419" sldId="281"/>
            <ac:spMk id="304" creationId="{226D846E-1087-4872-5C19-C57827EBDBBD}"/>
          </ac:spMkLst>
        </pc:spChg>
        <pc:spChg chg="mod">
          <ac:chgData name="Muhammad Ismail Sunni" userId="94b3d802bf2c32a0" providerId="LiveId" clId="{32DD241F-B732-4AA2-9795-602B9B90B162}" dt="2026-10-12T02:49:34.194" v="265" actId="1076"/>
          <ac:spMkLst>
            <pc:docMk/>
            <pc:sldMk cId="1138942419" sldId="281"/>
            <ac:spMk id="314" creationId="{DC3D2506-4D8E-F1AA-79C7-04007DF0A8F3}"/>
          </ac:spMkLst>
        </pc:spChg>
        <pc:spChg chg="mod">
          <ac:chgData name="Muhammad Ismail Sunni" userId="94b3d802bf2c32a0" providerId="LiveId" clId="{32DD241F-B732-4AA2-9795-602B9B90B162}" dt="2026-10-12T02:50:25.730" v="269" actId="1076"/>
          <ac:spMkLst>
            <pc:docMk/>
            <pc:sldMk cId="1138942419" sldId="281"/>
            <ac:spMk id="317" creationId="{13FBF761-454C-96B7-4F9D-077E96B57559}"/>
          </ac:spMkLst>
        </pc:spChg>
        <pc:spChg chg="mod">
          <ac:chgData name="Muhammad Ismail Sunni" userId="94b3d802bf2c32a0" providerId="LiveId" clId="{32DD241F-B732-4AA2-9795-602B9B90B162}" dt="2026-10-12T02:49:34.194" v="265" actId="1076"/>
          <ac:spMkLst>
            <pc:docMk/>
            <pc:sldMk cId="1138942419" sldId="281"/>
            <ac:spMk id="318" creationId="{B44F3748-71DA-0869-183F-80EF0FB8945F}"/>
          </ac:spMkLst>
        </pc:spChg>
        <pc:spChg chg="mod">
          <ac:chgData name="Muhammad Ismail Sunni" userId="94b3d802bf2c32a0" providerId="LiveId" clId="{32DD241F-B732-4AA2-9795-602B9B90B162}" dt="2026-10-12T02:49:34.194" v="265" actId="1076"/>
          <ac:spMkLst>
            <pc:docMk/>
            <pc:sldMk cId="1138942419" sldId="281"/>
            <ac:spMk id="326" creationId="{59F76C83-BB3D-1315-9F2C-532556ADD778}"/>
          </ac:spMkLst>
        </pc:spChg>
        <pc:spChg chg="mod">
          <ac:chgData name="Muhammad Ismail Sunni" userId="94b3d802bf2c32a0" providerId="LiveId" clId="{32DD241F-B732-4AA2-9795-602B9B90B162}" dt="2026-10-12T02:49:34.194" v="265" actId="1076"/>
          <ac:spMkLst>
            <pc:docMk/>
            <pc:sldMk cId="1138942419" sldId="281"/>
            <ac:spMk id="330" creationId="{57265543-CAC5-2606-C199-D0C6845DDE8E}"/>
          </ac:spMkLst>
        </pc:spChg>
        <pc:spChg chg="mod">
          <ac:chgData name="Muhammad Ismail Sunni" userId="94b3d802bf2c32a0" providerId="LiveId" clId="{32DD241F-B732-4AA2-9795-602B9B90B162}" dt="2026-10-12T02:50:25.730" v="269" actId="1076"/>
          <ac:spMkLst>
            <pc:docMk/>
            <pc:sldMk cId="1138942419" sldId="281"/>
            <ac:spMk id="333" creationId="{A54BF8EB-9DD1-0C08-E7A9-CE34161D82F7}"/>
          </ac:spMkLst>
        </pc:spChg>
        <pc:spChg chg="mod">
          <ac:chgData name="Muhammad Ismail Sunni" userId="94b3d802bf2c32a0" providerId="LiveId" clId="{32DD241F-B732-4AA2-9795-602B9B90B162}" dt="2026-10-12T02:50:25.730" v="269" actId="1076"/>
          <ac:spMkLst>
            <pc:docMk/>
            <pc:sldMk cId="1138942419" sldId="281"/>
            <ac:spMk id="334" creationId="{4A851819-EAFA-47D6-72AC-A412E89971B6}"/>
          </ac:spMkLst>
        </pc:spChg>
        <pc:spChg chg="mod">
          <ac:chgData name="Muhammad Ismail Sunni" userId="94b3d802bf2c32a0" providerId="LiveId" clId="{32DD241F-B732-4AA2-9795-602B9B90B162}" dt="2026-10-12T02:50:25.730" v="269" actId="1076"/>
          <ac:spMkLst>
            <pc:docMk/>
            <pc:sldMk cId="1138942419" sldId="281"/>
            <ac:spMk id="338" creationId="{3E2D8710-3757-3F55-A706-AFF4AEDAEF97}"/>
          </ac:spMkLst>
        </pc:spChg>
        <pc:spChg chg="mod">
          <ac:chgData name="Muhammad Ismail Sunni" userId="94b3d802bf2c32a0" providerId="LiveId" clId="{32DD241F-B732-4AA2-9795-602B9B90B162}" dt="2026-10-12T02:49:50.403" v="268" actId="1076"/>
          <ac:spMkLst>
            <pc:docMk/>
            <pc:sldMk cId="1138942419" sldId="281"/>
            <ac:spMk id="349" creationId="{F5604511-38EA-92C2-FFB6-A688154027C5}"/>
          </ac:spMkLst>
        </pc:spChg>
        <pc:spChg chg="mod">
          <ac:chgData name="Muhammad Ismail Sunni" userId="94b3d802bf2c32a0" providerId="LiveId" clId="{32DD241F-B732-4AA2-9795-602B9B90B162}" dt="2026-10-12T02:49:34.194" v="265" actId="1076"/>
          <ac:spMkLst>
            <pc:docMk/>
            <pc:sldMk cId="1138942419" sldId="281"/>
            <ac:spMk id="352" creationId="{AC325CDD-0EDF-B26C-9D67-9DF678373276}"/>
          </ac:spMkLst>
        </pc:spChg>
        <pc:spChg chg="mod">
          <ac:chgData name="Muhammad Ismail Sunni" userId="94b3d802bf2c32a0" providerId="LiveId" clId="{32DD241F-B732-4AA2-9795-602B9B90B162}" dt="2026-10-12T02:49:34.194" v="265" actId="1076"/>
          <ac:spMkLst>
            <pc:docMk/>
            <pc:sldMk cId="1138942419" sldId="281"/>
            <ac:spMk id="362" creationId="{A24AA351-5992-7768-534B-17B8032C7F58}"/>
          </ac:spMkLst>
        </pc:spChg>
        <pc:spChg chg="add mod">
          <ac:chgData name="Muhammad Ismail Sunni" userId="94b3d802bf2c32a0" providerId="LiveId" clId="{32DD241F-B732-4AA2-9795-602B9B90B162}" dt="2026-10-12T02:49:50.403" v="268" actId="1076"/>
          <ac:spMkLst>
            <pc:docMk/>
            <pc:sldMk cId="1138942419" sldId="281"/>
            <ac:spMk id="377" creationId="{71C73FF9-EA85-9E74-988B-8DF188B9BFB6}"/>
          </ac:spMkLst>
        </pc:spChg>
        <pc:spChg chg="add mod">
          <ac:chgData name="Muhammad Ismail Sunni" userId="94b3d802bf2c32a0" providerId="LiveId" clId="{32DD241F-B732-4AA2-9795-602B9B90B162}" dt="2026-10-12T02:49:50.403" v="268" actId="1076"/>
          <ac:spMkLst>
            <pc:docMk/>
            <pc:sldMk cId="1138942419" sldId="281"/>
            <ac:spMk id="381" creationId="{807FD5D7-418C-02F5-F2BA-9CC3BB157A1C}"/>
          </ac:spMkLst>
        </pc:spChg>
        <pc:spChg chg="mod">
          <ac:chgData name="Muhammad Ismail Sunni" userId="94b3d802bf2c32a0" providerId="LiveId" clId="{32DD241F-B732-4AA2-9795-602B9B90B162}" dt="2026-10-12T02:49:34.194" v="265" actId="1076"/>
          <ac:spMkLst>
            <pc:docMk/>
            <pc:sldMk cId="1138942419" sldId="281"/>
            <ac:spMk id="384" creationId="{3BA0C01A-5C8D-7D84-5071-847D11A1359D}"/>
          </ac:spMkLst>
        </pc:spChg>
        <pc:spChg chg="mod">
          <ac:chgData name="Muhammad Ismail Sunni" userId="94b3d802bf2c32a0" providerId="LiveId" clId="{32DD241F-B732-4AA2-9795-602B9B90B162}" dt="2026-10-12T02:49:34.194" v="265" actId="1076"/>
          <ac:spMkLst>
            <pc:docMk/>
            <pc:sldMk cId="1138942419" sldId="281"/>
            <ac:spMk id="386" creationId="{E8DED2D5-B9A1-128C-3FD0-71BD1EC4EAC5}"/>
          </ac:spMkLst>
        </pc:spChg>
        <pc:spChg chg="add mod">
          <ac:chgData name="Muhammad Ismail Sunni" userId="94b3d802bf2c32a0" providerId="LiveId" clId="{32DD241F-B732-4AA2-9795-602B9B90B162}" dt="2026-10-12T02:49:38.899" v="267" actId="1076"/>
          <ac:spMkLst>
            <pc:docMk/>
            <pc:sldMk cId="1138942419" sldId="281"/>
            <ac:spMk id="398" creationId="{368A8480-48EE-430D-29BE-E5CF5BB8964A}"/>
          </ac:spMkLst>
        </pc:spChg>
        <pc:spChg chg="add mod">
          <ac:chgData name="Muhammad Ismail Sunni" userId="94b3d802bf2c32a0" providerId="LiveId" clId="{32DD241F-B732-4AA2-9795-602B9B90B162}" dt="2026-10-12T02:49:38.899" v="267" actId="1076"/>
          <ac:spMkLst>
            <pc:docMk/>
            <pc:sldMk cId="1138942419" sldId="281"/>
            <ac:spMk id="400" creationId="{FA71FCAE-0F72-CDD1-C376-6CABAA738351}"/>
          </ac:spMkLst>
        </pc:spChg>
        <pc:spChg chg="add mod">
          <ac:chgData name="Muhammad Ismail Sunni" userId="94b3d802bf2c32a0" providerId="LiveId" clId="{32DD241F-B732-4AA2-9795-602B9B90B162}" dt="2026-10-12T02:49:38.899" v="267" actId="1076"/>
          <ac:spMkLst>
            <pc:docMk/>
            <pc:sldMk cId="1138942419" sldId="281"/>
            <ac:spMk id="404" creationId="{EF24E2F3-F94B-7B1F-0053-015FDC450A37}"/>
          </ac:spMkLst>
        </pc:spChg>
        <pc:spChg chg="mod">
          <ac:chgData name="Muhammad Ismail Sunni" userId="94b3d802bf2c32a0" providerId="LiveId" clId="{32DD241F-B732-4AA2-9795-602B9B90B162}" dt="2026-10-12T02:50:25.730" v="269" actId="1076"/>
          <ac:spMkLst>
            <pc:docMk/>
            <pc:sldMk cId="1138942419" sldId="281"/>
            <ac:spMk id="406" creationId="{A05E230C-A7D8-8437-57E8-C5D3D0B07741}"/>
          </ac:spMkLst>
        </pc:spChg>
        <pc:spChg chg="mod">
          <ac:chgData name="Muhammad Ismail Sunni" userId="94b3d802bf2c32a0" providerId="LiveId" clId="{32DD241F-B732-4AA2-9795-602B9B90B162}" dt="2026-10-12T02:50:25.730" v="269" actId="1076"/>
          <ac:spMkLst>
            <pc:docMk/>
            <pc:sldMk cId="1138942419" sldId="281"/>
            <ac:spMk id="412" creationId="{637589F4-FD2C-5D64-E05D-324D16F1D184}"/>
          </ac:spMkLst>
        </pc:spChg>
        <pc:spChg chg="add mod">
          <ac:chgData name="Muhammad Ismail Sunni" userId="94b3d802bf2c32a0" providerId="LiveId" clId="{32DD241F-B732-4AA2-9795-602B9B90B162}" dt="2026-10-12T02:49:38.899" v="267" actId="1076"/>
          <ac:spMkLst>
            <pc:docMk/>
            <pc:sldMk cId="1138942419" sldId="281"/>
            <ac:spMk id="426" creationId="{51130E43-1589-BDC0-07A1-BB23094186FF}"/>
          </ac:spMkLst>
        </pc:spChg>
        <pc:spChg chg="mod">
          <ac:chgData name="Muhammad Ismail Sunni" userId="94b3d802bf2c32a0" providerId="LiveId" clId="{32DD241F-B732-4AA2-9795-602B9B90B162}" dt="2026-10-12T02:50:46.226" v="274" actId="1076"/>
          <ac:spMkLst>
            <pc:docMk/>
            <pc:sldMk cId="1138942419" sldId="281"/>
            <ac:spMk id="428" creationId="{C4541140-860C-2D17-176F-5C1E1A41EF1B}"/>
          </ac:spMkLst>
        </pc:spChg>
        <pc:picChg chg="mod">
          <ac:chgData name="Muhammad Ismail Sunni" userId="94b3d802bf2c32a0" providerId="LiveId" clId="{32DD241F-B732-4AA2-9795-602B9B90B162}" dt="2026-10-12T02:50:33.829" v="270" actId="1076"/>
          <ac:picMkLst>
            <pc:docMk/>
            <pc:sldMk cId="1138942419" sldId="281"/>
            <ac:picMk id="37" creationId="{C2C840B0-47AC-30E0-1DCF-01EE0E345EA9}"/>
          </ac:picMkLst>
        </pc:picChg>
        <pc:picChg chg="add mod">
          <ac:chgData name="Muhammad Ismail Sunni" userId="94b3d802bf2c32a0" providerId="LiveId" clId="{32DD241F-B732-4AA2-9795-602B9B90B162}" dt="2026-10-12T02:51:29.172" v="284" actId="1076"/>
          <ac:picMkLst>
            <pc:docMk/>
            <pc:sldMk cId="1138942419" sldId="281"/>
            <ac:picMk id="429" creationId="{7620CE5D-B6AB-F271-A596-D5BCEE63322E}"/>
          </ac:picMkLst>
        </pc:picChg>
        <pc:picChg chg="add mod">
          <ac:chgData name="Muhammad Ismail Sunni" userId="94b3d802bf2c32a0" providerId="LiveId" clId="{32DD241F-B732-4AA2-9795-602B9B90B162}" dt="2026-10-12T02:52:00.701" v="289" actId="14100"/>
          <ac:picMkLst>
            <pc:docMk/>
            <pc:sldMk cId="1138942419" sldId="281"/>
            <ac:picMk id="430" creationId="{EBC60707-ED1B-C098-339D-99603D665E75}"/>
          </ac:picMkLst>
        </pc:picChg>
      </pc:sldChg>
      <pc:sldChg chg="modSp">
        <pc:chgData name="Muhammad Ismail Sunni" userId="94b3d802bf2c32a0" providerId="LiveId" clId="{32DD241F-B732-4AA2-9795-602B9B90B162}" dt="2026-10-09T09:33:40.107" v="159"/>
        <pc:sldMkLst>
          <pc:docMk/>
          <pc:sldMk cId="1762367253" sldId="2147483646"/>
        </pc:sldMkLst>
        <pc:spChg chg="mod">
          <ac:chgData name="Muhammad Ismail Sunni" userId="94b3d802bf2c32a0" providerId="LiveId" clId="{32DD241F-B732-4AA2-9795-602B9B90B162}" dt="2026-10-09T05:46:28.241" v="28"/>
          <ac:spMkLst>
            <pc:docMk/>
            <pc:sldMk cId="1762367253" sldId="2147483646"/>
            <ac:spMk id="8" creationId="{51999CE2-8469-EAB4-E8B2-5B4CF28EE187}"/>
          </ac:spMkLst>
        </pc:spChg>
        <pc:graphicFrameChg chg="mod">
          <ac:chgData name="Muhammad Ismail Sunni" userId="94b3d802bf2c32a0" providerId="LiveId" clId="{32DD241F-B732-4AA2-9795-602B9B90B162}" dt="2026-10-09T05:53:11.263" v="32"/>
          <ac:graphicFrameMkLst>
            <pc:docMk/>
            <pc:sldMk cId="1762367253" sldId="2147483646"/>
            <ac:graphicFrameMk id="10" creationId="{86B3E622-2D53-7ACC-9D0E-C55F349AD51A}"/>
          </ac:graphicFrameMkLst>
        </pc:graphicFrameChg>
        <pc:graphicFrameChg chg="mod">
          <ac:chgData name="Muhammad Ismail Sunni" userId="94b3d802bf2c32a0" providerId="LiveId" clId="{32DD241F-B732-4AA2-9795-602B9B90B162}" dt="2026-10-09T09:33:40.107" v="159"/>
          <ac:graphicFrameMkLst>
            <pc:docMk/>
            <pc:sldMk cId="1762367253" sldId="2147483646"/>
            <ac:graphicFrameMk id="12" creationId="{8780C00E-F31C-3301-AA62-BB5E3BB9D635}"/>
          </ac:graphicFrameMkLst>
        </pc:graphicFrameChg>
      </pc:sldChg>
      <pc:sldChg chg="addSp delSp modSp">
        <pc:chgData name="Muhammad Ismail Sunni" userId="94b3d802bf2c32a0" providerId="LiveId" clId="{32DD241F-B732-4AA2-9795-602B9B90B162}" dt="2026-10-09T09:48:10.507" v="173"/>
        <pc:sldMkLst>
          <pc:docMk/>
          <pc:sldMk cId="3598207233" sldId="2147483647"/>
        </pc:sldMkLst>
        <pc:spChg chg="add mod">
          <ac:chgData name="Muhammad Ismail Sunni" userId="94b3d802bf2c32a0" providerId="LiveId" clId="{32DD241F-B732-4AA2-9795-602B9B90B162}" dt="2026-10-09T09:12:06.792" v="141"/>
          <ac:spMkLst>
            <pc:docMk/>
            <pc:sldMk cId="3598207233" sldId="2147483647"/>
            <ac:spMk id="21" creationId="{6F1833C7-58E1-CAC0-D16D-EB5BFF524513}"/>
          </ac:spMkLst>
        </pc:spChg>
        <pc:graphicFrameChg chg="add mod">
          <ac:chgData name="Muhammad Ismail Sunni" userId="94b3d802bf2c32a0" providerId="LiveId" clId="{32DD241F-B732-4AA2-9795-602B9B90B162}" dt="2026-10-09T09:29:55.637" v="157" actId="113"/>
          <ac:graphicFrameMkLst>
            <pc:docMk/>
            <pc:sldMk cId="3598207233" sldId="2147483647"/>
            <ac:graphicFrameMk id="8" creationId="{88A300B8-B9AE-E64F-863F-3D90D6BC7349}"/>
          </ac:graphicFrameMkLst>
        </pc:graphicFrameChg>
        <pc:graphicFrameChg chg="add mod">
          <ac:chgData name="Muhammad Ismail Sunni" userId="94b3d802bf2c32a0" providerId="LiveId" clId="{32DD241F-B732-4AA2-9795-602B9B90B162}" dt="2026-10-09T04:57:11.913" v="24"/>
          <ac:graphicFrameMkLst>
            <pc:docMk/>
            <pc:sldMk cId="3598207233" sldId="2147483647"/>
            <ac:graphicFrameMk id="10" creationId="{8B722EE3-C0AB-5177-0FA7-4B6E49FF6D7D}"/>
          </ac:graphicFrameMkLst>
        </pc:graphicFrameChg>
        <pc:graphicFrameChg chg="mod">
          <ac:chgData name="Muhammad Ismail Sunni" userId="94b3d802bf2c32a0" providerId="LiveId" clId="{32DD241F-B732-4AA2-9795-602B9B90B162}" dt="2026-10-09T08:58:33.579" v="125"/>
          <ac:graphicFrameMkLst>
            <pc:docMk/>
            <pc:sldMk cId="3598207233" sldId="2147483647"/>
            <ac:graphicFrameMk id="12" creationId="{B7A9ABD9-0C35-556D-32B0-C5C39C7357D0}"/>
          </ac:graphicFrameMkLst>
        </pc:graphicFrameChg>
        <pc:graphicFrameChg chg="mod">
          <ac:chgData name="Muhammad Ismail Sunni" userId="94b3d802bf2c32a0" providerId="LiveId" clId="{32DD241F-B732-4AA2-9795-602B9B90B162}" dt="2026-10-09T09:29:47.899" v="156" actId="554"/>
          <ac:graphicFrameMkLst>
            <pc:docMk/>
            <pc:sldMk cId="3598207233" sldId="2147483647"/>
            <ac:graphicFrameMk id="17" creationId="{1CDC6565-88B3-C5F8-A0FE-61F1FA1E56C6}"/>
          </ac:graphicFrameMkLst>
        </pc:graphicFrameChg>
        <pc:graphicFrameChg chg="mod">
          <ac:chgData name="Muhammad Ismail Sunni" userId="94b3d802bf2c32a0" providerId="LiveId" clId="{32DD241F-B732-4AA2-9795-602B9B90B162}" dt="2026-10-09T08:58:16.655" v="123" actId="20577"/>
          <ac:graphicFrameMkLst>
            <pc:docMk/>
            <pc:sldMk cId="3598207233" sldId="2147483647"/>
            <ac:graphicFrameMk id="19" creationId="{969A1773-0D17-5EE2-6A9A-A74CB2EEAFDC}"/>
          </ac:graphicFrameMkLst>
        </pc:graphicFrameChg>
        <pc:graphicFrameChg chg="add mod">
          <ac:chgData name="Muhammad Ismail Sunni" userId="94b3d802bf2c32a0" providerId="LiveId" clId="{32DD241F-B732-4AA2-9795-602B9B90B162}" dt="2026-10-09T09:11:55.341" v="140"/>
          <ac:graphicFrameMkLst>
            <pc:docMk/>
            <pc:sldMk cId="3598207233" sldId="2147483647"/>
            <ac:graphicFrameMk id="20" creationId="{3A455808-00D7-8424-9211-E46003B4470B}"/>
          </ac:graphicFrameMkLst>
        </pc:graphicFrameChg>
        <pc:graphicFrameChg chg="add mod">
          <ac:chgData name="Muhammad Ismail Sunni" userId="94b3d802bf2c32a0" providerId="LiveId" clId="{32DD241F-B732-4AA2-9795-602B9B90B162}" dt="2026-10-09T09:29:47.899" v="156" actId="554"/>
          <ac:graphicFrameMkLst>
            <pc:docMk/>
            <pc:sldMk cId="3598207233" sldId="2147483647"/>
            <ac:graphicFrameMk id="22" creationId="{37F399C3-6D78-CF29-3C16-CAA8AA8091FA}"/>
          </ac:graphicFrameMkLst>
        </pc:graphicFrameChg>
        <pc:graphicFrameChg chg="add mod">
          <ac:chgData name="Muhammad Ismail Sunni" userId="94b3d802bf2c32a0" providerId="LiveId" clId="{32DD241F-B732-4AA2-9795-602B9B90B162}" dt="2026-10-09T09:48:10.507" v="173"/>
          <ac:graphicFrameMkLst>
            <pc:docMk/>
            <pc:sldMk cId="3598207233" sldId="2147483647"/>
            <ac:graphicFrameMk id="28" creationId="{3B29DBE5-3B93-8E79-EBEC-CD48AED27C15}"/>
          </ac:graphicFrameMkLst>
        </pc:graphicFrameChg>
      </pc:sldChg>
    </pc:docChg>
  </pc:docChgLst>
  <pc:docChgLst>
    <pc:chgData name="Shakuntala A N" userId="6ee5de8661bcce36" providerId="LiveId" clId="{9E063902-9399-4C74-9D08-2245B0B7A2BA}"/>
    <pc:docChg chg="undo custSel addSld delSld modSld">
      <pc:chgData name="Shakuntala A N" userId="6ee5de8661bcce36" providerId="LiveId" clId="{9E063902-9399-4C74-9D08-2245B0B7A2BA}" dt="2026-10-12T05:16:52.843" v="551" actId="14100"/>
      <pc:docMkLst>
        <pc:docMk/>
      </pc:docMkLst>
      <pc:sldChg chg="addSp delSp modSp mod">
        <pc:chgData name="Shakuntala A N" userId="6ee5de8661bcce36" providerId="LiveId" clId="{9E063902-9399-4C74-9D08-2245B0B7A2BA}" dt="2026-10-12T05:16:52.843" v="551" actId="14100"/>
        <pc:sldMkLst>
          <pc:docMk/>
          <pc:sldMk cId="1850595194" sldId="268"/>
        </pc:sldMkLst>
        <pc:spChg chg="del mod">
          <ac:chgData name="Shakuntala A N" userId="6ee5de8661bcce36" providerId="LiveId" clId="{9E063902-9399-4C74-9D08-2245B0B7A2BA}" dt="2026-10-12T04:33:18.810" v="354" actId="478"/>
          <ac:spMkLst>
            <pc:docMk/>
            <pc:sldMk cId="1850595194" sldId="268"/>
            <ac:spMk id="4" creationId="{536A459E-BF36-C12F-0489-6A272ABAB66F}"/>
          </ac:spMkLst>
        </pc:spChg>
        <pc:spChg chg="del">
          <ac:chgData name="Shakuntala A N" userId="6ee5de8661bcce36" providerId="LiveId" clId="{9E063902-9399-4C74-9D08-2245B0B7A2BA}" dt="2026-10-12T04:23:15.133" v="246" actId="478"/>
          <ac:spMkLst>
            <pc:docMk/>
            <pc:sldMk cId="1850595194" sldId="268"/>
            <ac:spMk id="6" creationId="{3331D143-0C2C-DCFC-649A-CC80479E1002}"/>
          </ac:spMkLst>
        </pc:spChg>
        <pc:graphicFrameChg chg="add mod">
          <ac:chgData name="Shakuntala A N" userId="6ee5de8661bcce36" providerId="LiveId" clId="{9E063902-9399-4C74-9D08-2245B0B7A2BA}" dt="2026-10-12T05:16:52.843" v="551" actId="14100"/>
          <ac:graphicFrameMkLst>
            <pc:docMk/>
            <pc:sldMk cId="1850595194" sldId="268"/>
            <ac:graphicFrameMk id="5" creationId="{ADB29158-269F-D85F-277E-AE09E839AF94}"/>
          </ac:graphicFrameMkLst>
        </pc:graphicFrameChg>
        <pc:graphicFrameChg chg="add del mod">
          <ac:chgData name="Shakuntala A N" userId="6ee5de8661bcce36" providerId="LiveId" clId="{9E063902-9399-4C74-9D08-2245B0B7A2BA}" dt="2026-10-12T04:33:39.613" v="359" actId="478"/>
          <ac:graphicFrameMkLst>
            <pc:docMk/>
            <pc:sldMk cId="1850595194" sldId="268"/>
            <ac:graphicFrameMk id="8" creationId="{4144DF1D-D9A3-894E-70BF-50ADC9F637E8}"/>
          </ac:graphicFrameMkLst>
        </pc:graphicFrameChg>
        <pc:graphicFrameChg chg="add del mod">
          <ac:chgData name="Shakuntala A N" userId="6ee5de8661bcce36" providerId="LiveId" clId="{9E063902-9399-4C74-9D08-2245B0B7A2BA}" dt="2026-10-12T04:34:38.647" v="368" actId="478"/>
          <ac:graphicFrameMkLst>
            <pc:docMk/>
            <pc:sldMk cId="1850595194" sldId="268"/>
            <ac:graphicFrameMk id="13" creationId="{7529E77E-1690-84B4-6FB3-E8D905C6E36E}"/>
          </ac:graphicFrameMkLst>
        </pc:graphicFrameChg>
        <pc:graphicFrameChg chg="add del mod">
          <ac:chgData name="Shakuntala A N" userId="6ee5de8661bcce36" providerId="LiveId" clId="{9E063902-9399-4C74-9D08-2245B0B7A2BA}" dt="2026-10-12T04:51:24.338" v="438" actId="478"/>
          <ac:graphicFrameMkLst>
            <pc:docMk/>
            <pc:sldMk cId="1850595194" sldId="268"/>
            <ac:graphicFrameMk id="14" creationId="{C442BD71-2F0D-4A97-D605-78D9163A6F9C}"/>
          </ac:graphicFrameMkLst>
        </pc:graphicFrameChg>
        <pc:graphicFrameChg chg="add mod">
          <ac:chgData name="Shakuntala A N" userId="6ee5de8661bcce36" providerId="LiveId" clId="{9E063902-9399-4C74-9D08-2245B0B7A2BA}" dt="2026-10-12T05:16:43.625" v="548" actId="14100"/>
          <ac:graphicFrameMkLst>
            <pc:docMk/>
            <pc:sldMk cId="1850595194" sldId="268"/>
            <ac:graphicFrameMk id="15" creationId="{456A59DD-E40F-4A85-9050-36BE658D0DAB}"/>
          </ac:graphicFrameMkLst>
        </pc:graphicFrameChg>
      </pc:sldChg>
      <pc:sldChg chg="mod">
        <pc:chgData name="Shakuntala A N" userId="6ee5de8661bcce36" providerId="LiveId" clId="{9E063902-9399-4C74-9D08-2245B0B7A2BA}" dt="2026-10-09T10:08:31.342" v="9" actId="27918"/>
        <pc:sldMkLst>
          <pc:docMk/>
          <pc:sldMk cId="2411710094" sldId="269"/>
        </pc:sldMkLst>
      </pc:sldChg>
      <pc:sldChg chg="addSp delSp modSp mod">
        <pc:chgData name="Shakuntala A N" userId="6ee5de8661bcce36" providerId="LiveId" clId="{9E063902-9399-4C74-9D08-2245B0B7A2BA}" dt="2026-10-12T02:48:53.539" v="110" actId="692"/>
        <pc:sldMkLst>
          <pc:docMk/>
          <pc:sldMk cId="23073225" sldId="270"/>
        </pc:sldMkLst>
        <pc:spChg chg="del">
          <ac:chgData name="Shakuntala A N" userId="6ee5de8661bcce36" providerId="LiveId" clId="{9E063902-9399-4C74-9D08-2245B0B7A2BA}" dt="2026-10-12T02:48:24.462" v="108" actId="478"/>
          <ac:spMkLst>
            <pc:docMk/>
            <pc:sldMk cId="23073225" sldId="270"/>
            <ac:spMk id="4" creationId="{0F070169-91ED-E7E4-EB70-DBA1852E057B}"/>
          </ac:spMkLst>
        </pc:spChg>
        <pc:spChg chg="del">
          <ac:chgData name="Shakuntala A N" userId="6ee5de8661bcce36" providerId="LiveId" clId="{9E063902-9399-4C74-9D08-2245B0B7A2BA}" dt="2026-10-12T02:45:30.975" v="74" actId="478"/>
          <ac:spMkLst>
            <pc:docMk/>
            <pc:sldMk cId="23073225" sldId="270"/>
            <ac:spMk id="5" creationId="{01F458C1-2F25-40DF-39AA-21D81EEFA25D}"/>
          </ac:spMkLst>
        </pc:spChg>
        <pc:spChg chg="del">
          <ac:chgData name="Shakuntala A N" userId="6ee5de8661bcce36" providerId="LiveId" clId="{9E063902-9399-4C74-9D08-2245B0B7A2BA}" dt="2026-10-12T02:45:32.089" v="75" actId="478"/>
          <ac:spMkLst>
            <pc:docMk/>
            <pc:sldMk cId="23073225" sldId="270"/>
            <ac:spMk id="7" creationId="{14B21CCC-4EC5-9485-A7F8-CD61850A3B2C}"/>
          </ac:spMkLst>
        </pc:spChg>
        <pc:graphicFrameChg chg="add mod">
          <ac:chgData name="Shakuntala A N" userId="6ee5de8661bcce36" providerId="LiveId" clId="{9E063902-9399-4C74-9D08-2245B0B7A2BA}" dt="2026-10-12T02:48:49.185" v="109" actId="692"/>
          <ac:graphicFrameMkLst>
            <pc:docMk/>
            <pc:sldMk cId="23073225" sldId="270"/>
            <ac:graphicFrameMk id="6" creationId="{00000000-0008-0000-0D00-000009000000}"/>
          </ac:graphicFrameMkLst>
        </pc:graphicFrameChg>
        <pc:graphicFrameChg chg="add mod">
          <ac:chgData name="Shakuntala A N" userId="6ee5de8661bcce36" providerId="LiveId" clId="{9E063902-9399-4C74-9D08-2245B0B7A2BA}" dt="2026-10-12T02:48:53.539" v="110" actId="692"/>
          <ac:graphicFrameMkLst>
            <pc:docMk/>
            <pc:sldMk cId="23073225" sldId="270"/>
            <ac:graphicFrameMk id="8" creationId="{00000000-0008-0000-0D00-00000A000000}"/>
          </ac:graphicFrameMkLst>
        </pc:graphicFrameChg>
      </pc:sldChg>
      <pc:sldChg chg="addSp delSp modSp del mod">
        <pc:chgData name="Shakuntala A N" userId="6ee5de8661bcce36" providerId="LiveId" clId="{9E063902-9399-4C74-9D08-2245B0B7A2BA}" dt="2026-10-12T03:00:34.680" v="172" actId="47"/>
        <pc:sldMkLst>
          <pc:docMk/>
          <pc:sldMk cId="4111720226" sldId="271"/>
        </pc:sldMkLst>
        <pc:graphicFrameChg chg="add del mod">
          <ac:chgData name="Shakuntala A N" userId="6ee5de8661bcce36" providerId="LiveId" clId="{9E063902-9399-4C74-9D08-2245B0B7A2BA}" dt="2026-10-12T02:57:25.836" v="115" actId="478"/>
          <ac:graphicFrameMkLst>
            <pc:docMk/>
            <pc:sldMk cId="4111720226" sldId="271"/>
            <ac:graphicFrameMk id="3" creationId="{58E8CAFD-DAD3-FBD5-CA63-9A7D073F17F0}"/>
          </ac:graphicFrameMkLst>
        </pc:graphicFrameChg>
      </pc:sldChg>
      <pc:sldChg chg="addSp delSp modSp mod">
        <pc:chgData name="Shakuntala A N" userId="6ee5de8661bcce36" providerId="LiveId" clId="{9E063902-9399-4C74-9D08-2245B0B7A2BA}" dt="2026-10-12T03:23:35.150" v="244" actId="20577"/>
        <pc:sldMkLst>
          <pc:docMk/>
          <pc:sldMk cId="0" sldId="278"/>
        </pc:sldMkLst>
        <pc:spChg chg="del">
          <ac:chgData name="Shakuntala A N" userId="6ee5de8661bcce36" providerId="LiveId" clId="{9E063902-9399-4C74-9D08-2245B0B7A2BA}" dt="2026-10-12T02:59:30.653" v="121" actId="478"/>
          <ac:spMkLst>
            <pc:docMk/>
            <pc:sldMk cId="0" sldId="278"/>
            <ac:spMk id="6" creationId="{00000000-0000-0000-0000-000000000000}"/>
          </ac:spMkLst>
        </pc:spChg>
        <pc:graphicFrameChg chg="mod modGraphic">
          <ac:chgData name="Shakuntala A N" userId="6ee5de8661bcce36" providerId="LiveId" clId="{9E063902-9399-4C74-9D08-2245B0B7A2BA}" dt="2026-10-12T03:20:13.685" v="214" actId="20577"/>
          <ac:graphicFrameMkLst>
            <pc:docMk/>
            <pc:sldMk cId="0" sldId="278"/>
            <ac:graphicFrameMk id="5" creationId="{00000000-0000-0000-0000-000000000000}"/>
          </ac:graphicFrameMkLst>
        </pc:graphicFrameChg>
        <pc:graphicFrameChg chg="mod modGraphic">
          <ac:chgData name="Shakuntala A N" userId="6ee5de8661bcce36" providerId="LiveId" clId="{9E063902-9399-4C74-9D08-2245B0B7A2BA}" dt="2026-10-12T03:23:35.150" v="244" actId="20577"/>
          <ac:graphicFrameMkLst>
            <pc:docMk/>
            <pc:sldMk cId="0" sldId="278"/>
            <ac:graphicFrameMk id="7" creationId="{00000000-0000-0000-0000-000000000000}"/>
          </ac:graphicFrameMkLst>
        </pc:graphicFrameChg>
        <pc:graphicFrameChg chg="add mod">
          <ac:chgData name="Shakuntala A N" userId="6ee5de8661bcce36" providerId="LiveId" clId="{9E063902-9399-4C74-9D08-2245B0B7A2BA}" dt="2026-10-12T03:00:20.038" v="171" actId="207"/>
          <ac:graphicFrameMkLst>
            <pc:docMk/>
            <pc:sldMk cId="0" sldId="278"/>
            <ac:graphicFrameMk id="8" creationId="{58E8CAFD-DAD3-FBD5-CA63-9A7D073F17F0}"/>
          </ac:graphicFrameMkLst>
        </pc:graphicFrameChg>
        <pc:graphicFrameChg chg="modGraphic">
          <ac:chgData name="Shakuntala A N" userId="6ee5de8661bcce36" providerId="LiveId" clId="{9E063902-9399-4C74-9D08-2245B0B7A2BA}" dt="2026-10-12T03:18:05.857" v="192" actId="20577"/>
          <ac:graphicFrameMkLst>
            <pc:docMk/>
            <pc:sldMk cId="0" sldId="278"/>
            <ac:graphicFrameMk id="15" creationId="{EB5964DE-D0CE-1845-1F23-1E16DDF8E738}"/>
          </ac:graphicFrameMkLst>
        </pc:graphicFrameChg>
      </pc:sldChg>
    </pc:docChg>
  </pc:docChgLst>
  <pc:docChgLst>
    <pc:chgData name="Axel Azriel" userId="41b03b5b57554504" providerId="LiveId" clId="{6578C455-8522-4937-AF21-5F2F3AAE5A1F}"/>
    <pc:docChg chg="undo custSel addSld delSld modSld">
      <pc:chgData name="Axel Azriel" userId="41b03b5b57554504" providerId="LiveId" clId="{6578C455-8522-4937-AF21-5F2F3AAE5A1F}" dt="2026-10-12T04:30:02.402" v="1176" actId="20577"/>
      <pc:docMkLst>
        <pc:docMk/>
      </pc:docMkLst>
      <pc:sldChg chg="addSp modSp add mod">
        <pc:chgData name="Axel Azriel" userId="41b03b5b57554504" providerId="LiveId" clId="{6578C455-8522-4937-AF21-5F2F3AAE5A1F}" dt="2026-10-09T10:30:56.367" v="762" actId="20577"/>
        <pc:sldMkLst>
          <pc:docMk/>
          <pc:sldMk cId="0" sldId="258"/>
        </pc:sldMkLst>
        <pc:spChg chg="mod">
          <ac:chgData name="Axel Azriel" userId="41b03b5b57554504" providerId="LiveId" clId="{6578C455-8522-4937-AF21-5F2F3AAE5A1F}" dt="2026-10-09T10:30:56.367" v="762" actId="20577"/>
          <ac:spMkLst>
            <pc:docMk/>
            <pc:sldMk cId="0" sldId="258"/>
            <ac:spMk id="2" creationId="{00000000-0000-0000-0000-000000000000}"/>
          </ac:spMkLst>
        </pc:spChg>
        <pc:spChg chg="add mod">
          <ac:chgData name="Axel Azriel" userId="41b03b5b57554504" providerId="LiveId" clId="{6578C455-8522-4937-AF21-5F2F3AAE5A1F}" dt="2026-10-09T09:01:13.080" v="618" actId="208"/>
          <ac:spMkLst>
            <pc:docMk/>
            <pc:sldMk cId="0" sldId="258"/>
            <ac:spMk id="15" creationId="{664D4E8E-2D39-D187-DB1D-3B466ECFF90C}"/>
          </ac:spMkLst>
        </pc:spChg>
        <pc:graphicFrameChg chg="mod">
          <ac:chgData name="Axel Azriel" userId="41b03b5b57554504" providerId="LiveId" clId="{6578C455-8522-4937-AF21-5F2F3AAE5A1F}" dt="2026-10-09T09:07:51.721" v="655" actId="113"/>
          <ac:graphicFrameMkLst>
            <pc:docMk/>
            <pc:sldMk cId="0" sldId="258"/>
            <ac:graphicFrameMk id="5" creationId="{00000000-0000-0000-0000-000000000000}"/>
          </ac:graphicFrameMkLst>
        </pc:graphicFrameChg>
        <pc:graphicFrameChg chg="mod">
          <ac:chgData name="Axel Azriel" userId="41b03b5b57554504" providerId="LiveId" clId="{6578C455-8522-4937-AF21-5F2F3AAE5A1F}" dt="2026-10-09T09:07:49.726" v="653" actId="113"/>
          <ac:graphicFrameMkLst>
            <pc:docMk/>
            <pc:sldMk cId="0" sldId="258"/>
            <ac:graphicFrameMk id="9" creationId="{00000000-0000-0000-0000-000000000000}"/>
          </ac:graphicFrameMkLst>
        </pc:graphicFrameChg>
        <pc:graphicFrameChg chg="mod">
          <ac:chgData name="Axel Azriel" userId="41b03b5b57554504" providerId="LiveId" clId="{6578C455-8522-4937-AF21-5F2F3AAE5A1F}" dt="2026-10-09T08:57:47.590" v="524"/>
          <ac:graphicFrameMkLst>
            <pc:docMk/>
            <pc:sldMk cId="0" sldId="258"/>
            <ac:graphicFrameMk id="14" creationId="{00000000-0000-0000-0000-000000000000}"/>
          </ac:graphicFrameMkLst>
        </pc:graphicFrameChg>
      </pc:sldChg>
      <pc:sldChg chg="addSp delSp modSp add del mod">
        <pc:chgData name="Axel Azriel" userId="41b03b5b57554504" providerId="LiveId" clId="{6578C455-8522-4937-AF21-5F2F3AAE5A1F}" dt="2026-10-09T10:42:47.305" v="776" actId="478"/>
        <pc:sldMkLst>
          <pc:docMk/>
          <pc:sldMk cId="0" sldId="259"/>
        </pc:sldMkLst>
        <pc:spChg chg="add mod">
          <ac:chgData name="Axel Azriel" userId="41b03b5b57554504" providerId="LiveId" clId="{6578C455-8522-4937-AF21-5F2F3AAE5A1F}" dt="2026-10-09T10:41:57.712" v="766" actId="1076"/>
          <ac:spMkLst>
            <pc:docMk/>
            <pc:sldMk cId="0" sldId="259"/>
            <ac:spMk id="9" creationId="{6CDB45A3-1294-0531-BD37-CDC2E768E004}"/>
          </ac:spMkLst>
        </pc:spChg>
        <pc:spChg chg="add mod">
          <ac:chgData name="Axel Azriel" userId="41b03b5b57554504" providerId="LiveId" clId="{6578C455-8522-4937-AF21-5F2F3AAE5A1F}" dt="2026-10-09T10:42:03.163" v="768" actId="1076"/>
          <ac:spMkLst>
            <pc:docMk/>
            <pc:sldMk cId="0" sldId="259"/>
            <ac:spMk id="10" creationId="{A7551547-4468-318F-8E47-81302DA33AB0}"/>
          </ac:spMkLst>
        </pc:spChg>
        <pc:spChg chg="add mod">
          <ac:chgData name="Axel Azriel" userId="41b03b5b57554504" providerId="LiveId" clId="{6578C455-8522-4937-AF21-5F2F3AAE5A1F}" dt="2026-10-09T10:42:10.328" v="770" actId="1076"/>
          <ac:spMkLst>
            <pc:docMk/>
            <pc:sldMk cId="0" sldId="259"/>
            <ac:spMk id="11" creationId="{73D8B760-7FEE-9FE6-2527-030F80E21F1C}"/>
          </ac:spMkLst>
        </pc:spChg>
        <pc:graphicFrameChg chg="mod">
          <ac:chgData name="Axel Azriel" userId="41b03b5b57554504" providerId="LiveId" clId="{6578C455-8522-4937-AF21-5F2F3AAE5A1F}" dt="2026-10-09T09:00:26.268" v="604" actId="20577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add mod modCrop">
          <ac:chgData name="Axel Azriel" userId="41b03b5b57554504" providerId="LiveId" clId="{6578C455-8522-4937-AF21-5F2F3AAE5A1F}" dt="2026-10-09T10:42:42.893" v="775" actId="1076"/>
          <ac:picMkLst>
            <pc:docMk/>
            <pc:sldMk cId="0" sldId="259"/>
            <ac:picMk id="12" creationId="{4DFD55FA-507E-EE49-38E4-C9D821B1FB5E}"/>
          </ac:picMkLst>
        </pc:picChg>
      </pc:sldChg>
      <pc:sldChg chg="delSp modSp mod">
        <pc:chgData name="Axel Azriel" userId="41b03b5b57554504" providerId="LiveId" clId="{6578C455-8522-4937-AF21-5F2F3AAE5A1F}" dt="2026-10-12T03:14:49.507" v="947" actId="14100"/>
        <pc:sldMkLst>
          <pc:docMk/>
          <pc:sldMk cId="0" sldId="261"/>
        </pc:sldMkLst>
        <pc:spChg chg="del">
          <ac:chgData name="Axel Azriel" userId="41b03b5b57554504" providerId="LiveId" clId="{6578C455-8522-4937-AF21-5F2F3AAE5A1F}" dt="2026-10-12T03:14:19.568" v="936" actId="478"/>
          <ac:spMkLst>
            <pc:docMk/>
            <pc:sldMk cId="0" sldId="261"/>
            <ac:spMk id="6" creationId="{00000000-0000-0000-0000-000000000000}"/>
          </ac:spMkLst>
        </pc:spChg>
        <pc:spChg chg="del">
          <ac:chgData name="Axel Azriel" userId="41b03b5b57554504" providerId="LiveId" clId="{6578C455-8522-4937-AF21-5F2F3AAE5A1F}" dt="2026-10-12T03:14:31.892" v="942" actId="478"/>
          <ac:spMkLst>
            <pc:docMk/>
            <pc:sldMk cId="0" sldId="261"/>
            <ac:spMk id="7" creationId="{00000000-0000-0000-0000-000000000000}"/>
          </ac:spMkLst>
        </pc:spChg>
        <pc:spChg chg="del">
          <ac:chgData name="Axel Azriel" userId="41b03b5b57554504" providerId="LiveId" clId="{6578C455-8522-4937-AF21-5F2F3AAE5A1F}" dt="2026-10-12T03:14:30.751" v="941" actId="478"/>
          <ac:spMkLst>
            <pc:docMk/>
            <pc:sldMk cId="0" sldId="261"/>
            <ac:spMk id="9" creationId="{00000000-0000-0000-0000-000000000000}"/>
          </ac:spMkLst>
        </pc:spChg>
        <pc:spChg chg="del">
          <ac:chgData name="Axel Azriel" userId="41b03b5b57554504" providerId="LiveId" clId="{6578C455-8522-4937-AF21-5F2F3AAE5A1F}" dt="2026-10-12T03:14:21.980" v="937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Axel Azriel" userId="41b03b5b57554504" providerId="LiveId" clId="{6578C455-8522-4937-AF21-5F2F3AAE5A1F}" dt="2026-10-12T03:14:28.750" v="940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Axel Azriel" userId="41b03b5b57554504" providerId="LiveId" clId="{6578C455-8522-4937-AF21-5F2F3AAE5A1F}" dt="2026-10-12T03:14:24.481" v="938" actId="478"/>
          <ac:spMkLst>
            <pc:docMk/>
            <pc:sldMk cId="0" sldId="261"/>
            <ac:spMk id="13" creationId="{00000000-0000-0000-0000-000000000000}"/>
          </ac:spMkLst>
        </pc:spChg>
        <pc:graphicFrameChg chg="mod">
          <ac:chgData name="Axel Azriel" userId="41b03b5b57554504" providerId="LiveId" clId="{6578C455-8522-4937-AF21-5F2F3AAE5A1F}" dt="2026-10-12T03:14:40.253" v="945" actId="14100"/>
          <ac:graphicFrameMkLst>
            <pc:docMk/>
            <pc:sldMk cId="0" sldId="261"/>
            <ac:graphicFrameMk id="4" creationId="{00000000-0000-0000-0000-000000000000}"/>
          </ac:graphicFrameMkLst>
        </pc:graphicFrameChg>
        <pc:graphicFrameChg chg="mod">
          <ac:chgData name="Axel Azriel" userId="41b03b5b57554504" providerId="LiveId" clId="{6578C455-8522-4937-AF21-5F2F3AAE5A1F}" dt="2026-10-12T03:14:49.507" v="947" actId="14100"/>
          <ac:graphicFrameMkLst>
            <pc:docMk/>
            <pc:sldMk cId="0" sldId="261"/>
            <ac:graphicFrameMk id="5" creationId="{00000000-0000-0000-0000-000000000000}"/>
          </ac:graphicFrameMkLst>
        </pc:graphicFrameChg>
        <pc:picChg chg="del">
          <ac:chgData name="Axel Azriel" userId="41b03b5b57554504" providerId="LiveId" clId="{6578C455-8522-4937-AF21-5F2F3AAE5A1F}" dt="2026-10-12T03:14:44.780" v="946" actId="478"/>
          <ac:picMkLst>
            <pc:docMk/>
            <pc:sldMk cId="0" sldId="261"/>
            <ac:picMk id="8" creationId="{00000000-0000-0000-0000-000000000000}"/>
          </ac:picMkLst>
        </pc:picChg>
        <pc:picChg chg="del">
          <ac:chgData name="Axel Azriel" userId="41b03b5b57554504" providerId="LiveId" clId="{6578C455-8522-4937-AF21-5F2F3AAE5A1F}" dt="2026-10-12T03:14:27.630" v="939" actId="478"/>
          <ac:picMkLst>
            <pc:docMk/>
            <pc:sldMk cId="0" sldId="261"/>
            <ac:picMk id="12" creationId="{00000000-0000-0000-0000-000000000000}"/>
          </ac:picMkLst>
        </pc:picChg>
      </pc:sldChg>
      <pc:sldChg chg="addSp modSp add mod">
        <pc:chgData name="Axel Azriel" userId="41b03b5b57554504" providerId="LiveId" clId="{6578C455-8522-4937-AF21-5F2F3AAE5A1F}" dt="2026-10-09T08:44:52.416" v="196" actId="1076"/>
        <pc:sldMkLst>
          <pc:docMk/>
          <pc:sldMk cId="0" sldId="264"/>
        </pc:sldMkLst>
        <pc:spChg chg="mod">
          <ac:chgData name="Axel Azriel" userId="41b03b5b57554504" providerId="LiveId" clId="{6578C455-8522-4937-AF21-5F2F3AAE5A1F}" dt="2026-10-09T08:42:48.959" v="140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Axel Azriel" userId="41b03b5b57554504" providerId="LiveId" clId="{6578C455-8522-4937-AF21-5F2F3AAE5A1F}" dt="2026-10-09T08:43:53.845" v="189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Axel Azriel" userId="41b03b5b57554504" providerId="LiveId" clId="{6578C455-8522-4937-AF21-5F2F3AAE5A1F}" dt="2026-10-09T08:43:57.646" v="191" actId="20577"/>
          <ac:spMkLst>
            <pc:docMk/>
            <pc:sldMk cId="0" sldId="264"/>
            <ac:spMk id="13" creationId="{00000000-0000-0000-0000-000000000000}"/>
          </ac:spMkLst>
        </pc:spChg>
        <pc:spChg chg="add mod">
          <ac:chgData name="Axel Azriel" userId="41b03b5b57554504" providerId="LiveId" clId="{6578C455-8522-4937-AF21-5F2F3AAE5A1F}" dt="2026-10-09T08:44:52.416" v="196" actId="1076"/>
          <ac:spMkLst>
            <pc:docMk/>
            <pc:sldMk cId="0" sldId="264"/>
            <ac:spMk id="14" creationId="{CCDAE361-A912-A6DC-0717-AAB9C6ABBAB7}"/>
          </ac:spMkLst>
        </pc:spChg>
        <pc:graphicFrameChg chg="mod">
          <ac:chgData name="Axel Azriel" userId="41b03b5b57554504" providerId="LiveId" clId="{6578C455-8522-4937-AF21-5F2F3AAE5A1F}" dt="2026-10-09T08:41:17.864" v="110" actId="113"/>
          <ac:graphicFrameMkLst>
            <pc:docMk/>
            <pc:sldMk cId="0" sldId="264"/>
            <ac:graphicFrameMk id="4" creationId="{00000000-0000-0000-0000-000000000000}"/>
          </ac:graphicFrameMkLst>
        </pc:graphicFrameChg>
        <pc:graphicFrameChg chg="mod">
          <ac:chgData name="Axel Azriel" userId="41b03b5b57554504" providerId="LiveId" clId="{6578C455-8522-4937-AF21-5F2F3AAE5A1F}" dt="2026-10-09T08:41:19.696" v="111" actId="113"/>
          <ac:graphicFrameMkLst>
            <pc:docMk/>
            <pc:sldMk cId="0" sldId="264"/>
            <ac:graphicFrameMk id="5" creationId="{00000000-0000-0000-0000-000000000000}"/>
          </ac:graphicFrameMkLst>
        </pc:graphicFrameChg>
      </pc:sldChg>
      <pc:sldChg chg="addSp delSp modSp add mod">
        <pc:chgData name="Axel Azriel" userId="41b03b5b57554504" providerId="LiveId" clId="{6578C455-8522-4937-AF21-5F2F3AAE5A1F}" dt="2026-10-09T09:30:00.837" v="662" actId="2085"/>
        <pc:sldMkLst>
          <pc:docMk/>
          <pc:sldMk cId="0" sldId="267"/>
        </pc:sldMkLst>
        <pc:spChg chg="mod">
          <ac:chgData name="Axel Azriel" userId="41b03b5b57554504" providerId="LiveId" clId="{6578C455-8522-4937-AF21-5F2F3AAE5A1F}" dt="2026-10-09T08:48:52.208" v="258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Axel Azriel" userId="41b03b5b57554504" providerId="LiveId" clId="{6578C455-8522-4937-AF21-5F2F3AAE5A1F}" dt="2026-10-09T08:53:15.340" v="451" actId="20577"/>
          <ac:spMkLst>
            <pc:docMk/>
            <pc:sldMk cId="0" sldId="267"/>
            <ac:spMk id="6" creationId="{00000000-0000-0000-0000-000000000000}"/>
          </ac:spMkLst>
        </pc:spChg>
        <pc:spChg chg="mod">
          <ac:chgData name="Axel Azriel" userId="41b03b5b57554504" providerId="LiveId" clId="{6578C455-8522-4937-AF21-5F2F3AAE5A1F}" dt="2026-10-09T08:53:56.263" v="466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Axel Azriel" userId="41b03b5b57554504" providerId="LiveId" clId="{6578C455-8522-4937-AF21-5F2F3AAE5A1F}" dt="2026-10-09T08:54:11.770" v="468" actId="1076"/>
          <ac:spMkLst>
            <pc:docMk/>
            <pc:sldMk cId="0" sldId="267"/>
            <ac:spMk id="14" creationId="{00000000-0000-0000-0000-000000000000}"/>
          </ac:spMkLst>
        </pc:spChg>
        <pc:spChg chg="add mod">
          <ac:chgData name="Axel Azriel" userId="41b03b5b57554504" providerId="LiveId" clId="{6578C455-8522-4937-AF21-5F2F3AAE5A1F}" dt="2026-10-09T09:01:54.592" v="619" actId="2085"/>
          <ac:spMkLst>
            <pc:docMk/>
            <pc:sldMk cId="0" sldId="267"/>
            <ac:spMk id="15" creationId="{57E6EE9F-8738-E987-94D7-4182B0876DCC}"/>
          </ac:spMkLst>
        </pc:spChg>
        <pc:graphicFrameChg chg="mod">
          <ac:chgData name="Axel Azriel" userId="41b03b5b57554504" providerId="LiveId" clId="{6578C455-8522-4937-AF21-5F2F3AAE5A1F}" dt="2026-10-09T08:56:23.380" v="470" actId="113"/>
          <ac:graphicFrameMkLst>
            <pc:docMk/>
            <pc:sldMk cId="0" sldId="267"/>
            <ac:graphicFrameMk id="4" creationId="{00000000-0000-0000-0000-000000000000}"/>
          </ac:graphicFrameMkLst>
        </pc:graphicFrameChg>
        <pc:graphicFrameChg chg="add mod">
          <ac:chgData name="Axel Azriel" userId="41b03b5b57554504" providerId="LiveId" clId="{6578C455-8522-4937-AF21-5F2F3AAE5A1F}" dt="2026-10-09T09:30:00.837" v="662" actId="2085"/>
          <ac:graphicFrameMkLst>
            <pc:docMk/>
            <pc:sldMk cId="0" sldId="267"/>
            <ac:graphicFrameMk id="16" creationId="{BD98CA6F-78AA-3A20-9A1D-4365E610007B}"/>
          </ac:graphicFrameMkLst>
        </pc:graphicFrameChg>
      </pc:sldChg>
      <pc:sldChg chg="add">
        <pc:chgData name="Axel Azriel" userId="41b03b5b57554504" providerId="LiveId" clId="{6578C455-8522-4937-AF21-5F2F3AAE5A1F}" dt="2026-10-12T03:13:19.439" v="935"/>
        <pc:sldMkLst>
          <pc:docMk/>
          <pc:sldMk cId="1877051210" sldId="271"/>
        </pc:sldMkLst>
      </pc:sldChg>
      <pc:sldChg chg="modSp mod">
        <pc:chgData name="Axel Azriel" userId="41b03b5b57554504" providerId="LiveId" clId="{6578C455-8522-4937-AF21-5F2F3AAE5A1F}" dt="2026-10-12T02:57:59.308" v="929"/>
        <pc:sldMkLst>
          <pc:docMk/>
          <pc:sldMk cId="4111720226" sldId="271"/>
        </pc:sldMkLst>
        <pc:graphicFrameChg chg="mod modGraphic">
          <ac:chgData name="Axel Azriel" userId="41b03b5b57554504" providerId="LiveId" clId="{6578C455-8522-4937-AF21-5F2F3AAE5A1F}" dt="2026-10-12T02:57:59.308" v="929"/>
          <ac:graphicFrameMkLst>
            <pc:docMk/>
            <pc:sldMk cId="4111720226" sldId="271"/>
            <ac:graphicFrameMk id="6" creationId="{8216D2BA-A64F-3509-5260-D7C071D8AE50}"/>
          </ac:graphicFrameMkLst>
        </pc:graphicFrameChg>
      </pc:sldChg>
      <pc:sldChg chg="addSp delSp modSp mod">
        <pc:chgData name="Axel Azriel" userId="41b03b5b57554504" providerId="LiveId" clId="{6578C455-8522-4937-AF21-5F2F3AAE5A1F}" dt="2026-10-12T01:52:14.654" v="821" actId="20577"/>
        <pc:sldMkLst>
          <pc:docMk/>
          <pc:sldMk cId="0" sldId="277"/>
        </pc:sldMkLst>
        <pc:spChg chg="mod">
          <ac:chgData name="Axel Azriel" userId="41b03b5b57554504" providerId="LiveId" clId="{6578C455-8522-4937-AF21-5F2F3AAE5A1F}" dt="2026-10-12T01:40:35.685" v="778" actId="1076"/>
          <ac:spMkLst>
            <pc:docMk/>
            <pc:sldMk cId="0" sldId="277"/>
            <ac:spMk id="5" creationId="{968FCAE6-F2F5-C1E8-D7A6-1E4EE0590AA2}"/>
          </ac:spMkLst>
        </pc:spChg>
        <pc:spChg chg="mod">
          <ac:chgData name="Axel Azriel" userId="41b03b5b57554504" providerId="LiveId" clId="{6578C455-8522-4937-AF21-5F2F3AAE5A1F}" dt="2026-10-12T01:50:12.246" v="810" actId="20577"/>
          <ac:spMkLst>
            <pc:docMk/>
            <pc:sldMk cId="0" sldId="277"/>
            <ac:spMk id="6" creationId="{00000000-0000-0000-0000-000000000000}"/>
          </ac:spMkLst>
        </pc:spChg>
        <pc:graphicFrameChg chg="del">
          <ac:chgData name="Axel Azriel" userId="41b03b5b57554504" providerId="LiveId" clId="{6578C455-8522-4937-AF21-5F2F3AAE5A1F}" dt="2026-10-12T01:40:54.388" v="779" actId="478"/>
          <ac:graphicFrameMkLst>
            <pc:docMk/>
            <pc:sldMk cId="0" sldId="277"/>
            <ac:graphicFrameMk id="4" creationId="{00000000-0000-0000-0000-000000000000}"/>
          </ac:graphicFrameMkLst>
        </pc:graphicFrameChg>
        <pc:graphicFrameChg chg="add del mod">
          <ac:chgData name="Axel Azriel" userId="41b03b5b57554504" providerId="LiveId" clId="{6578C455-8522-4937-AF21-5F2F3AAE5A1F}" dt="2026-10-12T01:48:22.512" v="794" actId="478"/>
          <ac:graphicFrameMkLst>
            <pc:docMk/>
            <pc:sldMk cId="0" sldId="277"/>
            <ac:graphicFrameMk id="8" creationId="{F8ABCEB0-CFFE-FE8B-B022-EED2B9D3869C}"/>
          </ac:graphicFrameMkLst>
        </pc:graphicFrameChg>
        <pc:graphicFrameChg chg="add del mod">
          <ac:chgData name="Axel Azriel" userId="41b03b5b57554504" providerId="LiveId" clId="{6578C455-8522-4937-AF21-5F2F3AAE5A1F}" dt="2026-10-12T01:48:39.645" v="796" actId="478"/>
          <ac:graphicFrameMkLst>
            <pc:docMk/>
            <pc:sldMk cId="0" sldId="277"/>
            <ac:graphicFrameMk id="10" creationId="{85A88A9A-F31D-132E-F5D2-DC17A7431AF6}"/>
          </ac:graphicFrameMkLst>
        </pc:graphicFrameChg>
        <pc:graphicFrameChg chg="add mod">
          <ac:chgData name="Axel Azriel" userId="41b03b5b57554504" providerId="LiveId" clId="{6578C455-8522-4937-AF21-5F2F3AAE5A1F}" dt="2026-10-12T01:52:14.654" v="821" actId="20577"/>
          <ac:graphicFrameMkLst>
            <pc:docMk/>
            <pc:sldMk cId="0" sldId="277"/>
            <ac:graphicFrameMk id="12" creationId="{2E89E3DC-A1EC-07D2-FC6A-9A603B263D26}"/>
          </ac:graphicFrameMkLst>
        </pc:graphicFrameChg>
        <pc:graphicFrameChg chg="add mod">
          <ac:chgData name="Axel Azriel" userId="41b03b5b57554504" providerId="LiveId" clId="{6578C455-8522-4937-AF21-5F2F3AAE5A1F}" dt="2026-10-12T01:49:49.958" v="809" actId="2085"/>
          <ac:graphicFrameMkLst>
            <pc:docMk/>
            <pc:sldMk cId="0" sldId="277"/>
            <ac:graphicFrameMk id="14" creationId="{A520F283-D200-4CD7-11FD-5366C3AA8727}"/>
          </ac:graphicFrameMkLst>
        </pc:graphicFrameChg>
        <pc:graphicFrameChg chg="del">
          <ac:chgData name="Axel Azriel" userId="41b03b5b57554504" providerId="LiveId" clId="{6578C455-8522-4937-AF21-5F2F3AAE5A1F}" dt="2026-10-12T01:41:06.797" v="781" actId="478"/>
          <ac:graphicFrameMkLst>
            <pc:docMk/>
            <pc:sldMk cId="0" sldId="277"/>
            <ac:graphicFrameMk id="16" creationId="{BD98CA6F-78AA-3A20-9A1D-4365E610007B}"/>
          </ac:graphicFrameMkLst>
        </pc:graphicFrameChg>
      </pc:sldChg>
      <pc:sldChg chg="addSp modSp mod">
        <pc:chgData name="Axel Azriel" userId="41b03b5b57554504" providerId="LiveId" clId="{6578C455-8522-4937-AF21-5F2F3AAE5A1F}" dt="2026-10-12T02:59:59.990" v="933" actId="14100"/>
        <pc:sldMkLst>
          <pc:docMk/>
          <pc:sldMk cId="0" sldId="278"/>
        </pc:sldMkLst>
        <pc:spChg chg="mod">
          <ac:chgData name="Axel Azriel" userId="41b03b5b57554504" providerId="LiveId" clId="{6578C455-8522-4937-AF21-5F2F3AAE5A1F}" dt="2026-10-12T02:45:08.296" v="895" actId="1076"/>
          <ac:spMkLst>
            <pc:docMk/>
            <pc:sldMk cId="0" sldId="278"/>
            <ac:spMk id="9" creationId="{6CDB45A3-1294-0531-BD37-CDC2E768E004}"/>
          </ac:spMkLst>
        </pc:spChg>
        <pc:graphicFrameChg chg="mod modGraphic">
          <ac:chgData name="Axel Azriel" userId="41b03b5b57554504" providerId="LiveId" clId="{6578C455-8522-4937-AF21-5F2F3AAE5A1F}" dt="2026-10-12T02:57:44.419" v="927"/>
          <ac:graphicFrameMkLst>
            <pc:docMk/>
            <pc:sldMk cId="0" sldId="278"/>
            <ac:graphicFrameMk id="5" creationId="{00000000-0000-0000-0000-000000000000}"/>
          </ac:graphicFrameMkLst>
        </pc:graphicFrameChg>
        <pc:graphicFrameChg chg="modGraphic">
          <ac:chgData name="Axel Azriel" userId="41b03b5b57554504" providerId="LiveId" clId="{6578C455-8522-4937-AF21-5F2F3AAE5A1F}" dt="2026-10-12T02:57:34.064" v="926" actId="20577"/>
          <ac:graphicFrameMkLst>
            <pc:docMk/>
            <pc:sldMk cId="0" sldId="278"/>
            <ac:graphicFrameMk id="7" creationId="{00000000-0000-0000-0000-000000000000}"/>
          </ac:graphicFrameMkLst>
        </pc:graphicFrameChg>
        <pc:graphicFrameChg chg="add mod modGraphic">
          <ac:chgData name="Axel Azriel" userId="41b03b5b57554504" providerId="LiveId" clId="{6578C455-8522-4937-AF21-5F2F3AAE5A1F}" dt="2026-10-12T02:59:59.990" v="933" actId="14100"/>
          <ac:graphicFrameMkLst>
            <pc:docMk/>
            <pc:sldMk cId="0" sldId="278"/>
            <ac:graphicFrameMk id="15" creationId="{EB5964DE-D0CE-1845-1F23-1E16DDF8E738}"/>
          </ac:graphicFrameMkLst>
        </pc:graphicFrameChg>
        <pc:picChg chg="mod">
          <ac:chgData name="Axel Azriel" userId="41b03b5b57554504" providerId="LiveId" clId="{6578C455-8522-4937-AF21-5F2F3AAE5A1F}" dt="2026-10-12T02:45:09.805" v="896" actId="1076"/>
          <ac:picMkLst>
            <pc:docMk/>
            <pc:sldMk cId="0" sldId="278"/>
            <ac:picMk id="12" creationId="{4DFD55FA-507E-EE49-38E4-C9D821B1FB5E}"/>
          </ac:picMkLst>
        </pc:picChg>
      </pc:sldChg>
      <pc:sldChg chg="modSp mod">
        <pc:chgData name="Axel Azriel" userId="41b03b5b57554504" providerId="LiveId" clId="{6578C455-8522-4937-AF21-5F2F3AAE5A1F}" dt="2026-10-12T04:30:02.402" v="1176" actId="20577"/>
        <pc:sldMkLst>
          <pc:docMk/>
          <pc:sldMk cId="3485354136" sldId="279"/>
        </pc:sldMkLst>
        <pc:graphicFrameChg chg="mod modGraphic">
          <ac:chgData name="Axel Azriel" userId="41b03b5b57554504" providerId="LiveId" clId="{6578C455-8522-4937-AF21-5F2F3AAE5A1F}" dt="2026-10-12T04:30:02.402" v="1176" actId="20577"/>
          <ac:graphicFrameMkLst>
            <pc:docMk/>
            <pc:sldMk cId="3485354136" sldId="279"/>
            <ac:graphicFrameMk id="10" creationId="{86B3E622-2D53-7ACC-9D0E-C55F349AD51A}"/>
          </ac:graphicFrameMkLst>
        </pc:graphicFrameChg>
      </pc:sldChg>
      <pc:sldChg chg="modSp mod">
        <pc:chgData name="Axel Azriel" userId="41b03b5b57554504" providerId="LiveId" clId="{6578C455-8522-4937-AF21-5F2F3AAE5A1F}" dt="2026-10-12T02:28:17.382" v="837" actId="27918"/>
        <pc:sldMkLst>
          <pc:docMk/>
          <pc:sldMk cId="4239001261" sldId="280"/>
        </pc:sldMkLst>
        <pc:spChg chg="mod">
          <ac:chgData name="Axel Azriel" userId="41b03b5b57554504" providerId="LiveId" clId="{6578C455-8522-4937-AF21-5F2F3AAE5A1F}" dt="2026-10-12T02:26:59.817" v="835" actId="1076"/>
          <ac:spMkLst>
            <pc:docMk/>
            <pc:sldMk cId="4239001261" sldId="280"/>
            <ac:spMk id="5" creationId="{08A02EA1-B988-0823-BA8D-051070B362A9}"/>
          </ac:spMkLst>
        </pc:spChg>
      </pc:sldChg>
      <pc:sldChg chg="addSp delSp modSp mod">
        <pc:chgData name="Axel Azriel" userId="41b03b5b57554504" providerId="LiveId" clId="{6578C455-8522-4937-AF21-5F2F3AAE5A1F}" dt="2026-10-12T04:09:33.840" v="1140" actId="208"/>
        <pc:sldMkLst>
          <pc:docMk/>
          <pc:sldMk cId="1138942419" sldId="281"/>
        </pc:sldMkLst>
        <pc:spChg chg="del">
          <ac:chgData name="Axel Azriel" userId="41b03b5b57554504" providerId="LiveId" clId="{6578C455-8522-4937-AF21-5F2F3AAE5A1F}" dt="2026-10-12T03:35:30.171" v="948" actId="478"/>
          <ac:spMkLst>
            <pc:docMk/>
            <pc:sldMk cId="1138942419" sldId="281"/>
            <ac:spMk id="3" creationId="{522EADAA-C64E-0026-DB8F-2F98191995D5}"/>
          </ac:spMkLst>
        </pc:spChg>
        <pc:spChg chg="add del mod">
          <ac:chgData name="Axel Azriel" userId="41b03b5b57554504" providerId="LiveId" clId="{6578C455-8522-4937-AF21-5F2F3AAE5A1F}" dt="2026-10-12T03:35:44.281" v="956"/>
          <ac:spMkLst>
            <pc:docMk/>
            <pc:sldMk cId="1138942419" sldId="281"/>
            <ac:spMk id="8" creationId="{57CA41A2-D35A-441B-2F35-6819AB732F8B}"/>
          </ac:spMkLst>
        </pc:spChg>
        <pc:spChg chg="del">
          <ac:chgData name="Axel Azriel" userId="41b03b5b57554504" providerId="LiveId" clId="{6578C455-8522-4937-AF21-5F2F3AAE5A1F}" dt="2026-10-12T03:35:34.054" v="949" actId="478"/>
          <ac:spMkLst>
            <pc:docMk/>
            <pc:sldMk cId="1138942419" sldId="281"/>
            <ac:spMk id="14" creationId="{7042C650-908E-66A9-907F-2EFF37F98CB5}"/>
          </ac:spMkLst>
        </pc:spChg>
        <pc:spChg chg="del">
          <ac:chgData name="Axel Azriel" userId="41b03b5b57554504" providerId="LiveId" clId="{6578C455-8522-4937-AF21-5F2F3AAE5A1F}" dt="2026-10-12T03:35:46.622" v="957" actId="478"/>
          <ac:spMkLst>
            <pc:docMk/>
            <pc:sldMk cId="1138942419" sldId="281"/>
            <ac:spMk id="20" creationId="{3954AFA3-22ED-F93F-461B-C8B2DF895ABA}"/>
          </ac:spMkLst>
        </pc:spChg>
        <pc:spChg chg="del">
          <ac:chgData name="Axel Azriel" userId="41b03b5b57554504" providerId="LiveId" clId="{6578C455-8522-4937-AF21-5F2F3AAE5A1F}" dt="2026-10-12T03:35:36.221" v="950" actId="478"/>
          <ac:spMkLst>
            <pc:docMk/>
            <pc:sldMk cId="1138942419" sldId="281"/>
            <ac:spMk id="22" creationId="{F527C5C0-B948-EF2D-190B-6C91AC7DC8A3}"/>
          </ac:spMkLst>
        </pc:spChg>
        <pc:spChg chg="mod">
          <ac:chgData name="Axel Azriel" userId="41b03b5b57554504" providerId="LiveId" clId="{6578C455-8522-4937-AF21-5F2F3AAE5A1F}" dt="2026-10-12T03:35:47.434" v="958"/>
          <ac:spMkLst>
            <pc:docMk/>
            <pc:sldMk cId="1138942419" sldId="281"/>
            <ac:spMk id="26" creationId="{AFB9204B-42C0-A872-EEA7-90D358C443ED}"/>
          </ac:spMkLst>
        </pc:spChg>
        <pc:spChg chg="del">
          <ac:chgData name="Axel Azriel" userId="41b03b5b57554504" providerId="LiveId" clId="{6578C455-8522-4937-AF21-5F2F3AAE5A1F}" dt="2026-10-12T03:35:38.771" v="951" actId="478"/>
          <ac:spMkLst>
            <pc:docMk/>
            <pc:sldMk cId="1138942419" sldId="281"/>
            <ac:spMk id="31" creationId="{EA6B058C-A930-EB82-0635-D513F3BEEA20}"/>
          </ac:spMkLst>
        </pc:spChg>
        <pc:spChg chg="mod">
          <ac:chgData name="Axel Azriel" userId="41b03b5b57554504" providerId="LiveId" clId="{6578C455-8522-4937-AF21-5F2F3AAE5A1F}" dt="2026-10-12T03:35:47.434" v="958"/>
          <ac:spMkLst>
            <pc:docMk/>
            <pc:sldMk cId="1138942419" sldId="281"/>
            <ac:spMk id="34" creationId="{2306F14C-7EBF-9953-1601-8F6C9E35C9F7}"/>
          </ac:spMkLst>
        </pc:spChg>
        <pc:spChg chg="mod">
          <ac:chgData name="Axel Azriel" userId="41b03b5b57554504" providerId="LiveId" clId="{6578C455-8522-4937-AF21-5F2F3AAE5A1F}" dt="2026-10-12T03:41:49.779" v="994" actId="1076"/>
          <ac:spMkLst>
            <pc:docMk/>
            <pc:sldMk cId="1138942419" sldId="281"/>
            <ac:spMk id="49" creationId="{3A94AA41-6A36-B59D-9770-031147B90CA7}"/>
          </ac:spMkLst>
        </pc:spChg>
        <pc:spChg chg="mod">
          <ac:chgData name="Axel Azriel" userId="41b03b5b57554504" providerId="LiveId" clId="{6578C455-8522-4937-AF21-5F2F3AAE5A1F}" dt="2026-10-12T03:36:30.310" v="962" actId="20577"/>
          <ac:spMkLst>
            <pc:docMk/>
            <pc:sldMk cId="1138942419" sldId="281"/>
            <ac:spMk id="51" creationId="{C9E47816-F608-833D-6255-DA1308C1D810}"/>
          </ac:spMkLst>
        </pc:spChg>
        <pc:spChg chg="mod">
          <ac:chgData name="Axel Azriel" userId="41b03b5b57554504" providerId="LiveId" clId="{6578C455-8522-4937-AF21-5F2F3AAE5A1F}" dt="2026-10-12T04:06:43.355" v="1127" actId="207"/>
          <ac:spMkLst>
            <pc:docMk/>
            <pc:sldMk cId="1138942419" sldId="281"/>
            <ac:spMk id="53" creationId="{649C5C62-A9CF-B22E-6864-8BCE5E1FAB4D}"/>
          </ac:spMkLst>
        </pc:spChg>
        <pc:spChg chg="del">
          <ac:chgData name="Axel Azriel" userId="41b03b5b57554504" providerId="LiveId" clId="{6578C455-8522-4937-AF21-5F2F3AAE5A1F}" dt="2026-10-12T04:06:48.914" v="1129" actId="478"/>
          <ac:spMkLst>
            <pc:docMk/>
            <pc:sldMk cId="1138942419" sldId="281"/>
            <ac:spMk id="55" creationId="{874EE4FC-3899-EF71-998C-E559DD4215D0}"/>
          </ac:spMkLst>
        </pc:spChg>
        <pc:spChg chg="mod">
          <ac:chgData name="Axel Azriel" userId="41b03b5b57554504" providerId="LiveId" clId="{6578C455-8522-4937-AF21-5F2F3AAE5A1F}" dt="2026-10-12T04:08:53.490" v="1136" actId="1076"/>
          <ac:spMkLst>
            <pc:docMk/>
            <pc:sldMk cId="1138942419" sldId="281"/>
            <ac:spMk id="59" creationId="{D62D183A-D554-168F-1A89-23C2FCBE1C88}"/>
          </ac:spMkLst>
        </pc:spChg>
        <pc:spChg chg="mod">
          <ac:chgData name="Axel Azriel" userId="41b03b5b57554504" providerId="LiveId" clId="{6578C455-8522-4937-AF21-5F2F3AAE5A1F}" dt="2026-10-12T03:44:37.881" v="1064"/>
          <ac:spMkLst>
            <pc:docMk/>
            <pc:sldMk cId="1138942419" sldId="281"/>
            <ac:spMk id="61" creationId="{BA1B7DCF-971A-9500-8863-ADD3F4D02E04}"/>
          </ac:spMkLst>
        </pc:spChg>
        <pc:spChg chg="mod">
          <ac:chgData name="Axel Azriel" userId="41b03b5b57554504" providerId="LiveId" clId="{6578C455-8522-4937-AF21-5F2F3AAE5A1F}" dt="2026-10-12T04:07:30.299" v="1134" actId="207"/>
          <ac:spMkLst>
            <pc:docMk/>
            <pc:sldMk cId="1138942419" sldId="281"/>
            <ac:spMk id="63" creationId="{4C394CE4-6C8F-78F7-F67A-433325BE42B0}"/>
          </ac:spMkLst>
        </pc:spChg>
        <pc:spChg chg="del mod">
          <ac:chgData name="Axel Azriel" userId="41b03b5b57554504" providerId="LiveId" clId="{6578C455-8522-4937-AF21-5F2F3AAE5A1F}" dt="2026-10-12T03:42:17.084" v="1003" actId="478"/>
          <ac:spMkLst>
            <pc:docMk/>
            <pc:sldMk cId="1138942419" sldId="281"/>
            <ac:spMk id="257" creationId="{28D9B868-5088-B478-955D-92DFA557C3E1}"/>
          </ac:spMkLst>
        </pc:spChg>
        <pc:spChg chg="mod">
          <ac:chgData name="Axel Azriel" userId="41b03b5b57554504" providerId="LiveId" clId="{6578C455-8522-4937-AF21-5F2F3AAE5A1F}" dt="2026-10-12T03:44:23.573" v="1061" actId="1076"/>
          <ac:spMkLst>
            <pc:docMk/>
            <pc:sldMk cId="1138942419" sldId="281"/>
            <ac:spMk id="261" creationId="{AC1B1429-3E3C-F235-7915-6930C2A5E1C5}"/>
          </ac:spMkLst>
        </pc:spChg>
        <pc:spChg chg="mod">
          <ac:chgData name="Axel Azriel" userId="41b03b5b57554504" providerId="LiveId" clId="{6578C455-8522-4937-AF21-5F2F3AAE5A1F}" dt="2026-10-12T03:44:33.901" v="1063"/>
          <ac:spMkLst>
            <pc:docMk/>
            <pc:sldMk cId="1138942419" sldId="281"/>
            <ac:spMk id="263" creationId="{41F4B813-0DDB-C332-FD36-2BDBBB89F3FC}"/>
          </ac:spMkLst>
        </pc:spChg>
        <pc:spChg chg="mod">
          <ac:chgData name="Axel Azriel" userId="41b03b5b57554504" providerId="LiveId" clId="{6578C455-8522-4937-AF21-5F2F3AAE5A1F}" dt="2026-10-12T04:07:06.067" v="1132" actId="207"/>
          <ac:spMkLst>
            <pc:docMk/>
            <pc:sldMk cId="1138942419" sldId="281"/>
            <ac:spMk id="265" creationId="{3FC87B89-957F-7572-F0F6-870C6D2DC653}"/>
          </ac:spMkLst>
        </pc:spChg>
        <pc:spChg chg="mod">
          <ac:chgData name="Axel Azriel" userId="41b03b5b57554504" providerId="LiveId" clId="{6578C455-8522-4937-AF21-5F2F3AAE5A1F}" dt="2026-10-12T04:08:59.576" v="1137" actId="1076"/>
          <ac:spMkLst>
            <pc:docMk/>
            <pc:sldMk cId="1138942419" sldId="281"/>
            <ac:spMk id="271" creationId="{A77EA017-0060-4021-DE11-0260AE58A925}"/>
          </ac:spMkLst>
        </pc:spChg>
        <pc:spChg chg="mod">
          <ac:chgData name="Axel Azriel" userId="41b03b5b57554504" providerId="LiveId" clId="{6578C455-8522-4937-AF21-5F2F3AAE5A1F}" dt="2026-10-12T03:35:47.434" v="958"/>
          <ac:spMkLst>
            <pc:docMk/>
            <pc:sldMk cId="1138942419" sldId="281"/>
            <ac:spMk id="273" creationId="{8DF7F60D-133F-888C-2B74-1BE3B8997049}"/>
          </ac:spMkLst>
        </pc:spChg>
        <pc:spChg chg="del mod">
          <ac:chgData name="Axel Azriel" userId="41b03b5b57554504" providerId="LiveId" clId="{6578C455-8522-4937-AF21-5F2F3AAE5A1F}" dt="2026-10-12T04:06:03.166" v="1121" actId="478"/>
          <ac:spMkLst>
            <pc:docMk/>
            <pc:sldMk cId="1138942419" sldId="281"/>
            <ac:spMk id="281" creationId="{22451D0E-0CA2-2C81-CB4F-D5EA22727F81}"/>
          </ac:spMkLst>
        </pc:spChg>
        <pc:spChg chg="add del">
          <ac:chgData name="Axel Azriel" userId="41b03b5b57554504" providerId="LiveId" clId="{6578C455-8522-4937-AF21-5F2F3AAE5A1F}" dt="2026-10-12T03:43:48.323" v="1016" actId="478"/>
          <ac:spMkLst>
            <pc:docMk/>
            <pc:sldMk cId="1138942419" sldId="281"/>
            <ac:spMk id="283" creationId="{5F23B212-4C59-186E-A1F1-D0ADE829DD24}"/>
          </ac:spMkLst>
        </pc:spChg>
        <pc:spChg chg="mod">
          <ac:chgData name="Axel Azriel" userId="41b03b5b57554504" providerId="LiveId" clId="{6578C455-8522-4937-AF21-5F2F3AAE5A1F}" dt="2026-10-12T04:09:28.122" v="1139" actId="113"/>
          <ac:spMkLst>
            <pc:docMk/>
            <pc:sldMk cId="1138942419" sldId="281"/>
            <ac:spMk id="299" creationId="{8D729722-907D-632D-35B8-822FA8ACBFF8}"/>
          </ac:spMkLst>
        </pc:spChg>
        <pc:spChg chg="add mod">
          <ac:chgData name="Axel Azriel" userId="41b03b5b57554504" providerId="LiveId" clId="{6578C455-8522-4937-AF21-5F2F3AAE5A1F}" dt="2026-10-12T04:09:33.840" v="1140" actId="208"/>
          <ac:spMkLst>
            <pc:docMk/>
            <pc:sldMk cId="1138942419" sldId="281"/>
            <ac:spMk id="331" creationId="{0E0A3749-D204-F4E9-9A23-1B728C9CC47F}"/>
          </ac:spMkLst>
        </pc:spChg>
        <pc:spChg chg="mod">
          <ac:chgData name="Axel Azriel" userId="41b03b5b57554504" providerId="LiveId" clId="{6578C455-8522-4937-AF21-5F2F3AAE5A1F}" dt="2026-10-12T03:08:51.169" v="934" actId="20577"/>
          <ac:spMkLst>
            <pc:docMk/>
            <pc:sldMk cId="1138942419" sldId="281"/>
            <ac:spMk id="353" creationId="{3A6B21E8-D129-14EB-61ED-219CE7D13FBE}"/>
          </ac:spMkLst>
        </pc:spChg>
        <pc:spChg chg="mod">
          <ac:chgData name="Axel Azriel" userId="41b03b5b57554504" providerId="LiveId" clId="{6578C455-8522-4937-AF21-5F2F3AAE5A1F}" dt="2026-10-12T04:07:50.696" v="1135" actId="1076"/>
          <ac:spMkLst>
            <pc:docMk/>
            <pc:sldMk cId="1138942419" sldId="281"/>
            <ac:spMk id="428" creationId="{C4541140-860C-2D17-176F-5C1E1A41EF1B}"/>
          </ac:spMkLst>
        </pc:spChg>
        <pc:grpChg chg="mod">
          <ac:chgData name="Axel Azriel" userId="41b03b5b57554504" providerId="LiveId" clId="{6578C455-8522-4937-AF21-5F2F3AAE5A1F}" dt="2026-10-12T03:35:55.741" v="961" actId="1076"/>
          <ac:grpSpMkLst>
            <pc:docMk/>
            <pc:sldMk cId="1138942419" sldId="281"/>
            <ac:grpSpMk id="18" creationId="{443E59D7-1A17-FA35-F696-DC196B62E716}"/>
          </ac:grpSpMkLst>
        </pc:grpChg>
        <pc:picChg chg="del">
          <ac:chgData name="Axel Azriel" userId="41b03b5b57554504" providerId="LiveId" clId="{6578C455-8522-4937-AF21-5F2F3AAE5A1F}" dt="2026-10-12T03:40:15.763" v="972" actId="478"/>
          <ac:picMkLst>
            <pc:docMk/>
            <pc:sldMk cId="1138942419" sldId="281"/>
            <ac:picMk id="45" creationId="{64BF5249-2287-C35E-EF78-F9448932D147}"/>
          </ac:picMkLst>
        </pc:picChg>
        <pc:picChg chg="del">
          <ac:chgData name="Axel Azriel" userId="41b03b5b57554504" providerId="LiveId" clId="{6578C455-8522-4937-AF21-5F2F3AAE5A1F}" dt="2026-10-12T03:41:15.366" v="986" actId="478"/>
          <ac:picMkLst>
            <pc:docMk/>
            <pc:sldMk cId="1138942419" sldId="281"/>
            <ac:picMk id="57" creationId="{A352F8C1-38F7-EBDA-3E29-2A63A3EE7290}"/>
          </ac:picMkLst>
        </pc:picChg>
        <pc:picChg chg="del">
          <ac:chgData name="Axel Azriel" userId="41b03b5b57554504" providerId="LiveId" clId="{6578C455-8522-4937-AF21-5F2F3AAE5A1F}" dt="2026-10-12T03:42:21.584" v="1004" actId="478"/>
          <ac:picMkLst>
            <pc:docMk/>
            <pc:sldMk cId="1138942419" sldId="281"/>
            <ac:picMk id="259" creationId="{D3D3AC86-23EB-774B-FED2-353772EE0FF0}"/>
          </ac:picMkLst>
        </pc:picChg>
        <pc:picChg chg="del">
          <ac:chgData name="Axel Azriel" userId="41b03b5b57554504" providerId="LiveId" clId="{6578C455-8522-4937-AF21-5F2F3AAE5A1F}" dt="2026-10-12T03:55:37.209" v="1077" actId="478"/>
          <ac:picMkLst>
            <pc:docMk/>
            <pc:sldMk cId="1138942419" sldId="281"/>
            <ac:picMk id="269" creationId="{50B17ED7-07F1-DB27-DD51-9E83428314B0}"/>
          </ac:picMkLst>
        </pc:picChg>
        <pc:picChg chg="add mod">
          <ac:chgData name="Axel Azriel" userId="41b03b5b57554504" providerId="LiveId" clId="{6578C455-8522-4937-AF21-5F2F3AAE5A1F}" dt="2026-10-12T03:40:25.819" v="977" actId="1076"/>
          <ac:picMkLst>
            <pc:docMk/>
            <pc:sldMk cId="1138942419" sldId="281"/>
            <ac:picMk id="275" creationId="{1CB77793-241B-8B3E-5BCF-1694542D2671}"/>
          </ac:picMkLst>
        </pc:picChg>
        <pc:picChg chg="add mod">
          <ac:chgData name="Axel Azriel" userId="41b03b5b57554504" providerId="LiveId" clId="{6578C455-8522-4937-AF21-5F2F3AAE5A1F}" dt="2026-10-12T03:44:26.440" v="1062" actId="1076"/>
          <ac:picMkLst>
            <pc:docMk/>
            <pc:sldMk cId="1138942419" sldId="281"/>
            <ac:picMk id="277" creationId="{A16A6024-87AF-21E7-DD19-1BE6B42CCD33}"/>
          </ac:picMkLst>
        </pc:picChg>
        <pc:picChg chg="add mod">
          <ac:chgData name="Axel Azriel" userId="41b03b5b57554504" providerId="LiveId" clId="{6578C455-8522-4937-AF21-5F2F3AAE5A1F}" dt="2026-10-12T04:06:51.531" v="1130" actId="1076"/>
          <ac:picMkLst>
            <pc:docMk/>
            <pc:sldMk cId="1138942419" sldId="281"/>
            <ac:picMk id="279" creationId="{1509C646-6CEF-9FC7-9BB5-896DB6C7FFC0}"/>
          </ac:picMkLst>
        </pc:picChg>
        <pc:picChg chg="add mod modCrop">
          <ac:chgData name="Axel Azriel" userId="41b03b5b57554504" providerId="LiveId" clId="{6578C455-8522-4937-AF21-5F2F3AAE5A1F}" dt="2026-10-12T03:56:31.303" v="1096" actId="1076"/>
          <ac:picMkLst>
            <pc:docMk/>
            <pc:sldMk cId="1138942419" sldId="281"/>
            <ac:picMk id="295" creationId="{4C0EB8A4-5FD3-8B61-2536-4160A64791CB}"/>
          </ac:picMkLst>
        </pc:picChg>
        <pc:picChg chg="add del mod">
          <ac:chgData name="Axel Azriel" userId="41b03b5b57554504" providerId="LiveId" clId="{6578C455-8522-4937-AF21-5F2F3AAE5A1F}" dt="2026-10-12T03:55:17.841" v="1072" actId="478"/>
          <ac:picMkLst>
            <pc:docMk/>
            <pc:sldMk cId="1138942419" sldId="281"/>
            <ac:picMk id="303" creationId="{C562F50E-B70C-A53F-EB77-873657937B5D}"/>
          </ac:picMkLst>
        </pc:picChg>
        <pc:picChg chg="add mod">
          <ac:chgData name="Axel Azriel" userId="41b03b5b57554504" providerId="LiveId" clId="{6578C455-8522-4937-AF21-5F2F3AAE5A1F}" dt="2026-10-12T03:56:35.221" v="1097" actId="1076"/>
          <ac:picMkLst>
            <pc:docMk/>
            <pc:sldMk cId="1138942419" sldId="281"/>
            <ac:picMk id="311" creationId="{0FD05D82-CB3A-2CD6-D576-6C275B7C091F}"/>
          </ac:picMkLst>
        </pc:picChg>
        <pc:picChg chg="add mod">
          <ac:chgData name="Axel Azriel" userId="41b03b5b57554504" providerId="LiveId" clId="{6578C455-8522-4937-AF21-5F2F3AAE5A1F}" dt="2026-10-12T03:56:18.810" v="1092" actId="1076"/>
          <ac:picMkLst>
            <pc:docMk/>
            <pc:sldMk cId="1138942419" sldId="281"/>
            <ac:picMk id="319" creationId="{AB9C77F1-319B-EBDD-96D9-87300A9C3B9F}"/>
          </ac:picMkLst>
        </pc:picChg>
        <pc:picChg chg="add mod">
          <ac:chgData name="Axel Azriel" userId="41b03b5b57554504" providerId="LiveId" clId="{6578C455-8522-4937-AF21-5F2F3AAE5A1F}" dt="2026-10-12T03:57:03.856" v="1101" actId="1076"/>
          <ac:picMkLst>
            <pc:docMk/>
            <pc:sldMk cId="1138942419" sldId="281"/>
            <ac:picMk id="323" creationId="{8EBAF875-6384-5B80-6FDE-432B50B832EF}"/>
          </ac:picMkLst>
        </pc:picChg>
        <pc:picChg chg="del">
          <ac:chgData name="Axel Azriel" userId="41b03b5b57554504" providerId="LiveId" clId="{6578C455-8522-4937-AF21-5F2F3AAE5A1F}" dt="2026-10-12T03:35:40.704" v="952" actId="478"/>
          <ac:picMkLst>
            <pc:docMk/>
            <pc:sldMk cId="1138942419" sldId="281"/>
            <ac:picMk id="429" creationId="{7620CE5D-B6AB-F271-A596-D5BCEE63322E}"/>
          </ac:picMkLst>
        </pc:picChg>
        <pc:picChg chg="del">
          <ac:chgData name="Axel Azriel" userId="41b03b5b57554504" providerId="LiveId" clId="{6578C455-8522-4937-AF21-5F2F3AAE5A1F}" dt="2026-10-12T03:35:44.279" v="954" actId="478"/>
          <ac:picMkLst>
            <pc:docMk/>
            <pc:sldMk cId="1138942419" sldId="281"/>
            <ac:picMk id="430" creationId="{EBC60707-ED1B-C098-339D-99603D665E75}"/>
          </ac:picMkLst>
        </pc:picChg>
      </pc:sldChg>
    </pc:docChg>
  </pc:docChgLst>
  <pc:docChgLst>
    <pc:chgData name="Shakuntala A N" userId="6ee5de8661bcce36" providerId="Windows Live" clId="Web-{FF6F6680-6299-89BE-01F5-2C8B963E25C6}"/>
    <pc:docChg chg="modSld">
      <pc:chgData name="Shakuntala A N" userId="6ee5de8661bcce36" providerId="Windows Live" clId="Web-{FF6F6680-6299-89BE-01F5-2C8B963E25C6}" dt="2026-10-09T02:51:57.665" v="10" actId="1076"/>
      <pc:docMkLst>
        <pc:docMk/>
      </pc:docMkLst>
      <pc:sldChg chg="modSp">
        <pc:chgData name="Shakuntala A N" userId="6ee5de8661bcce36" providerId="Windows Live" clId="Web-{FF6F6680-6299-89BE-01F5-2C8B963E25C6}" dt="2026-10-09T02:47:22.935" v="9" actId="20577"/>
        <pc:sldMkLst>
          <pc:docMk/>
          <pc:sldMk cId="2902982876" sldId="2147483643"/>
        </pc:sldMkLst>
        <pc:spChg chg="mod">
          <ac:chgData name="Shakuntala A N" userId="6ee5de8661bcce36" providerId="Windows Live" clId="Web-{FF6F6680-6299-89BE-01F5-2C8B963E25C6}" dt="2026-10-09T02:47:22.935" v="9" actId="20577"/>
          <ac:spMkLst>
            <pc:docMk/>
            <pc:sldMk cId="2902982876" sldId="2147483643"/>
            <ac:spMk id="5" creationId="{3FE61D0A-D4D9-27D0-34F8-ADD531DBF8DE}"/>
          </ac:spMkLst>
        </pc:spChg>
      </pc:sldChg>
      <pc:sldChg chg="modSp">
        <pc:chgData name="Shakuntala A N" userId="6ee5de8661bcce36" providerId="Windows Live" clId="Web-{FF6F6680-6299-89BE-01F5-2C8B963E25C6}" dt="2026-10-09T02:51:57.665" v="10" actId="1076"/>
        <pc:sldMkLst>
          <pc:docMk/>
          <pc:sldMk cId="2720345117" sldId="2147483644"/>
        </pc:sldMkLst>
        <pc:picChg chg="mod">
          <ac:chgData name="Shakuntala A N" userId="6ee5de8661bcce36" providerId="Windows Live" clId="Web-{FF6F6680-6299-89BE-01F5-2C8B963E25C6}" dt="2026-10-09T02:51:57.665" v="10" actId="1076"/>
          <ac:picMkLst>
            <pc:docMk/>
            <pc:sldMk cId="2720345117" sldId="2147483644"/>
            <ac:picMk id="7" creationId="{57386C8C-3446-6FCD-4B73-FF6DAE556D76}"/>
          </ac:picMkLst>
        </pc:picChg>
      </pc:sldChg>
    </pc:docChg>
  </pc:docChgLst>
  <pc:docChgLst>
    <pc:chgData name="Teresa Hutabarat" userId="009dd21e1ce88130" providerId="LiveId" clId="{4A27B0C4-71A7-4D8F-A0DD-22BCE5C29DC3}"/>
    <pc:docChg chg="undo redo custSel addSld delSld modSld sldOrd">
      <pc:chgData name="Teresa Hutabarat" userId="009dd21e1ce88130" providerId="LiveId" clId="{4A27B0C4-71A7-4D8F-A0DD-22BCE5C29DC3}" dt="2026-10-12T05:18:36.363" v="12303" actId="1076"/>
      <pc:docMkLst>
        <pc:docMk/>
      </pc:docMkLst>
      <pc:sldChg chg="modSp mod">
        <pc:chgData name="Teresa Hutabarat" userId="009dd21e1ce88130" providerId="LiveId" clId="{4A27B0C4-71A7-4D8F-A0DD-22BCE5C29DC3}" dt="2026-10-08T16:12:38.489" v="1" actId="27636"/>
        <pc:sldMkLst>
          <pc:docMk/>
          <pc:sldMk cId="0" sldId="257"/>
        </pc:sldMkLst>
        <pc:spChg chg="mod">
          <ac:chgData name="Teresa Hutabarat" userId="009dd21e1ce88130" providerId="LiveId" clId="{4A27B0C4-71A7-4D8F-A0DD-22BCE5C29DC3}" dt="2026-10-08T16:12:38.489" v="1" actId="27636"/>
          <ac:spMkLst>
            <pc:docMk/>
            <pc:sldMk cId="0" sldId="257"/>
            <ac:spMk id="134" creationId="{00000000-0000-0000-0000-000000000000}"/>
          </ac:spMkLst>
        </pc:spChg>
      </pc:sldChg>
      <pc:sldChg chg="addSp modSp mod">
        <pc:chgData name="Teresa Hutabarat" userId="009dd21e1ce88130" providerId="LiveId" clId="{4A27B0C4-71A7-4D8F-A0DD-22BCE5C29DC3}" dt="2026-10-09T12:16:45.816" v="4676" actId="1076"/>
        <pc:sldMkLst>
          <pc:docMk/>
          <pc:sldMk cId="0" sldId="258"/>
        </pc:sldMkLst>
        <pc:spChg chg="mod">
          <ac:chgData name="Teresa Hutabarat" userId="009dd21e1ce88130" providerId="LiveId" clId="{4A27B0C4-71A7-4D8F-A0DD-22BCE5C29DC3}" dt="2026-10-09T12:15:15.346" v="4592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Teresa Hutabarat" userId="009dd21e1ce88130" providerId="LiveId" clId="{4A27B0C4-71A7-4D8F-A0DD-22BCE5C29DC3}" dt="2026-10-09T12:15:56.237" v="4601" actId="1076"/>
          <ac:spMkLst>
            <pc:docMk/>
            <pc:sldMk cId="0" sldId="258"/>
            <ac:spMk id="15" creationId="{664D4E8E-2D39-D187-DB1D-3B466ECFF90C}"/>
          </ac:spMkLst>
        </pc:spChg>
        <pc:spChg chg="add mod">
          <ac:chgData name="Teresa Hutabarat" userId="009dd21e1ce88130" providerId="LiveId" clId="{4A27B0C4-71A7-4D8F-A0DD-22BCE5C29DC3}" dt="2026-10-09T12:15:34.978" v="4596" actId="14100"/>
          <ac:spMkLst>
            <pc:docMk/>
            <pc:sldMk cId="0" sldId="258"/>
            <ac:spMk id="16" creationId="{ED320030-640B-04E5-BB4D-47DB694F95FE}"/>
          </ac:spMkLst>
        </pc:spChg>
        <pc:spChg chg="add mod">
          <ac:chgData name="Teresa Hutabarat" userId="009dd21e1ce88130" providerId="LiveId" clId="{4A27B0C4-71A7-4D8F-A0DD-22BCE5C29DC3}" dt="2026-10-09T12:15:52.780" v="4600" actId="1076"/>
          <ac:spMkLst>
            <pc:docMk/>
            <pc:sldMk cId="0" sldId="258"/>
            <ac:spMk id="18" creationId="{C7047107-B49E-EA54-9D62-F345FA4FB784}"/>
          </ac:spMkLst>
        </pc:spChg>
        <pc:spChg chg="add mod">
          <ac:chgData name="Teresa Hutabarat" userId="009dd21e1ce88130" providerId="LiveId" clId="{4A27B0C4-71A7-4D8F-A0DD-22BCE5C29DC3}" dt="2026-10-09T12:16:05.506" v="4603" actId="207"/>
          <ac:spMkLst>
            <pc:docMk/>
            <pc:sldMk cId="0" sldId="258"/>
            <ac:spMk id="19" creationId="{0F0749F8-A1DF-EAE1-9361-8AC2FDA1321C}"/>
          </ac:spMkLst>
        </pc:spChg>
        <pc:spChg chg="add mod">
          <ac:chgData name="Teresa Hutabarat" userId="009dd21e1ce88130" providerId="LiveId" clId="{4A27B0C4-71A7-4D8F-A0DD-22BCE5C29DC3}" dt="2026-10-09T12:16:45.816" v="4676" actId="1076"/>
          <ac:spMkLst>
            <pc:docMk/>
            <pc:sldMk cId="0" sldId="258"/>
            <ac:spMk id="20" creationId="{A5497C34-06CE-1EE9-FCC5-B8B201DC9CF7}"/>
          </ac:spMkLst>
        </pc:spChg>
      </pc:sldChg>
      <pc:sldChg chg="addSp modSp add mod">
        <pc:chgData name="Teresa Hutabarat" userId="009dd21e1ce88130" providerId="LiveId" clId="{4A27B0C4-71A7-4D8F-A0DD-22BCE5C29DC3}" dt="2026-10-12T04:19:04.510" v="12204" actId="27636"/>
        <pc:sldMkLst>
          <pc:docMk/>
          <pc:sldMk cId="0" sldId="261"/>
        </pc:sldMkLst>
        <pc:spChg chg="mod">
          <ac:chgData name="Teresa Hutabarat" userId="009dd21e1ce88130" providerId="LiveId" clId="{4A27B0C4-71A7-4D8F-A0DD-22BCE5C29DC3}" dt="2026-10-12T04:19:04.510" v="12204" actId="27636"/>
          <ac:spMkLst>
            <pc:docMk/>
            <pc:sldMk cId="0" sldId="261"/>
            <ac:spMk id="2" creationId="{00000000-0000-0000-0000-000000000000}"/>
          </ac:spMkLst>
        </pc:spChg>
        <pc:spChg chg="mod">
          <ac:chgData name="Teresa Hutabarat" userId="009dd21e1ce88130" providerId="LiveId" clId="{4A27B0C4-71A7-4D8F-A0DD-22BCE5C29DC3}" dt="2026-10-11T07:02:46.292" v="7162" actId="1076"/>
          <ac:spMkLst>
            <pc:docMk/>
            <pc:sldMk cId="0" sldId="261"/>
            <ac:spMk id="14" creationId="{CCDAE361-A912-A6DC-0717-AAB9C6ABBAB7}"/>
          </ac:spMkLst>
        </pc:spChg>
        <pc:spChg chg="add mod">
          <ac:chgData name="Teresa Hutabarat" userId="009dd21e1ce88130" providerId="LiveId" clId="{4A27B0C4-71A7-4D8F-A0DD-22BCE5C29DC3}" dt="2026-10-12T04:19:00.693" v="12202" actId="1076"/>
          <ac:spMkLst>
            <pc:docMk/>
            <pc:sldMk cId="0" sldId="261"/>
            <ac:spMk id="15" creationId="{B6E42264-D0DD-4DB2-E74C-DEECA7CD635F}"/>
          </ac:spMkLst>
        </pc:spChg>
      </pc:sldChg>
      <pc:sldChg chg="addSp modSp new del mod">
        <pc:chgData name="Teresa Hutabarat" userId="009dd21e1ce88130" providerId="LiveId" clId="{4A27B0C4-71A7-4D8F-A0DD-22BCE5C29DC3}" dt="2026-10-11T06:43:20.026" v="6308" actId="47"/>
        <pc:sldMkLst>
          <pc:docMk/>
          <pc:sldMk cId="4022306629" sldId="261"/>
        </pc:sldMkLst>
        <pc:spChg chg="mod">
          <ac:chgData name="Teresa Hutabarat" userId="009dd21e1ce88130" providerId="LiveId" clId="{4A27B0C4-71A7-4D8F-A0DD-22BCE5C29DC3}" dt="2026-10-11T02:09:10.856" v="5200" actId="20577"/>
          <ac:spMkLst>
            <pc:docMk/>
            <pc:sldMk cId="4022306629" sldId="261"/>
            <ac:spMk id="2" creationId="{A30E263C-EB36-C971-4084-5F014D13E7A3}"/>
          </ac:spMkLst>
        </pc:spChg>
        <pc:spChg chg="add mod">
          <ac:chgData name="Teresa Hutabarat" userId="009dd21e1ce88130" providerId="LiveId" clId="{4A27B0C4-71A7-4D8F-A0DD-22BCE5C29DC3}" dt="2026-10-11T02:08:00.979" v="4897" actId="14100"/>
          <ac:spMkLst>
            <pc:docMk/>
            <pc:sldMk cId="4022306629" sldId="261"/>
            <ac:spMk id="7" creationId="{43472EE8-AA55-43E9-53C9-7A1E55D5699B}"/>
          </ac:spMkLst>
        </pc:spChg>
        <pc:spChg chg="add mod">
          <ac:chgData name="Teresa Hutabarat" userId="009dd21e1ce88130" providerId="LiveId" clId="{4A27B0C4-71A7-4D8F-A0DD-22BCE5C29DC3}" dt="2026-10-11T02:08:21.817" v="4996" actId="20577"/>
          <ac:spMkLst>
            <pc:docMk/>
            <pc:sldMk cId="4022306629" sldId="261"/>
            <ac:spMk id="9" creationId="{81784449-553F-B642-3748-53F691271122}"/>
          </ac:spMkLst>
        </pc:spChg>
        <pc:graphicFrameChg chg="add">
          <ac:chgData name="Teresa Hutabarat" userId="009dd21e1ce88130" providerId="LiveId" clId="{4A27B0C4-71A7-4D8F-A0DD-22BCE5C29DC3}" dt="2026-10-11T02:06:50.627" v="4741" actId="22"/>
          <ac:graphicFrameMkLst>
            <pc:docMk/>
            <pc:sldMk cId="4022306629" sldId="261"/>
            <ac:graphicFrameMk id="4" creationId="{0BD9D149-F1FA-2547-1499-07E21FAB3895}"/>
          </ac:graphicFrameMkLst>
        </pc:graphicFrameChg>
        <pc:graphicFrameChg chg="add">
          <ac:chgData name="Teresa Hutabarat" userId="009dd21e1ce88130" providerId="LiveId" clId="{4A27B0C4-71A7-4D8F-A0DD-22BCE5C29DC3}" dt="2026-10-11T02:06:50.627" v="4741" actId="22"/>
          <ac:graphicFrameMkLst>
            <pc:docMk/>
            <pc:sldMk cId="4022306629" sldId="261"/>
            <ac:graphicFrameMk id="6" creationId="{2E0DDB2D-9C13-0242-2AF2-247D99718613}"/>
          </ac:graphicFrameMkLst>
        </pc:graphicFrameChg>
      </pc:sldChg>
      <pc:sldChg chg="addSp modSp new mod">
        <pc:chgData name="Teresa Hutabarat" userId="009dd21e1ce88130" providerId="LiveId" clId="{4A27B0C4-71A7-4D8F-A0DD-22BCE5C29DC3}" dt="2026-10-09T04:07:16.896" v="4432" actId="20577"/>
        <pc:sldMkLst>
          <pc:docMk/>
          <pc:sldMk cId="1683876354" sldId="262"/>
        </pc:sldMkLst>
        <pc:spChg chg="mod">
          <ac:chgData name="Teresa Hutabarat" userId="009dd21e1ce88130" providerId="LiveId" clId="{4A27B0C4-71A7-4D8F-A0DD-22BCE5C29DC3}" dt="2026-10-09T02:34:28.999" v="2288" actId="27636"/>
          <ac:spMkLst>
            <pc:docMk/>
            <pc:sldMk cId="1683876354" sldId="262"/>
            <ac:spMk id="2" creationId="{FD83BB4B-0368-23E9-3AA7-C15C2EB8A0DD}"/>
          </ac:spMkLst>
        </pc:spChg>
        <pc:spChg chg="add mod">
          <ac:chgData name="Teresa Hutabarat" userId="009dd21e1ce88130" providerId="LiveId" clId="{4A27B0C4-71A7-4D8F-A0DD-22BCE5C29DC3}" dt="2026-10-09T03:06:22.803" v="2555" actId="1076"/>
          <ac:spMkLst>
            <pc:docMk/>
            <pc:sldMk cId="1683876354" sldId="262"/>
            <ac:spMk id="5" creationId="{D855730E-723F-352C-380C-3AA807F9A635}"/>
          </ac:spMkLst>
        </pc:spChg>
        <pc:spChg chg="add mod">
          <ac:chgData name="Teresa Hutabarat" userId="009dd21e1ce88130" providerId="LiveId" clId="{4A27B0C4-71A7-4D8F-A0DD-22BCE5C29DC3}" dt="2026-10-09T03:06:22.803" v="2555" actId="1076"/>
          <ac:spMkLst>
            <pc:docMk/>
            <pc:sldMk cId="1683876354" sldId="262"/>
            <ac:spMk id="7" creationId="{C2DE99FB-8245-C74D-CD4B-67AFB7886251}"/>
          </ac:spMkLst>
        </pc:spChg>
        <pc:spChg chg="add mod">
          <ac:chgData name="Teresa Hutabarat" userId="009dd21e1ce88130" providerId="LiveId" clId="{4A27B0C4-71A7-4D8F-A0DD-22BCE5C29DC3}" dt="2026-10-09T03:09:06.313" v="2678" actId="20577"/>
          <ac:spMkLst>
            <pc:docMk/>
            <pc:sldMk cId="1683876354" sldId="262"/>
            <ac:spMk id="9" creationId="{D6667D66-5818-D16B-A792-284ABD967029}"/>
          </ac:spMkLst>
        </pc:spChg>
        <pc:spChg chg="add mod">
          <ac:chgData name="Teresa Hutabarat" userId="009dd21e1ce88130" providerId="LiveId" clId="{4A27B0C4-71A7-4D8F-A0DD-22BCE5C29DC3}" dt="2026-10-09T03:07:41.696" v="2558" actId="1076"/>
          <ac:spMkLst>
            <pc:docMk/>
            <pc:sldMk cId="1683876354" sldId="262"/>
            <ac:spMk id="11" creationId="{702D7DF9-7B0C-2DCB-2872-7FD472C9AB6D}"/>
          </ac:spMkLst>
        </pc:spChg>
        <pc:spChg chg="add mod">
          <ac:chgData name="Teresa Hutabarat" userId="009dd21e1ce88130" providerId="LiveId" clId="{4A27B0C4-71A7-4D8F-A0DD-22BCE5C29DC3}" dt="2026-10-09T03:06:16.422" v="2554" actId="20577"/>
          <ac:spMkLst>
            <pc:docMk/>
            <pc:sldMk cId="1683876354" sldId="262"/>
            <ac:spMk id="14" creationId="{32889C73-A4A2-7836-EEC6-1C39BE75F97F}"/>
          </ac:spMkLst>
        </pc:spChg>
        <pc:spChg chg="add mod">
          <ac:chgData name="Teresa Hutabarat" userId="009dd21e1ce88130" providerId="LiveId" clId="{4A27B0C4-71A7-4D8F-A0DD-22BCE5C29DC3}" dt="2026-10-09T04:07:16.896" v="4432" actId="20577"/>
          <ac:spMkLst>
            <pc:docMk/>
            <pc:sldMk cId="1683876354" sldId="262"/>
            <ac:spMk id="16" creationId="{56DEE2C3-7408-F5F8-63CE-4975E402CBED}"/>
          </ac:spMkLst>
        </pc:spChg>
        <pc:picChg chg="add mod">
          <ac:chgData name="Teresa Hutabarat" userId="009dd21e1ce88130" providerId="LiveId" clId="{4A27B0C4-71A7-4D8F-A0DD-22BCE5C29DC3}" dt="2026-10-09T03:05:58.203" v="2506" actId="14100"/>
          <ac:picMkLst>
            <pc:docMk/>
            <pc:sldMk cId="1683876354" sldId="262"/>
            <ac:picMk id="4" creationId="{FB4164E3-862C-E889-10D1-502C737A66A4}"/>
          </ac:picMkLst>
        </pc:picChg>
      </pc:sldChg>
      <pc:sldChg chg="new">
        <pc:chgData name="Teresa Hutabarat" userId="009dd21e1ce88130" providerId="LiveId" clId="{4A27B0C4-71A7-4D8F-A0DD-22BCE5C29DC3}" dt="2026-10-09T02:38:33.085" v="2374" actId="680"/>
        <pc:sldMkLst>
          <pc:docMk/>
          <pc:sldMk cId="2432010909" sldId="263"/>
        </pc:sldMkLst>
      </pc:sldChg>
      <pc:sldChg chg="addSp delSp modSp add mod">
        <pc:chgData name="Teresa Hutabarat" userId="009dd21e1ce88130" providerId="LiveId" clId="{4A27B0C4-71A7-4D8F-A0DD-22BCE5C29DC3}" dt="2026-10-12T04:07:32.487" v="12186"/>
        <pc:sldMkLst>
          <pc:docMk/>
          <pc:sldMk cId="607791369" sldId="265"/>
        </pc:sldMkLst>
        <pc:spChg chg="mod">
          <ac:chgData name="Teresa Hutabarat" userId="009dd21e1ce88130" providerId="LiveId" clId="{4A27B0C4-71A7-4D8F-A0DD-22BCE5C29DC3}" dt="2026-10-11T07:01:51.959" v="6941" actId="20577"/>
          <ac:spMkLst>
            <pc:docMk/>
            <pc:sldMk cId="607791369" sldId="265"/>
            <ac:spMk id="2" creationId="{DD7AE560-F9F1-53D1-A6D4-A2D245162DB8}"/>
          </ac:spMkLst>
        </pc:spChg>
        <pc:spChg chg="add">
          <ac:chgData name="Teresa Hutabarat" userId="009dd21e1ce88130" providerId="LiveId" clId="{4A27B0C4-71A7-4D8F-A0DD-22BCE5C29DC3}" dt="2026-10-11T06:43:45.777" v="6309" actId="22"/>
          <ac:spMkLst>
            <pc:docMk/>
            <pc:sldMk cId="607791369" sldId="265"/>
            <ac:spMk id="4" creationId="{A41BF6BF-889C-A69A-78A1-7D71D0D7BDE1}"/>
          </ac:spMkLst>
        </pc:spChg>
        <pc:spChg chg="mod">
          <ac:chgData name="Teresa Hutabarat" userId="009dd21e1ce88130" providerId="LiveId" clId="{4A27B0C4-71A7-4D8F-A0DD-22BCE5C29DC3}" dt="2026-10-12T04:07:32.487" v="12186"/>
          <ac:spMkLst>
            <pc:docMk/>
            <pc:sldMk cId="607791369" sldId="265"/>
            <ac:spMk id="5" creationId="{1373EFC0-505F-C7F2-46BC-EACAF0202047}"/>
          </ac:spMkLst>
        </pc:spChg>
        <pc:spChg chg="add del mod">
          <ac:chgData name="Teresa Hutabarat" userId="009dd21e1ce88130" providerId="LiveId" clId="{4A27B0C4-71A7-4D8F-A0DD-22BCE5C29DC3}" dt="2026-10-11T06:44:16.053" v="6324" actId="478"/>
          <ac:spMkLst>
            <pc:docMk/>
            <pc:sldMk cId="607791369" sldId="265"/>
            <ac:spMk id="10" creationId="{D590225C-35DE-434C-209E-E34C5DB0C570}"/>
          </ac:spMkLst>
        </pc:spChg>
        <pc:graphicFrameChg chg="add mod">
          <ac:chgData name="Teresa Hutabarat" userId="009dd21e1ce88130" providerId="LiveId" clId="{4A27B0C4-71A7-4D8F-A0DD-22BCE5C29DC3}" dt="2026-10-11T08:06:54.095" v="8525" actId="20577"/>
          <ac:graphicFrameMkLst>
            <pc:docMk/>
            <pc:sldMk cId="607791369" sldId="265"/>
            <ac:graphicFrameMk id="6" creationId="{5957E11D-B647-499D-559F-7CD9A20621F1}"/>
          </ac:graphicFrameMkLst>
        </pc:graphicFrameChg>
        <pc:graphicFrameChg chg="add mod">
          <ac:chgData name="Teresa Hutabarat" userId="009dd21e1ce88130" providerId="LiveId" clId="{4A27B0C4-71A7-4D8F-A0DD-22BCE5C29DC3}" dt="2026-10-11T08:06:58.592" v="8526" actId="255"/>
          <ac:graphicFrameMkLst>
            <pc:docMk/>
            <pc:sldMk cId="607791369" sldId="265"/>
            <ac:graphicFrameMk id="8" creationId="{BB1E099D-EC57-6B35-2A32-AB391C7150F2}"/>
          </ac:graphicFrameMkLst>
        </pc:graphicFrameChg>
        <pc:cxnChg chg="add mod">
          <ac:chgData name="Teresa Hutabarat" userId="009dd21e1ce88130" providerId="LiveId" clId="{4A27B0C4-71A7-4D8F-A0DD-22BCE5C29DC3}" dt="2026-10-11T06:54:46.152" v="6622" actId="208"/>
          <ac:cxnSpMkLst>
            <pc:docMk/>
            <pc:sldMk cId="607791369" sldId="265"/>
            <ac:cxnSpMk id="12" creationId="{49F8DE18-C0C3-F14B-AA48-C95C980885BF}"/>
          </ac:cxnSpMkLst>
        </pc:cxnChg>
      </pc:sldChg>
      <pc:sldChg chg="addSp modSp add mod">
        <pc:chgData name="Teresa Hutabarat" userId="009dd21e1ce88130" providerId="LiveId" clId="{4A27B0C4-71A7-4D8F-A0DD-22BCE5C29DC3}" dt="2026-10-09T04:07:43.918" v="4447" actId="20577"/>
        <pc:sldMkLst>
          <pc:docMk/>
          <pc:sldMk cId="3222494568" sldId="266"/>
        </pc:sldMkLst>
        <pc:spChg chg="add mod">
          <ac:chgData name="Teresa Hutabarat" userId="009dd21e1ce88130" providerId="LiveId" clId="{4A27B0C4-71A7-4D8F-A0DD-22BCE5C29DC3}" dt="2026-10-09T04:01:46.621" v="3885" actId="14100"/>
          <ac:spMkLst>
            <pc:docMk/>
            <pc:sldMk cId="3222494568" sldId="266"/>
            <ac:spMk id="3" creationId="{3FE2C4DB-45E8-42BE-C4D2-16B3B83B8347}"/>
          </ac:spMkLst>
        </pc:spChg>
        <pc:spChg chg="add mod">
          <ac:chgData name="Teresa Hutabarat" userId="009dd21e1ce88130" providerId="LiveId" clId="{4A27B0C4-71A7-4D8F-A0DD-22BCE5C29DC3}" dt="2026-10-09T04:01:46.621" v="3885" actId="14100"/>
          <ac:spMkLst>
            <pc:docMk/>
            <pc:sldMk cId="3222494568" sldId="266"/>
            <ac:spMk id="5" creationId="{EA3F1C4B-81EE-A4F5-F5FB-ADC96760B180}"/>
          </ac:spMkLst>
        </pc:spChg>
        <pc:spChg chg="add mod">
          <ac:chgData name="Teresa Hutabarat" userId="009dd21e1ce88130" providerId="LiveId" clId="{4A27B0C4-71A7-4D8F-A0DD-22BCE5C29DC3}" dt="2026-10-09T04:01:46.621" v="3885" actId="14100"/>
          <ac:spMkLst>
            <pc:docMk/>
            <pc:sldMk cId="3222494568" sldId="266"/>
            <ac:spMk id="7" creationId="{B9E45DE9-1E74-FA20-6FD7-517DAE60ABF2}"/>
          </ac:spMkLst>
        </pc:spChg>
        <pc:spChg chg="add mod">
          <ac:chgData name="Teresa Hutabarat" userId="009dd21e1ce88130" providerId="LiveId" clId="{4A27B0C4-71A7-4D8F-A0DD-22BCE5C29DC3}" dt="2026-10-09T04:03:38.172" v="4065" actId="1076"/>
          <ac:spMkLst>
            <pc:docMk/>
            <pc:sldMk cId="3222494568" sldId="266"/>
            <ac:spMk id="10" creationId="{30FCBE52-475C-5120-74BD-AF533EED9EDF}"/>
          </ac:spMkLst>
        </pc:spChg>
        <pc:spChg chg="add mod">
          <ac:chgData name="Teresa Hutabarat" userId="009dd21e1ce88130" providerId="LiveId" clId="{4A27B0C4-71A7-4D8F-A0DD-22BCE5C29DC3}" dt="2026-10-09T04:05:08.134" v="4276" actId="20577"/>
          <ac:spMkLst>
            <pc:docMk/>
            <pc:sldMk cId="3222494568" sldId="266"/>
            <ac:spMk id="12" creationId="{7BE246F4-28F1-7F03-0FC0-98E460D7B64F}"/>
          </ac:spMkLst>
        </pc:spChg>
        <pc:spChg chg="add mod">
          <ac:chgData name="Teresa Hutabarat" userId="009dd21e1ce88130" providerId="LiveId" clId="{4A27B0C4-71A7-4D8F-A0DD-22BCE5C29DC3}" dt="2026-10-09T04:06:23.345" v="4406" actId="20577"/>
          <ac:spMkLst>
            <pc:docMk/>
            <pc:sldMk cId="3222494568" sldId="266"/>
            <ac:spMk id="14" creationId="{84A66038-464B-89F1-9F36-82029F4BC648}"/>
          </ac:spMkLst>
        </pc:spChg>
        <pc:spChg chg="add mod">
          <ac:chgData name="Teresa Hutabarat" userId="009dd21e1ce88130" providerId="LiveId" clId="{4A27B0C4-71A7-4D8F-A0DD-22BCE5C29DC3}" dt="2026-10-09T04:07:43.918" v="4447" actId="20577"/>
          <ac:spMkLst>
            <pc:docMk/>
            <pc:sldMk cId="3222494568" sldId="266"/>
            <ac:spMk id="16" creationId="{E78E244B-2BB3-A90F-14DF-6BB4C01FD0A5}"/>
          </ac:spMkLst>
        </pc:spChg>
      </pc:sldChg>
      <pc:sldChg chg="new del">
        <pc:chgData name="Teresa Hutabarat" userId="009dd21e1ce88130" providerId="LiveId" clId="{4A27B0C4-71A7-4D8F-A0DD-22BCE5C29DC3}" dt="2026-10-11T07:43:58.263" v="8244" actId="47"/>
        <pc:sldMkLst>
          <pc:docMk/>
          <pc:sldMk cId="533986430" sldId="268"/>
        </pc:sldMkLst>
      </pc:sldChg>
      <pc:sldChg chg="delSp modSp mod ord">
        <pc:chgData name="Teresa Hutabarat" userId="009dd21e1ce88130" providerId="LiveId" clId="{4A27B0C4-71A7-4D8F-A0DD-22BCE5C29DC3}" dt="2026-10-12T05:01:48.838" v="12302" actId="478"/>
        <pc:sldMkLst>
          <pc:docMk/>
          <pc:sldMk cId="1850595194" sldId="268"/>
        </pc:sldMkLst>
        <pc:spChg chg="mod">
          <ac:chgData name="Teresa Hutabarat" userId="009dd21e1ce88130" providerId="LiveId" clId="{4A27B0C4-71A7-4D8F-A0DD-22BCE5C29DC3}" dt="2026-10-12T04:59:56.323" v="12301" actId="20577"/>
          <ac:spMkLst>
            <pc:docMk/>
            <pc:sldMk cId="1850595194" sldId="268"/>
            <ac:spMk id="2" creationId="{470009AA-633E-53DC-6454-0E9FEC327DE6}"/>
          </ac:spMkLst>
        </pc:spChg>
        <pc:spChg chg="del mod">
          <ac:chgData name="Teresa Hutabarat" userId="009dd21e1ce88130" providerId="LiveId" clId="{4A27B0C4-71A7-4D8F-A0DD-22BCE5C29DC3}" dt="2026-10-12T05:01:48.838" v="12302" actId="478"/>
          <ac:spMkLst>
            <pc:docMk/>
            <pc:sldMk cId="1850595194" sldId="268"/>
            <ac:spMk id="3" creationId="{907D9F9B-8681-9293-FE99-9283AAAE3593}"/>
          </ac:spMkLst>
        </pc:spChg>
        <pc:graphicFrameChg chg="mod">
          <ac:chgData name="Teresa Hutabarat" userId="009dd21e1ce88130" providerId="LiveId" clId="{4A27B0C4-71A7-4D8F-A0DD-22BCE5C29DC3}" dt="2026-10-12T04:34:38.136" v="12228" actId="692"/>
          <ac:graphicFrameMkLst>
            <pc:docMk/>
            <pc:sldMk cId="1850595194" sldId="268"/>
            <ac:graphicFrameMk id="5" creationId="{ADB29158-269F-D85F-277E-AE09E839AF94}"/>
          </ac:graphicFrameMkLst>
        </pc:graphicFrameChg>
        <pc:graphicFrameChg chg="mod">
          <ac:chgData name="Teresa Hutabarat" userId="009dd21e1ce88130" providerId="LiveId" clId="{4A27B0C4-71A7-4D8F-A0DD-22BCE5C29DC3}" dt="2026-10-12T04:56:10.296" v="12232"/>
          <ac:graphicFrameMkLst>
            <pc:docMk/>
            <pc:sldMk cId="1850595194" sldId="268"/>
            <ac:graphicFrameMk id="15" creationId="{456A59DD-E40F-4A85-9050-36BE658D0DAB}"/>
          </ac:graphicFrameMkLst>
        </pc:graphicFrameChg>
      </pc:sldChg>
      <pc:sldChg chg="add del">
        <pc:chgData name="Teresa Hutabarat" userId="009dd21e1ce88130" providerId="LiveId" clId="{4A27B0C4-71A7-4D8F-A0DD-22BCE5C29DC3}" dt="2026-10-11T07:07:09.822" v="7646" actId="47"/>
        <pc:sldMkLst>
          <pc:docMk/>
          <pc:sldMk cId="3327820083" sldId="268"/>
        </pc:sldMkLst>
      </pc:sldChg>
      <pc:sldChg chg="modSp">
        <pc:chgData name="Teresa Hutabarat" userId="009dd21e1ce88130" providerId="LiveId" clId="{4A27B0C4-71A7-4D8F-A0DD-22BCE5C29DC3}" dt="2026-10-12T03:01:06.978" v="9771" actId="692"/>
        <pc:sldMkLst>
          <pc:docMk/>
          <pc:sldMk cId="23073225" sldId="270"/>
        </pc:sldMkLst>
        <pc:graphicFrameChg chg="mod">
          <ac:chgData name="Teresa Hutabarat" userId="009dd21e1ce88130" providerId="LiveId" clId="{4A27B0C4-71A7-4D8F-A0DD-22BCE5C29DC3}" dt="2026-10-12T03:01:06.978" v="9771" actId="692"/>
          <ac:graphicFrameMkLst>
            <pc:docMk/>
            <pc:sldMk cId="23073225" sldId="270"/>
            <ac:graphicFrameMk id="6" creationId="{00000000-0008-0000-0D00-000009000000}"/>
          </ac:graphicFrameMkLst>
        </pc:graphicFrameChg>
      </pc:sldChg>
      <pc:sldChg chg="add del">
        <pc:chgData name="Teresa Hutabarat" userId="009dd21e1ce88130" providerId="LiveId" clId="{4A27B0C4-71A7-4D8F-A0DD-22BCE5C29DC3}" dt="2026-10-11T07:07:09.822" v="7646" actId="47"/>
        <pc:sldMkLst>
          <pc:docMk/>
          <pc:sldMk cId="4024638499" sldId="270"/>
        </pc:sldMkLst>
      </pc:sldChg>
      <pc:sldChg chg="add del">
        <pc:chgData name="Teresa Hutabarat" userId="009dd21e1ce88130" providerId="LiveId" clId="{4A27B0C4-71A7-4D8F-A0DD-22BCE5C29DC3}" dt="2026-10-11T07:07:09.822" v="7646" actId="47"/>
        <pc:sldMkLst>
          <pc:docMk/>
          <pc:sldMk cId="2576765354" sldId="271"/>
        </pc:sldMkLst>
      </pc:sldChg>
      <pc:sldChg chg="add del">
        <pc:chgData name="Teresa Hutabarat" userId="009dd21e1ce88130" providerId="LiveId" clId="{4A27B0C4-71A7-4D8F-A0DD-22BCE5C29DC3}" dt="2026-10-11T07:07:09.822" v="7646" actId="47"/>
        <pc:sldMkLst>
          <pc:docMk/>
          <pc:sldMk cId="3564337432" sldId="272"/>
        </pc:sldMkLst>
      </pc:sldChg>
      <pc:sldChg chg="add del">
        <pc:chgData name="Teresa Hutabarat" userId="009dd21e1ce88130" providerId="LiveId" clId="{4A27B0C4-71A7-4D8F-A0DD-22BCE5C29DC3}" dt="2026-10-11T07:07:09.822" v="7646" actId="47"/>
        <pc:sldMkLst>
          <pc:docMk/>
          <pc:sldMk cId="3836726445" sldId="273"/>
        </pc:sldMkLst>
      </pc:sldChg>
      <pc:sldChg chg="new">
        <pc:chgData name="Teresa Hutabarat" userId="009dd21e1ce88130" providerId="LiveId" clId="{4A27B0C4-71A7-4D8F-A0DD-22BCE5C29DC3}" dt="2026-10-11T02:06:09.571" v="4684" actId="680"/>
        <pc:sldMkLst>
          <pc:docMk/>
          <pc:sldMk cId="2320434851" sldId="274"/>
        </pc:sldMkLst>
      </pc:sldChg>
      <pc:sldChg chg="addSp delSp modSp add mod">
        <pc:chgData name="Teresa Hutabarat" userId="009dd21e1ce88130" providerId="LiveId" clId="{4A27B0C4-71A7-4D8F-A0DD-22BCE5C29DC3}" dt="2026-10-12T04:08:13.918" v="12199" actId="20577"/>
        <pc:sldMkLst>
          <pc:docMk/>
          <pc:sldMk cId="0" sldId="275"/>
        </pc:sldMkLst>
        <pc:spChg chg="mod">
          <ac:chgData name="Teresa Hutabarat" userId="009dd21e1ce88130" providerId="LiveId" clId="{4A27B0C4-71A7-4D8F-A0DD-22BCE5C29DC3}" dt="2026-10-12T04:08:01.041" v="12193" actId="20577"/>
          <ac:spMkLst>
            <pc:docMk/>
            <pc:sldMk cId="0" sldId="275"/>
            <ac:spMk id="2" creationId="{00000000-0000-0000-0000-000000000000}"/>
          </ac:spMkLst>
        </pc:spChg>
        <pc:spChg chg="del mod">
          <ac:chgData name="Teresa Hutabarat" userId="009dd21e1ce88130" providerId="LiveId" clId="{4A27B0C4-71A7-4D8F-A0DD-22BCE5C29DC3}" dt="2026-10-11T02:12:39.113" v="5602" actId="478"/>
          <ac:spMkLst>
            <pc:docMk/>
            <pc:sldMk cId="0" sldId="275"/>
            <ac:spMk id="4" creationId="{00000000-0000-0000-0000-000000000000}"/>
          </ac:spMkLst>
        </pc:spChg>
        <pc:spChg chg="mod">
          <ac:chgData name="Teresa Hutabarat" userId="009dd21e1ce88130" providerId="LiveId" clId="{4A27B0C4-71A7-4D8F-A0DD-22BCE5C29DC3}" dt="2026-10-11T02:11:18.051" v="5365" actId="1076"/>
          <ac:spMkLst>
            <pc:docMk/>
            <pc:sldMk cId="0" sldId="275"/>
            <ac:spMk id="6" creationId="{00000000-0000-0000-0000-000000000000}"/>
          </ac:spMkLst>
        </pc:spChg>
        <pc:spChg chg="mod">
          <ac:chgData name="Teresa Hutabarat" userId="009dd21e1ce88130" providerId="LiveId" clId="{4A27B0C4-71A7-4D8F-A0DD-22BCE5C29DC3}" dt="2026-10-11T02:11:18.051" v="5365" actId="1076"/>
          <ac:spMkLst>
            <pc:docMk/>
            <pc:sldMk cId="0" sldId="275"/>
            <ac:spMk id="7" creationId="{00000000-0000-0000-0000-000000000000}"/>
          </ac:spMkLst>
        </pc:spChg>
        <pc:spChg chg="mod">
          <ac:chgData name="Teresa Hutabarat" userId="009dd21e1ce88130" providerId="LiveId" clId="{4A27B0C4-71A7-4D8F-A0DD-22BCE5C29DC3}" dt="2026-10-11T02:11:18.051" v="5365" actId="1076"/>
          <ac:spMkLst>
            <pc:docMk/>
            <pc:sldMk cId="0" sldId="275"/>
            <ac:spMk id="8" creationId="{00000000-0000-0000-0000-000000000000}"/>
          </ac:spMkLst>
        </pc:spChg>
        <pc:spChg chg="mod">
          <ac:chgData name="Teresa Hutabarat" userId="009dd21e1ce88130" providerId="LiveId" clId="{4A27B0C4-71A7-4D8F-A0DD-22BCE5C29DC3}" dt="2026-10-11T02:11:18.051" v="5365" actId="107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Teresa Hutabarat" userId="009dd21e1ce88130" providerId="LiveId" clId="{4A27B0C4-71A7-4D8F-A0DD-22BCE5C29DC3}" dt="2026-10-11T02:11:18.051" v="5365" actId="107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Teresa Hutabarat" userId="009dd21e1ce88130" providerId="LiveId" clId="{4A27B0C4-71A7-4D8F-A0DD-22BCE5C29DC3}" dt="2026-10-11T02:11:18.051" v="5365" actId="107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Teresa Hutabarat" userId="009dd21e1ce88130" providerId="LiveId" clId="{4A27B0C4-71A7-4D8F-A0DD-22BCE5C29DC3}" dt="2026-10-12T04:08:13.918" v="12199" actId="20577"/>
          <ac:spMkLst>
            <pc:docMk/>
            <pc:sldMk cId="0" sldId="275"/>
            <ac:spMk id="13" creationId="{00000000-0000-0000-0000-000000000000}"/>
          </ac:spMkLst>
        </pc:spChg>
        <pc:spChg chg="mod">
          <ac:chgData name="Teresa Hutabarat" userId="009dd21e1ce88130" providerId="LiveId" clId="{4A27B0C4-71A7-4D8F-A0DD-22BCE5C29DC3}" dt="2026-10-11T06:35:42.971" v="5857" actId="14100"/>
          <ac:spMkLst>
            <pc:docMk/>
            <pc:sldMk cId="0" sldId="275"/>
            <ac:spMk id="16" creationId="{ED320030-640B-04E5-BB4D-47DB694F95FE}"/>
          </ac:spMkLst>
        </pc:spChg>
        <pc:spChg chg="add mod">
          <ac:chgData name="Teresa Hutabarat" userId="009dd21e1ce88130" providerId="LiveId" clId="{4A27B0C4-71A7-4D8F-A0DD-22BCE5C29DC3}" dt="2026-10-12T04:07:56.487" v="12191" actId="1076"/>
          <ac:spMkLst>
            <pc:docMk/>
            <pc:sldMk cId="0" sldId="275"/>
            <ac:spMk id="17" creationId="{83C439ED-C283-A207-49D7-EB0604407D3E}"/>
          </ac:spMkLst>
        </pc:spChg>
        <pc:spChg chg="mod">
          <ac:chgData name="Teresa Hutabarat" userId="009dd21e1ce88130" providerId="LiveId" clId="{4A27B0C4-71A7-4D8F-A0DD-22BCE5C29DC3}" dt="2026-10-11T06:35:27.260" v="5854" actId="693"/>
          <ac:spMkLst>
            <pc:docMk/>
            <pc:sldMk cId="0" sldId="275"/>
            <ac:spMk id="18" creationId="{C7047107-B49E-EA54-9D62-F345FA4FB784}"/>
          </ac:spMkLst>
        </pc:spChg>
        <pc:spChg chg="mod">
          <ac:chgData name="Teresa Hutabarat" userId="009dd21e1ce88130" providerId="LiveId" clId="{4A27B0C4-71A7-4D8F-A0DD-22BCE5C29DC3}" dt="2026-10-11T06:36:04.446" v="5862" actId="14100"/>
          <ac:spMkLst>
            <pc:docMk/>
            <pc:sldMk cId="0" sldId="275"/>
            <ac:spMk id="19" creationId="{0F0749F8-A1DF-EAE1-9361-8AC2FDA1321C}"/>
          </ac:spMkLst>
        </pc:spChg>
        <pc:spChg chg="del">
          <ac:chgData name="Teresa Hutabarat" userId="009dd21e1ce88130" providerId="LiveId" clId="{4A27B0C4-71A7-4D8F-A0DD-22BCE5C29DC3}" dt="2026-10-11T02:15:09.133" v="5851" actId="478"/>
          <ac:spMkLst>
            <pc:docMk/>
            <pc:sldMk cId="0" sldId="275"/>
            <ac:spMk id="20" creationId="{A5497C34-06CE-1EE9-FCC5-B8B201DC9CF7}"/>
          </ac:spMkLst>
        </pc:spChg>
        <pc:spChg chg="add del mod">
          <ac:chgData name="Teresa Hutabarat" userId="009dd21e1ce88130" providerId="LiveId" clId="{4A27B0C4-71A7-4D8F-A0DD-22BCE5C29DC3}" dt="2026-10-11T02:13:34.011" v="5640" actId="2085"/>
          <ac:spMkLst>
            <pc:docMk/>
            <pc:sldMk cId="0" sldId="275"/>
            <ac:spMk id="21" creationId="{540935B1-4C95-2EC6-297D-C2C17C7C50CB}"/>
          </ac:spMkLst>
        </pc:spChg>
        <pc:spChg chg="add mod">
          <ac:chgData name="Teresa Hutabarat" userId="009dd21e1ce88130" providerId="LiveId" clId="{4A27B0C4-71A7-4D8F-A0DD-22BCE5C29DC3}" dt="2026-10-12T04:07:58.451" v="12192" actId="1076"/>
          <ac:spMkLst>
            <pc:docMk/>
            <pc:sldMk cId="0" sldId="275"/>
            <ac:spMk id="23" creationId="{0C70DDAB-AFFA-6F28-29C6-2E85D374C2EE}"/>
          </ac:spMkLst>
        </pc:spChg>
        <pc:spChg chg="add mod">
          <ac:chgData name="Teresa Hutabarat" userId="009dd21e1ce88130" providerId="LiveId" clId="{4A27B0C4-71A7-4D8F-A0DD-22BCE5C29DC3}" dt="2026-10-12T04:07:47.792" v="12190" actId="1076"/>
          <ac:spMkLst>
            <pc:docMk/>
            <pc:sldMk cId="0" sldId="275"/>
            <ac:spMk id="24" creationId="{59211950-21D5-EB5B-FFDE-2AB7E142DB5F}"/>
          </ac:spMkLst>
        </pc:spChg>
        <pc:graphicFrameChg chg="mod">
          <ac:chgData name="Teresa Hutabarat" userId="009dd21e1ce88130" providerId="LiveId" clId="{4A27B0C4-71A7-4D8F-A0DD-22BCE5C29DC3}" dt="2026-10-11T02:13:39.459" v="5641" actId="14100"/>
          <ac:graphicFrameMkLst>
            <pc:docMk/>
            <pc:sldMk cId="0" sldId="275"/>
            <ac:graphicFrameMk id="14" creationId="{00000000-0000-0000-0000-000000000000}"/>
          </ac:graphicFrameMkLst>
        </pc:graphicFrameChg>
      </pc:sldChg>
      <pc:sldChg chg="addSp delSp modSp new mod">
        <pc:chgData name="Teresa Hutabarat" userId="009dd21e1ce88130" providerId="LiveId" clId="{4A27B0C4-71A7-4D8F-A0DD-22BCE5C29DC3}" dt="2026-10-12T02:21:53.123" v="9578" actId="478"/>
        <pc:sldMkLst>
          <pc:docMk/>
          <pc:sldMk cId="2392868378" sldId="276"/>
        </pc:sldMkLst>
        <pc:spChg chg="mod">
          <ac:chgData name="Teresa Hutabarat" userId="009dd21e1ce88130" providerId="LiveId" clId="{4A27B0C4-71A7-4D8F-A0DD-22BCE5C29DC3}" dt="2026-10-11T08:14:16.214" v="8952" actId="20577"/>
          <ac:spMkLst>
            <pc:docMk/>
            <pc:sldMk cId="2392868378" sldId="276"/>
            <ac:spMk id="2" creationId="{628CAC4A-672F-D29D-2EE6-F890B650AA7F}"/>
          </ac:spMkLst>
        </pc:spChg>
        <pc:spChg chg="add del mod">
          <ac:chgData name="Teresa Hutabarat" userId="009dd21e1ce88130" providerId="LiveId" clId="{4A27B0C4-71A7-4D8F-A0DD-22BCE5C29DC3}" dt="2026-10-12T02:21:53.123" v="9578" actId="478"/>
          <ac:spMkLst>
            <pc:docMk/>
            <pc:sldMk cId="2392868378" sldId="276"/>
            <ac:spMk id="8" creationId="{E815A6F5-0C85-4923-2046-5412E3F70198}"/>
          </ac:spMkLst>
        </pc:spChg>
        <pc:spChg chg="add del">
          <ac:chgData name="Teresa Hutabarat" userId="009dd21e1ce88130" providerId="LiveId" clId="{4A27B0C4-71A7-4D8F-A0DD-22BCE5C29DC3}" dt="2026-10-12T02:21:53.123" v="9578" actId="478"/>
          <ac:spMkLst>
            <pc:docMk/>
            <pc:sldMk cId="2392868378" sldId="276"/>
            <ac:spMk id="10" creationId="{8407337D-F053-9527-F3D8-09A84B092A51}"/>
          </ac:spMkLst>
        </pc:spChg>
        <pc:graphicFrameChg chg="add">
          <ac:chgData name="Teresa Hutabarat" userId="009dd21e1ce88130" providerId="LiveId" clId="{4A27B0C4-71A7-4D8F-A0DD-22BCE5C29DC3}" dt="2026-10-11T06:38:06.293" v="6136" actId="22"/>
          <ac:graphicFrameMkLst>
            <pc:docMk/>
            <pc:sldMk cId="2392868378" sldId="276"/>
            <ac:graphicFrameMk id="4" creationId="{9BC4016F-8EF6-1A9F-D23C-E5798CCFDE80}"/>
          </ac:graphicFrameMkLst>
        </pc:graphicFrameChg>
        <pc:graphicFrameChg chg="add">
          <ac:chgData name="Teresa Hutabarat" userId="009dd21e1ce88130" providerId="LiveId" clId="{4A27B0C4-71A7-4D8F-A0DD-22BCE5C29DC3}" dt="2026-10-11T06:38:06.293" v="6136" actId="22"/>
          <ac:graphicFrameMkLst>
            <pc:docMk/>
            <pc:sldMk cId="2392868378" sldId="276"/>
            <ac:graphicFrameMk id="6" creationId="{EBC1BFA7-0862-AC6A-F832-67298C285061}"/>
          </ac:graphicFrameMkLst>
        </pc:graphicFrameChg>
      </pc:sldChg>
      <pc:sldChg chg="addSp delSp modSp add mod">
        <pc:chgData name="Teresa Hutabarat" userId="009dd21e1ce88130" providerId="LiveId" clId="{4A27B0C4-71A7-4D8F-A0DD-22BCE5C29DC3}" dt="2026-10-11T08:15:36.119" v="8997" actId="14100"/>
        <pc:sldMkLst>
          <pc:docMk/>
          <pc:sldMk cId="0" sldId="277"/>
        </pc:sldMkLst>
        <pc:spChg chg="mod">
          <ac:chgData name="Teresa Hutabarat" userId="009dd21e1ce88130" providerId="LiveId" clId="{4A27B0C4-71A7-4D8F-A0DD-22BCE5C29DC3}" dt="2026-10-11T08:15:12.378" v="8990" actId="20577"/>
          <ac:spMkLst>
            <pc:docMk/>
            <pc:sldMk cId="0" sldId="277"/>
            <ac:spMk id="2" creationId="{00000000-0000-0000-0000-000000000000}"/>
          </ac:spMkLst>
        </pc:spChg>
        <pc:spChg chg="add mod">
          <ac:chgData name="Teresa Hutabarat" userId="009dd21e1ce88130" providerId="LiveId" clId="{4A27B0C4-71A7-4D8F-A0DD-22BCE5C29DC3}" dt="2026-10-11T08:09:27.449" v="8802" actId="20577"/>
          <ac:spMkLst>
            <pc:docMk/>
            <pc:sldMk cId="0" sldId="277"/>
            <ac:spMk id="5" creationId="{968FCAE6-F2F5-C1E8-D7A6-1E4EE0590AA2}"/>
          </ac:spMkLst>
        </pc:spChg>
        <pc:spChg chg="mod">
          <ac:chgData name="Teresa Hutabarat" userId="009dd21e1ce88130" providerId="LiveId" clId="{4A27B0C4-71A7-4D8F-A0DD-22BCE5C29DC3}" dt="2026-10-11T08:15:27.092" v="8994" actId="1076"/>
          <ac:spMkLst>
            <pc:docMk/>
            <pc:sldMk cId="0" sldId="277"/>
            <ac:spMk id="6" creationId="{00000000-0000-0000-0000-000000000000}"/>
          </ac:spMkLst>
        </pc:spChg>
        <pc:spChg chg="del">
          <ac:chgData name="Teresa Hutabarat" userId="009dd21e1ce88130" providerId="LiveId" clId="{4A27B0C4-71A7-4D8F-A0DD-22BCE5C29DC3}" dt="2026-10-11T08:15:19.823" v="8991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Teresa Hutabarat" userId="009dd21e1ce88130" providerId="LiveId" clId="{4A27B0C4-71A7-4D8F-A0DD-22BCE5C29DC3}" dt="2026-10-11T08:15:19.823" v="8991" actId="478"/>
          <ac:spMkLst>
            <pc:docMk/>
            <pc:sldMk cId="0" sldId="277"/>
            <ac:spMk id="8" creationId="{00000000-0000-0000-0000-000000000000}"/>
          </ac:spMkLst>
        </pc:spChg>
        <pc:spChg chg="del">
          <ac:chgData name="Teresa Hutabarat" userId="009dd21e1ce88130" providerId="LiveId" clId="{4A27B0C4-71A7-4D8F-A0DD-22BCE5C29DC3}" dt="2026-10-11T08:15:19.823" v="8991" actId="478"/>
          <ac:spMkLst>
            <pc:docMk/>
            <pc:sldMk cId="0" sldId="277"/>
            <ac:spMk id="10" creationId="{00000000-0000-0000-0000-000000000000}"/>
          </ac:spMkLst>
        </pc:spChg>
        <pc:spChg chg="del">
          <ac:chgData name="Teresa Hutabarat" userId="009dd21e1ce88130" providerId="LiveId" clId="{4A27B0C4-71A7-4D8F-A0DD-22BCE5C29DC3}" dt="2026-10-11T08:15:19.823" v="8991" actId="478"/>
          <ac:spMkLst>
            <pc:docMk/>
            <pc:sldMk cId="0" sldId="277"/>
            <ac:spMk id="11" creationId="{00000000-0000-0000-0000-000000000000}"/>
          </ac:spMkLst>
        </pc:spChg>
        <pc:spChg chg="del">
          <ac:chgData name="Teresa Hutabarat" userId="009dd21e1ce88130" providerId="LiveId" clId="{4A27B0C4-71A7-4D8F-A0DD-22BCE5C29DC3}" dt="2026-10-11T08:15:19.823" v="8991" actId="478"/>
          <ac:spMkLst>
            <pc:docMk/>
            <pc:sldMk cId="0" sldId="277"/>
            <ac:spMk id="12" creationId="{00000000-0000-0000-0000-000000000000}"/>
          </ac:spMkLst>
        </pc:spChg>
        <pc:spChg chg="del">
          <ac:chgData name="Teresa Hutabarat" userId="009dd21e1ce88130" providerId="LiveId" clId="{4A27B0C4-71A7-4D8F-A0DD-22BCE5C29DC3}" dt="2026-10-11T08:15:19.823" v="8991" actId="478"/>
          <ac:spMkLst>
            <pc:docMk/>
            <pc:sldMk cId="0" sldId="277"/>
            <ac:spMk id="14" creationId="{00000000-0000-0000-0000-000000000000}"/>
          </ac:spMkLst>
        </pc:spChg>
        <pc:spChg chg="mod">
          <ac:chgData name="Teresa Hutabarat" userId="009dd21e1ce88130" providerId="LiveId" clId="{4A27B0C4-71A7-4D8F-A0DD-22BCE5C29DC3}" dt="2026-10-11T08:09:15.951" v="8748" actId="1076"/>
          <ac:spMkLst>
            <pc:docMk/>
            <pc:sldMk cId="0" sldId="277"/>
            <ac:spMk id="15" creationId="{57E6EE9F-8738-E987-94D7-4182B0876DCC}"/>
          </ac:spMkLst>
        </pc:spChg>
        <pc:graphicFrameChg chg="mod">
          <ac:chgData name="Teresa Hutabarat" userId="009dd21e1ce88130" providerId="LiveId" clId="{4A27B0C4-71A7-4D8F-A0DD-22BCE5C29DC3}" dt="2026-10-11T08:15:31.094" v="8995" actId="14100"/>
          <ac:graphicFrameMkLst>
            <pc:docMk/>
            <pc:sldMk cId="0" sldId="277"/>
            <ac:graphicFrameMk id="4" creationId="{00000000-0000-0000-0000-000000000000}"/>
          </ac:graphicFrameMkLst>
        </pc:graphicFrameChg>
        <pc:graphicFrameChg chg="mod">
          <ac:chgData name="Teresa Hutabarat" userId="009dd21e1ce88130" providerId="LiveId" clId="{4A27B0C4-71A7-4D8F-A0DD-22BCE5C29DC3}" dt="2026-10-11T08:15:36.119" v="8997" actId="14100"/>
          <ac:graphicFrameMkLst>
            <pc:docMk/>
            <pc:sldMk cId="0" sldId="277"/>
            <ac:graphicFrameMk id="16" creationId="{BD98CA6F-78AA-3A20-9A1D-4365E610007B}"/>
          </ac:graphicFrameMkLst>
        </pc:graphicFrameChg>
        <pc:picChg chg="del">
          <ac:chgData name="Teresa Hutabarat" userId="009dd21e1ce88130" providerId="LiveId" clId="{4A27B0C4-71A7-4D8F-A0DD-22BCE5C29DC3}" dt="2026-10-11T08:15:19.823" v="8991" actId="478"/>
          <ac:picMkLst>
            <pc:docMk/>
            <pc:sldMk cId="0" sldId="277"/>
            <ac:picMk id="9" creationId="{00000000-0000-0000-0000-000000000000}"/>
          </ac:picMkLst>
        </pc:picChg>
        <pc:picChg chg="del">
          <ac:chgData name="Teresa Hutabarat" userId="009dd21e1ce88130" providerId="LiveId" clId="{4A27B0C4-71A7-4D8F-A0DD-22BCE5C29DC3}" dt="2026-10-11T08:15:19.823" v="8991" actId="478"/>
          <ac:picMkLst>
            <pc:docMk/>
            <pc:sldMk cId="0" sldId="277"/>
            <ac:picMk id="13" creationId="{00000000-0000-0000-0000-000000000000}"/>
          </ac:picMkLst>
        </pc:picChg>
      </pc:sldChg>
      <pc:sldChg chg="modSp add mod">
        <pc:chgData name="Teresa Hutabarat" userId="009dd21e1ce88130" providerId="LiveId" clId="{4A27B0C4-71A7-4D8F-A0DD-22BCE5C29DC3}" dt="2026-10-12T04:24:20.412" v="12217" actId="20577"/>
        <pc:sldMkLst>
          <pc:docMk/>
          <pc:sldMk cId="0" sldId="278"/>
        </pc:sldMkLst>
        <pc:spChg chg="mod">
          <ac:chgData name="Teresa Hutabarat" userId="009dd21e1ce88130" providerId="LiveId" clId="{4A27B0C4-71A7-4D8F-A0DD-22BCE5C29DC3}" dt="2026-10-12T04:21:40.457" v="12209" actId="14100"/>
          <ac:spMkLst>
            <pc:docMk/>
            <pc:sldMk cId="0" sldId="278"/>
            <ac:spMk id="2" creationId="{00000000-0000-0000-0000-000000000000}"/>
          </ac:spMkLst>
        </pc:spChg>
        <pc:spChg chg="mod">
          <ac:chgData name="Teresa Hutabarat" userId="009dd21e1ce88130" providerId="LiveId" clId="{4A27B0C4-71A7-4D8F-A0DD-22BCE5C29DC3}" dt="2026-10-11T08:39:41.107" v="9488" actId="20577"/>
          <ac:spMkLst>
            <pc:docMk/>
            <pc:sldMk cId="0" sldId="278"/>
            <ac:spMk id="9" creationId="{6CDB45A3-1294-0531-BD37-CDC2E768E004}"/>
          </ac:spMkLst>
        </pc:spChg>
        <pc:graphicFrameChg chg="modGraphic">
          <ac:chgData name="Teresa Hutabarat" userId="009dd21e1ce88130" providerId="LiveId" clId="{4A27B0C4-71A7-4D8F-A0DD-22BCE5C29DC3}" dt="2026-10-12T04:24:20.412" v="12217" actId="20577"/>
          <ac:graphicFrameMkLst>
            <pc:docMk/>
            <pc:sldMk cId="0" sldId="278"/>
            <ac:graphicFrameMk id="7" creationId="{00000000-0000-0000-0000-000000000000}"/>
          </ac:graphicFrameMkLst>
        </pc:graphicFrameChg>
      </pc:sldChg>
      <pc:sldChg chg="delSp modSp add mod">
        <pc:chgData name="Teresa Hutabarat" userId="009dd21e1ce88130" providerId="LiveId" clId="{4A27B0C4-71A7-4D8F-A0DD-22BCE5C29DC3}" dt="2026-10-12T04:20:46.130" v="12207" actId="14100"/>
        <pc:sldMkLst>
          <pc:docMk/>
          <pc:sldMk cId="3485354136" sldId="279"/>
        </pc:sldMkLst>
        <pc:spChg chg="mod">
          <ac:chgData name="Teresa Hutabarat" userId="009dd21e1ce88130" providerId="LiveId" clId="{4A27B0C4-71A7-4D8F-A0DD-22BCE5C29DC3}" dt="2026-10-12T04:20:46.130" v="12207" actId="14100"/>
          <ac:spMkLst>
            <pc:docMk/>
            <pc:sldMk cId="3485354136" sldId="279"/>
            <ac:spMk id="2" creationId="{1DA931AC-B783-BB8E-01DC-436FD6836E98}"/>
          </ac:spMkLst>
        </pc:spChg>
        <pc:spChg chg="del">
          <ac:chgData name="Teresa Hutabarat" userId="009dd21e1ce88130" providerId="LiveId" clId="{4A27B0C4-71A7-4D8F-A0DD-22BCE5C29DC3}" dt="2026-10-12T04:20:05.274" v="12205" actId="478"/>
          <ac:spMkLst>
            <pc:docMk/>
            <pc:sldMk cId="3485354136" sldId="279"/>
            <ac:spMk id="5" creationId="{5122357F-0260-CA85-ABFD-538A671835EE}"/>
          </ac:spMkLst>
        </pc:spChg>
        <pc:spChg chg="mod">
          <ac:chgData name="Teresa Hutabarat" userId="009dd21e1ce88130" providerId="LiveId" clId="{4A27B0C4-71A7-4D8F-A0DD-22BCE5C29DC3}" dt="2026-10-12T02:23:57.217" v="9590" actId="1076"/>
          <ac:spMkLst>
            <pc:docMk/>
            <pc:sldMk cId="3485354136" sldId="279"/>
            <ac:spMk id="6" creationId="{7861F6B8-4C92-12B4-0D0B-BA4B82D50CD2}"/>
          </ac:spMkLst>
        </pc:spChg>
        <pc:graphicFrameChg chg="modGraphic">
          <ac:chgData name="Teresa Hutabarat" userId="009dd21e1ce88130" providerId="LiveId" clId="{4A27B0C4-71A7-4D8F-A0DD-22BCE5C29DC3}" dt="2026-10-12T04:20:22.850" v="12206" actId="122"/>
          <ac:graphicFrameMkLst>
            <pc:docMk/>
            <pc:sldMk cId="3485354136" sldId="279"/>
            <ac:graphicFrameMk id="10" creationId="{86B3E622-2D53-7ACC-9D0E-C55F349AD51A}"/>
          </ac:graphicFrameMkLst>
        </pc:graphicFrameChg>
      </pc:sldChg>
      <pc:sldChg chg="addSp modSp add mod">
        <pc:chgData name="Teresa Hutabarat" userId="009dd21e1ce88130" providerId="LiveId" clId="{4A27B0C4-71A7-4D8F-A0DD-22BCE5C29DC3}" dt="2026-10-12T05:18:36.363" v="12303" actId="1076"/>
        <pc:sldMkLst>
          <pc:docMk/>
          <pc:sldMk cId="4239001261" sldId="280"/>
        </pc:sldMkLst>
        <pc:spChg chg="mod">
          <ac:chgData name="Teresa Hutabarat" userId="009dd21e1ce88130" providerId="LiveId" clId="{4A27B0C4-71A7-4D8F-A0DD-22BCE5C29DC3}" dt="2026-10-11T07:43:37.958" v="8239" actId="114"/>
          <ac:spMkLst>
            <pc:docMk/>
            <pc:sldMk cId="4239001261" sldId="280"/>
            <ac:spMk id="2" creationId="{A85E4058-E799-1CC2-E1CF-4EEE4AA48540}"/>
          </ac:spMkLst>
        </pc:spChg>
        <pc:spChg chg="add mod">
          <ac:chgData name="Teresa Hutabarat" userId="009dd21e1ce88130" providerId="LiveId" clId="{4A27B0C4-71A7-4D8F-A0DD-22BCE5C29DC3}" dt="2026-10-11T08:11:26.787" v="8919" actId="1076"/>
          <ac:spMkLst>
            <pc:docMk/>
            <pc:sldMk cId="4239001261" sldId="280"/>
            <ac:spMk id="3" creationId="{8281A95B-7725-7FC7-76F7-0E05B3F3D156}"/>
          </ac:spMkLst>
        </pc:spChg>
        <pc:spChg chg="add mod">
          <ac:chgData name="Teresa Hutabarat" userId="009dd21e1ce88130" providerId="LiveId" clId="{4A27B0C4-71A7-4D8F-A0DD-22BCE5C29DC3}" dt="2026-10-12T02:25:13.028" v="9594" actId="1076"/>
          <ac:spMkLst>
            <pc:docMk/>
            <pc:sldMk cId="4239001261" sldId="280"/>
            <ac:spMk id="5" creationId="{08A02EA1-B988-0823-BA8D-051070B362A9}"/>
          </ac:spMkLst>
        </pc:spChg>
        <pc:spChg chg="mod">
          <ac:chgData name="Teresa Hutabarat" userId="009dd21e1ce88130" providerId="LiveId" clId="{4A27B0C4-71A7-4D8F-A0DD-22BCE5C29DC3}" dt="2026-10-11T08:10:56.153" v="8859" actId="1076"/>
          <ac:spMkLst>
            <pc:docMk/>
            <pc:sldMk cId="4239001261" sldId="280"/>
            <ac:spMk id="6" creationId="{46577AD4-D8DA-9A50-F450-88F7DE95986D}"/>
          </ac:spMkLst>
        </pc:spChg>
        <pc:spChg chg="mod">
          <ac:chgData name="Teresa Hutabarat" userId="009dd21e1ce88130" providerId="LiveId" clId="{4A27B0C4-71A7-4D8F-A0DD-22BCE5C29DC3}" dt="2026-10-12T05:18:36.363" v="12303" actId="1076"/>
          <ac:spMkLst>
            <pc:docMk/>
            <pc:sldMk cId="4239001261" sldId="280"/>
            <ac:spMk id="11" creationId="{81C30EF2-78E6-33B1-6E7A-87F64EAD9619}"/>
          </ac:spMkLst>
        </pc:spChg>
        <pc:graphicFrameChg chg="mod">
          <ac:chgData name="Teresa Hutabarat" userId="009dd21e1ce88130" providerId="LiveId" clId="{4A27B0C4-71A7-4D8F-A0DD-22BCE5C29DC3}" dt="2026-10-12T04:21:31.559" v="12208"/>
          <ac:graphicFrameMkLst>
            <pc:docMk/>
            <pc:sldMk cId="4239001261" sldId="280"/>
            <ac:graphicFrameMk id="8" creationId="{88A300B8-B9AE-E64F-863F-3D90D6BC7349}"/>
          </ac:graphicFrameMkLst>
        </pc:graphicFrameChg>
        <pc:cxnChg chg="mod">
          <ac:chgData name="Teresa Hutabarat" userId="009dd21e1ce88130" providerId="LiveId" clId="{4A27B0C4-71A7-4D8F-A0DD-22BCE5C29DC3}" dt="2026-10-12T05:18:36.363" v="12303" actId="1076"/>
          <ac:cxnSpMkLst>
            <pc:docMk/>
            <pc:sldMk cId="4239001261" sldId="280"/>
            <ac:cxnSpMk id="14" creationId="{2861F5AF-C971-AC0B-D09C-E9DFDA4EAAB5}"/>
          </ac:cxnSpMkLst>
        </pc:cxnChg>
      </pc:sldChg>
      <pc:sldChg chg="addSp delSp modSp add mod ord">
        <pc:chgData name="Teresa Hutabarat" userId="009dd21e1ce88130" providerId="LiveId" clId="{4A27B0C4-71A7-4D8F-A0DD-22BCE5C29DC3}" dt="2026-10-12T04:26:36.571" v="12225" actId="339"/>
        <pc:sldMkLst>
          <pc:docMk/>
          <pc:sldMk cId="1138942419" sldId="281"/>
        </pc:sldMkLst>
        <pc:spChg chg="add del mod">
          <ac:chgData name="Teresa Hutabarat" userId="009dd21e1ce88130" providerId="LiveId" clId="{4A27B0C4-71A7-4D8F-A0DD-22BCE5C29DC3}" dt="2026-10-12T03:44:05" v="10426" actId="21"/>
          <ac:spMkLst>
            <pc:docMk/>
            <pc:sldMk cId="1138942419" sldId="281"/>
            <ac:spMk id="2" creationId="{FD83BB4B-0368-23E9-3AA7-C15C2EB8A0DD}"/>
          </ac:spMkLst>
        </pc:spChg>
        <pc:spChg chg="add">
          <ac:chgData name="Teresa Hutabarat" userId="009dd21e1ce88130" providerId="LiveId" clId="{4A27B0C4-71A7-4D8F-A0DD-22BCE5C29DC3}" dt="2026-10-12T02:52:16.053" v="9758" actId="11529"/>
          <ac:spMkLst>
            <pc:docMk/>
            <pc:sldMk cId="1138942419" sldId="281"/>
            <ac:spMk id="3" creationId="{522EADAA-C64E-0026-DB8F-2F98191995D5}"/>
          </ac:spMkLst>
        </pc:spChg>
        <pc:spChg chg="add del mod">
          <ac:chgData name="Teresa Hutabarat" userId="009dd21e1ce88130" providerId="LiveId" clId="{4A27B0C4-71A7-4D8F-A0DD-22BCE5C29DC3}" dt="2026-10-11T07:34:04.461" v="7650"/>
          <ac:spMkLst>
            <pc:docMk/>
            <pc:sldMk cId="1138942419" sldId="281"/>
            <ac:spMk id="3" creationId="{7823F87E-3D2B-80AD-D542-FEFCA77BAA9D}"/>
          </ac:spMkLst>
        </pc:spChg>
        <pc:spChg chg="add del mod">
          <ac:chgData name="Teresa Hutabarat" userId="009dd21e1ce88130" providerId="LiveId" clId="{4A27B0C4-71A7-4D8F-A0DD-22BCE5C29DC3}" dt="2026-10-11T08:40:49.091" v="9493" actId="478"/>
          <ac:spMkLst>
            <pc:docMk/>
            <pc:sldMk cId="1138942419" sldId="281"/>
            <ac:spMk id="6" creationId="{6153D542-8148-4B13-A3B6-9B0F145F1C54}"/>
          </ac:spMkLst>
        </pc:spChg>
        <pc:spChg chg="add mod">
          <ac:chgData name="Teresa Hutabarat" userId="009dd21e1ce88130" providerId="LiveId" clId="{4A27B0C4-71A7-4D8F-A0DD-22BCE5C29DC3}" dt="2026-10-12T04:04:03.778" v="12130" actId="1076"/>
          <ac:spMkLst>
            <pc:docMk/>
            <pc:sldMk cId="1138942419" sldId="281"/>
            <ac:spMk id="10" creationId="{9994036B-4BCC-4BC0-BD25-D79B0AFCB769}"/>
          </ac:spMkLst>
        </pc:spChg>
        <pc:spChg chg="mod">
          <ac:chgData name="Teresa Hutabarat" userId="009dd21e1ce88130" providerId="LiveId" clId="{4A27B0C4-71A7-4D8F-A0DD-22BCE5C29DC3}" dt="2026-10-12T02:52:10.616" v="9757" actId="1076"/>
          <ac:spMkLst>
            <pc:docMk/>
            <pc:sldMk cId="1138942419" sldId="281"/>
            <ac:spMk id="12" creationId="{D611C3ED-12CC-887E-D1BC-D738D5A75105}"/>
          </ac:spMkLst>
        </pc:spChg>
        <pc:spChg chg="add mod">
          <ac:chgData name="Teresa Hutabarat" userId="009dd21e1ce88130" providerId="LiveId" clId="{4A27B0C4-71A7-4D8F-A0DD-22BCE5C29DC3}" dt="2026-10-12T04:04:03.778" v="12130" actId="1076"/>
          <ac:spMkLst>
            <pc:docMk/>
            <pc:sldMk cId="1138942419" sldId="281"/>
            <ac:spMk id="13" creationId="{652ABE77-8B3A-78FC-059D-F39CD2E5219B}"/>
          </ac:spMkLst>
        </pc:spChg>
        <pc:spChg chg="del">
          <ac:chgData name="Teresa Hutabarat" userId="009dd21e1ce88130" providerId="LiveId" clId="{4A27B0C4-71A7-4D8F-A0DD-22BCE5C29DC3}" dt="2026-10-11T07:37:31.043" v="7653" actId="478"/>
          <ac:spMkLst>
            <pc:docMk/>
            <pc:sldMk cId="1138942419" sldId="281"/>
            <ac:spMk id="14" creationId="{32889C73-A4A2-7836-EEC6-1C39BE75F97F}"/>
          </ac:spMkLst>
        </pc:spChg>
        <pc:spChg chg="add mod">
          <ac:chgData name="Teresa Hutabarat" userId="009dd21e1ce88130" providerId="LiveId" clId="{4A27B0C4-71A7-4D8F-A0DD-22BCE5C29DC3}" dt="2026-10-12T02:52:23.297" v="9763" actId="1035"/>
          <ac:spMkLst>
            <pc:docMk/>
            <pc:sldMk cId="1138942419" sldId="281"/>
            <ac:spMk id="14" creationId="{7042C650-908E-66A9-907F-2EFF37F98CB5}"/>
          </ac:spMkLst>
        </pc:spChg>
        <pc:spChg chg="del mod">
          <ac:chgData name="Teresa Hutabarat" userId="009dd21e1ce88130" providerId="LiveId" clId="{4A27B0C4-71A7-4D8F-A0DD-22BCE5C29DC3}" dt="2026-10-12T04:25:58.723" v="12220" actId="478"/>
          <ac:spMkLst>
            <pc:docMk/>
            <pc:sldMk cId="1138942419" sldId="281"/>
            <ac:spMk id="16" creationId="{56DEE2C3-7408-F5F8-63CE-4975E402CBED}"/>
          </ac:spMkLst>
        </pc:spChg>
        <pc:spChg chg="add mod">
          <ac:chgData name="Teresa Hutabarat" userId="009dd21e1ce88130" providerId="LiveId" clId="{4A27B0C4-71A7-4D8F-A0DD-22BCE5C29DC3}" dt="2026-10-12T04:04:03.778" v="12130" actId="1076"/>
          <ac:spMkLst>
            <pc:docMk/>
            <pc:sldMk cId="1138942419" sldId="281"/>
            <ac:spMk id="19" creationId="{C086E81A-C1F2-015A-0595-6E552C4118A6}"/>
          </ac:spMkLst>
        </pc:spChg>
        <pc:spChg chg="add mod">
          <ac:chgData name="Teresa Hutabarat" userId="009dd21e1ce88130" providerId="LiveId" clId="{4A27B0C4-71A7-4D8F-A0DD-22BCE5C29DC3}" dt="2026-10-12T04:04:03.778" v="12130" actId="1076"/>
          <ac:spMkLst>
            <pc:docMk/>
            <pc:sldMk cId="1138942419" sldId="281"/>
            <ac:spMk id="21" creationId="{7792CAD0-3A38-FBA1-AF5E-418A6B51CB38}"/>
          </ac:spMkLst>
        </pc:spChg>
        <pc:spChg chg="add mod">
          <ac:chgData name="Teresa Hutabarat" userId="009dd21e1ce88130" providerId="LiveId" clId="{4A27B0C4-71A7-4D8F-A0DD-22BCE5C29DC3}" dt="2026-10-12T02:53:02.099" v="9769" actId="1035"/>
          <ac:spMkLst>
            <pc:docMk/>
            <pc:sldMk cId="1138942419" sldId="281"/>
            <ac:spMk id="22" creationId="{F527C5C0-B948-EF2D-190B-6C91AC7DC8A3}"/>
          </ac:spMkLst>
        </pc:spChg>
        <pc:spChg chg="add mod">
          <ac:chgData name="Teresa Hutabarat" userId="009dd21e1ce88130" providerId="LiveId" clId="{4A27B0C4-71A7-4D8F-A0DD-22BCE5C29DC3}" dt="2026-10-12T04:04:03.778" v="12130" actId="1076"/>
          <ac:spMkLst>
            <pc:docMk/>
            <pc:sldMk cId="1138942419" sldId="281"/>
            <ac:spMk id="23" creationId="{284EDDC4-9095-AB86-76D5-912B0BA9218B}"/>
          </ac:spMkLst>
        </pc:spChg>
        <pc:spChg chg="add mod">
          <ac:chgData name="Teresa Hutabarat" userId="009dd21e1ce88130" providerId="LiveId" clId="{4A27B0C4-71A7-4D8F-A0DD-22BCE5C29DC3}" dt="2026-10-12T04:04:03.778" v="12130" actId="1076"/>
          <ac:spMkLst>
            <pc:docMk/>
            <pc:sldMk cId="1138942419" sldId="281"/>
            <ac:spMk id="27" creationId="{37FF0C38-F41E-E069-13E9-7522B1DF1D31}"/>
          </ac:spMkLst>
        </pc:spChg>
        <pc:spChg chg="add del mod">
          <ac:chgData name="Teresa Hutabarat" userId="009dd21e1ce88130" providerId="LiveId" clId="{4A27B0C4-71A7-4D8F-A0DD-22BCE5C29DC3}" dt="2026-10-12T03:54:19.669" v="12006" actId="478"/>
          <ac:spMkLst>
            <pc:docMk/>
            <pc:sldMk cId="1138942419" sldId="281"/>
            <ac:spMk id="28" creationId="{3AC686E7-B6FC-39B0-A6AB-A6E1C2465439}"/>
          </ac:spMkLst>
        </pc:spChg>
        <pc:spChg chg="add mod">
          <ac:chgData name="Teresa Hutabarat" userId="009dd21e1ce88130" providerId="LiveId" clId="{4A27B0C4-71A7-4D8F-A0DD-22BCE5C29DC3}" dt="2026-10-11T08:41:41.870" v="9577" actId="20577"/>
          <ac:spMkLst>
            <pc:docMk/>
            <pc:sldMk cId="1138942419" sldId="281"/>
            <ac:spMk id="30" creationId="{742F92E3-D43A-0F20-FEEB-9A7CBBAD1BE8}"/>
          </ac:spMkLst>
        </pc:spChg>
        <pc:spChg chg="add del mod">
          <ac:chgData name="Teresa Hutabarat" userId="009dd21e1ce88130" providerId="LiveId" clId="{4A27B0C4-71A7-4D8F-A0DD-22BCE5C29DC3}" dt="2026-10-11T08:40:46.359" v="9492"/>
          <ac:spMkLst>
            <pc:docMk/>
            <pc:sldMk cId="1138942419" sldId="281"/>
            <ac:spMk id="31" creationId="{4EC4D2E6-7B92-216E-49D3-ED336A4752C5}"/>
          </ac:spMkLst>
        </pc:spChg>
        <pc:spChg chg="add mod">
          <ac:chgData name="Teresa Hutabarat" userId="009dd21e1ce88130" providerId="LiveId" clId="{4A27B0C4-71A7-4D8F-A0DD-22BCE5C29DC3}" dt="2026-10-12T02:53:05.086" v="9770" actId="1037"/>
          <ac:spMkLst>
            <pc:docMk/>
            <pc:sldMk cId="1138942419" sldId="281"/>
            <ac:spMk id="31" creationId="{EA6B058C-A930-EB82-0635-D513F3BEEA20}"/>
          </ac:spMkLst>
        </pc:spChg>
        <pc:spChg chg="add mod">
          <ac:chgData name="Teresa Hutabarat" userId="009dd21e1ce88130" providerId="LiveId" clId="{4A27B0C4-71A7-4D8F-A0DD-22BCE5C29DC3}" dt="2026-10-12T04:04:03.778" v="12130" actId="1076"/>
          <ac:spMkLst>
            <pc:docMk/>
            <pc:sldMk cId="1138942419" sldId="281"/>
            <ac:spMk id="33" creationId="{D2F205A7-319C-B612-CC1E-4C73E3B716EE}"/>
          </ac:spMkLst>
        </pc:spChg>
        <pc:spChg chg="add mod">
          <ac:chgData name="Teresa Hutabarat" userId="009dd21e1ce88130" providerId="LiveId" clId="{4A27B0C4-71A7-4D8F-A0DD-22BCE5C29DC3}" dt="2026-10-12T04:04:03.778" v="12130" actId="1076"/>
          <ac:spMkLst>
            <pc:docMk/>
            <pc:sldMk cId="1138942419" sldId="281"/>
            <ac:spMk id="35" creationId="{CCBD804D-2266-9E6F-CE63-3BA0D96856B9}"/>
          </ac:spMkLst>
        </pc:spChg>
        <pc:spChg chg="mod">
          <ac:chgData name="Teresa Hutabarat" userId="009dd21e1ce88130" providerId="LiveId" clId="{4A27B0C4-71A7-4D8F-A0DD-22BCE5C29DC3}" dt="2026-10-12T02:52:10.616" v="9757" actId="1076"/>
          <ac:spMkLst>
            <pc:docMk/>
            <pc:sldMk cId="1138942419" sldId="281"/>
            <ac:spMk id="36" creationId="{91540FA6-9142-F698-8B88-0BB5322ED422}"/>
          </ac:spMkLst>
        </pc:spChg>
        <pc:spChg chg="add mod">
          <ac:chgData name="Teresa Hutabarat" userId="009dd21e1ce88130" providerId="LiveId" clId="{4A27B0C4-71A7-4D8F-A0DD-22BCE5C29DC3}" dt="2026-10-12T04:04:03.778" v="12130" actId="1076"/>
          <ac:spMkLst>
            <pc:docMk/>
            <pc:sldMk cId="1138942419" sldId="281"/>
            <ac:spMk id="39" creationId="{9C1786CC-0DC0-B6F4-2646-073D9A94870B}"/>
          </ac:spMkLst>
        </pc:spChg>
        <pc:spChg chg="add del mod">
          <ac:chgData name="Teresa Hutabarat" userId="009dd21e1ce88130" providerId="LiveId" clId="{4A27B0C4-71A7-4D8F-A0DD-22BCE5C29DC3}" dt="2026-10-12T03:44:05" v="10426" actId="21"/>
          <ac:spMkLst>
            <pc:docMk/>
            <pc:sldMk cId="1138942419" sldId="281"/>
            <ac:spMk id="43" creationId="{81BECDAC-46DB-CF19-215B-F3BF73FD8E0A}"/>
          </ac:spMkLst>
        </pc:spChg>
        <pc:spChg chg="mod">
          <ac:chgData name="Teresa Hutabarat" userId="009dd21e1ce88130" providerId="LiveId" clId="{4A27B0C4-71A7-4D8F-A0DD-22BCE5C29DC3}" dt="2026-10-12T02:52:10.616" v="9757" actId="1076"/>
          <ac:spMkLst>
            <pc:docMk/>
            <pc:sldMk cId="1138942419" sldId="281"/>
            <ac:spMk id="48" creationId="{427BE08F-1C8A-A0A1-7736-CAC274B7986D}"/>
          </ac:spMkLst>
        </pc:spChg>
        <pc:spChg chg="mod">
          <ac:chgData name="Teresa Hutabarat" userId="009dd21e1ce88130" providerId="LiveId" clId="{4A27B0C4-71A7-4D8F-A0DD-22BCE5C29DC3}" dt="2026-10-12T03:48:53.866" v="11199" actId="114"/>
          <ac:spMkLst>
            <pc:docMk/>
            <pc:sldMk cId="1138942419" sldId="281"/>
            <ac:spMk id="51" creationId="{C9E47816-F608-833D-6255-DA1308C1D810}"/>
          </ac:spMkLst>
        </pc:spChg>
        <pc:spChg chg="mod">
          <ac:chgData name="Teresa Hutabarat" userId="009dd21e1ce88130" providerId="LiveId" clId="{4A27B0C4-71A7-4D8F-A0DD-22BCE5C29DC3}" dt="2026-10-12T02:52:10.616" v="9757" actId="1076"/>
          <ac:spMkLst>
            <pc:docMk/>
            <pc:sldMk cId="1138942419" sldId="281"/>
            <ac:spMk id="52" creationId="{CFF2A8F8-1C0F-3D01-8015-5A56C7676369}"/>
          </ac:spMkLst>
        </pc:spChg>
        <pc:spChg chg="mod">
          <ac:chgData name="Teresa Hutabarat" userId="009dd21e1ce88130" providerId="LiveId" clId="{4A27B0C4-71A7-4D8F-A0DD-22BCE5C29DC3}" dt="2026-10-12T03:48:46.572" v="11197" actId="20577"/>
          <ac:spMkLst>
            <pc:docMk/>
            <pc:sldMk cId="1138942419" sldId="281"/>
            <ac:spMk id="61" creationId="{BA1B7DCF-971A-9500-8863-ADD3F4D02E04}"/>
          </ac:spMkLst>
        </pc:spChg>
        <pc:spChg chg="del">
          <ac:chgData name="Teresa Hutabarat" userId="009dd21e1ce88130" providerId="LiveId" clId="{4A27B0C4-71A7-4D8F-A0DD-22BCE5C29DC3}" dt="2026-10-11T08:40:49.091" v="9493" actId="478"/>
          <ac:spMkLst>
            <pc:docMk/>
            <pc:sldMk cId="1138942419" sldId="281"/>
            <ac:spMk id="206" creationId="{E5B75542-6351-7F61-4A73-C8EDEE1A69FE}"/>
          </ac:spMkLst>
        </pc:spChg>
        <pc:spChg chg="del">
          <ac:chgData name="Teresa Hutabarat" userId="009dd21e1ce88130" providerId="LiveId" clId="{4A27B0C4-71A7-4D8F-A0DD-22BCE5C29DC3}" dt="2026-10-11T08:40:49.091" v="9493" actId="478"/>
          <ac:spMkLst>
            <pc:docMk/>
            <pc:sldMk cId="1138942419" sldId="281"/>
            <ac:spMk id="212" creationId="{3D563113-BC5A-BA4B-5D0A-AD47AB25F92B}"/>
          </ac:spMkLst>
        </pc:spChg>
        <pc:spChg chg="del">
          <ac:chgData name="Teresa Hutabarat" userId="009dd21e1ce88130" providerId="LiveId" clId="{4A27B0C4-71A7-4D8F-A0DD-22BCE5C29DC3}" dt="2026-10-11T08:40:49.091" v="9493" actId="478"/>
          <ac:spMkLst>
            <pc:docMk/>
            <pc:sldMk cId="1138942419" sldId="281"/>
            <ac:spMk id="214" creationId="{4BB7E119-8A65-C925-912E-01D0516044D8}"/>
          </ac:spMkLst>
        </pc:spChg>
        <pc:spChg chg="del">
          <ac:chgData name="Teresa Hutabarat" userId="009dd21e1ce88130" providerId="LiveId" clId="{4A27B0C4-71A7-4D8F-A0DD-22BCE5C29DC3}" dt="2026-10-11T08:40:49.091" v="9493" actId="478"/>
          <ac:spMkLst>
            <pc:docMk/>
            <pc:sldMk cId="1138942419" sldId="281"/>
            <ac:spMk id="220" creationId="{A47B929E-6D57-1006-3CE1-B255ECB38330}"/>
          </ac:spMkLst>
        </pc:spChg>
        <pc:spChg chg="del">
          <ac:chgData name="Teresa Hutabarat" userId="009dd21e1ce88130" providerId="LiveId" clId="{4A27B0C4-71A7-4D8F-A0DD-22BCE5C29DC3}" dt="2026-10-11T08:40:49.091" v="9493" actId="478"/>
          <ac:spMkLst>
            <pc:docMk/>
            <pc:sldMk cId="1138942419" sldId="281"/>
            <ac:spMk id="224" creationId="{B0A4EFC8-F20D-3E53-A721-94DD00135BF6}"/>
          </ac:spMkLst>
        </pc:spChg>
        <pc:spChg chg="del">
          <ac:chgData name="Teresa Hutabarat" userId="009dd21e1ce88130" providerId="LiveId" clId="{4A27B0C4-71A7-4D8F-A0DD-22BCE5C29DC3}" dt="2026-10-11T08:40:49.091" v="9493" actId="478"/>
          <ac:spMkLst>
            <pc:docMk/>
            <pc:sldMk cId="1138942419" sldId="281"/>
            <ac:spMk id="226" creationId="{E6884F89-48EF-CFFD-B1EF-D282E5A9C4DF}"/>
          </ac:spMkLst>
        </pc:spChg>
        <pc:spChg chg="del">
          <ac:chgData name="Teresa Hutabarat" userId="009dd21e1ce88130" providerId="LiveId" clId="{4A27B0C4-71A7-4D8F-A0DD-22BCE5C29DC3}" dt="2026-10-11T08:40:49.091" v="9493" actId="478"/>
          <ac:spMkLst>
            <pc:docMk/>
            <pc:sldMk cId="1138942419" sldId="281"/>
            <ac:spMk id="242" creationId="{9EC38C90-3CAE-8A0E-0A5B-D2EC6B0CEEB4}"/>
          </ac:spMkLst>
        </pc:spChg>
        <pc:spChg chg="del">
          <ac:chgData name="Teresa Hutabarat" userId="009dd21e1ce88130" providerId="LiveId" clId="{4A27B0C4-71A7-4D8F-A0DD-22BCE5C29DC3}" dt="2026-10-11T08:40:49.091" v="9493" actId="478"/>
          <ac:spMkLst>
            <pc:docMk/>
            <pc:sldMk cId="1138942419" sldId="281"/>
            <ac:spMk id="244" creationId="{FA2A12F4-8551-99D3-07B5-300BF94D7CC9}"/>
          </ac:spMkLst>
        </pc:spChg>
        <pc:spChg chg="del">
          <ac:chgData name="Teresa Hutabarat" userId="009dd21e1ce88130" providerId="LiveId" clId="{4A27B0C4-71A7-4D8F-A0DD-22BCE5C29DC3}" dt="2026-10-11T08:40:49.091" v="9493" actId="478"/>
          <ac:spMkLst>
            <pc:docMk/>
            <pc:sldMk cId="1138942419" sldId="281"/>
            <ac:spMk id="246" creationId="{2089360D-5F8D-D55E-6324-EC316DFC47A6}"/>
          </ac:spMkLst>
        </pc:spChg>
        <pc:spChg chg="del">
          <ac:chgData name="Teresa Hutabarat" userId="009dd21e1ce88130" providerId="LiveId" clId="{4A27B0C4-71A7-4D8F-A0DD-22BCE5C29DC3}" dt="2026-10-11T07:38:07.364" v="7685" actId="478"/>
          <ac:spMkLst>
            <pc:docMk/>
            <pc:sldMk cId="1138942419" sldId="281"/>
            <ac:spMk id="250" creationId="{CAB0BA4C-5EDD-D9D0-3961-15F0AFA8EB54}"/>
          </ac:spMkLst>
        </pc:spChg>
        <pc:spChg chg="del mod">
          <ac:chgData name="Teresa Hutabarat" userId="009dd21e1ce88130" providerId="LiveId" clId="{4A27B0C4-71A7-4D8F-A0DD-22BCE5C29DC3}" dt="2026-10-11T07:38:11.557" v="7687" actId="478"/>
          <ac:spMkLst>
            <pc:docMk/>
            <pc:sldMk cId="1138942419" sldId="281"/>
            <ac:spMk id="252" creationId="{E133129A-F621-2CA9-7A22-5D812C5FAD18}"/>
          </ac:spMkLst>
        </pc:spChg>
        <pc:spChg chg="del">
          <ac:chgData name="Teresa Hutabarat" userId="009dd21e1ce88130" providerId="LiveId" clId="{4A27B0C4-71A7-4D8F-A0DD-22BCE5C29DC3}" dt="2026-10-11T07:38:44.036" v="7688" actId="478"/>
          <ac:spMkLst>
            <pc:docMk/>
            <pc:sldMk cId="1138942419" sldId="281"/>
            <ac:spMk id="256" creationId="{5C195149-F2AC-D231-388C-B5DA5844F4E2}"/>
          </ac:spMkLst>
        </pc:spChg>
        <pc:spChg chg="mod">
          <ac:chgData name="Teresa Hutabarat" userId="009dd21e1ce88130" providerId="LiveId" clId="{4A27B0C4-71A7-4D8F-A0DD-22BCE5C29DC3}" dt="2026-10-12T02:52:10.616" v="9757" actId="1076"/>
          <ac:spMkLst>
            <pc:docMk/>
            <pc:sldMk cId="1138942419" sldId="281"/>
            <ac:spMk id="258" creationId="{2B4F3805-363A-ADD3-F724-EE13BFD02F62}"/>
          </ac:spMkLst>
        </pc:spChg>
        <pc:spChg chg="del">
          <ac:chgData name="Teresa Hutabarat" userId="009dd21e1ce88130" providerId="LiveId" clId="{4A27B0C4-71A7-4D8F-A0DD-22BCE5C29DC3}" dt="2026-10-11T07:38:44.036" v="7688" actId="478"/>
          <ac:spMkLst>
            <pc:docMk/>
            <pc:sldMk cId="1138942419" sldId="281"/>
            <ac:spMk id="258" creationId="{F8F954DA-51B4-64A1-A56D-4CA7845004EC}"/>
          </ac:spMkLst>
        </pc:spChg>
        <pc:spChg chg="del">
          <ac:chgData name="Teresa Hutabarat" userId="009dd21e1ce88130" providerId="LiveId" clId="{4A27B0C4-71A7-4D8F-A0DD-22BCE5C29DC3}" dt="2026-10-11T07:38:44.036" v="7688" actId="478"/>
          <ac:spMkLst>
            <pc:docMk/>
            <pc:sldMk cId="1138942419" sldId="281"/>
            <ac:spMk id="260" creationId="{594D9766-18CD-A600-93EA-82F9716B7003}"/>
          </ac:spMkLst>
        </pc:spChg>
        <pc:spChg chg="mod">
          <ac:chgData name="Teresa Hutabarat" userId="009dd21e1ce88130" providerId="LiveId" clId="{4A27B0C4-71A7-4D8F-A0DD-22BCE5C29DC3}" dt="2026-10-12T03:49:03.943" v="11200" actId="1076"/>
          <ac:spMkLst>
            <pc:docMk/>
            <pc:sldMk cId="1138942419" sldId="281"/>
            <ac:spMk id="261" creationId="{AC1B1429-3E3C-F235-7915-6930C2A5E1C5}"/>
          </ac:spMkLst>
        </pc:spChg>
        <pc:spChg chg="del">
          <ac:chgData name="Teresa Hutabarat" userId="009dd21e1ce88130" providerId="LiveId" clId="{4A27B0C4-71A7-4D8F-A0DD-22BCE5C29DC3}" dt="2026-10-11T07:38:44.036" v="7688" actId="478"/>
          <ac:spMkLst>
            <pc:docMk/>
            <pc:sldMk cId="1138942419" sldId="281"/>
            <ac:spMk id="262" creationId="{76553359-6395-689D-C0A9-AE92C92D7D01}"/>
          </ac:spMkLst>
        </pc:spChg>
        <pc:spChg chg="mod">
          <ac:chgData name="Teresa Hutabarat" userId="009dd21e1ce88130" providerId="LiveId" clId="{4A27B0C4-71A7-4D8F-A0DD-22BCE5C29DC3}" dt="2026-10-12T03:56:12.938" v="12010" actId="114"/>
          <ac:spMkLst>
            <pc:docMk/>
            <pc:sldMk cId="1138942419" sldId="281"/>
            <ac:spMk id="263" creationId="{41F4B813-0DDB-C332-FD36-2BDBBB89F3FC}"/>
          </ac:spMkLst>
        </pc:spChg>
        <pc:spChg chg="del">
          <ac:chgData name="Teresa Hutabarat" userId="009dd21e1ce88130" providerId="LiveId" clId="{4A27B0C4-71A7-4D8F-A0DD-22BCE5C29DC3}" dt="2026-10-11T07:38:44.036" v="7688" actId="478"/>
          <ac:spMkLst>
            <pc:docMk/>
            <pc:sldMk cId="1138942419" sldId="281"/>
            <ac:spMk id="264" creationId="{4D2D81CA-F113-A4EC-95CE-6829AB21BDD8}"/>
          </ac:spMkLst>
        </pc:spChg>
        <pc:spChg chg="del">
          <ac:chgData name="Teresa Hutabarat" userId="009dd21e1ce88130" providerId="LiveId" clId="{4A27B0C4-71A7-4D8F-A0DD-22BCE5C29DC3}" dt="2026-10-11T07:38:44.036" v="7688" actId="478"/>
          <ac:spMkLst>
            <pc:docMk/>
            <pc:sldMk cId="1138942419" sldId="281"/>
            <ac:spMk id="266" creationId="{1EC468C2-0F08-224C-1BCA-A62EFEA3E68D}"/>
          </ac:spMkLst>
        </pc:spChg>
        <pc:spChg chg="del">
          <ac:chgData name="Teresa Hutabarat" userId="009dd21e1ce88130" providerId="LiveId" clId="{4A27B0C4-71A7-4D8F-A0DD-22BCE5C29DC3}" dt="2026-10-11T07:38:44.036" v="7688" actId="478"/>
          <ac:spMkLst>
            <pc:docMk/>
            <pc:sldMk cId="1138942419" sldId="281"/>
            <ac:spMk id="268" creationId="{2228C6A0-31F6-20E4-3F9B-A6ACF320BED3}"/>
          </ac:spMkLst>
        </pc:spChg>
        <pc:spChg chg="del">
          <ac:chgData name="Teresa Hutabarat" userId="009dd21e1ce88130" providerId="LiveId" clId="{4A27B0C4-71A7-4D8F-A0DD-22BCE5C29DC3}" dt="2026-10-11T07:38:44.036" v="7688" actId="478"/>
          <ac:spMkLst>
            <pc:docMk/>
            <pc:sldMk cId="1138942419" sldId="281"/>
            <ac:spMk id="272" creationId="{EC3D0FAA-FF89-5771-E55F-68C2B32FEECE}"/>
          </ac:spMkLst>
        </pc:spChg>
        <pc:spChg chg="mod">
          <ac:chgData name="Teresa Hutabarat" userId="009dd21e1ce88130" providerId="LiveId" clId="{4A27B0C4-71A7-4D8F-A0DD-22BCE5C29DC3}" dt="2026-10-12T03:52:53.171" v="11943" actId="404"/>
          <ac:spMkLst>
            <pc:docMk/>
            <pc:sldMk cId="1138942419" sldId="281"/>
            <ac:spMk id="273" creationId="{8DF7F60D-133F-888C-2B74-1BE3B8997049}"/>
          </ac:spMkLst>
        </pc:spChg>
        <pc:spChg chg="del">
          <ac:chgData name="Teresa Hutabarat" userId="009dd21e1ce88130" providerId="LiveId" clId="{4A27B0C4-71A7-4D8F-A0DD-22BCE5C29DC3}" dt="2026-10-11T07:38:44.036" v="7688" actId="478"/>
          <ac:spMkLst>
            <pc:docMk/>
            <pc:sldMk cId="1138942419" sldId="281"/>
            <ac:spMk id="274" creationId="{04D0D2A1-E25D-BF7B-745D-FCF97BBC098F}"/>
          </ac:spMkLst>
        </pc:spChg>
        <pc:spChg chg="del">
          <ac:chgData name="Teresa Hutabarat" userId="009dd21e1ce88130" providerId="LiveId" clId="{4A27B0C4-71A7-4D8F-A0DD-22BCE5C29DC3}" dt="2026-10-11T07:38:44.036" v="7688" actId="478"/>
          <ac:spMkLst>
            <pc:docMk/>
            <pc:sldMk cId="1138942419" sldId="281"/>
            <ac:spMk id="278" creationId="{BB480454-5033-5EAF-77B6-7BC67E5FAE6C}"/>
          </ac:spMkLst>
        </pc:spChg>
        <pc:spChg chg="del">
          <ac:chgData name="Teresa Hutabarat" userId="009dd21e1ce88130" providerId="LiveId" clId="{4A27B0C4-71A7-4D8F-A0DD-22BCE5C29DC3}" dt="2026-10-11T08:41:25.984" v="9501" actId="478"/>
          <ac:spMkLst>
            <pc:docMk/>
            <pc:sldMk cId="1138942419" sldId="281"/>
            <ac:spMk id="280" creationId="{A8157E96-94C5-AC99-679E-F7662F2D5F01}"/>
          </ac:spMkLst>
        </pc:spChg>
        <pc:spChg chg="add mod">
          <ac:chgData name="Teresa Hutabarat" userId="009dd21e1ce88130" providerId="LiveId" clId="{4A27B0C4-71A7-4D8F-A0DD-22BCE5C29DC3}" dt="2026-10-12T03:54:10.644" v="12005" actId="20577"/>
          <ac:spMkLst>
            <pc:docMk/>
            <pc:sldMk cId="1138942419" sldId="281"/>
            <ac:spMk id="281" creationId="{22451D0E-0CA2-2C81-CB4F-D5EA22727F81}"/>
          </ac:spMkLst>
        </pc:spChg>
        <pc:spChg chg="del">
          <ac:chgData name="Teresa Hutabarat" userId="009dd21e1ce88130" providerId="LiveId" clId="{4A27B0C4-71A7-4D8F-A0DD-22BCE5C29DC3}" dt="2026-10-11T08:41:25.984" v="9501" actId="478"/>
          <ac:spMkLst>
            <pc:docMk/>
            <pc:sldMk cId="1138942419" sldId="281"/>
            <ac:spMk id="282" creationId="{731CE9AE-1060-A804-58D1-EBC49CED46B5}"/>
          </ac:spMkLst>
        </pc:spChg>
        <pc:spChg chg="mod">
          <ac:chgData name="Teresa Hutabarat" userId="009dd21e1ce88130" providerId="LiveId" clId="{4A27B0C4-71A7-4D8F-A0DD-22BCE5C29DC3}" dt="2026-10-11T08:41:05.712" v="9496" actId="1076"/>
          <ac:spMkLst>
            <pc:docMk/>
            <pc:sldMk cId="1138942419" sldId="281"/>
            <ac:spMk id="284" creationId="{7729F081-401B-A9C9-CF63-244777CB2C72}"/>
          </ac:spMkLst>
        </pc:spChg>
        <pc:spChg chg="mod">
          <ac:chgData name="Teresa Hutabarat" userId="009dd21e1ce88130" providerId="LiveId" clId="{4A27B0C4-71A7-4D8F-A0DD-22BCE5C29DC3}" dt="2026-10-11T08:41:05.712" v="9496" actId="1076"/>
          <ac:spMkLst>
            <pc:docMk/>
            <pc:sldMk cId="1138942419" sldId="281"/>
            <ac:spMk id="286" creationId="{24697447-D965-CA52-A1D5-5F524DC2B325}"/>
          </ac:spMkLst>
        </pc:spChg>
        <pc:spChg chg="mod">
          <ac:chgData name="Teresa Hutabarat" userId="009dd21e1ce88130" providerId="LiveId" clId="{4A27B0C4-71A7-4D8F-A0DD-22BCE5C29DC3}" dt="2026-10-11T08:41:05.712" v="9496" actId="1076"/>
          <ac:spMkLst>
            <pc:docMk/>
            <pc:sldMk cId="1138942419" sldId="281"/>
            <ac:spMk id="288" creationId="{A1E0CEB9-F70A-E2EA-7A97-9E6004475536}"/>
          </ac:spMkLst>
        </pc:spChg>
        <pc:spChg chg="mod">
          <ac:chgData name="Teresa Hutabarat" userId="009dd21e1ce88130" providerId="LiveId" clId="{4A27B0C4-71A7-4D8F-A0DD-22BCE5C29DC3}" dt="2026-10-12T02:47:16.919" v="9595" actId="1076"/>
          <ac:spMkLst>
            <pc:docMk/>
            <pc:sldMk cId="1138942419" sldId="281"/>
            <ac:spMk id="290" creationId="{2BAE2C86-DEE9-FF22-D925-0251BB9344C1}"/>
          </ac:spMkLst>
        </pc:spChg>
        <pc:spChg chg="add del mod">
          <ac:chgData name="Teresa Hutabarat" userId="009dd21e1ce88130" providerId="LiveId" clId="{4A27B0C4-71A7-4D8F-A0DD-22BCE5C29DC3}" dt="2026-10-12T03:54:26.166" v="12009" actId="478"/>
          <ac:spMkLst>
            <pc:docMk/>
            <pc:sldMk cId="1138942419" sldId="281"/>
            <ac:spMk id="291" creationId="{F25AB1AD-9DCE-F64A-3A58-B62BFD807185}"/>
          </ac:spMkLst>
        </pc:spChg>
        <pc:spChg chg="mod">
          <ac:chgData name="Teresa Hutabarat" userId="009dd21e1ce88130" providerId="LiveId" clId="{4A27B0C4-71A7-4D8F-A0DD-22BCE5C29DC3}" dt="2026-10-11T08:41:05.712" v="9496" actId="1076"/>
          <ac:spMkLst>
            <pc:docMk/>
            <pc:sldMk cId="1138942419" sldId="281"/>
            <ac:spMk id="292" creationId="{FDF9A7E8-2209-E418-8E7F-700D0C94D954}"/>
          </ac:spMkLst>
        </pc:spChg>
        <pc:spChg chg="mod">
          <ac:chgData name="Teresa Hutabarat" userId="009dd21e1ce88130" providerId="LiveId" clId="{4A27B0C4-71A7-4D8F-A0DD-22BCE5C29DC3}" dt="2026-10-12T02:47:16.919" v="9595" actId="1076"/>
          <ac:spMkLst>
            <pc:docMk/>
            <pc:sldMk cId="1138942419" sldId="281"/>
            <ac:spMk id="294" creationId="{EE70B9EE-46CF-9B2B-3933-10C51790DD9F}"/>
          </ac:spMkLst>
        </pc:spChg>
        <pc:spChg chg="mod">
          <ac:chgData name="Teresa Hutabarat" userId="009dd21e1ce88130" providerId="LiveId" clId="{4A27B0C4-71A7-4D8F-A0DD-22BCE5C29DC3}" dt="2026-10-11T08:41:05.712" v="9496" actId="1076"/>
          <ac:spMkLst>
            <pc:docMk/>
            <pc:sldMk cId="1138942419" sldId="281"/>
            <ac:spMk id="296" creationId="{FD9FC5D7-98B2-980C-1189-66AD8052AEC7}"/>
          </ac:spMkLst>
        </pc:spChg>
        <pc:spChg chg="mod">
          <ac:chgData name="Teresa Hutabarat" userId="009dd21e1ce88130" providerId="LiveId" clId="{4A27B0C4-71A7-4D8F-A0DD-22BCE5C29DC3}" dt="2026-10-12T02:47:16.919" v="9595" actId="1076"/>
          <ac:spMkLst>
            <pc:docMk/>
            <pc:sldMk cId="1138942419" sldId="281"/>
            <ac:spMk id="298" creationId="{2F6F7741-2759-2F3B-F2F4-6809F582F61B}"/>
          </ac:spMkLst>
        </pc:spChg>
        <pc:spChg chg="add mod">
          <ac:chgData name="Teresa Hutabarat" userId="009dd21e1ce88130" providerId="LiveId" clId="{4A27B0C4-71A7-4D8F-A0DD-22BCE5C29DC3}" dt="2026-10-12T04:26:27.962" v="12224" actId="207"/>
          <ac:spMkLst>
            <pc:docMk/>
            <pc:sldMk cId="1138942419" sldId="281"/>
            <ac:spMk id="299" creationId="{8D729722-907D-632D-35B8-822FA8ACBFF8}"/>
          </ac:spMkLst>
        </pc:spChg>
        <pc:spChg chg="mod">
          <ac:chgData name="Teresa Hutabarat" userId="009dd21e1ce88130" providerId="LiveId" clId="{4A27B0C4-71A7-4D8F-A0DD-22BCE5C29DC3}" dt="2026-10-11T08:41:05.712" v="9496" actId="1076"/>
          <ac:spMkLst>
            <pc:docMk/>
            <pc:sldMk cId="1138942419" sldId="281"/>
            <ac:spMk id="300" creationId="{398F4702-484C-B491-3426-74CB8946FF62}"/>
          </ac:spMkLst>
        </pc:spChg>
        <pc:spChg chg="mod">
          <ac:chgData name="Teresa Hutabarat" userId="009dd21e1ce88130" providerId="LiveId" clId="{4A27B0C4-71A7-4D8F-A0DD-22BCE5C29DC3}" dt="2026-10-11T08:41:23.414" v="9500" actId="1076"/>
          <ac:spMkLst>
            <pc:docMk/>
            <pc:sldMk cId="1138942419" sldId="281"/>
            <ac:spMk id="302" creationId="{34B9EE38-E75D-289E-124F-A7799E5C946D}"/>
          </ac:spMkLst>
        </pc:spChg>
        <pc:spChg chg="mod">
          <ac:chgData name="Teresa Hutabarat" userId="009dd21e1ce88130" providerId="LiveId" clId="{4A27B0C4-71A7-4D8F-A0DD-22BCE5C29DC3}" dt="2026-10-11T08:41:05.712" v="9496" actId="1076"/>
          <ac:spMkLst>
            <pc:docMk/>
            <pc:sldMk cId="1138942419" sldId="281"/>
            <ac:spMk id="304" creationId="{226D846E-1087-4872-5C19-C57827EBDBBD}"/>
          </ac:spMkLst>
        </pc:spChg>
        <pc:spChg chg="mod">
          <ac:chgData name="Teresa Hutabarat" userId="009dd21e1ce88130" providerId="LiveId" clId="{4A27B0C4-71A7-4D8F-A0DD-22BCE5C29DC3}" dt="2026-10-12T02:47:16.919" v="9595" actId="1076"/>
          <ac:spMkLst>
            <pc:docMk/>
            <pc:sldMk cId="1138942419" sldId="281"/>
            <ac:spMk id="306" creationId="{30150EB8-6F90-A5A5-7588-3953E8F83F07}"/>
          </ac:spMkLst>
        </pc:spChg>
        <pc:spChg chg="add del mod">
          <ac:chgData name="Teresa Hutabarat" userId="009dd21e1ce88130" providerId="LiveId" clId="{4A27B0C4-71A7-4D8F-A0DD-22BCE5C29DC3}" dt="2026-10-12T04:03:56.409" v="12129"/>
          <ac:spMkLst>
            <pc:docMk/>
            <pc:sldMk cId="1138942419" sldId="281"/>
            <ac:spMk id="307" creationId="{AE9D1307-2C50-6F25-AE8A-9974B2ADC075}"/>
          </ac:spMkLst>
        </pc:spChg>
        <pc:spChg chg="mod">
          <ac:chgData name="Teresa Hutabarat" userId="009dd21e1ce88130" providerId="LiveId" clId="{4A27B0C4-71A7-4D8F-A0DD-22BCE5C29DC3}" dt="2026-10-11T08:41:05.712" v="9496" actId="1076"/>
          <ac:spMkLst>
            <pc:docMk/>
            <pc:sldMk cId="1138942419" sldId="281"/>
            <ac:spMk id="308" creationId="{53B24F62-02FD-95C5-4158-9EBB2C8E6BF7}"/>
          </ac:spMkLst>
        </pc:spChg>
        <pc:spChg chg="mod">
          <ac:chgData name="Teresa Hutabarat" userId="009dd21e1ce88130" providerId="LiveId" clId="{4A27B0C4-71A7-4D8F-A0DD-22BCE5C29DC3}" dt="2026-10-11T08:41:23.414" v="9500" actId="1076"/>
          <ac:spMkLst>
            <pc:docMk/>
            <pc:sldMk cId="1138942419" sldId="281"/>
            <ac:spMk id="310" creationId="{B33D571D-D0A6-8F68-BA2A-7150887F8200}"/>
          </ac:spMkLst>
        </pc:spChg>
        <pc:spChg chg="mod">
          <ac:chgData name="Teresa Hutabarat" userId="009dd21e1ce88130" providerId="LiveId" clId="{4A27B0C4-71A7-4D8F-A0DD-22BCE5C29DC3}" dt="2026-10-11T08:41:23.414" v="9500" actId="1076"/>
          <ac:spMkLst>
            <pc:docMk/>
            <pc:sldMk cId="1138942419" sldId="281"/>
            <ac:spMk id="314" creationId="{DC3D2506-4D8E-F1AA-79C7-04007DF0A8F3}"/>
          </ac:spMkLst>
        </pc:spChg>
        <pc:spChg chg="mod">
          <ac:chgData name="Teresa Hutabarat" userId="009dd21e1ce88130" providerId="LiveId" clId="{4A27B0C4-71A7-4D8F-A0DD-22BCE5C29DC3}" dt="2026-10-11T08:41:23.414" v="9500" actId="1076"/>
          <ac:spMkLst>
            <pc:docMk/>
            <pc:sldMk cId="1138942419" sldId="281"/>
            <ac:spMk id="316" creationId="{825F5559-35F3-780D-0656-206536743D9E}"/>
          </ac:spMkLst>
        </pc:spChg>
        <pc:spChg chg="mod">
          <ac:chgData name="Teresa Hutabarat" userId="009dd21e1ce88130" providerId="LiveId" clId="{4A27B0C4-71A7-4D8F-A0DD-22BCE5C29DC3}" dt="2026-10-11T08:41:23.414" v="9500" actId="1076"/>
          <ac:spMkLst>
            <pc:docMk/>
            <pc:sldMk cId="1138942419" sldId="281"/>
            <ac:spMk id="322" creationId="{1BA40FA8-CC63-09C4-93A4-204E70CA96FD}"/>
          </ac:spMkLst>
        </pc:spChg>
        <pc:spChg chg="mod">
          <ac:chgData name="Teresa Hutabarat" userId="009dd21e1ce88130" providerId="LiveId" clId="{4A27B0C4-71A7-4D8F-A0DD-22BCE5C29DC3}" dt="2026-10-11T08:41:23.414" v="9500" actId="1076"/>
          <ac:spMkLst>
            <pc:docMk/>
            <pc:sldMk cId="1138942419" sldId="281"/>
            <ac:spMk id="324" creationId="{510F0984-212E-6B32-EAB6-9162C43F9AE7}"/>
          </ac:spMkLst>
        </pc:spChg>
        <pc:spChg chg="mod">
          <ac:chgData name="Teresa Hutabarat" userId="009dd21e1ce88130" providerId="LiveId" clId="{4A27B0C4-71A7-4D8F-A0DD-22BCE5C29DC3}" dt="2026-10-11T08:41:23.414" v="9500" actId="1076"/>
          <ac:spMkLst>
            <pc:docMk/>
            <pc:sldMk cId="1138942419" sldId="281"/>
            <ac:spMk id="328" creationId="{0EAD4EC9-72B6-78D2-67DB-A3BD6563EDCB}"/>
          </ac:spMkLst>
        </pc:spChg>
        <pc:spChg chg="mod">
          <ac:chgData name="Teresa Hutabarat" userId="009dd21e1ce88130" providerId="LiveId" clId="{4A27B0C4-71A7-4D8F-A0DD-22BCE5C29DC3}" dt="2026-10-12T02:52:10.616" v="9757" actId="1076"/>
          <ac:spMkLst>
            <pc:docMk/>
            <pc:sldMk cId="1138942419" sldId="281"/>
            <ac:spMk id="329" creationId="{B6B57476-BFDD-94D4-9D84-EC62D8C6E804}"/>
          </ac:spMkLst>
        </pc:spChg>
        <pc:spChg chg="mod">
          <ac:chgData name="Teresa Hutabarat" userId="009dd21e1ce88130" providerId="LiveId" clId="{4A27B0C4-71A7-4D8F-A0DD-22BCE5C29DC3}" dt="2026-10-12T04:26:26.040" v="12223" actId="207"/>
          <ac:spMkLst>
            <pc:docMk/>
            <pc:sldMk cId="1138942419" sldId="281"/>
            <ac:spMk id="331" creationId="{0E0A3749-D204-F4E9-9A23-1B728C9CC47F}"/>
          </ac:spMkLst>
        </pc:spChg>
        <pc:spChg chg="mod">
          <ac:chgData name="Teresa Hutabarat" userId="009dd21e1ce88130" providerId="LiveId" clId="{4A27B0C4-71A7-4D8F-A0DD-22BCE5C29DC3}" dt="2026-10-11T08:41:11.260" v="9497" actId="1076"/>
          <ac:spMkLst>
            <pc:docMk/>
            <pc:sldMk cId="1138942419" sldId="281"/>
            <ac:spMk id="332" creationId="{147E3480-F391-F8D0-A5EE-090DF6F6C272}"/>
          </ac:spMkLst>
        </pc:spChg>
        <pc:spChg chg="mod">
          <ac:chgData name="Teresa Hutabarat" userId="009dd21e1ce88130" providerId="LiveId" clId="{4A27B0C4-71A7-4D8F-A0DD-22BCE5C29DC3}" dt="2026-10-11T08:41:23.414" v="9500" actId="1076"/>
          <ac:spMkLst>
            <pc:docMk/>
            <pc:sldMk cId="1138942419" sldId="281"/>
            <ac:spMk id="334" creationId="{4A851819-EAFA-47D6-72AC-A412E89971B6}"/>
          </ac:spMkLst>
        </pc:spChg>
        <pc:spChg chg="mod">
          <ac:chgData name="Teresa Hutabarat" userId="009dd21e1ce88130" providerId="LiveId" clId="{4A27B0C4-71A7-4D8F-A0DD-22BCE5C29DC3}" dt="2026-10-11T08:41:16.043" v="9498" actId="1076"/>
          <ac:spMkLst>
            <pc:docMk/>
            <pc:sldMk cId="1138942419" sldId="281"/>
            <ac:spMk id="336" creationId="{ED70EB38-6D91-6129-836E-2A8C1C563524}"/>
          </ac:spMkLst>
        </pc:spChg>
        <pc:spChg chg="mod">
          <ac:chgData name="Teresa Hutabarat" userId="009dd21e1ce88130" providerId="LiveId" clId="{4A27B0C4-71A7-4D8F-A0DD-22BCE5C29DC3}" dt="2026-10-11T08:41:16.043" v="9498" actId="1076"/>
          <ac:spMkLst>
            <pc:docMk/>
            <pc:sldMk cId="1138942419" sldId="281"/>
            <ac:spMk id="338" creationId="{3E2D8710-3757-3F55-A706-AFF4AEDAEF97}"/>
          </ac:spMkLst>
        </pc:spChg>
        <pc:spChg chg="mod">
          <ac:chgData name="Teresa Hutabarat" userId="009dd21e1ce88130" providerId="LiveId" clId="{4A27B0C4-71A7-4D8F-A0DD-22BCE5C29DC3}" dt="2026-10-11T08:41:16.043" v="9498" actId="1076"/>
          <ac:spMkLst>
            <pc:docMk/>
            <pc:sldMk cId="1138942419" sldId="281"/>
            <ac:spMk id="340" creationId="{E1BA86AC-3A36-EE4F-ABE8-301D8C100C0D}"/>
          </ac:spMkLst>
        </pc:spChg>
        <pc:spChg chg="mod">
          <ac:chgData name="Teresa Hutabarat" userId="009dd21e1ce88130" providerId="LiveId" clId="{4A27B0C4-71A7-4D8F-A0DD-22BCE5C29DC3}" dt="2026-10-12T02:52:10.616" v="9757" actId="1076"/>
          <ac:spMkLst>
            <pc:docMk/>
            <pc:sldMk cId="1138942419" sldId="281"/>
            <ac:spMk id="341" creationId="{EDEAFA79-5F3E-1466-73C7-82561F59BE6D}"/>
          </ac:spMkLst>
        </pc:spChg>
        <pc:spChg chg="mod">
          <ac:chgData name="Teresa Hutabarat" userId="009dd21e1ce88130" providerId="LiveId" clId="{4A27B0C4-71A7-4D8F-A0DD-22BCE5C29DC3}" dt="2026-10-11T08:41:16.043" v="9498" actId="1076"/>
          <ac:spMkLst>
            <pc:docMk/>
            <pc:sldMk cId="1138942419" sldId="281"/>
            <ac:spMk id="344" creationId="{75CF2562-1BE2-B4AC-0324-F60642B40712}"/>
          </ac:spMkLst>
        </pc:spChg>
        <pc:spChg chg="mod">
          <ac:chgData name="Teresa Hutabarat" userId="009dd21e1ce88130" providerId="LiveId" clId="{4A27B0C4-71A7-4D8F-A0DD-22BCE5C29DC3}" dt="2026-10-11T08:41:11.260" v="9497" actId="1076"/>
          <ac:spMkLst>
            <pc:docMk/>
            <pc:sldMk cId="1138942419" sldId="281"/>
            <ac:spMk id="346" creationId="{BE16DB0A-F67E-1744-5646-626C3440A609}"/>
          </ac:spMkLst>
        </pc:spChg>
        <pc:spChg chg="mod">
          <ac:chgData name="Teresa Hutabarat" userId="009dd21e1ce88130" providerId="LiveId" clId="{4A27B0C4-71A7-4D8F-A0DD-22BCE5C29DC3}" dt="2026-10-11T08:41:16.043" v="9498" actId="1076"/>
          <ac:spMkLst>
            <pc:docMk/>
            <pc:sldMk cId="1138942419" sldId="281"/>
            <ac:spMk id="348" creationId="{565A1603-10C3-1584-267E-69D0B51AA2A1}"/>
          </ac:spMkLst>
        </pc:spChg>
        <pc:spChg chg="mod">
          <ac:chgData name="Teresa Hutabarat" userId="009dd21e1ce88130" providerId="LiveId" clId="{4A27B0C4-71A7-4D8F-A0DD-22BCE5C29DC3}" dt="2026-10-12T02:52:10.616" v="9757" actId="1076"/>
          <ac:spMkLst>
            <pc:docMk/>
            <pc:sldMk cId="1138942419" sldId="281"/>
            <ac:spMk id="350" creationId="{7D69EB7F-D389-E82A-7C5B-6DA729146A96}"/>
          </ac:spMkLst>
        </pc:spChg>
        <pc:spChg chg="mod">
          <ac:chgData name="Teresa Hutabarat" userId="009dd21e1ce88130" providerId="LiveId" clId="{4A27B0C4-71A7-4D8F-A0DD-22BCE5C29DC3}" dt="2026-10-11T08:41:16.043" v="9498" actId="1076"/>
          <ac:spMkLst>
            <pc:docMk/>
            <pc:sldMk cId="1138942419" sldId="281"/>
            <ac:spMk id="352" creationId="{AC325CDD-0EDF-B26C-9D67-9DF678373276}"/>
          </ac:spMkLst>
        </pc:spChg>
        <pc:spChg chg="mod">
          <ac:chgData name="Teresa Hutabarat" userId="009dd21e1ce88130" providerId="LiveId" clId="{4A27B0C4-71A7-4D8F-A0DD-22BCE5C29DC3}" dt="2026-10-11T08:41:11.260" v="9497" actId="1076"/>
          <ac:spMkLst>
            <pc:docMk/>
            <pc:sldMk cId="1138942419" sldId="281"/>
            <ac:spMk id="354" creationId="{E6AE719C-89F2-36C3-EB7C-BB82E551F6F9}"/>
          </ac:spMkLst>
        </pc:spChg>
        <pc:spChg chg="mod">
          <ac:chgData name="Teresa Hutabarat" userId="009dd21e1ce88130" providerId="LiveId" clId="{4A27B0C4-71A7-4D8F-A0DD-22BCE5C29DC3}" dt="2026-10-11T08:41:16.043" v="9498" actId="1076"/>
          <ac:spMkLst>
            <pc:docMk/>
            <pc:sldMk cId="1138942419" sldId="281"/>
            <ac:spMk id="356" creationId="{3CDA5E23-0404-6DC5-B5DF-E561CE78E8AA}"/>
          </ac:spMkLst>
        </pc:spChg>
        <pc:spChg chg="mod">
          <ac:chgData name="Teresa Hutabarat" userId="009dd21e1ce88130" providerId="LiveId" clId="{4A27B0C4-71A7-4D8F-A0DD-22BCE5C29DC3}" dt="2026-10-11T08:41:11.260" v="9497" actId="1076"/>
          <ac:spMkLst>
            <pc:docMk/>
            <pc:sldMk cId="1138942419" sldId="281"/>
            <ac:spMk id="358" creationId="{9C682AE9-6E20-CB42-6FC2-F65D643DE7BD}"/>
          </ac:spMkLst>
        </pc:spChg>
        <pc:spChg chg="mod">
          <ac:chgData name="Teresa Hutabarat" userId="009dd21e1ce88130" providerId="LiveId" clId="{4A27B0C4-71A7-4D8F-A0DD-22BCE5C29DC3}" dt="2026-10-11T08:41:16.043" v="9498" actId="1076"/>
          <ac:spMkLst>
            <pc:docMk/>
            <pc:sldMk cId="1138942419" sldId="281"/>
            <ac:spMk id="360" creationId="{03215180-8A8B-E0D3-FD8D-42B5D3D5FFB3}"/>
          </ac:spMkLst>
        </pc:spChg>
        <pc:spChg chg="mod">
          <ac:chgData name="Teresa Hutabarat" userId="009dd21e1ce88130" providerId="LiveId" clId="{4A27B0C4-71A7-4D8F-A0DD-22BCE5C29DC3}" dt="2026-10-11T08:41:20.084" v="9499" actId="1076"/>
          <ac:spMkLst>
            <pc:docMk/>
            <pc:sldMk cId="1138942419" sldId="281"/>
            <ac:spMk id="362" creationId="{A24AA351-5992-7768-534B-17B8032C7F58}"/>
          </ac:spMkLst>
        </pc:spChg>
        <pc:spChg chg="mod">
          <ac:chgData name="Teresa Hutabarat" userId="009dd21e1ce88130" providerId="LiveId" clId="{4A27B0C4-71A7-4D8F-A0DD-22BCE5C29DC3}" dt="2026-10-11T08:41:20.084" v="9499" actId="1076"/>
          <ac:spMkLst>
            <pc:docMk/>
            <pc:sldMk cId="1138942419" sldId="281"/>
            <ac:spMk id="364" creationId="{B2FD91AF-09D5-50F8-2CC6-83AA758AC863}"/>
          </ac:spMkLst>
        </pc:spChg>
        <pc:spChg chg="mod">
          <ac:chgData name="Teresa Hutabarat" userId="009dd21e1ce88130" providerId="LiveId" clId="{4A27B0C4-71A7-4D8F-A0DD-22BCE5C29DC3}" dt="2026-10-11T08:41:20.084" v="9499" actId="1076"/>
          <ac:spMkLst>
            <pc:docMk/>
            <pc:sldMk cId="1138942419" sldId="281"/>
            <ac:spMk id="366" creationId="{BBA609E1-845E-9554-03E1-D090B80B31A6}"/>
          </ac:spMkLst>
        </pc:spChg>
        <pc:spChg chg="mod">
          <ac:chgData name="Teresa Hutabarat" userId="009dd21e1ce88130" providerId="LiveId" clId="{4A27B0C4-71A7-4D8F-A0DD-22BCE5C29DC3}" dt="2026-10-11T08:41:23.414" v="9500" actId="1076"/>
          <ac:spMkLst>
            <pc:docMk/>
            <pc:sldMk cId="1138942419" sldId="281"/>
            <ac:spMk id="368" creationId="{F803413B-4A55-7643-8EA6-5C1A0EFA6AF8}"/>
          </ac:spMkLst>
        </pc:spChg>
        <pc:spChg chg="mod">
          <ac:chgData name="Teresa Hutabarat" userId="009dd21e1ce88130" providerId="LiveId" clId="{4A27B0C4-71A7-4D8F-A0DD-22BCE5C29DC3}" dt="2026-10-11T08:41:20.084" v="9499" actId="1076"/>
          <ac:spMkLst>
            <pc:docMk/>
            <pc:sldMk cId="1138942419" sldId="281"/>
            <ac:spMk id="374" creationId="{D901D39D-E5AF-2137-98E5-8E1EF379880A}"/>
          </ac:spMkLst>
        </pc:spChg>
        <pc:spChg chg="mod">
          <ac:chgData name="Teresa Hutabarat" userId="009dd21e1ce88130" providerId="LiveId" clId="{4A27B0C4-71A7-4D8F-A0DD-22BCE5C29DC3}" dt="2026-10-11T08:41:20.084" v="9499" actId="1076"/>
          <ac:spMkLst>
            <pc:docMk/>
            <pc:sldMk cId="1138942419" sldId="281"/>
            <ac:spMk id="376" creationId="{4D541777-3A4D-2050-F6EC-95EEA547558D}"/>
          </ac:spMkLst>
        </pc:spChg>
        <pc:spChg chg="mod">
          <ac:chgData name="Teresa Hutabarat" userId="009dd21e1ce88130" providerId="LiveId" clId="{4A27B0C4-71A7-4D8F-A0DD-22BCE5C29DC3}" dt="2026-10-12T02:52:10.616" v="9757" actId="1076"/>
          <ac:spMkLst>
            <pc:docMk/>
            <pc:sldMk cId="1138942419" sldId="281"/>
            <ac:spMk id="377" creationId="{71C73FF9-EA85-9E74-988B-8DF188B9BFB6}"/>
          </ac:spMkLst>
        </pc:spChg>
        <pc:spChg chg="mod">
          <ac:chgData name="Teresa Hutabarat" userId="009dd21e1ce88130" providerId="LiveId" clId="{4A27B0C4-71A7-4D8F-A0DD-22BCE5C29DC3}" dt="2026-10-11T08:41:20.084" v="9499" actId="1076"/>
          <ac:spMkLst>
            <pc:docMk/>
            <pc:sldMk cId="1138942419" sldId="281"/>
            <ac:spMk id="378" creationId="{1C8EDA26-AA74-F7B8-11C0-FA81EDC91CBD}"/>
          </ac:spMkLst>
        </pc:spChg>
        <pc:spChg chg="mod">
          <ac:chgData name="Teresa Hutabarat" userId="009dd21e1ce88130" providerId="LiveId" clId="{4A27B0C4-71A7-4D8F-A0DD-22BCE5C29DC3}" dt="2026-10-11T08:41:20.084" v="9499" actId="1076"/>
          <ac:spMkLst>
            <pc:docMk/>
            <pc:sldMk cId="1138942419" sldId="281"/>
            <ac:spMk id="382" creationId="{EC14EFDE-BFC4-E2B0-434A-72BFC4D4C783}"/>
          </ac:spMkLst>
        </pc:spChg>
        <pc:spChg chg="mod">
          <ac:chgData name="Teresa Hutabarat" userId="009dd21e1ce88130" providerId="LiveId" clId="{4A27B0C4-71A7-4D8F-A0DD-22BCE5C29DC3}" dt="2026-10-11T08:41:20.084" v="9499" actId="1076"/>
          <ac:spMkLst>
            <pc:docMk/>
            <pc:sldMk cId="1138942419" sldId="281"/>
            <ac:spMk id="384" creationId="{3BA0C01A-5C8D-7D84-5071-847D11A1359D}"/>
          </ac:spMkLst>
        </pc:spChg>
        <pc:spChg chg="mod">
          <ac:chgData name="Teresa Hutabarat" userId="009dd21e1ce88130" providerId="LiveId" clId="{4A27B0C4-71A7-4D8F-A0DD-22BCE5C29DC3}" dt="2026-10-11T08:41:20.084" v="9499" actId="1076"/>
          <ac:spMkLst>
            <pc:docMk/>
            <pc:sldMk cId="1138942419" sldId="281"/>
            <ac:spMk id="386" creationId="{E8DED2D5-B9A1-128C-3FD0-71BD1EC4EAC5}"/>
          </ac:spMkLst>
        </pc:spChg>
        <pc:spChg chg="mod">
          <ac:chgData name="Teresa Hutabarat" userId="009dd21e1ce88130" providerId="LiveId" clId="{4A27B0C4-71A7-4D8F-A0DD-22BCE5C29DC3}" dt="2026-10-12T02:52:10.616" v="9757" actId="1076"/>
          <ac:spMkLst>
            <pc:docMk/>
            <pc:sldMk cId="1138942419" sldId="281"/>
            <ac:spMk id="406" creationId="{A05E230C-A7D8-8437-57E8-C5D3D0B07741}"/>
          </ac:spMkLst>
        </pc:spChg>
        <pc:spChg chg="mod">
          <ac:chgData name="Teresa Hutabarat" userId="009dd21e1ce88130" providerId="LiveId" clId="{4A27B0C4-71A7-4D8F-A0DD-22BCE5C29DC3}" dt="2026-10-12T04:26:36.571" v="12225" actId="339"/>
          <ac:spMkLst>
            <pc:docMk/>
            <pc:sldMk cId="1138942419" sldId="281"/>
            <ac:spMk id="428" creationId="{C4541140-860C-2D17-176F-5C1E1A41EF1B}"/>
          </ac:spMkLst>
        </pc:spChg>
        <pc:graphicFrameChg chg="del">
          <ac:chgData name="Teresa Hutabarat" userId="009dd21e1ce88130" providerId="LiveId" clId="{4A27B0C4-71A7-4D8F-A0DD-22BCE5C29DC3}" dt="2026-10-11T07:38:07.364" v="7685" actId="478"/>
          <ac:graphicFrameMkLst>
            <pc:docMk/>
            <pc:sldMk cId="1138942419" sldId="281"/>
            <ac:graphicFrameMk id="254" creationId="{B78480AA-C24A-CB72-5978-EE471F76D3A9}"/>
          </ac:graphicFrameMkLst>
        </pc:graphicFrameChg>
        <pc:picChg chg="add mod">
          <ac:chgData name="Teresa Hutabarat" userId="009dd21e1ce88130" providerId="LiveId" clId="{4A27B0C4-71A7-4D8F-A0DD-22BCE5C29DC3}" dt="2026-10-12T04:04:03.778" v="12130" actId="1076"/>
          <ac:picMkLst>
            <pc:docMk/>
            <pc:sldMk cId="1138942419" sldId="281"/>
            <ac:picMk id="17" creationId="{504F24F3-B9DF-4023-5E92-7E46C4CD2E5C}"/>
          </ac:picMkLst>
        </pc:picChg>
        <pc:picChg chg="add mod">
          <ac:chgData name="Teresa Hutabarat" userId="009dd21e1ce88130" providerId="LiveId" clId="{4A27B0C4-71A7-4D8F-A0DD-22BCE5C29DC3}" dt="2026-10-12T03:29:02.391" v="10172"/>
          <ac:picMkLst>
            <pc:docMk/>
            <pc:sldMk cId="1138942419" sldId="281"/>
            <ac:picMk id="25" creationId="{8CF51388-2B0B-C2C8-E84C-F463F42DAE97}"/>
          </ac:picMkLst>
        </pc:picChg>
        <pc:picChg chg="add mod">
          <ac:chgData name="Teresa Hutabarat" userId="009dd21e1ce88130" providerId="LiveId" clId="{4A27B0C4-71A7-4D8F-A0DD-22BCE5C29DC3}" dt="2026-10-12T03:39:35.873" v="10186" actId="14100"/>
          <ac:picMkLst>
            <pc:docMk/>
            <pc:sldMk cId="1138942419" sldId="281"/>
            <ac:picMk id="37" creationId="{254D26FC-44E5-44D3-DACF-DF14D969CC3F}"/>
          </ac:picMkLst>
        </pc:picChg>
        <pc:picChg chg="add del mod">
          <ac:chgData name="Teresa Hutabarat" userId="009dd21e1ce88130" providerId="LiveId" clId="{4A27B0C4-71A7-4D8F-A0DD-22BCE5C29DC3}" dt="2026-10-12T03:23:05.861" v="10124" actId="478"/>
          <ac:picMkLst>
            <pc:docMk/>
            <pc:sldMk cId="1138942419" sldId="281"/>
            <ac:picMk id="37" creationId="{C2C840B0-47AC-30E0-1DCF-01EE0E345EA9}"/>
          </ac:picMkLst>
        </pc:picChg>
        <pc:picChg chg="add del mod">
          <ac:chgData name="Teresa Hutabarat" userId="009dd21e1ce88130" providerId="LiveId" clId="{4A27B0C4-71A7-4D8F-A0DD-22BCE5C29DC3}" dt="2026-10-12T03:23:26.427" v="10130" actId="478"/>
          <ac:picMkLst>
            <pc:docMk/>
            <pc:sldMk cId="1138942419" sldId="281"/>
            <ac:picMk id="38" creationId="{7186B3A6-9391-6ED6-7702-3CA3A6519402}"/>
          </ac:picMkLst>
        </pc:picChg>
        <pc:picChg chg="add del mod">
          <ac:chgData name="Teresa Hutabarat" userId="009dd21e1ce88130" providerId="LiveId" clId="{4A27B0C4-71A7-4D8F-A0DD-22BCE5C29DC3}" dt="2026-10-12T03:26:18.074" v="10139" actId="478"/>
          <ac:picMkLst>
            <pc:docMk/>
            <pc:sldMk cId="1138942419" sldId="281"/>
            <ac:picMk id="43" creationId="{FD65C8B4-39EB-F3DB-1492-C8419E82C119}"/>
          </ac:picMkLst>
        </pc:picChg>
        <pc:picChg chg="add del mod">
          <ac:chgData name="Teresa Hutabarat" userId="009dd21e1ce88130" providerId="LiveId" clId="{4A27B0C4-71A7-4D8F-A0DD-22BCE5C29DC3}" dt="2026-10-12T03:38:58.615" v="10179" actId="478"/>
          <ac:picMkLst>
            <pc:docMk/>
            <pc:sldMk cId="1138942419" sldId="281"/>
            <ac:picMk id="47" creationId="{BEA7C5FD-6C13-BB94-039A-D2D6B0345B9C}"/>
          </ac:picMkLst>
        </pc:picChg>
      </pc:sldChg>
      <pc:sldChg chg="modSp add mod ord">
        <pc:chgData name="Teresa Hutabarat" userId="009dd21e1ce88130" providerId="LiveId" clId="{4A27B0C4-71A7-4D8F-A0DD-22BCE5C29DC3}" dt="2026-10-12T04:25:51.589" v="12219" actId="14100"/>
        <pc:sldMkLst>
          <pc:docMk/>
          <pc:sldMk cId="1989202822" sldId="282"/>
        </pc:sldMkLst>
        <pc:spChg chg="mod">
          <ac:chgData name="Teresa Hutabarat" userId="009dd21e1ce88130" providerId="LiveId" clId="{4A27B0C4-71A7-4D8F-A0DD-22BCE5C29DC3}" dt="2026-10-12T04:25:49.743" v="12218" actId="1076"/>
          <ac:spMkLst>
            <pc:docMk/>
            <pc:sldMk cId="1989202822" sldId="282"/>
            <ac:spMk id="14" creationId="{93C1477A-2395-DAF1-3BE3-B9B2013A7980}"/>
          </ac:spMkLst>
        </pc:spChg>
        <pc:spChg chg="mod">
          <ac:chgData name="Teresa Hutabarat" userId="009dd21e1ce88130" providerId="LiveId" clId="{4A27B0C4-71A7-4D8F-A0DD-22BCE5C29DC3}" dt="2026-10-12T04:25:49.743" v="12218" actId="1076"/>
          <ac:spMkLst>
            <pc:docMk/>
            <pc:sldMk cId="1989202822" sldId="282"/>
            <ac:spMk id="18" creationId="{2390DA31-D969-E754-329C-AA2AF80FFE6C}"/>
          </ac:spMkLst>
        </pc:spChg>
        <pc:spChg chg="mod">
          <ac:chgData name="Teresa Hutabarat" userId="009dd21e1ce88130" providerId="LiveId" clId="{4A27B0C4-71A7-4D8F-A0DD-22BCE5C29DC3}" dt="2026-10-12T04:25:49.743" v="12218" actId="1076"/>
          <ac:spMkLst>
            <pc:docMk/>
            <pc:sldMk cId="1989202822" sldId="282"/>
            <ac:spMk id="20" creationId="{1FC1C19A-C604-B167-CE02-5CB8C7CA9B16}"/>
          </ac:spMkLst>
        </pc:spChg>
        <pc:spChg chg="mod">
          <ac:chgData name="Teresa Hutabarat" userId="009dd21e1ce88130" providerId="LiveId" clId="{4A27B0C4-71A7-4D8F-A0DD-22BCE5C29DC3}" dt="2026-10-12T04:25:49.743" v="12218" actId="1076"/>
          <ac:spMkLst>
            <pc:docMk/>
            <pc:sldMk cId="1989202822" sldId="282"/>
            <ac:spMk id="22" creationId="{EAD65EB0-737E-5BE6-2507-C035D869C699}"/>
          </ac:spMkLst>
        </pc:spChg>
        <pc:spChg chg="mod">
          <ac:chgData name="Teresa Hutabarat" userId="009dd21e1ce88130" providerId="LiveId" clId="{4A27B0C4-71A7-4D8F-A0DD-22BCE5C29DC3}" dt="2026-10-12T04:25:49.743" v="12218" actId="1076"/>
          <ac:spMkLst>
            <pc:docMk/>
            <pc:sldMk cId="1989202822" sldId="282"/>
            <ac:spMk id="24" creationId="{B794F610-ED8D-20AC-DF76-6F363E43888F}"/>
          </ac:spMkLst>
        </pc:spChg>
        <pc:spChg chg="mod">
          <ac:chgData name="Teresa Hutabarat" userId="009dd21e1ce88130" providerId="LiveId" clId="{4A27B0C4-71A7-4D8F-A0DD-22BCE5C29DC3}" dt="2026-10-12T04:25:49.743" v="12218" actId="1076"/>
          <ac:spMkLst>
            <pc:docMk/>
            <pc:sldMk cId="1989202822" sldId="282"/>
            <ac:spMk id="26" creationId="{6F590E45-4B3B-CAE0-9BB4-D2306DCD2ED0}"/>
          </ac:spMkLst>
        </pc:spChg>
        <pc:spChg chg="mod">
          <ac:chgData name="Teresa Hutabarat" userId="009dd21e1ce88130" providerId="LiveId" clId="{4A27B0C4-71A7-4D8F-A0DD-22BCE5C29DC3}" dt="2026-10-12T04:25:49.743" v="12218" actId="1076"/>
          <ac:spMkLst>
            <pc:docMk/>
            <pc:sldMk cId="1989202822" sldId="282"/>
            <ac:spMk id="28" creationId="{76354CFB-8F11-0D21-4FB2-974632DA973B}"/>
          </ac:spMkLst>
        </pc:spChg>
        <pc:spChg chg="mod">
          <ac:chgData name="Teresa Hutabarat" userId="009dd21e1ce88130" providerId="LiveId" clId="{4A27B0C4-71A7-4D8F-A0DD-22BCE5C29DC3}" dt="2026-10-12T04:25:49.743" v="12218" actId="1076"/>
          <ac:spMkLst>
            <pc:docMk/>
            <pc:sldMk cId="1989202822" sldId="282"/>
            <ac:spMk id="30" creationId="{D6A692F2-9E8C-4801-044C-1B40C7773858}"/>
          </ac:spMkLst>
        </pc:spChg>
        <pc:graphicFrameChg chg="mod">
          <ac:chgData name="Teresa Hutabarat" userId="009dd21e1ce88130" providerId="LiveId" clId="{4A27B0C4-71A7-4D8F-A0DD-22BCE5C29DC3}" dt="2026-10-12T04:06:02.571" v="12162" actId="14100"/>
          <ac:graphicFrameMkLst>
            <pc:docMk/>
            <pc:sldMk cId="1989202822" sldId="282"/>
            <ac:graphicFrameMk id="6" creationId="{A036047C-7356-CF73-0601-1492E0163502}"/>
          </ac:graphicFrameMkLst>
        </pc:graphicFrameChg>
        <pc:graphicFrameChg chg="mod">
          <ac:chgData name="Teresa Hutabarat" userId="009dd21e1ce88130" providerId="LiveId" clId="{4A27B0C4-71A7-4D8F-A0DD-22BCE5C29DC3}" dt="2026-10-12T04:25:51.589" v="12219" actId="14100"/>
          <ac:graphicFrameMkLst>
            <pc:docMk/>
            <pc:sldMk cId="1989202822" sldId="282"/>
            <ac:graphicFrameMk id="11" creationId="{86B9AFF4-2CE2-6F1A-5F89-8B164E166FCC}"/>
          </ac:graphicFrameMkLst>
        </pc:graphicFrameChg>
        <pc:graphicFrameChg chg="mod">
          <ac:chgData name="Teresa Hutabarat" userId="009dd21e1ce88130" providerId="LiveId" clId="{4A27B0C4-71A7-4D8F-A0DD-22BCE5C29DC3}" dt="2026-10-12T04:06:33.585" v="12169"/>
          <ac:graphicFrameMkLst>
            <pc:docMk/>
            <pc:sldMk cId="1989202822" sldId="282"/>
            <ac:graphicFrameMk id="13" creationId="{DE2657FC-5254-DE56-CE33-984C43CA5AD2}"/>
          </ac:graphicFrameMkLst>
        </pc:graphicFrameChg>
      </pc:sldChg>
      <pc:sldChg chg="add ord">
        <pc:chgData name="Teresa Hutabarat" userId="009dd21e1ce88130" providerId="LiveId" clId="{4A27B0C4-71A7-4D8F-A0DD-22BCE5C29DC3}" dt="2026-10-11T07:43:55.326" v="8243"/>
        <pc:sldMkLst>
          <pc:docMk/>
          <pc:sldMk cId="2403165079" sldId="283"/>
        </pc:sldMkLst>
      </pc:sldChg>
      <pc:sldChg chg="addSp delSp modSp add mod">
        <pc:chgData name="Teresa Hutabarat" userId="009dd21e1ce88130" providerId="LiveId" clId="{4A27B0C4-71A7-4D8F-A0DD-22BCE5C29DC3}" dt="2026-10-09T04:06:44.461" v="4418" actId="22"/>
        <pc:sldMkLst>
          <pc:docMk/>
          <pc:sldMk cId="594454372" sldId="2147483642"/>
        </pc:sldMkLst>
        <pc:spChg chg="mod">
          <ac:chgData name="Teresa Hutabarat" userId="009dd21e1ce88130" providerId="LiveId" clId="{4A27B0C4-71A7-4D8F-A0DD-22BCE5C29DC3}" dt="2026-10-08T16:30:05.217" v="869" actId="20577"/>
          <ac:spMkLst>
            <pc:docMk/>
            <pc:sldMk cId="594454372" sldId="2147483642"/>
            <ac:spMk id="2" creationId="{A7D0CBE9-425A-6F7C-6FE2-91E5FC20100D}"/>
          </ac:spMkLst>
        </pc:spChg>
        <pc:spChg chg="add mod">
          <ac:chgData name="Teresa Hutabarat" userId="009dd21e1ce88130" providerId="LiveId" clId="{4A27B0C4-71A7-4D8F-A0DD-22BCE5C29DC3}" dt="2026-10-09T02:48:48.965" v="2404" actId="20577"/>
          <ac:spMkLst>
            <pc:docMk/>
            <pc:sldMk cId="594454372" sldId="2147483642"/>
            <ac:spMk id="6" creationId="{3F5DA1B2-C16C-2C31-2ACA-D73AFD975474}"/>
          </ac:spMkLst>
        </pc:spChg>
        <pc:spChg chg="add mod">
          <ac:chgData name="Teresa Hutabarat" userId="009dd21e1ce88130" providerId="LiveId" clId="{4A27B0C4-71A7-4D8F-A0DD-22BCE5C29DC3}" dt="2026-10-08T16:25:13.357" v="302" actId="20577"/>
          <ac:spMkLst>
            <pc:docMk/>
            <pc:sldMk cId="594454372" sldId="2147483642"/>
            <ac:spMk id="8" creationId="{27DEB12F-66D3-0345-2094-26D0D4886D6C}"/>
          </ac:spMkLst>
        </pc:spChg>
        <pc:spChg chg="add">
          <ac:chgData name="Teresa Hutabarat" userId="009dd21e1ce88130" providerId="LiveId" clId="{4A27B0C4-71A7-4D8F-A0DD-22BCE5C29DC3}" dt="2026-10-09T04:06:44.461" v="4418" actId="22"/>
          <ac:spMkLst>
            <pc:docMk/>
            <pc:sldMk cId="594454372" sldId="2147483642"/>
            <ac:spMk id="12" creationId="{A316EFE6-F261-0EAA-3BD0-8A0CACD7C37F}"/>
          </ac:spMkLst>
        </pc:spChg>
      </pc:sldChg>
      <pc:sldChg chg="addSp modSp add mod">
        <pc:chgData name="Teresa Hutabarat" userId="009dd21e1ce88130" providerId="LiveId" clId="{4A27B0C4-71A7-4D8F-A0DD-22BCE5C29DC3}" dt="2026-10-09T04:06:40.881" v="4417" actId="20577"/>
        <pc:sldMkLst>
          <pc:docMk/>
          <pc:sldMk cId="2902982876" sldId="2147483643"/>
        </pc:sldMkLst>
        <pc:spChg chg="mod">
          <ac:chgData name="Teresa Hutabarat" userId="009dd21e1ce88130" providerId="LiveId" clId="{4A27B0C4-71A7-4D8F-A0DD-22BCE5C29DC3}" dt="2026-10-08T16:29:24.172" v="680" actId="20577"/>
          <ac:spMkLst>
            <pc:docMk/>
            <pc:sldMk cId="2902982876" sldId="2147483643"/>
            <ac:spMk id="2" creationId="{53B38D03-5210-01FD-1DC6-C79FBED3EE9C}"/>
          </ac:spMkLst>
        </pc:spChg>
        <pc:spChg chg="add mod">
          <ac:chgData name="Teresa Hutabarat" userId="009dd21e1ce88130" providerId="LiveId" clId="{4A27B0C4-71A7-4D8F-A0DD-22BCE5C29DC3}" dt="2026-10-09T04:06:40.881" v="4417" actId="20577"/>
          <ac:spMkLst>
            <pc:docMk/>
            <pc:sldMk cId="2902982876" sldId="2147483643"/>
            <ac:spMk id="4" creationId="{9D19628E-99C2-85CD-B561-904886508639}"/>
          </ac:spMkLst>
        </pc:spChg>
      </pc:sldChg>
      <pc:sldChg chg="addSp delSp modSp add mod">
        <pc:chgData name="Teresa Hutabarat" userId="009dd21e1ce88130" providerId="LiveId" clId="{4A27B0C4-71A7-4D8F-A0DD-22BCE5C29DC3}" dt="2026-10-09T04:06:49.623" v="4419" actId="22"/>
        <pc:sldMkLst>
          <pc:docMk/>
          <pc:sldMk cId="2720345117" sldId="2147483644"/>
        </pc:sldMkLst>
        <pc:spChg chg="add mod">
          <ac:chgData name="Teresa Hutabarat" userId="009dd21e1ce88130" providerId="LiveId" clId="{4A27B0C4-71A7-4D8F-A0DD-22BCE5C29DC3}" dt="2026-10-09T02:51:22.915" v="2418" actId="20577"/>
          <ac:spMkLst>
            <pc:docMk/>
            <pc:sldMk cId="2720345117" sldId="2147483644"/>
            <ac:spMk id="4" creationId="{7F5BA065-C29A-BD47-EAA1-9FC4A04FDFE6}"/>
          </ac:spMkLst>
        </pc:spChg>
        <pc:spChg chg="add">
          <ac:chgData name="Teresa Hutabarat" userId="009dd21e1ce88130" providerId="LiveId" clId="{4A27B0C4-71A7-4D8F-A0DD-22BCE5C29DC3}" dt="2026-10-09T04:06:49.623" v="4419" actId="22"/>
          <ac:spMkLst>
            <pc:docMk/>
            <pc:sldMk cId="2720345117" sldId="2147483644"/>
            <ac:spMk id="10" creationId="{3D42E197-8B67-50EB-2CA4-F0C58E099DAB}"/>
          </ac:spMkLst>
        </pc:spChg>
        <pc:picChg chg="add mod">
          <ac:chgData name="Teresa Hutabarat" userId="009dd21e1ce88130" providerId="LiveId" clId="{4A27B0C4-71A7-4D8F-A0DD-22BCE5C29DC3}" dt="2026-10-09T03:18:24.349" v="2683" actId="1076"/>
          <ac:picMkLst>
            <pc:docMk/>
            <pc:sldMk cId="2720345117" sldId="2147483644"/>
            <ac:picMk id="7" creationId="{57386C8C-3446-6FCD-4B73-FF6DAE556D76}"/>
          </ac:picMkLst>
        </pc:picChg>
      </pc:sldChg>
      <pc:sldChg chg="addSp modSp new mod">
        <pc:chgData name="Teresa Hutabarat" userId="009dd21e1ce88130" providerId="LiveId" clId="{4A27B0C4-71A7-4D8F-A0DD-22BCE5C29DC3}" dt="2026-10-08T16:31:19.025" v="1045" actId="20577"/>
        <pc:sldMkLst>
          <pc:docMk/>
          <pc:sldMk cId="1762367253" sldId="2147483646"/>
        </pc:sldMkLst>
        <pc:spChg chg="mod">
          <ac:chgData name="Teresa Hutabarat" userId="009dd21e1ce88130" providerId="LiveId" clId="{4A27B0C4-71A7-4D8F-A0DD-22BCE5C29DC3}" dt="2026-10-08T16:30:30.344" v="944" actId="20577"/>
          <ac:spMkLst>
            <pc:docMk/>
            <pc:sldMk cId="1762367253" sldId="2147483646"/>
            <ac:spMk id="2" creationId="{1DA931AC-B783-BB8E-01DC-436FD6836E98}"/>
          </ac:spMkLst>
        </pc:spChg>
        <pc:spChg chg="add mod">
          <ac:chgData name="Teresa Hutabarat" userId="009dd21e1ce88130" providerId="LiveId" clId="{4A27B0C4-71A7-4D8F-A0DD-22BCE5C29DC3}" dt="2026-10-08T16:30:55.537" v="1006" actId="20577"/>
          <ac:spMkLst>
            <pc:docMk/>
            <pc:sldMk cId="1762367253" sldId="2147483646"/>
            <ac:spMk id="5" creationId="{5122357F-0260-CA85-ABFD-538A671835EE}"/>
          </ac:spMkLst>
        </pc:spChg>
      </pc:sldChg>
      <pc:sldChg chg="addSp modSp new mod">
        <pc:chgData name="Teresa Hutabarat" userId="009dd21e1ce88130" providerId="LiveId" clId="{4A27B0C4-71A7-4D8F-A0DD-22BCE5C29DC3}" dt="2026-10-09T02:54:20.324" v="2464" actId="20577"/>
        <pc:sldMkLst>
          <pc:docMk/>
          <pc:sldMk cId="3598207233" sldId="2147483647"/>
        </pc:sldMkLst>
        <pc:spChg chg="mod">
          <ac:chgData name="Teresa Hutabarat" userId="009dd21e1ce88130" providerId="LiveId" clId="{4A27B0C4-71A7-4D8F-A0DD-22BCE5C29DC3}" dt="2026-10-08T16:33:03.578" v="1261" actId="20577"/>
          <ac:spMkLst>
            <pc:docMk/>
            <pc:sldMk cId="3598207233" sldId="2147483647"/>
            <ac:spMk id="2" creationId="{A85E4058-E799-1CC2-E1CF-4EEE4AA48540}"/>
          </ac:spMkLst>
        </pc:spChg>
      </pc:sldChg>
    </pc:docChg>
  </pc:docChgLst>
  <pc:docChgLst>
    <pc:chgData name="Qintani Sinaga" userId="e85d05432d212339" providerId="Windows Live" clId="Web-{80AC592C-0CE2-7869-B095-4223ABD32D1B}"/>
    <pc:docChg chg="modSld">
      <pc:chgData name="Qintani Sinaga" userId="e85d05432d212339" providerId="Windows Live" clId="Web-{80AC592C-0CE2-7869-B095-4223ABD32D1B}" dt="2026-10-12T04:19:03.060" v="1" actId="1076"/>
      <pc:docMkLst>
        <pc:docMk/>
      </pc:docMkLst>
      <pc:sldChg chg="modSp">
        <pc:chgData name="Qintani Sinaga" userId="e85d05432d212339" providerId="Windows Live" clId="Web-{80AC592C-0CE2-7869-B095-4223ABD32D1B}" dt="2026-10-12T04:19:03.060" v="1" actId="1076"/>
        <pc:sldMkLst>
          <pc:docMk/>
          <pc:sldMk cId="2392868378" sldId="276"/>
        </pc:sldMkLst>
        <pc:graphicFrameChg chg="mod">
          <ac:chgData name="Qintani Sinaga" userId="e85d05432d212339" providerId="Windows Live" clId="Web-{80AC592C-0CE2-7869-B095-4223ABD32D1B}" dt="2026-10-12T04:19:03.060" v="1" actId="1076"/>
          <ac:graphicFrameMkLst>
            <pc:docMk/>
            <pc:sldMk cId="2392868378" sldId="276"/>
            <ac:graphicFrameMk id="3" creationId="{C7DB817E-83C6-E64C-B5CB-3410AE783B4E}"/>
          </ac:graphicFrameMkLst>
        </pc:graphicFrameChg>
        <pc:graphicFrameChg chg="mod">
          <ac:chgData name="Qintani Sinaga" userId="e85d05432d212339" providerId="Windows Live" clId="Web-{80AC592C-0CE2-7869-B095-4223ABD32D1B}" dt="2026-10-12T04:19:01.357" v="0" actId="1076"/>
          <ac:graphicFrameMkLst>
            <pc:docMk/>
            <pc:sldMk cId="2392868378" sldId="276"/>
            <ac:graphicFrameMk id="12" creationId="{16639888-2C2F-399E-34BB-1799A5F77C48}"/>
          </ac:graphicFrameMkLst>
        </pc:graphicFrameChg>
      </pc:sldChg>
    </pc:docChg>
  </pc:docChgLst>
  <pc:docChgLst>
    <pc:chgData name="alfan mansur" userId="11698b1e06b99725" providerId="LiveId" clId="{EDA42521-C4F6-42EF-A37B-1E420A837FCB}"/>
    <pc:docChg chg="undo custSel addSld modSld sldOrd">
      <pc:chgData name="alfan mansur" userId="11698b1e06b99725" providerId="LiveId" clId="{EDA42521-C4F6-42EF-A37B-1E420A837FCB}" dt="2026-10-12T04:45:37.431" v="999"/>
      <pc:docMkLst>
        <pc:docMk/>
      </pc:docMkLst>
      <pc:sldChg chg="modSp mod">
        <pc:chgData name="alfan mansur" userId="11698b1e06b99725" providerId="LiveId" clId="{EDA42521-C4F6-42EF-A37B-1E420A837FCB}" dt="2026-10-12T04:19:36.060" v="964" actId="20577"/>
        <pc:sldMkLst>
          <pc:docMk/>
          <pc:sldMk cId="0" sldId="257"/>
        </pc:sldMkLst>
        <pc:spChg chg="mod">
          <ac:chgData name="alfan mansur" userId="11698b1e06b99725" providerId="LiveId" clId="{EDA42521-C4F6-42EF-A37B-1E420A837FCB}" dt="2026-10-12T04:19:36.060" v="964" actId="20577"/>
          <ac:spMkLst>
            <pc:docMk/>
            <pc:sldMk cId="0" sldId="257"/>
            <ac:spMk id="135" creationId="{00000000-0000-0000-0000-000000000000}"/>
          </ac:spMkLst>
        </pc:spChg>
      </pc:sldChg>
      <pc:sldChg chg="modSp mod ord">
        <pc:chgData name="alfan mansur" userId="11698b1e06b99725" providerId="LiveId" clId="{EDA42521-C4F6-42EF-A37B-1E420A837FCB}" dt="2026-10-11T13:21:20.063" v="145" actId="20577"/>
        <pc:sldMkLst>
          <pc:docMk/>
          <pc:sldMk cId="607791369" sldId="265"/>
        </pc:sldMkLst>
        <pc:spChg chg="mod">
          <ac:chgData name="alfan mansur" userId="11698b1e06b99725" providerId="LiveId" clId="{EDA42521-C4F6-42EF-A37B-1E420A837FCB}" dt="2026-10-11T13:21:20.063" v="145" actId="20577"/>
          <ac:spMkLst>
            <pc:docMk/>
            <pc:sldMk cId="607791369" sldId="265"/>
            <ac:spMk id="2" creationId="{DD7AE560-F9F1-53D1-A6D4-A2D245162DB8}"/>
          </ac:spMkLst>
        </pc:spChg>
      </pc:sldChg>
      <pc:sldChg chg="modSp mod">
        <pc:chgData name="alfan mansur" userId="11698b1e06b99725" providerId="LiveId" clId="{EDA42521-C4F6-42EF-A37B-1E420A837FCB}" dt="2026-10-09T12:18:39.019" v="33" actId="20577"/>
        <pc:sldMkLst>
          <pc:docMk/>
          <pc:sldMk cId="3222494568" sldId="266"/>
        </pc:sldMkLst>
        <pc:spChg chg="mod">
          <ac:chgData name="alfan mansur" userId="11698b1e06b99725" providerId="LiveId" clId="{EDA42521-C4F6-42EF-A37B-1E420A837FCB}" dt="2026-10-09T12:18:39.019" v="33" actId="20577"/>
          <ac:spMkLst>
            <pc:docMk/>
            <pc:sldMk cId="3222494568" sldId="266"/>
            <ac:spMk id="42" creationId="{DE402878-F61C-0FA1-B936-8E6CC825E03F}"/>
          </ac:spMkLst>
        </pc:spChg>
      </pc:sldChg>
      <pc:sldChg chg="addSp modSp new mod">
        <pc:chgData name="alfan mansur" userId="11698b1e06b99725" providerId="LiveId" clId="{EDA42521-C4F6-42EF-A37B-1E420A837FCB}" dt="2026-10-12T04:45:37.431" v="999"/>
        <pc:sldMkLst>
          <pc:docMk/>
          <pc:sldMk cId="1850595194" sldId="268"/>
        </pc:sldMkLst>
        <pc:spChg chg="mod">
          <ac:chgData name="alfan mansur" userId="11698b1e06b99725" providerId="LiveId" clId="{EDA42521-C4F6-42EF-A37B-1E420A837FCB}" dt="2026-10-12T04:45:37.431" v="999"/>
          <ac:spMkLst>
            <pc:docMk/>
            <pc:sldMk cId="1850595194" sldId="268"/>
            <ac:spMk id="2" creationId="{470009AA-633E-53DC-6454-0E9FEC327DE6}"/>
          </ac:spMkLst>
        </pc:spChg>
        <pc:spChg chg="add mod">
          <ac:chgData name="alfan mansur" userId="11698b1e06b99725" providerId="LiveId" clId="{EDA42521-C4F6-42EF-A37B-1E420A837FCB}" dt="2026-10-12T03:38:29.016" v="821" actId="20577"/>
          <ac:spMkLst>
            <pc:docMk/>
            <pc:sldMk cId="1850595194" sldId="268"/>
            <ac:spMk id="3" creationId="{907D9F9B-8681-9293-FE99-9283AAAE3593}"/>
          </ac:spMkLst>
        </pc:spChg>
        <pc:spChg chg="add mod">
          <ac:chgData name="alfan mansur" userId="11698b1e06b99725" providerId="LiveId" clId="{EDA42521-C4F6-42EF-A37B-1E420A837FCB}" dt="2026-10-11T13:23:36.790" v="275" actId="20577"/>
          <ac:spMkLst>
            <pc:docMk/>
            <pc:sldMk cId="1850595194" sldId="268"/>
            <ac:spMk id="4" creationId="{536A459E-BF36-C12F-0489-6A272ABAB66F}"/>
          </ac:spMkLst>
        </pc:spChg>
        <pc:spChg chg="add mod">
          <ac:chgData name="alfan mansur" userId="11698b1e06b99725" providerId="LiveId" clId="{EDA42521-C4F6-42EF-A37B-1E420A837FCB}" dt="2026-10-12T04:05:47.472" v="905" actId="20577"/>
          <ac:spMkLst>
            <pc:docMk/>
            <pc:sldMk cId="1850595194" sldId="268"/>
            <ac:spMk id="6" creationId="{3331D143-0C2C-DCFC-649A-CC80479E1002}"/>
          </ac:spMkLst>
        </pc:spChg>
      </pc:sldChg>
      <pc:sldChg chg="modSp mod">
        <pc:chgData name="alfan mansur" userId="11698b1e06b99725" providerId="LiveId" clId="{EDA42521-C4F6-42EF-A37B-1E420A837FCB}" dt="2026-10-09T10:06:01.809" v="19" actId="27918"/>
        <pc:sldMkLst>
          <pc:docMk/>
          <pc:sldMk cId="2411710094" sldId="269"/>
        </pc:sldMkLst>
        <pc:graphicFrameChg chg="mod">
          <ac:chgData name="alfan mansur" userId="11698b1e06b99725" providerId="LiveId" clId="{EDA42521-C4F6-42EF-A37B-1E420A837FCB}" dt="2026-10-09T10:05:53.197" v="17" actId="20577"/>
          <ac:graphicFrameMkLst>
            <pc:docMk/>
            <pc:sldMk cId="2411710094" sldId="269"/>
            <ac:graphicFrameMk id="13" creationId="{DE2657FC-5254-DE56-CE33-984C43CA5AD2}"/>
          </ac:graphicFrameMkLst>
        </pc:graphicFrameChg>
      </pc:sldChg>
      <pc:sldChg chg="addSp modSp new mod">
        <pc:chgData name="alfan mansur" userId="11698b1e06b99725" providerId="LiveId" clId="{EDA42521-C4F6-42EF-A37B-1E420A837FCB}" dt="2026-10-12T04:00:29.248" v="871" actId="255"/>
        <pc:sldMkLst>
          <pc:docMk/>
          <pc:sldMk cId="23073225" sldId="270"/>
        </pc:sldMkLst>
        <pc:spChg chg="mod">
          <ac:chgData name="alfan mansur" userId="11698b1e06b99725" providerId="LiveId" clId="{EDA42521-C4F6-42EF-A37B-1E420A837FCB}" dt="2026-10-12T03:32:27.077" v="815"/>
          <ac:spMkLst>
            <pc:docMk/>
            <pc:sldMk cId="23073225" sldId="270"/>
            <ac:spMk id="2" creationId="{4D553EC4-07D9-469B-D2E1-F42F82D14AB7}"/>
          </ac:spMkLst>
        </pc:spChg>
        <pc:spChg chg="add mod">
          <ac:chgData name="alfan mansur" userId="11698b1e06b99725" providerId="LiveId" clId="{EDA42521-C4F6-42EF-A37B-1E420A837FCB}" dt="2026-10-12T00:31:52.557" v="664" actId="1076"/>
          <ac:spMkLst>
            <pc:docMk/>
            <pc:sldMk cId="23073225" sldId="270"/>
            <ac:spMk id="4" creationId="{0F070169-91ED-E7E4-EB70-DBA1852E057B}"/>
          </ac:spMkLst>
        </pc:spChg>
        <pc:spChg chg="add mod">
          <ac:chgData name="alfan mansur" userId="11698b1e06b99725" providerId="LiveId" clId="{EDA42521-C4F6-42EF-A37B-1E420A837FCB}" dt="2026-10-11T13:37:17.423" v="533" actId="1076"/>
          <ac:spMkLst>
            <pc:docMk/>
            <pc:sldMk cId="23073225" sldId="270"/>
            <ac:spMk id="5" creationId="{01F458C1-2F25-40DF-39AA-21D81EEFA25D}"/>
          </ac:spMkLst>
        </pc:spChg>
        <pc:spChg chg="add mod">
          <ac:chgData name="alfan mansur" userId="11698b1e06b99725" providerId="LiveId" clId="{EDA42521-C4F6-42EF-A37B-1E420A837FCB}" dt="2026-10-11T13:37:12.480" v="532"/>
          <ac:spMkLst>
            <pc:docMk/>
            <pc:sldMk cId="23073225" sldId="270"/>
            <ac:spMk id="7" creationId="{14B21CCC-4EC5-9485-A7F8-CD61850A3B2C}"/>
          </ac:spMkLst>
        </pc:spChg>
        <pc:graphicFrameChg chg="add mod">
          <ac:chgData name="alfan mansur" userId="11698b1e06b99725" providerId="LiveId" clId="{EDA42521-C4F6-42EF-A37B-1E420A837FCB}" dt="2026-10-11T13:35:20.252" v="451"/>
          <ac:graphicFrameMkLst>
            <pc:docMk/>
            <pc:sldMk cId="23073225" sldId="270"/>
            <ac:graphicFrameMk id="3" creationId="{00000000-0008-0000-0D00-000009000000}"/>
          </ac:graphicFrameMkLst>
        </pc:graphicFrameChg>
        <pc:graphicFrameChg chg="mod">
          <ac:chgData name="alfan mansur" userId="11698b1e06b99725" providerId="LiveId" clId="{EDA42521-C4F6-42EF-A37B-1E420A837FCB}" dt="2026-10-12T04:00:29.248" v="871" actId="255"/>
          <ac:graphicFrameMkLst>
            <pc:docMk/>
            <pc:sldMk cId="23073225" sldId="270"/>
            <ac:graphicFrameMk id="6" creationId="{00000000-0008-0000-0D00-000009000000}"/>
          </ac:graphicFrameMkLst>
        </pc:graphicFrameChg>
        <pc:graphicFrameChg chg="mod">
          <ac:chgData name="alfan mansur" userId="11698b1e06b99725" providerId="LiveId" clId="{EDA42521-C4F6-42EF-A37B-1E420A837FCB}" dt="2026-10-12T04:00:24.563" v="870" actId="255"/>
          <ac:graphicFrameMkLst>
            <pc:docMk/>
            <pc:sldMk cId="23073225" sldId="270"/>
            <ac:graphicFrameMk id="8" creationId="{00000000-0008-0000-0D00-00000A000000}"/>
          </ac:graphicFrameMkLst>
        </pc:graphicFrameChg>
      </pc:sldChg>
      <pc:sldChg chg="addSp modSp new mod">
        <pc:chgData name="alfan mansur" userId="11698b1e06b99725" providerId="LiveId" clId="{EDA42521-C4F6-42EF-A37B-1E420A837FCB}" dt="2026-10-12T00:31:47.537" v="662" actId="1076"/>
        <pc:sldMkLst>
          <pc:docMk/>
          <pc:sldMk cId="4111720226" sldId="271"/>
        </pc:sldMkLst>
        <pc:spChg chg="mod">
          <ac:chgData name="alfan mansur" userId="11698b1e06b99725" providerId="LiveId" clId="{EDA42521-C4F6-42EF-A37B-1E420A837FCB}" dt="2026-10-11T13:38:12.478" v="618" actId="20577"/>
          <ac:spMkLst>
            <pc:docMk/>
            <pc:sldMk cId="4111720226" sldId="271"/>
            <ac:spMk id="2" creationId="{F8368AC0-44B4-7541-C06E-C8D0B9ED3C98}"/>
          </ac:spMkLst>
        </pc:spChg>
        <pc:spChg chg="add mod">
          <ac:chgData name="alfan mansur" userId="11698b1e06b99725" providerId="LiveId" clId="{EDA42521-C4F6-42EF-A37B-1E420A837FCB}" dt="2026-10-11T13:44:12.740" v="652" actId="1076"/>
          <ac:spMkLst>
            <pc:docMk/>
            <pc:sldMk cId="4111720226" sldId="271"/>
            <ac:spMk id="4" creationId="{D86FE642-B2BC-EC89-5390-CECF14CA4A30}"/>
          </ac:spMkLst>
        </pc:spChg>
        <pc:spChg chg="add mod">
          <ac:chgData name="alfan mansur" userId="11698b1e06b99725" providerId="LiveId" clId="{EDA42521-C4F6-42EF-A37B-1E420A837FCB}" dt="2026-10-12T00:31:47.537" v="662" actId="1076"/>
          <ac:spMkLst>
            <pc:docMk/>
            <pc:sldMk cId="4111720226" sldId="271"/>
            <ac:spMk id="5" creationId="{3F301872-4AAE-282B-1CE8-075D4C391C44}"/>
          </ac:spMkLst>
        </pc:spChg>
        <pc:spChg chg="add mod">
          <ac:chgData name="alfan mansur" userId="11698b1e06b99725" providerId="LiveId" clId="{EDA42521-C4F6-42EF-A37B-1E420A837FCB}" dt="2026-10-11T13:44:07.648" v="651" actId="1076"/>
          <ac:spMkLst>
            <pc:docMk/>
            <pc:sldMk cId="4111720226" sldId="271"/>
            <ac:spMk id="8" creationId="{DA725ACB-0169-918D-7B05-D7E5AEAE1560}"/>
          </ac:spMkLst>
        </pc:spChg>
        <pc:graphicFrameChg chg="add mod modGraphic">
          <ac:chgData name="alfan mansur" userId="11698b1e06b99725" providerId="LiveId" clId="{EDA42521-C4F6-42EF-A37B-1E420A837FCB}" dt="2026-10-11T13:44:12.740" v="652" actId="1076"/>
          <ac:graphicFrameMkLst>
            <pc:docMk/>
            <pc:sldMk cId="4111720226" sldId="271"/>
            <ac:graphicFrameMk id="6" creationId="{8216D2BA-A64F-3509-5260-D7C071D8AE50}"/>
          </ac:graphicFrameMkLst>
        </pc:graphicFrameChg>
      </pc:sldChg>
      <pc:sldChg chg="modSp mod ord">
        <pc:chgData name="alfan mansur" userId="11698b1e06b99725" providerId="LiveId" clId="{EDA42521-C4F6-42EF-A37B-1E420A837FCB}" dt="2026-10-11T13:20:54.829" v="115" actId="20577"/>
        <pc:sldMkLst>
          <pc:docMk/>
          <pc:sldMk cId="2392868378" sldId="276"/>
        </pc:sldMkLst>
        <pc:spChg chg="mod">
          <ac:chgData name="alfan mansur" userId="11698b1e06b99725" providerId="LiveId" clId="{EDA42521-C4F6-42EF-A37B-1E420A837FCB}" dt="2026-10-11T13:20:54.829" v="115" actId="20577"/>
          <ac:spMkLst>
            <pc:docMk/>
            <pc:sldMk cId="2392868378" sldId="276"/>
            <ac:spMk id="2" creationId="{628CAC4A-672F-D29D-2EE6-F890B650AA7F}"/>
          </ac:spMkLst>
        </pc:spChg>
      </pc:sldChg>
      <pc:sldChg chg="addSp delSp modSp mod">
        <pc:chgData name="alfan mansur" userId="11698b1e06b99725" providerId="LiveId" clId="{EDA42521-C4F6-42EF-A37B-1E420A837FCB}" dt="2026-10-12T04:33:42.982" v="998" actId="207"/>
        <pc:sldMkLst>
          <pc:docMk/>
          <pc:sldMk cId="0" sldId="278"/>
        </pc:sldMkLst>
        <pc:spChg chg="mod">
          <ac:chgData name="alfan mansur" userId="11698b1e06b99725" providerId="LiveId" clId="{EDA42521-C4F6-42EF-A37B-1E420A837FCB}" dt="2026-10-12T03:07:25.109" v="790" actId="20577"/>
          <ac:spMkLst>
            <pc:docMk/>
            <pc:sldMk cId="0" sldId="278"/>
            <ac:spMk id="2" creationId="{00000000-0000-0000-0000-000000000000}"/>
          </ac:spMkLst>
        </pc:spChg>
        <pc:spChg chg="mod">
          <ac:chgData name="alfan mansur" userId="11698b1e06b99725" providerId="LiveId" clId="{EDA42521-C4F6-42EF-A37B-1E420A837FCB}" dt="2026-10-11T13:44:37.092" v="653" actId="6549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alfan mansur" userId="11698b1e06b99725" providerId="LiveId" clId="{EDA42521-C4F6-42EF-A37B-1E420A837FCB}" dt="2026-10-12T04:21:06.816" v="988" actId="167"/>
          <ac:spMkLst>
            <pc:docMk/>
            <pc:sldMk cId="0" sldId="278"/>
            <ac:spMk id="6" creationId="{BF66F47E-C98F-27FD-B4A3-96FEF8086745}"/>
          </ac:spMkLst>
        </pc:spChg>
        <pc:spChg chg="del mod">
          <ac:chgData name="alfan mansur" userId="11698b1e06b99725" providerId="LiveId" clId="{EDA42521-C4F6-42EF-A37B-1E420A837FCB}" dt="2026-10-12T03:26:05.425" v="792" actId="478"/>
          <ac:spMkLst>
            <pc:docMk/>
            <pc:sldMk cId="0" sldId="278"/>
            <ac:spMk id="9" creationId="{6CDB45A3-1294-0531-BD37-CDC2E768E004}"/>
          </ac:spMkLst>
        </pc:spChg>
        <pc:spChg chg="add mod">
          <ac:chgData name="alfan mansur" userId="11698b1e06b99725" providerId="LiveId" clId="{EDA42521-C4F6-42EF-A37B-1E420A837FCB}" dt="2026-10-12T04:10:23.894" v="960" actId="403"/>
          <ac:spMkLst>
            <pc:docMk/>
            <pc:sldMk cId="0" sldId="278"/>
            <ac:spMk id="9" creationId="{AAFDB8F5-057C-3448-98F3-707137B8DAD6}"/>
          </ac:spMkLst>
        </pc:spChg>
        <pc:spChg chg="del">
          <ac:chgData name="alfan mansur" userId="11698b1e06b99725" providerId="LiveId" clId="{EDA42521-C4F6-42EF-A37B-1E420A837FCB}" dt="2026-10-12T03:26:16.248" v="796" actId="478"/>
          <ac:spMkLst>
            <pc:docMk/>
            <pc:sldMk cId="0" sldId="278"/>
            <ac:spMk id="10" creationId="{A7551547-4468-318F-8E47-81302DA33AB0}"/>
          </ac:spMkLst>
        </pc:spChg>
        <pc:spChg chg="del mod">
          <ac:chgData name="alfan mansur" userId="11698b1e06b99725" providerId="LiveId" clId="{EDA42521-C4F6-42EF-A37B-1E420A837FCB}" dt="2026-10-12T03:26:13.463" v="795" actId="478"/>
          <ac:spMkLst>
            <pc:docMk/>
            <pc:sldMk cId="0" sldId="278"/>
            <ac:spMk id="11" creationId="{73D8B760-7FEE-9FE6-2527-030F80E21F1C}"/>
          </ac:spMkLst>
        </pc:spChg>
        <pc:spChg chg="add del mod">
          <ac:chgData name="alfan mansur" userId="11698b1e06b99725" providerId="LiveId" clId="{EDA42521-C4F6-42EF-A37B-1E420A837FCB}" dt="2026-10-12T03:26:11.358" v="794" actId="478"/>
          <ac:spMkLst>
            <pc:docMk/>
            <pc:sldMk cId="0" sldId="278"/>
            <ac:spMk id="13" creationId="{68EE2009-13F5-3479-32D7-8460E0615283}"/>
          </ac:spMkLst>
        </pc:spChg>
        <pc:spChg chg="add del mod">
          <ac:chgData name="alfan mansur" userId="11698b1e06b99725" providerId="LiveId" clId="{EDA42521-C4F6-42EF-A37B-1E420A837FCB}" dt="2026-10-12T03:30:33.656" v="814" actId="1076"/>
          <ac:spMkLst>
            <pc:docMk/>
            <pc:sldMk cId="0" sldId="278"/>
            <ac:spMk id="17" creationId="{2BDDB814-5E81-D480-BE81-1525575AB32E}"/>
          </ac:spMkLst>
        </pc:spChg>
        <pc:graphicFrameChg chg="modGraphic">
          <ac:chgData name="alfan mansur" userId="11698b1e06b99725" providerId="LiveId" clId="{EDA42521-C4F6-42EF-A37B-1E420A837FCB}" dt="2026-10-11T13:44:55.855" v="654" actId="2165"/>
          <ac:graphicFrameMkLst>
            <pc:docMk/>
            <pc:sldMk cId="0" sldId="278"/>
            <ac:graphicFrameMk id="5" creationId="{00000000-0000-0000-0000-000000000000}"/>
          </ac:graphicFrameMkLst>
        </pc:graphicFrameChg>
        <pc:graphicFrameChg chg="mod ord">
          <ac:chgData name="alfan mansur" userId="11698b1e06b99725" providerId="LiveId" clId="{EDA42521-C4F6-42EF-A37B-1E420A837FCB}" dt="2026-10-12T04:33:42.982" v="998" actId="207"/>
          <ac:graphicFrameMkLst>
            <pc:docMk/>
            <pc:sldMk cId="0" sldId="278"/>
            <ac:graphicFrameMk id="8" creationId="{58E8CAFD-DAD3-FBD5-CA63-9A7D073F17F0}"/>
          </ac:graphicFrameMkLst>
        </pc:graphicFrameChg>
        <pc:picChg chg="mod">
          <ac:chgData name="alfan mansur" userId="11698b1e06b99725" providerId="LiveId" clId="{EDA42521-C4F6-42EF-A37B-1E420A837FCB}" dt="2026-10-12T03:26:08.237" v="793" actId="1076"/>
          <ac:picMkLst>
            <pc:docMk/>
            <pc:sldMk cId="0" sldId="278"/>
            <ac:picMk id="12" creationId="{4DFD55FA-507E-EE49-38E4-C9D821B1FB5E}"/>
          </ac:picMkLst>
        </pc:picChg>
        <pc:cxnChg chg="add mod">
          <ac:chgData name="alfan mansur" userId="11698b1e06b99725" providerId="LiveId" clId="{EDA42521-C4F6-42EF-A37B-1E420A837FCB}" dt="2026-10-12T03:26:59.051" v="799" actId="1582"/>
          <ac:cxnSpMkLst>
            <pc:docMk/>
            <pc:sldMk cId="0" sldId="278"/>
            <ac:cxnSpMk id="16" creationId="{013DC8D7-922A-B765-E23F-E76513547C5C}"/>
          </ac:cxnSpMkLst>
        </pc:cxnChg>
      </pc:sldChg>
      <pc:sldChg chg="ord">
        <pc:chgData name="alfan mansur" userId="11698b1e06b99725" providerId="LiveId" clId="{EDA42521-C4F6-42EF-A37B-1E420A837FCB}" dt="2026-10-11T13:26:38.777" v="361"/>
        <pc:sldMkLst>
          <pc:docMk/>
          <pc:sldMk cId="3485354136" sldId="279"/>
        </pc:sldMkLst>
      </pc:sldChg>
      <pc:sldChg chg="modSp mod ord">
        <pc:chgData name="alfan mansur" userId="11698b1e06b99725" providerId="LiveId" clId="{EDA42521-C4F6-42EF-A37B-1E420A837FCB}" dt="2026-10-12T04:01:45.277" v="872" actId="27918"/>
        <pc:sldMkLst>
          <pc:docMk/>
          <pc:sldMk cId="4239001261" sldId="280"/>
        </pc:sldMkLst>
        <pc:spChg chg="mod">
          <ac:chgData name="alfan mansur" userId="11698b1e06b99725" providerId="LiveId" clId="{EDA42521-C4F6-42EF-A37B-1E420A837FCB}" dt="2026-10-11T13:48:09.305" v="655" actId="1076"/>
          <ac:spMkLst>
            <pc:docMk/>
            <pc:sldMk cId="4239001261" sldId="280"/>
            <ac:spMk id="5" creationId="{08A02EA1-B988-0823-BA8D-051070B362A9}"/>
          </ac:spMkLst>
        </pc:spChg>
      </pc:sldChg>
      <pc:sldChg chg="modSp mod">
        <pc:chgData name="alfan mansur" userId="11698b1e06b99725" providerId="LiveId" clId="{EDA42521-C4F6-42EF-A37B-1E420A837FCB}" dt="2026-10-12T04:22:48.024" v="995" actId="20577"/>
        <pc:sldMkLst>
          <pc:docMk/>
          <pc:sldMk cId="1138942419" sldId="281"/>
        </pc:sldMkLst>
        <pc:spChg chg="mod">
          <ac:chgData name="alfan mansur" userId="11698b1e06b99725" providerId="LiveId" clId="{EDA42521-C4F6-42EF-A37B-1E420A837FCB}" dt="2026-10-12T04:22:48.024" v="995" actId="20577"/>
          <ac:spMkLst>
            <pc:docMk/>
            <pc:sldMk cId="1138942419" sldId="281"/>
            <ac:spMk id="61" creationId="{BA1B7DCF-971A-9500-8863-ADD3F4D02E04}"/>
          </ac:spMkLst>
        </pc:spChg>
      </pc:sldChg>
      <pc:sldChg chg="addSp mod">
        <pc:chgData name="alfan mansur" userId="11698b1e06b99725" providerId="LiveId" clId="{EDA42521-C4F6-42EF-A37B-1E420A837FCB}" dt="2026-10-09T03:30:05.751" v="13" actId="22"/>
        <pc:sldMkLst>
          <pc:docMk/>
          <pc:sldMk cId="1762367253" sldId="2147483646"/>
        </pc:sldMkLst>
        <pc:spChg chg="add">
          <ac:chgData name="alfan mansur" userId="11698b1e06b99725" providerId="LiveId" clId="{EDA42521-C4F6-42EF-A37B-1E420A837FCB}" dt="2026-10-09T03:30:05.751" v="13" actId="22"/>
          <ac:spMkLst>
            <pc:docMk/>
            <pc:sldMk cId="1762367253" sldId="2147483646"/>
            <ac:spMk id="6" creationId="{7861F6B8-4C92-12B4-0D0B-BA4B82D50CD2}"/>
          </ac:spMkLst>
        </pc:spChg>
      </pc:sldChg>
      <pc:sldChg chg="addSp modSp mod">
        <pc:chgData name="alfan mansur" userId="11698b1e06b99725" providerId="LiveId" clId="{EDA42521-C4F6-42EF-A37B-1E420A837FCB}" dt="2026-10-09T03:29:34.648" v="12" actId="1076"/>
        <pc:sldMkLst>
          <pc:docMk/>
          <pc:sldMk cId="3598207233" sldId="2147483647"/>
        </pc:sldMkLst>
        <pc:spChg chg="add mod">
          <ac:chgData name="alfan mansur" userId="11698b1e06b99725" providerId="LiveId" clId="{EDA42521-C4F6-42EF-A37B-1E420A837FCB}" dt="2026-10-09T03:29:34.648" v="12" actId="1076"/>
          <ac:spMkLst>
            <pc:docMk/>
            <pc:sldMk cId="3598207233" sldId="2147483647"/>
            <ac:spMk id="6" creationId="{46577AD4-D8DA-9A50-F450-88F7DE95986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41AB75741A45509/Database%20DEN/02.%20Adhoc/2026-10-13%20Bahan%20ULN/Bahan_ULN%20dengan%20Grafi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41AB75741A45509/Database%20DEN/02.%20Adhoc/2026-10-13%20Bahan%20ULN/Bahan_ULN%20dengan%20Grafik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41AB75741A45509/Database%20DEN/02.%20Adhoc/2026-10-13%20Bahan%20ULN/Bahan_ULN%20dengan%20Grafik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B41AB75741A45509/Database%20DEN/02.%20Adhoc/2026-10-13%20Bahan%20ULN/Bahan_ULN%20dengan%20Grafik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3_0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3_01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3_02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41AB75741A45509/Database%20DEN/02.%20Adhoc/Rilis%20PDB/2026/Tw%20II/Data%20PDB/Database%20PDB%20Produksi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5_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5_03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5_0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5_04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7_CFBE4898.xlsx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783DAD1C20AE455/Work%20-%20Marves%20%5e0%20DEN/08.%20DEN%20-%20Bidang%201_Strategi%20dan%20Kebijakan%20Ekonomi/02.%20Project%20%5e0%20Ad%20Hoc/2025-07-04%20Weekly%20Report/2026/Flow%20Asing%20%5bSBN%20Saham%20SRBI%5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41ab75741a45509/Database%20DEN/02.%20Adhoc/2026-10-13%20Bahan%20ULN/SBN%20to%20flow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41ab75741a45509/Database%20DEN/02.%20Adhoc/2026-10-13%20Bahan%20ULN/SBN%20to%20flow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8_FCAA06AD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8_FCAA06AD5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8_FCAA06AD6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8_FCAA06AD7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22e00c07c574a510/Database%20DEN/01%20Data/Database%20Pakai/Middle/DE%201/03.%20Middle%20Moneter/Middle%20Transmisi%20suku%20bunga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41AB75741A45509/Database%20DEN/01.%20Database/MDS/W08%20External%20Debt%20Sustainability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B41AB75741A45509/Database%20DEN/01.%20Database/MDS/W08%20External%20Debt%20Sustainability.xlsx" TargetMode="External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B41AB75741A45509/Database%20DEN/01.%20Database/MDS/W08%20External%20Debt%20Sustainability.xlsx" TargetMode="Externa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A_7690D386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A_7690D3868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1A_7690D3869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85d05432d212339/Documents/(Qinta)%20Charts%20Bahan%20ULN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85d05432d212339/Documents/(Qinta)%20Charts%20Bahan%20ULN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qintanisinaga\Downloads\uln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qintanisinaga\Downloads\uln.xlsx" TargetMode="External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oleObject" Target="https://d.docs.live.net/e85d05432d212339/%5e.Documents/(Qinta)%20Charts%20Bahan%20ULN.xlsx" TargetMode="Externa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85d05432d212339/%5e.Documents/(Qinta)%20Charts%20Bahan%20ULN.xlsx" TargetMode="External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85d05432d212339/Documents/(Qinta)%20Charts%20Bahan%20ULN.xlsx" TargetMode="External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85d05432d212339/Documents/(Qinta)%20Charts%20Bahan%20ULN.xlsx" TargetMode="External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e85d05432d212339/Documents/(Qinta)%20Charts%20Bahan%20ULN.xlsx" TargetMode="External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7FFFFFFE_690B9715.xlsx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783DAD1C20AE455/Work%20-%20Marves%20%5e0%20DEN/08.%20DEN%20-%20Bidang%201_Strategi%20dan%20Kebijakan%20Ekonomi/02.%20Project%20%5e0%20Ad%20Hoc/2025-07-04%20Weekly%20Report/2026/Flow%20Asing%20%5bSBN%20Saham%20SRBI%5d.xlsx" TargetMode="External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41ab75741a45509/Database%20DEN/02.%20Adhoc/2026-10-13%20Bahan%20ULN/SBN%20to%20flow.xlsx" TargetMode="External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41ab75741a45509/Database%20DEN/02.%20Adhoc/2026-10-13%20Bahan%20ULN/SBN%20to%20flow.xlsx" TargetMode="External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FF_D6784901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FF_D67849011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FF_D67849011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7FFFFFFF_D678490112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8_0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8_013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B_014.xlsx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D_8FBFC68E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_rels/chart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D_8FBFC68E15.xlsx"/><Relationship Id="rId2" Type="http://schemas.microsoft.com/office/2011/relationships/chartColorStyle" Target="colors36.xml"/><Relationship Id="rId1" Type="http://schemas.microsoft.com/office/2011/relationships/chartStyle" Target="style36.xml"/></Relationships>
</file>

<file path=ppt/charts/_rels/chart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0D_8FBFC68E16.xlsx"/><Relationship Id="rId2" Type="http://schemas.microsoft.com/office/2011/relationships/chartColorStyle" Target="colors37.xml"/><Relationship Id="rId1" Type="http://schemas.microsoft.com/office/2011/relationships/chartStyle" Target="style37.xml"/></Relationships>
</file>

<file path=ppt/charts/_rels/chart5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645DEA02.xlsx"/></Relationships>
</file>

<file path=ppt/charts/_rels/chart5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2_0.xlsx"/></Relationships>
</file>

<file path=ppt/charts/_rels/chart5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2_017.xlsx"/></Relationships>
</file>

<file path=ppt/charts/_rels/chart5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2_018.xlsx"/></Relationships>
</file>

<file path=ppt/charts/_rels/chart5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F_6FE1874A.xlsx"/></Relationships>
</file>

<file path=ppt/charts/_rels/chart6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F_6FE1874A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/>
              <a:t>Rasio ULN </a:t>
            </a:r>
            <a:r>
              <a:rPr lang="en-US" sz="1400" b="1" err="1"/>
              <a:t>Terhadap</a:t>
            </a:r>
            <a:r>
              <a:rPr lang="en-US" sz="1400" b="1"/>
              <a:t> PDB Indonesia</a:t>
            </a:r>
          </a:p>
          <a:p>
            <a:pPr>
              <a:defRPr sz="1400"/>
            </a:pPr>
            <a:r>
              <a:rPr lang="en-US" sz="1200"/>
              <a:t>(Persen)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3"/>
              <c:tx>
                <c:rich>
                  <a:bodyPr/>
                  <a:lstStyle/>
                  <a:p>
                    <a:r>
                      <a:rPr lang="en-US"/>
                      <a:t>30,7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759-A14A-B48A-F33AFB9A9216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'ULN per PDB (2)'!$A$2:$A$15</c:f>
              <c:strCache>
                <c:ptCount val="14"/>
                <c:pt idx="0">
                  <c:v>Tw. I 2023</c:v>
                </c:pt>
                <c:pt idx="1">
                  <c:v>Tw. II 2023</c:v>
                </c:pt>
                <c:pt idx="2">
                  <c:v>Tw. III 2023</c:v>
                </c:pt>
                <c:pt idx="3">
                  <c:v>Tw.IV 2023</c:v>
                </c:pt>
                <c:pt idx="4">
                  <c:v>Tw. I 2024</c:v>
                </c:pt>
                <c:pt idx="5">
                  <c:v>Tw. II 2024</c:v>
                </c:pt>
                <c:pt idx="6">
                  <c:v>Tw. III 2024</c:v>
                </c:pt>
                <c:pt idx="7">
                  <c:v>Tw. IV 2024</c:v>
                </c:pt>
                <c:pt idx="8">
                  <c:v>Tw. I 2025</c:v>
                </c:pt>
                <c:pt idx="9">
                  <c:v>Tw. II 2025</c:v>
                </c:pt>
                <c:pt idx="10">
                  <c:v>Tw. III 2025</c:v>
                </c:pt>
                <c:pt idx="11">
                  <c:v>Tw. IV 2025</c:v>
                </c:pt>
                <c:pt idx="12">
                  <c:v>Tw. I 2026</c:v>
                </c:pt>
                <c:pt idx="13">
                  <c:v>Tw. II 2026</c:v>
                </c:pt>
              </c:strCache>
            </c:strRef>
          </c:cat>
          <c:val>
            <c:numRef>
              <c:f>'ULN per PDB (2)'!$H$2:$H$15</c:f>
              <c:numCache>
                <c:formatCode>0</c:formatCode>
                <c:ptCount val="14"/>
                <c:pt idx="0">
                  <c:v>30.1340134879147</c:v>
                </c:pt>
                <c:pt idx="1">
                  <c:v>29.311337689279299</c:v>
                </c:pt>
                <c:pt idx="2">
                  <c:v>28.912321879570101</c:v>
                </c:pt>
                <c:pt idx="3">
                  <c:v>29.655978201973497</c:v>
                </c:pt>
                <c:pt idx="4">
                  <c:v>29.291916156034898</c:v>
                </c:pt>
                <c:pt idx="5">
                  <c:v>29.751242016031696</c:v>
                </c:pt>
                <c:pt idx="6">
                  <c:v>31.046268925931397</c:v>
                </c:pt>
                <c:pt idx="7">
                  <c:v>30.444636196305002</c:v>
                </c:pt>
                <c:pt idx="8">
                  <c:v>30.618696110497002</c:v>
                </c:pt>
                <c:pt idx="9">
                  <c:v>30.529609915847502</c:v>
                </c:pt>
                <c:pt idx="10">
                  <c:v>29.817537424019303</c:v>
                </c:pt>
                <c:pt idx="11">
                  <c:v>30.045860394688599</c:v>
                </c:pt>
                <c:pt idx="12">
                  <c:v>29.667889985874002</c:v>
                </c:pt>
                <c:pt idx="13">
                  <c:v>30.711982847114701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759-A14A-B48A-F33AFB9A9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17593215"/>
        <c:axId val="1567297471"/>
      </c:lineChart>
      <c:catAx>
        <c:axId val="1617593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567297471"/>
        <c:crosses val="autoZero"/>
        <c:auto val="1"/>
        <c:lblAlgn val="ctr"/>
        <c:lblOffset val="100"/>
        <c:noMultiLvlLbl val="0"/>
      </c:catAx>
      <c:valAx>
        <c:axId val="1567297471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175932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 err="1"/>
              <a:t>Perbandingan</a:t>
            </a:r>
            <a:r>
              <a:rPr lang="en-US" sz="1400" b="1"/>
              <a:t> Rasio ULN/PDB per Tw.  II/2026</a:t>
            </a:r>
          </a:p>
          <a:p>
            <a:pPr>
              <a:defRPr/>
            </a:pPr>
            <a:r>
              <a:rPr lang="en-US" sz="1200"/>
              <a:t>(Persen)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'Peer Comparison (New)'!$B$65</c:f>
              <c:strCache>
                <c:ptCount val="1"/>
                <c:pt idx="0">
                  <c:v>Rasio ULN/PDB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D94F-7B45-AEE9-2E82878F567C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defRPr>
                    </a:pPr>
                    <a:r>
                      <a:rPr lang="en-US"/>
                      <a:t>30,7</a:t>
                    </a:r>
                  </a:p>
                </c:rich>
              </c:tx>
              <c:spPr>
                <a:solidFill>
                  <a:schemeClr val="accent2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94F-7B45-AEE9-2E82878F567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94F-7B45-AEE9-2E82878F567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71,6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94F-7B45-AEE9-2E82878F567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35,8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94F-7B45-AEE9-2E82878F567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31,6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D94F-7B45-AEE9-2E82878F567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12,2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D94F-7B45-AEE9-2E82878F567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95,9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D94F-7B45-AEE9-2E82878F567C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'Peer Comparison (New)'!$A$66:$A$73</c:f>
              <c:strCache>
                <c:ptCount val="8"/>
                <c:pt idx="0">
                  <c:v>Indonesia</c:v>
                </c:pt>
                <c:pt idx="1">
                  <c:v>India</c:v>
                </c:pt>
                <c:pt idx="2">
                  <c:v>Malaysia</c:v>
                </c:pt>
                <c:pt idx="3">
                  <c:v>Thailand</c:v>
                </c:pt>
                <c:pt idx="4">
                  <c:v>Filipina</c:v>
                </c:pt>
                <c:pt idx="5">
                  <c:v>Tiongkok</c:v>
                </c:pt>
                <c:pt idx="6">
                  <c:v>AS </c:v>
                </c:pt>
                <c:pt idx="7">
                  <c:v>Jepang</c:v>
                </c:pt>
              </c:strCache>
            </c:strRef>
          </c:cat>
          <c:val>
            <c:numRef>
              <c:f>'Peer Comparison (New)'!$B$66:$B$73</c:f>
              <c:numCache>
                <c:formatCode>0</c:formatCode>
                <c:ptCount val="8"/>
                <c:pt idx="0">
                  <c:v>30.637148609811799</c:v>
                </c:pt>
                <c:pt idx="1">
                  <c:v>19.947896748777499</c:v>
                </c:pt>
                <c:pt idx="2">
                  <c:v>71.583994743067706</c:v>
                </c:pt>
                <c:pt idx="3">
                  <c:v>35.777269780704103</c:v>
                </c:pt>
                <c:pt idx="4">
                  <c:v>31.6231144827271</c:v>
                </c:pt>
                <c:pt idx="5">
                  <c:v>12.1507683571461</c:v>
                </c:pt>
                <c:pt idx="6">
                  <c:v>95.850940729760595</c:v>
                </c:pt>
                <c:pt idx="7">
                  <c:v>103.019603521986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94F-7B45-AEE9-2E82878F56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834494783"/>
        <c:axId val="834496575"/>
      </c:barChart>
      <c:catAx>
        <c:axId val="8344947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834496575"/>
        <c:crosses val="autoZero"/>
        <c:auto val="1"/>
        <c:lblAlgn val="ctr"/>
        <c:lblOffset val="100"/>
        <c:noMultiLvlLbl val="0"/>
      </c:catAx>
      <c:valAx>
        <c:axId val="83449657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8344947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b="1" err="1"/>
              <a:t>Posisi</a:t>
            </a:r>
            <a:r>
              <a:rPr lang="en-US" b="1"/>
              <a:t> ULN </a:t>
            </a:r>
            <a:r>
              <a:rPr lang="en-US" b="1" err="1"/>
              <a:t>Menurut</a:t>
            </a:r>
            <a:r>
              <a:rPr lang="en-US" b="1"/>
              <a:t> </a:t>
            </a:r>
            <a:r>
              <a:rPr lang="en-US" b="1" err="1"/>
              <a:t>Kepemilikan</a:t>
            </a:r>
            <a:endParaRPr lang="en-US" b="1"/>
          </a:p>
          <a:p>
            <a:pPr>
              <a:defRPr/>
            </a:pPr>
            <a:r>
              <a:rPr lang="en-US"/>
              <a:t>(USD </a:t>
            </a:r>
            <a:r>
              <a:rPr lang="en-US" err="1"/>
              <a:t>Miliar</a:t>
            </a:r>
            <a:r>
              <a:rPr lang="en-US"/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'Jangka &amp; Sumber'!$B$1</c:f>
              <c:strCache>
                <c:ptCount val="1"/>
                <c:pt idx="0">
                  <c:v>Pemerintah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2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ABC-AF45-A6BC-3840327D8640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'Jangka &amp; Sumber'!$A$2:$A$224</c:f>
              <c:numCache>
                <c:formatCode>mmm\-yy</c:formatCode>
                <c:ptCount val="223"/>
                <c:pt idx="0">
                  <c:v>39448</c:v>
                </c:pt>
                <c:pt idx="1">
                  <c:v>39479</c:v>
                </c:pt>
                <c:pt idx="2">
                  <c:v>39508</c:v>
                </c:pt>
                <c:pt idx="3">
                  <c:v>39539</c:v>
                </c:pt>
                <c:pt idx="4">
                  <c:v>39569</c:v>
                </c:pt>
                <c:pt idx="5">
                  <c:v>39600</c:v>
                </c:pt>
                <c:pt idx="6">
                  <c:v>39630</c:v>
                </c:pt>
                <c:pt idx="7">
                  <c:v>39661</c:v>
                </c:pt>
                <c:pt idx="8">
                  <c:v>39692</c:v>
                </c:pt>
                <c:pt idx="9">
                  <c:v>39722</c:v>
                </c:pt>
                <c:pt idx="10">
                  <c:v>39753</c:v>
                </c:pt>
                <c:pt idx="11">
                  <c:v>39783</c:v>
                </c:pt>
                <c:pt idx="12">
                  <c:v>39814</c:v>
                </c:pt>
                <c:pt idx="13">
                  <c:v>39845</c:v>
                </c:pt>
                <c:pt idx="14">
                  <c:v>39873</c:v>
                </c:pt>
                <c:pt idx="15">
                  <c:v>39904</c:v>
                </c:pt>
                <c:pt idx="16">
                  <c:v>39934</c:v>
                </c:pt>
                <c:pt idx="17">
                  <c:v>39965</c:v>
                </c:pt>
                <c:pt idx="18">
                  <c:v>39995</c:v>
                </c:pt>
                <c:pt idx="19">
                  <c:v>40026</c:v>
                </c:pt>
                <c:pt idx="20">
                  <c:v>40057</c:v>
                </c:pt>
                <c:pt idx="21">
                  <c:v>40087</c:v>
                </c:pt>
                <c:pt idx="22">
                  <c:v>40118</c:v>
                </c:pt>
                <c:pt idx="23">
                  <c:v>40148</c:v>
                </c:pt>
                <c:pt idx="24">
                  <c:v>40179</c:v>
                </c:pt>
                <c:pt idx="25">
                  <c:v>40210</c:v>
                </c:pt>
                <c:pt idx="26">
                  <c:v>40238</c:v>
                </c:pt>
                <c:pt idx="27">
                  <c:v>40269</c:v>
                </c:pt>
                <c:pt idx="28">
                  <c:v>40299</c:v>
                </c:pt>
                <c:pt idx="29">
                  <c:v>40330</c:v>
                </c:pt>
                <c:pt idx="30">
                  <c:v>40360</c:v>
                </c:pt>
                <c:pt idx="31">
                  <c:v>40391</c:v>
                </c:pt>
                <c:pt idx="32">
                  <c:v>40422</c:v>
                </c:pt>
                <c:pt idx="33">
                  <c:v>40452</c:v>
                </c:pt>
                <c:pt idx="34">
                  <c:v>40483</c:v>
                </c:pt>
                <c:pt idx="35">
                  <c:v>40513</c:v>
                </c:pt>
                <c:pt idx="36">
                  <c:v>40544</c:v>
                </c:pt>
                <c:pt idx="37">
                  <c:v>40575</c:v>
                </c:pt>
                <c:pt idx="38">
                  <c:v>40603</c:v>
                </c:pt>
                <c:pt idx="39">
                  <c:v>40634</c:v>
                </c:pt>
                <c:pt idx="40">
                  <c:v>40664</c:v>
                </c:pt>
                <c:pt idx="41">
                  <c:v>40695</c:v>
                </c:pt>
                <c:pt idx="42">
                  <c:v>40725</c:v>
                </c:pt>
                <c:pt idx="43">
                  <c:v>40756</c:v>
                </c:pt>
                <c:pt idx="44">
                  <c:v>40787</c:v>
                </c:pt>
                <c:pt idx="45">
                  <c:v>40817</c:v>
                </c:pt>
                <c:pt idx="46">
                  <c:v>40848</c:v>
                </c:pt>
                <c:pt idx="47">
                  <c:v>40878</c:v>
                </c:pt>
                <c:pt idx="48">
                  <c:v>40909</c:v>
                </c:pt>
                <c:pt idx="49">
                  <c:v>40940</c:v>
                </c:pt>
                <c:pt idx="50">
                  <c:v>40969</c:v>
                </c:pt>
                <c:pt idx="51">
                  <c:v>41000</c:v>
                </c:pt>
                <c:pt idx="52">
                  <c:v>41030</c:v>
                </c:pt>
                <c:pt idx="53">
                  <c:v>41061</c:v>
                </c:pt>
                <c:pt idx="54">
                  <c:v>41091</c:v>
                </c:pt>
                <c:pt idx="55">
                  <c:v>41122</c:v>
                </c:pt>
                <c:pt idx="56">
                  <c:v>41153</c:v>
                </c:pt>
                <c:pt idx="57">
                  <c:v>41183</c:v>
                </c:pt>
                <c:pt idx="58">
                  <c:v>41214</c:v>
                </c:pt>
                <c:pt idx="59">
                  <c:v>41244</c:v>
                </c:pt>
                <c:pt idx="60">
                  <c:v>41275</c:v>
                </c:pt>
                <c:pt idx="61">
                  <c:v>41306</c:v>
                </c:pt>
                <c:pt idx="62">
                  <c:v>41334</c:v>
                </c:pt>
                <c:pt idx="63">
                  <c:v>41365</c:v>
                </c:pt>
                <c:pt idx="64">
                  <c:v>41395</c:v>
                </c:pt>
                <c:pt idx="65">
                  <c:v>41426</c:v>
                </c:pt>
                <c:pt idx="66">
                  <c:v>41456</c:v>
                </c:pt>
                <c:pt idx="67">
                  <c:v>41487</c:v>
                </c:pt>
                <c:pt idx="68">
                  <c:v>41518</c:v>
                </c:pt>
                <c:pt idx="69">
                  <c:v>41548</c:v>
                </c:pt>
                <c:pt idx="70">
                  <c:v>41579</c:v>
                </c:pt>
                <c:pt idx="71">
                  <c:v>41609</c:v>
                </c:pt>
                <c:pt idx="72">
                  <c:v>41640</c:v>
                </c:pt>
                <c:pt idx="73">
                  <c:v>41671</c:v>
                </c:pt>
                <c:pt idx="74">
                  <c:v>41699</c:v>
                </c:pt>
                <c:pt idx="75">
                  <c:v>41730</c:v>
                </c:pt>
                <c:pt idx="76">
                  <c:v>41760</c:v>
                </c:pt>
                <c:pt idx="77">
                  <c:v>41791</c:v>
                </c:pt>
                <c:pt idx="78">
                  <c:v>41821</c:v>
                </c:pt>
                <c:pt idx="79">
                  <c:v>41852</c:v>
                </c:pt>
                <c:pt idx="80">
                  <c:v>41883</c:v>
                </c:pt>
                <c:pt idx="81">
                  <c:v>41913</c:v>
                </c:pt>
                <c:pt idx="82">
                  <c:v>41944</c:v>
                </c:pt>
                <c:pt idx="83">
                  <c:v>41974</c:v>
                </c:pt>
                <c:pt idx="84">
                  <c:v>42005</c:v>
                </c:pt>
                <c:pt idx="85">
                  <c:v>42036</c:v>
                </c:pt>
                <c:pt idx="86">
                  <c:v>42064</c:v>
                </c:pt>
                <c:pt idx="87">
                  <c:v>42095</c:v>
                </c:pt>
                <c:pt idx="88">
                  <c:v>42125</c:v>
                </c:pt>
                <c:pt idx="89">
                  <c:v>42156</c:v>
                </c:pt>
                <c:pt idx="90">
                  <c:v>42186</c:v>
                </c:pt>
                <c:pt idx="91">
                  <c:v>42217</c:v>
                </c:pt>
                <c:pt idx="92">
                  <c:v>42248</c:v>
                </c:pt>
                <c:pt idx="93">
                  <c:v>42278</c:v>
                </c:pt>
                <c:pt idx="94">
                  <c:v>42309</c:v>
                </c:pt>
                <c:pt idx="95">
                  <c:v>42339</c:v>
                </c:pt>
                <c:pt idx="96">
                  <c:v>42370</c:v>
                </c:pt>
                <c:pt idx="97">
                  <c:v>42401</c:v>
                </c:pt>
                <c:pt idx="98">
                  <c:v>42430</c:v>
                </c:pt>
                <c:pt idx="99">
                  <c:v>42461</c:v>
                </c:pt>
                <c:pt idx="100">
                  <c:v>42491</c:v>
                </c:pt>
                <c:pt idx="101">
                  <c:v>42522</c:v>
                </c:pt>
                <c:pt idx="102">
                  <c:v>42552</c:v>
                </c:pt>
                <c:pt idx="103">
                  <c:v>42583</c:v>
                </c:pt>
                <c:pt idx="104">
                  <c:v>42614</c:v>
                </c:pt>
                <c:pt idx="105">
                  <c:v>42644</c:v>
                </c:pt>
                <c:pt idx="106">
                  <c:v>42675</c:v>
                </c:pt>
                <c:pt idx="107">
                  <c:v>42705</c:v>
                </c:pt>
                <c:pt idx="108">
                  <c:v>42736</c:v>
                </c:pt>
                <c:pt idx="109">
                  <c:v>42767</c:v>
                </c:pt>
                <c:pt idx="110">
                  <c:v>42795</c:v>
                </c:pt>
                <c:pt idx="111">
                  <c:v>42826</c:v>
                </c:pt>
                <c:pt idx="112">
                  <c:v>42856</c:v>
                </c:pt>
                <c:pt idx="113">
                  <c:v>42887</c:v>
                </c:pt>
                <c:pt idx="114">
                  <c:v>42917</c:v>
                </c:pt>
                <c:pt idx="115">
                  <c:v>42948</c:v>
                </c:pt>
                <c:pt idx="116">
                  <c:v>42979</c:v>
                </c:pt>
                <c:pt idx="117">
                  <c:v>43009</c:v>
                </c:pt>
                <c:pt idx="118">
                  <c:v>43040</c:v>
                </c:pt>
                <c:pt idx="119">
                  <c:v>43070</c:v>
                </c:pt>
                <c:pt idx="120">
                  <c:v>43101</c:v>
                </c:pt>
                <c:pt idx="121">
                  <c:v>43132</c:v>
                </c:pt>
                <c:pt idx="122">
                  <c:v>43160</c:v>
                </c:pt>
                <c:pt idx="123">
                  <c:v>43191</c:v>
                </c:pt>
                <c:pt idx="124">
                  <c:v>43221</c:v>
                </c:pt>
                <c:pt idx="125">
                  <c:v>43252</c:v>
                </c:pt>
                <c:pt idx="126">
                  <c:v>43282</c:v>
                </c:pt>
                <c:pt idx="127">
                  <c:v>43313</c:v>
                </c:pt>
                <c:pt idx="128">
                  <c:v>43344</c:v>
                </c:pt>
                <c:pt idx="129">
                  <c:v>43374</c:v>
                </c:pt>
                <c:pt idx="130">
                  <c:v>43405</c:v>
                </c:pt>
                <c:pt idx="131">
                  <c:v>43435</c:v>
                </c:pt>
                <c:pt idx="132">
                  <c:v>43466</c:v>
                </c:pt>
                <c:pt idx="133">
                  <c:v>43497</c:v>
                </c:pt>
                <c:pt idx="134">
                  <c:v>43525</c:v>
                </c:pt>
                <c:pt idx="135">
                  <c:v>43556</c:v>
                </c:pt>
                <c:pt idx="136">
                  <c:v>43586</c:v>
                </c:pt>
                <c:pt idx="137">
                  <c:v>43617</c:v>
                </c:pt>
                <c:pt idx="138">
                  <c:v>43647</c:v>
                </c:pt>
                <c:pt idx="139">
                  <c:v>43678</c:v>
                </c:pt>
                <c:pt idx="140">
                  <c:v>43709</c:v>
                </c:pt>
                <c:pt idx="141">
                  <c:v>43739</c:v>
                </c:pt>
                <c:pt idx="142">
                  <c:v>43770</c:v>
                </c:pt>
                <c:pt idx="143">
                  <c:v>43800</c:v>
                </c:pt>
                <c:pt idx="144">
                  <c:v>43831</c:v>
                </c:pt>
                <c:pt idx="145">
                  <c:v>43862</c:v>
                </c:pt>
                <c:pt idx="146">
                  <c:v>43891</c:v>
                </c:pt>
                <c:pt idx="147">
                  <c:v>43922</c:v>
                </c:pt>
                <c:pt idx="148">
                  <c:v>43952</c:v>
                </c:pt>
                <c:pt idx="149">
                  <c:v>43983</c:v>
                </c:pt>
                <c:pt idx="150">
                  <c:v>44013</c:v>
                </c:pt>
                <c:pt idx="151">
                  <c:v>44044</c:v>
                </c:pt>
                <c:pt idx="152">
                  <c:v>44075</c:v>
                </c:pt>
                <c:pt idx="153">
                  <c:v>44105</c:v>
                </c:pt>
                <c:pt idx="154">
                  <c:v>44136</c:v>
                </c:pt>
                <c:pt idx="155">
                  <c:v>44166</c:v>
                </c:pt>
                <c:pt idx="156">
                  <c:v>44197</c:v>
                </c:pt>
                <c:pt idx="157">
                  <c:v>44228</c:v>
                </c:pt>
                <c:pt idx="158">
                  <c:v>44256</c:v>
                </c:pt>
                <c:pt idx="159">
                  <c:v>44287</c:v>
                </c:pt>
                <c:pt idx="160">
                  <c:v>44317</c:v>
                </c:pt>
                <c:pt idx="161">
                  <c:v>44348</c:v>
                </c:pt>
                <c:pt idx="162">
                  <c:v>44378</c:v>
                </c:pt>
                <c:pt idx="163">
                  <c:v>44409</c:v>
                </c:pt>
                <c:pt idx="164">
                  <c:v>44440</c:v>
                </c:pt>
                <c:pt idx="165">
                  <c:v>44470</c:v>
                </c:pt>
                <c:pt idx="166">
                  <c:v>44501</c:v>
                </c:pt>
                <c:pt idx="167">
                  <c:v>44531</c:v>
                </c:pt>
                <c:pt idx="168">
                  <c:v>44562</c:v>
                </c:pt>
                <c:pt idx="169">
                  <c:v>44593</c:v>
                </c:pt>
                <c:pt idx="170">
                  <c:v>44621</c:v>
                </c:pt>
                <c:pt idx="171">
                  <c:v>44652</c:v>
                </c:pt>
                <c:pt idx="172">
                  <c:v>44682</c:v>
                </c:pt>
                <c:pt idx="173">
                  <c:v>44713</c:v>
                </c:pt>
                <c:pt idx="174">
                  <c:v>44743</c:v>
                </c:pt>
                <c:pt idx="175">
                  <c:v>44774</c:v>
                </c:pt>
                <c:pt idx="176">
                  <c:v>44805</c:v>
                </c:pt>
                <c:pt idx="177">
                  <c:v>44835</c:v>
                </c:pt>
                <c:pt idx="178">
                  <c:v>44866</c:v>
                </c:pt>
                <c:pt idx="179">
                  <c:v>44896</c:v>
                </c:pt>
                <c:pt idx="180">
                  <c:v>44927</c:v>
                </c:pt>
                <c:pt idx="181">
                  <c:v>44958</c:v>
                </c:pt>
                <c:pt idx="182">
                  <c:v>44986</c:v>
                </c:pt>
                <c:pt idx="183">
                  <c:v>45017</c:v>
                </c:pt>
                <c:pt idx="184">
                  <c:v>45047</c:v>
                </c:pt>
                <c:pt idx="185">
                  <c:v>45078</c:v>
                </c:pt>
                <c:pt idx="186">
                  <c:v>45108</c:v>
                </c:pt>
                <c:pt idx="187">
                  <c:v>45139</c:v>
                </c:pt>
                <c:pt idx="188">
                  <c:v>45170</c:v>
                </c:pt>
                <c:pt idx="189">
                  <c:v>45200</c:v>
                </c:pt>
                <c:pt idx="190">
                  <c:v>45231</c:v>
                </c:pt>
                <c:pt idx="191">
                  <c:v>45261</c:v>
                </c:pt>
                <c:pt idx="192">
                  <c:v>45292</c:v>
                </c:pt>
                <c:pt idx="193">
                  <c:v>45323</c:v>
                </c:pt>
                <c:pt idx="194">
                  <c:v>45352</c:v>
                </c:pt>
                <c:pt idx="195">
                  <c:v>45383</c:v>
                </c:pt>
                <c:pt idx="196">
                  <c:v>45413</c:v>
                </c:pt>
                <c:pt idx="197">
                  <c:v>45444</c:v>
                </c:pt>
                <c:pt idx="198">
                  <c:v>45474</c:v>
                </c:pt>
                <c:pt idx="199">
                  <c:v>45505</c:v>
                </c:pt>
                <c:pt idx="200">
                  <c:v>45536</c:v>
                </c:pt>
                <c:pt idx="201">
                  <c:v>45566</c:v>
                </c:pt>
                <c:pt idx="202">
                  <c:v>45597</c:v>
                </c:pt>
                <c:pt idx="203">
                  <c:v>45627</c:v>
                </c:pt>
                <c:pt idx="204">
                  <c:v>45658</c:v>
                </c:pt>
                <c:pt idx="205">
                  <c:v>45689</c:v>
                </c:pt>
                <c:pt idx="206">
                  <c:v>45717</c:v>
                </c:pt>
                <c:pt idx="207">
                  <c:v>45748</c:v>
                </c:pt>
                <c:pt idx="208">
                  <c:v>45778</c:v>
                </c:pt>
                <c:pt idx="209">
                  <c:v>45809</c:v>
                </c:pt>
                <c:pt idx="210">
                  <c:v>45839</c:v>
                </c:pt>
                <c:pt idx="211">
                  <c:v>45870</c:v>
                </c:pt>
                <c:pt idx="212">
                  <c:v>45901</c:v>
                </c:pt>
                <c:pt idx="213">
                  <c:v>45931</c:v>
                </c:pt>
                <c:pt idx="214">
                  <c:v>45962</c:v>
                </c:pt>
                <c:pt idx="215">
                  <c:v>45992</c:v>
                </c:pt>
                <c:pt idx="216">
                  <c:v>46023</c:v>
                </c:pt>
                <c:pt idx="217">
                  <c:v>46054</c:v>
                </c:pt>
                <c:pt idx="218">
                  <c:v>46082</c:v>
                </c:pt>
                <c:pt idx="219">
                  <c:v>46113</c:v>
                </c:pt>
                <c:pt idx="220">
                  <c:v>46143</c:v>
                </c:pt>
                <c:pt idx="221">
                  <c:v>46174</c:v>
                </c:pt>
                <c:pt idx="222">
                  <c:v>46204</c:v>
                </c:pt>
              </c:numCache>
            </c:numRef>
          </c:cat>
          <c:val>
            <c:numRef>
              <c:f>'Jangka &amp; Sumber'!$B$2:$B$224</c:f>
              <c:numCache>
                <c:formatCode>#,##0.0</c:formatCode>
                <c:ptCount val="223"/>
                <c:pt idx="0">
                  <c:v>80780.380361306903</c:v>
                </c:pt>
                <c:pt idx="1">
                  <c:v>81853.829899332501</c:v>
                </c:pt>
                <c:pt idx="2">
                  <c:v>83477.498564603593</c:v>
                </c:pt>
                <c:pt idx="3">
                  <c:v>82179.361998204506</c:v>
                </c:pt>
                <c:pt idx="4">
                  <c:v>81697.665000314504</c:v>
                </c:pt>
                <c:pt idx="5">
                  <c:v>83786.550640419897</c:v>
                </c:pt>
                <c:pt idx="6">
                  <c:v>83700.094392834595</c:v>
                </c:pt>
                <c:pt idx="7">
                  <c:v>83121.606571000506</c:v>
                </c:pt>
                <c:pt idx="8">
                  <c:v>83750.924836077698</c:v>
                </c:pt>
                <c:pt idx="9">
                  <c:v>80989.845935535399</c:v>
                </c:pt>
                <c:pt idx="10">
                  <c:v>80340.156958022504</c:v>
                </c:pt>
                <c:pt idx="11">
                  <c:v>85135.672017589794</c:v>
                </c:pt>
                <c:pt idx="12">
                  <c:v>83751.822186539794</c:v>
                </c:pt>
                <c:pt idx="13">
                  <c:v>79940.891455411402</c:v>
                </c:pt>
                <c:pt idx="14">
                  <c:v>83465.0477828484</c:v>
                </c:pt>
                <c:pt idx="15">
                  <c:v>84845.989631381803</c:v>
                </c:pt>
                <c:pt idx="16">
                  <c:v>86417.145540761296</c:v>
                </c:pt>
                <c:pt idx="17">
                  <c:v>85499.185221416396</c:v>
                </c:pt>
                <c:pt idx="18">
                  <c:v>86557.480607275298</c:v>
                </c:pt>
                <c:pt idx="19">
                  <c:v>87183.5420951712</c:v>
                </c:pt>
                <c:pt idx="20">
                  <c:v>89407.738374963301</c:v>
                </c:pt>
                <c:pt idx="21">
                  <c:v>90624.086310755098</c:v>
                </c:pt>
                <c:pt idx="22">
                  <c:v>92582.836301286705</c:v>
                </c:pt>
                <c:pt idx="23">
                  <c:v>90852.748000000007</c:v>
                </c:pt>
                <c:pt idx="24">
                  <c:v>93858.553562805304</c:v>
                </c:pt>
                <c:pt idx="25">
                  <c:v>94220.004902445493</c:v>
                </c:pt>
                <c:pt idx="26">
                  <c:v>95083.358262265203</c:v>
                </c:pt>
                <c:pt idx="27">
                  <c:v>96175.616190367306</c:v>
                </c:pt>
                <c:pt idx="28">
                  <c:v>95372.151533369295</c:v>
                </c:pt>
                <c:pt idx="29">
                  <c:v>97570.735275711995</c:v>
                </c:pt>
                <c:pt idx="30">
                  <c:v>100666.448270879</c:v>
                </c:pt>
                <c:pt idx="31">
                  <c:v>101458.85100330701</c:v>
                </c:pt>
                <c:pt idx="32">
                  <c:v>103249.780818082</c:v>
                </c:pt>
                <c:pt idx="33">
                  <c:v>105545.849095117</c:v>
                </c:pt>
                <c:pt idx="34">
                  <c:v>103835.36857571499</c:v>
                </c:pt>
                <c:pt idx="35">
                  <c:v>106859.89326221601</c:v>
                </c:pt>
                <c:pt idx="36">
                  <c:v>107030.666293601</c:v>
                </c:pt>
                <c:pt idx="37">
                  <c:v>108395.550536689</c:v>
                </c:pt>
                <c:pt idx="38">
                  <c:v>109704.697510515</c:v>
                </c:pt>
                <c:pt idx="39">
                  <c:v>112245.615472911</c:v>
                </c:pt>
                <c:pt idx="40">
                  <c:v>114455.83644681799</c:v>
                </c:pt>
                <c:pt idx="41">
                  <c:v>114886.74554715</c:v>
                </c:pt>
                <c:pt idx="42">
                  <c:v>117801.25579548</c:v>
                </c:pt>
                <c:pt idx="43">
                  <c:v>117549.04718283001</c:v>
                </c:pt>
                <c:pt idx="44">
                  <c:v>112961.722319755</c:v>
                </c:pt>
                <c:pt idx="45">
                  <c:v>112425.075568714</c:v>
                </c:pt>
                <c:pt idx="46">
                  <c:v>111641.024952812</c:v>
                </c:pt>
                <c:pt idx="47">
                  <c:v>112427.16322428601</c:v>
                </c:pt>
                <c:pt idx="48">
                  <c:v>116834.683830758</c:v>
                </c:pt>
                <c:pt idx="49">
                  <c:v>113816.591947718</c:v>
                </c:pt>
                <c:pt idx="50">
                  <c:v>112502.463133895</c:v>
                </c:pt>
                <c:pt idx="51">
                  <c:v>115615.60999371301</c:v>
                </c:pt>
                <c:pt idx="52">
                  <c:v>113729.255134832</c:v>
                </c:pt>
                <c:pt idx="53">
                  <c:v>112868.578352796</c:v>
                </c:pt>
                <c:pt idx="54">
                  <c:v>114204.735547964</c:v>
                </c:pt>
                <c:pt idx="55">
                  <c:v>113656.98536497301</c:v>
                </c:pt>
                <c:pt idx="56">
                  <c:v>115036.91714997</c:v>
                </c:pt>
                <c:pt idx="57">
                  <c:v>115244.365159408</c:v>
                </c:pt>
                <c:pt idx="58">
                  <c:v>116942.71979652</c:v>
                </c:pt>
                <c:pt idx="59">
                  <c:v>116186.963442365</c:v>
                </c:pt>
                <c:pt idx="60">
                  <c:v>115207.574897345</c:v>
                </c:pt>
                <c:pt idx="61">
                  <c:v>115152.798634028</c:v>
                </c:pt>
                <c:pt idx="62">
                  <c:v>114146.61817716301</c:v>
                </c:pt>
                <c:pt idx="63">
                  <c:v>117789.84131574399</c:v>
                </c:pt>
                <c:pt idx="64">
                  <c:v>116754.187473675</c:v>
                </c:pt>
                <c:pt idx="65">
                  <c:v>114010.007593385</c:v>
                </c:pt>
                <c:pt idx="66">
                  <c:v>115411.51142603401</c:v>
                </c:pt>
                <c:pt idx="67">
                  <c:v>112834.964673861</c:v>
                </c:pt>
                <c:pt idx="68">
                  <c:v>113589.871988133</c:v>
                </c:pt>
                <c:pt idx="69">
                  <c:v>116305.503620526</c:v>
                </c:pt>
                <c:pt idx="70">
                  <c:v>114081.621892225</c:v>
                </c:pt>
                <c:pt idx="71">
                  <c:v>114293.547944868</c:v>
                </c:pt>
                <c:pt idx="72">
                  <c:v>118876.60740513699</c:v>
                </c:pt>
                <c:pt idx="73">
                  <c:v>121911.88124757</c:v>
                </c:pt>
                <c:pt idx="74">
                  <c:v>122404.67935224</c:v>
                </c:pt>
                <c:pt idx="75">
                  <c:v>122529.82985577801</c:v>
                </c:pt>
                <c:pt idx="76">
                  <c:v>123154.959446651</c:v>
                </c:pt>
                <c:pt idx="77">
                  <c:v>122188.751466166</c:v>
                </c:pt>
                <c:pt idx="78">
                  <c:v>125789.85050353799</c:v>
                </c:pt>
                <c:pt idx="79">
                  <c:v>126111.98455459101</c:v>
                </c:pt>
                <c:pt idx="80">
                  <c:v>125409.468485112</c:v>
                </c:pt>
                <c:pt idx="81">
                  <c:v>126553.859893267</c:v>
                </c:pt>
                <c:pt idx="82">
                  <c:v>127288.552800178</c:v>
                </c:pt>
                <c:pt idx="83">
                  <c:v>123805.694262258</c:v>
                </c:pt>
                <c:pt idx="84">
                  <c:v>129760.926886596</c:v>
                </c:pt>
                <c:pt idx="85">
                  <c:v>129274.82444712899</c:v>
                </c:pt>
                <c:pt idx="86">
                  <c:v>127822.758008722</c:v>
                </c:pt>
                <c:pt idx="87">
                  <c:v>127959.32765075599</c:v>
                </c:pt>
                <c:pt idx="88">
                  <c:v>128439.197672339</c:v>
                </c:pt>
                <c:pt idx="89">
                  <c:v>129444.270765543</c:v>
                </c:pt>
                <c:pt idx="90">
                  <c:v>129470.54454862799</c:v>
                </c:pt>
                <c:pt idx="91">
                  <c:v>128780.78554938801</c:v>
                </c:pt>
                <c:pt idx="92">
                  <c:v>129063.452506808</c:v>
                </c:pt>
                <c:pt idx="93">
                  <c:v>131507.320818568</c:v>
                </c:pt>
                <c:pt idx="94">
                  <c:v>132646.35057615599</c:v>
                </c:pt>
                <c:pt idx="95">
                  <c:v>137395.52663544501</c:v>
                </c:pt>
                <c:pt idx="96">
                  <c:v>138346.972133389</c:v>
                </c:pt>
                <c:pt idx="97">
                  <c:v>141787.958320598</c:v>
                </c:pt>
                <c:pt idx="98">
                  <c:v>146162.98978533101</c:v>
                </c:pt>
                <c:pt idx="99">
                  <c:v>148299.394765548</c:v>
                </c:pt>
                <c:pt idx="100">
                  <c:v>145503.674004798</c:v>
                </c:pt>
                <c:pt idx="101">
                  <c:v>153263.843870735</c:v>
                </c:pt>
                <c:pt idx="102">
                  <c:v>154383.934338308</c:v>
                </c:pt>
                <c:pt idx="103">
                  <c:v>155187.78326777299</c:v>
                </c:pt>
                <c:pt idx="104">
                  <c:v>158259.357286332</c:v>
                </c:pt>
                <c:pt idx="105">
                  <c:v>155945.79263178899</c:v>
                </c:pt>
                <c:pt idx="106">
                  <c:v>150958.32001613101</c:v>
                </c:pt>
                <c:pt idx="107">
                  <c:v>154875.14812087201</c:v>
                </c:pt>
                <c:pt idx="108">
                  <c:v>157247.440396975</c:v>
                </c:pt>
                <c:pt idx="109">
                  <c:v>158166.370977691</c:v>
                </c:pt>
                <c:pt idx="110">
                  <c:v>162366.95880814199</c:v>
                </c:pt>
                <c:pt idx="111">
                  <c:v>163885.97096796401</c:v>
                </c:pt>
                <c:pt idx="112">
                  <c:v>164399.472217862</c:v>
                </c:pt>
                <c:pt idx="113">
                  <c:v>166278.20413464299</c:v>
                </c:pt>
                <c:pt idx="114">
                  <c:v>170384.45874529</c:v>
                </c:pt>
                <c:pt idx="115">
                  <c:v>171155.35449758</c:v>
                </c:pt>
                <c:pt idx="116">
                  <c:v>172376.95040436901</c:v>
                </c:pt>
                <c:pt idx="117">
                  <c:v>169784.057846702</c:v>
                </c:pt>
                <c:pt idx="118">
                  <c:v>172930.27727269099</c:v>
                </c:pt>
                <c:pt idx="119">
                  <c:v>177318.20915880601</c:v>
                </c:pt>
                <c:pt idx="120">
                  <c:v>180215.012273189</c:v>
                </c:pt>
                <c:pt idx="121">
                  <c:v>177852.456749743</c:v>
                </c:pt>
                <c:pt idx="122">
                  <c:v>181136.618132181</c:v>
                </c:pt>
                <c:pt idx="123">
                  <c:v>180500.49304793801</c:v>
                </c:pt>
                <c:pt idx="124">
                  <c:v>179268.53439360601</c:v>
                </c:pt>
                <c:pt idx="125">
                  <c:v>176481.281745788</c:v>
                </c:pt>
                <c:pt idx="126">
                  <c:v>177403.942246605</c:v>
                </c:pt>
                <c:pt idx="127">
                  <c:v>178122.99774853999</c:v>
                </c:pt>
                <c:pt idx="128">
                  <c:v>176131.316948222</c:v>
                </c:pt>
                <c:pt idx="129">
                  <c:v>175351.92384829099</c:v>
                </c:pt>
                <c:pt idx="130">
                  <c:v>180462.23688694599</c:v>
                </c:pt>
                <c:pt idx="131">
                  <c:v>183196.87188021999</c:v>
                </c:pt>
                <c:pt idx="132">
                  <c:v>187156.784925796</c:v>
                </c:pt>
                <c:pt idx="133">
                  <c:v>190840.97890941001</c:v>
                </c:pt>
                <c:pt idx="134">
                  <c:v>187685.08837318901</c:v>
                </c:pt>
                <c:pt idx="135">
                  <c:v>186688.65060204599</c:v>
                </c:pt>
                <c:pt idx="136">
                  <c:v>186296.74869595899</c:v>
                </c:pt>
                <c:pt idx="137">
                  <c:v>192547.562454317</c:v>
                </c:pt>
                <c:pt idx="138">
                  <c:v>194540.70117421201</c:v>
                </c:pt>
                <c:pt idx="139">
                  <c:v>193513.54773713101</c:v>
                </c:pt>
                <c:pt idx="140">
                  <c:v>194354.62656867201</c:v>
                </c:pt>
                <c:pt idx="141">
                  <c:v>199167.45150511101</c:v>
                </c:pt>
                <c:pt idx="142">
                  <c:v>198632.93353227701</c:v>
                </c:pt>
                <c:pt idx="143">
                  <c:v>199876.13938598201</c:v>
                </c:pt>
                <c:pt idx="144">
                  <c:v>204945.28776103299</c:v>
                </c:pt>
                <c:pt idx="145">
                  <c:v>200110.971433375</c:v>
                </c:pt>
                <c:pt idx="146">
                  <c:v>180953.391963576</c:v>
                </c:pt>
                <c:pt idx="147">
                  <c:v>189715.18929453101</c:v>
                </c:pt>
                <c:pt idx="148">
                  <c:v>192135.584094802</c:v>
                </c:pt>
                <c:pt idx="149">
                  <c:v>196532.38832767701</c:v>
                </c:pt>
                <c:pt idx="150">
                  <c:v>198976.53447088701</c:v>
                </c:pt>
                <c:pt idx="151">
                  <c:v>200140.32276970701</c:v>
                </c:pt>
                <c:pt idx="152">
                  <c:v>197373.863578321</c:v>
                </c:pt>
                <c:pt idx="153">
                  <c:v>199808.49984445301</c:v>
                </c:pt>
                <c:pt idx="154">
                  <c:v>203696.33435194899</c:v>
                </c:pt>
                <c:pt idx="155">
                  <c:v>206375.01632743399</c:v>
                </c:pt>
                <c:pt idx="156">
                  <c:v>210763.11734644501</c:v>
                </c:pt>
                <c:pt idx="157">
                  <c:v>209223.08042951801</c:v>
                </c:pt>
                <c:pt idx="158">
                  <c:v>203176.42591232399</c:v>
                </c:pt>
                <c:pt idx="159">
                  <c:v>205547.56297792101</c:v>
                </c:pt>
                <c:pt idx="160">
                  <c:v>203421.90633671801</c:v>
                </c:pt>
                <c:pt idx="161">
                  <c:v>205029.26452663701</c:v>
                </c:pt>
                <c:pt idx="162">
                  <c:v>205862.41330039501</c:v>
                </c:pt>
                <c:pt idx="163">
                  <c:v>207487.15195096401</c:v>
                </c:pt>
                <c:pt idx="164">
                  <c:v>205538.44154826301</c:v>
                </c:pt>
                <c:pt idx="165">
                  <c:v>204863.72768004501</c:v>
                </c:pt>
                <c:pt idx="166">
                  <c:v>202197.769127996</c:v>
                </c:pt>
                <c:pt idx="167">
                  <c:v>200174.643154502</c:v>
                </c:pt>
                <c:pt idx="168">
                  <c:v>199336.19881092999</c:v>
                </c:pt>
                <c:pt idx="169">
                  <c:v>201061.81739074801</c:v>
                </c:pt>
                <c:pt idx="170">
                  <c:v>196247.16224204001</c:v>
                </c:pt>
                <c:pt idx="171">
                  <c:v>190547.18183904199</c:v>
                </c:pt>
                <c:pt idx="172">
                  <c:v>188199.74481051101</c:v>
                </c:pt>
                <c:pt idx="173">
                  <c:v>187349.96771083001</c:v>
                </c:pt>
                <c:pt idx="174">
                  <c:v>185555.27095484801</c:v>
                </c:pt>
                <c:pt idx="175">
                  <c:v>184893.868100188</c:v>
                </c:pt>
                <c:pt idx="176">
                  <c:v>182288.99198409999</c:v>
                </c:pt>
                <c:pt idx="177">
                  <c:v>179686.95789484799</c:v>
                </c:pt>
                <c:pt idx="178">
                  <c:v>181577.23425897901</c:v>
                </c:pt>
                <c:pt idx="179">
                  <c:v>186474.27343249699</c:v>
                </c:pt>
                <c:pt idx="180">
                  <c:v>194288.16827726999</c:v>
                </c:pt>
                <c:pt idx="181">
                  <c:v>192282.10671556601</c:v>
                </c:pt>
                <c:pt idx="182">
                  <c:v>194016.066141877</c:v>
                </c:pt>
                <c:pt idx="183">
                  <c:v>194055.41802767801</c:v>
                </c:pt>
                <c:pt idx="184">
                  <c:v>192560.02314509699</c:v>
                </c:pt>
                <c:pt idx="185">
                  <c:v>192547.77204585201</c:v>
                </c:pt>
                <c:pt idx="186">
                  <c:v>193173.72892623601</c:v>
                </c:pt>
                <c:pt idx="187">
                  <c:v>191598.45555844001</c:v>
                </c:pt>
                <c:pt idx="188">
                  <c:v>188285.61887165101</c:v>
                </c:pt>
                <c:pt idx="189">
                  <c:v>185129.11831112401</c:v>
                </c:pt>
                <c:pt idx="190">
                  <c:v>192554.314858889</c:v>
                </c:pt>
                <c:pt idx="191">
                  <c:v>196635.999319978</c:v>
                </c:pt>
                <c:pt idx="192">
                  <c:v>194410.197163025</c:v>
                </c:pt>
                <c:pt idx="193">
                  <c:v>194812.27987810699</c:v>
                </c:pt>
                <c:pt idx="194">
                  <c:v>192243.53086757599</c:v>
                </c:pt>
                <c:pt idx="195">
                  <c:v>189094.89357406899</c:v>
                </c:pt>
                <c:pt idx="196">
                  <c:v>190969.17992918901</c:v>
                </c:pt>
                <c:pt idx="197">
                  <c:v>190984.89718486799</c:v>
                </c:pt>
                <c:pt idx="198">
                  <c:v>194271.093126869</c:v>
                </c:pt>
                <c:pt idx="199">
                  <c:v>200424.076354035</c:v>
                </c:pt>
                <c:pt idx="200">
                  <c:v>204140.397734684</c:v>
                </c:pt>
                <c:pt idx="201">
                  <c:v>201138.93640265701</c:v>
                </c:pt>
                <c:pt idx="202">
                  <c:v>203011.65921126201</c:v>
                </c:pt>
                <c:pt idx="203">
                  <c:v>203143.69855573401</c:v>
                </c:pt>
                <c:pt idx="204">
                  <c:v>204786.405710352</c:v>
                </c:pt>
                <c:pt idx="205">
                  <c:v>204697.56119199499</c:v>
                </c:pt>
                <c:pt idx="206">
                  <c:v>206909.07828448401</c:v>
                </c:pt>
                <c:pt idx="207">
                  <c:v>208760.868548934</c:v>
                </c:pt>
                <c:pt idx="208">
                  <c:v>209627.408566723</c:v>
                </c:pt>
                <c:pt idx="209">
                  <c:v>210142.29514407599</c:v>
                </c:pt>
                <c:pt idx="210">
                  <c:v>211663.07143435301</c:v>
                </c:pt>
                <c:pt idx="211">
                  <c:v>213852.48608920901</c:v>
                </c:pt>
                <c:pt idx="212">
                  <c:v>210133.19330438599</c:v>
                </c:pt>
                <c:pt idx="213">
                  <c:v>210503.49250201299</c:v>
                </c:pt>
                <c:pt idx="214">
                  <c:v>209796.04457765399</c:v>
                </c:pt>
                <c:pt idx="215">
                  <c:v>214266.141277627</c:v>
                </c:pt>
                <c:pt idx="216">
                  <c:v>216288.93495154299</c:v>
                </c:pt>
                <c:pt idx="217">
                  <c:v>215887.835519371</c:v>
                </c:pt>
                <c:pt idx="218">
                  <c:v>214670.733548235</c:v>
                </c:pt>
                <c:pt idx="219">
                  <c:v>216417.23657135601</c:v>
                </c:pt>
                <c:pt idx="220">
                  <c:v>217326.533705329</c:v>
                </c:pt>
                <c:pt idx="221">
                  <c:v>216293.24815560601</c:v>
                </c:pt>
                <c:pt idx="222">
                  <c:v>218391.10859702801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ABC-AF45-A6BC-3840327D8640}"/>
            </c:ext>
          </c:extLst>
        </c:ser>
        <c:ser>
          <c:idx val="1"/>
          <c:order val="1"/>
          <c:tx>
            <c:strRef>
              <c:f>'Jangka &amp; Sumber'!$C$1</c:f>
              <c:strCache>
                <c:ptCount val="1"/>
                <c:pt idx="0">
                  <c:v>Bank Indonesia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2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ABC-AF45-A6BC-3840327D8640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'Jangka &amp; Sumber'!$A$2:$A$224</c:f>
              <c:numCache>
                <c:formatCode>mmm\-yy</c:formatCode>
                <c:ptCount val="223"/>
                <c:pt idx="0">
                  <c:v>39448</c:v>
                </c:pt>
                <c:pt idx="1">
                  <c:v>39479</c:v>
                </c:pt>
                <c:pt idx="2">
                  <c:v>39508</c:v>
                </c:pt>
                <c:pt idx="3">
                  <c:v>39539</c:v>
                </c:pt>
                <c:pt idx="4">
                  <c:v>39569</c:v>
                </c:pt>
                <c:pt idx="5">
                  <c:v>39600</c:v>
                </c:pt>
                <c:pt idx="6">
                  <c:v>39630</c:v>
                </c:pt>
                <c:pt idx="7">
                  <c:v>39661</c:v>
                </c:pt>
                <c:pt idx="8">
                  <c:v>39692</c:v>
                </c:pt>
                <c:pt idx="9">
                  <c:v>39722</c:v>
                </c:pt>
                <c:pt idx="10">
                  <c:v>39753</c:v>
                </c:pt>
                <c:pt idx="11">
                  <c:v>39783</c:v>
                </c:pt>
                <c:pt idx="12">
                  <c:v>39814</c:v>
                </c:pt>
                <c:pt idx="13">
                  <c:v>39845</c:v>
                </c:pt>
                <c:pt idx="14">
                  <c:v>39873</c:v>
                </c:pt>
                <c:pt idx="15">
                  <c:v>39904</c:v>
                </c:pt>
                <c:pt idx="16">
                  <c:v>39934</c:v>
                </c:pt>
                <c:pt idx="17">
                  <c:v>39965</c:v>
                </c:pt>
                <c:pt idx="18">
                  <c:v>39995</c:v>
                </c:pt>
                <c:pt idx="19">
                  <c:v>40026</c:v>
                </c:pt>
                <c:pt idx="20">
                  <c:v>40057</c:v>
                </c:pt>
                <c:pt idx="21">
                  <c:v>40087</c:v>
                </c:pt>
                <c:pt idx="22">
                  <c:v>40118</c:v>
                </c:pt>
                <c:pt idx="23">
                  <c:v>40148</c:v>
                </c:pt>
                <c:pt idx="24">
                  <c:v>40179</c:v>
                </c:pt>
                <c:pt idx="25">
                  <c:v>40210</c:v>
                </c:pt>
                <c:pt idx="26">
                  <c:v>40238</c:v>
                </c:pt>
                <c:pt idx="27">
                  <c:v>40269</c:v>
                </c:pt>
                <c:pt idx="28">
                  <c:v>40299</c:v>
                </c:pt>
                <c:pt idx="29">
                  <c:v>40330</c:v>
                </c:pt>
                <c:pt idx="30">
                  <c:v>40360</c:v>
                </c:pt>
                <c:pt idx="31">
                  <c:v>40391</c:v>
                </c:pt>
                <c:pt idx="32">
                  <c:v>40422</c:v>
                </c:pt>
                <c:pt idx="33">
                  <c:v>40452</c:v>
                </c:pt>
                <c:pt idx="34">
                  <c:v>40483</c:v>
                </c:pt>
                <c:pt idx="35">
                  <c:v>40513</c:v>
                </c:pt>
                <c:pt idx="36">
                  <c:v>40544</c:v>
                </c:pt>
                <c:pt idx="37">
                  <c:v>40575</c:v>
                </c:pt>
                <c:pt idx="38">
                  <c:v>40603</c:v>
                </c:pt>
                <c:pt idx="39">
                  <c:v>40634</c:v>
                </c:pt>
                <c:pt idx="40">
                  <c:v>40664</c:v>
                </c:pt>
                <c:pt idx="41">
                  <c:v>40695</c:v>
                </c:pt>
                <c:pt idx="42">
                  <c:v>40725</c:v>
                </c:pt>
                <c:pt idx="43">
                  <c:v>40756</c:v>
                </c:pt>
                <c:pt idx="44">
                  <c:v>40787</c:v>
                </c:pt>
                <c:pt idx="45">
                  <c:v>40817</c:v>
                </c:pt>
                <c:pt idx="46">
                  <c:v>40848</c:v>
                </c:pt>
                <c:pt idx="47">
                  <c:v>40878</c:v>
                </c:pt>
                <c:pt idx="48">
                  <c:v>40909</c:v>
                </c:pt>
                <c:pt idx="49">
                  <c:v>40940</c:v>
                </c:pt>
                <c:pt idx="50">
                  <c:v>40969</c:v>
                </c:pt>
                <c:pt idx="51">
                  <c:v>41000</c:v>
                </c:pt>
                <c:pt idx="52">
                  <c:v>41030</c:v>
                </c:pt>
                <c:pt idx="53">
                  <c:v>41061</c:v>
                </c:pt>
                <c:pt idx="54">
                  <c:v>41091</c:v>
                </c:pt>
                <c:pt idx="55">
                  <c:v>41122</c:v>
                </c:pt>
                <c:pt idx="56">
                  <c:v>41153</c:v>
                </c:pt>
                <c:pt idx="57">
                  <c:v>41183</c:v>
                </c:pt>
                <c:pt idx="58">
                  <c:v>41214</c:v>
                </c:pt>
                <c:pt idx="59">
                  <c:v>41244</c:v>
                </c:pt>
                <c:pt idx="60">
                  <c:v>41275</c:v>
                </c:pt>
                <c:pt idx="61">
                  <c:v>41306</c:v>
                </c:pt>
                <c:pt idx="62">
                  <c:v>41334</c:v>
                </c:pt>
                <c:pt idx="63">
                  <c:v>41365</c:v>
                </c:pt>
                <c:pt idx="64">
                  <c:v>41395</c:v>
                </c:pt>
                <c:pt idx="65">
                  <c:v>41426</c:v>
                </c:pt>
                <c:pt idx="66">
                  <c:v>41456</c:v>
                </c:pt>
                <c:pt idx="67">
                  <c:v>41487</c:v>
                </c:pt>
                <c:pt idx="68">
                  <c:v>41518</c:v>
                </c:pt>
                <c:pt idx="69">
                  <c:v>41548</c:v>
                </c:pt>
                <c:pt idx="70">
                  <c:v>41579</c:v>
                </c:pt>
                <c:pt idx="71">
                  <c:v>41609</c:v>
                </c:pt>
                <c:pt idx="72">
                  <c:v>41640</c:v>
                </c:pt>
                <c:pt idx="73">
                  <c:v>41671</c:v>
                </c:pt>
                <c:pt idx="74">
                  <c:v>41699</c:v>
                </c:pt>
                <c:pt idx="75">
                  <c:v>41730</c:v>
                </c:pt>
                <c:pt idx="76">
                  <c:v>41760</c:v>
                </c:pt>
                <c:pt idx="77">
                  <c:v>41791</c:v>
                </c:pt>
                <c:pt idx="78">
                  <c:v>41821</c:v>
                </c:pt>
                <c:pt idx="79">
                  <c:v>41852</c:v>
                </c:pt>
                <c:pt idx="80">
                  <c:v>41883</c:v>
                </c:pt>
                <c:pt idx="81">
                  <c:v>41913</c:v>
                </c:pt>
                <c:pt idx="82">
                  <c:v>41944</c:v>
                </c:pt>
                <c:pt idx="83">
                  <c:v>41974</c:v>
                </c:pt>
                <c:pt idx="84">
                  <c:v>42005</c:v>
                </c:pt>
                <c:pt idx="85">
                  <c:v>42036</c:v>
                </c:pt>
                <c:pt idx="86">
                  <c:v>42064</c:v>
                </c:pt>
                <c:pt idx="87">
                  <c:v>42095</c:v>
                </c:pt>
                <c:pt idx="88">
                  <c:v>42125</c:v>
                </c:pt>
                <c:pt idx="89">
                  <c:v>42156</c:v>
                </c:pt>
                <c:pt idx="90">
                  <c:v>42186</c:v>
                </c:pt>
                <c:pt idx="91">
                  <c:v>42217</c:v>
                </c:pt>
                <c:pt idx="92">
                  <c:v>42248</c:v>
                </c:pt>
                <c:pt idx="93">
                  <c:v>42278</c:v>
                </c:pt>
                <c:pt idx="94">
                  <c:v>42309</c:v>
                </c:pt>
                <c:pt idx="95">
                  <c:v>42339</c:v>
                </c:pt>
                <c:pt idx="96">
                  <c:v>42370</c:v>
                </c:pt>
                <c:pt idx="97">
                  <c:v>42401</c:v>
                </c:pt>
                <c:pt idx="98">
                  <c:v>42430</c:v>
                </c:pt>
                <c:pt idx="99">
                  <c:v>42461</c:v>
                </c:pt>
                <c:pt idx="100">
                  <c:v>42491</c:v>
                </c:pt>
                <c:pt idx="101">
                  <c:v>42522</c:v>
                </c:pt>
                <c:pt idx="102">
                  <c:v>42552</c:v>
                </c:pt>
                <c:pt idx="103">
                  <c:v>42583</c:v>
                </c:pt>
                <c:pt idx="104">
                  <c:v>42614</c:v>
                </c:pt>
                <c:pt idx="105">
                  <c:v>42644</c:v>
                </c:pt>
                <c:pt idx="106">
                  <c:v>42675</c:v>
                </c:pt>
                <c:pt idx="107">
                  <c:v>42705</c:v>
                </c:pt>
                <c:pt idx="108">
                  <c:v>42736</c:v>
                </c:pt>
                <c:pt idx="109">
                  <c:v>42767</c:v>
                </c:pt>
                <c:pt idx="110">
                  <c:v>42795</c:v>
                </c:pt>
                <c:pt idx="111">
                  <c:v>42826</c:v>
                </c:pt>
                <c:pt idx="112">
                  <c:v>42856</c:v>
                </c:pt>
                <c:pt idx="113">
                  <c:v>42887</c:v>
                </c:pt>
                <c:pt idx="114">
                  <c:v>42917</c:v>
                </c:pt>
                <c:pt idx="115">
                  <c:v>42948</c:v>
                </c:pt>
                <c:pt idx="116">
                  <c:v>42979</c:v>
                </c:pt>
                <c:pt idx="117">
                  <c:v>43009</c:v>
                </c:pt>
                <c:pt idx="118">
                  <c:v>43040</c:v>
                </c:pt>
                <c:pt idx="119">
                  <c:v>43070</c:v>
                </c:pt>
                <c:pt idx="120">
                  <c:v>43101</c:v>
                </c:pt>
                <c:pt idx="121">
                  <c:v>43132</c:v>
                </c:pt>
                <c:pt idx="122">
                  <c:v>43160</c:v>
                </c:pt>
                <c:pt idx="123">
                  <c:v>43191</c:v>
                </c:pt>
                <c:pt idx="124">
                  <c:v>43221</c:v>
                </c:pt>
                <c:pt idx="125">
                  <c:v>43252</c:v>
                </c:pt>
                <c:pt idx="126">
                  <c:v>43282</c:v>
                </c:pt>
                <c:pt idx="127">
                  <c:v>43313</c:v>
                </c:pt>
                <c:pt idx="128">
                  <c:v>43344</c:v>
                </c:pt>
                <c:pt idx="129">
                  <c:v>43374</c:v>
                </c:pt>
                <c:pt idx="130">
                  <c:v>43405</c:v>
                </c:pt>
                <c:pt idx="131">
                  <c:v>43435</c:v>
                </c:pt>
                <c:pt idx="132">
                  <c:v>43466</c:v>
                </c:pt>
                <c:pt idx="133">
                  <c:v>43497</c:v>
                </c:pt>
                <c:pt idx="134">
                  <c:v>43525</c:v>
                </c:pt>
                <c:pt idx="135">
                  <c:v>43556</c:v>
                </c:pt>
                <c:pt idx="136">
                  <c:v>43586</c:v>
                </c:pt>
                <c:pt idx="137">
                  <c:v>43617</c:v>
                </c:pt>
                <c:pt idx="138">
                  <c:v>43647</c:v>
                </c:pt>
                <c:pt idx="139">
                  <c:v>43678</c:v>
                </c:pt>
                <c:pt idx="140">
                  <c:v>43709</c:v>
                </c:pt>
                <c:pt idx="141">
                  <c:v>43739</c:v>
                </c:pt>
                <c:pt idx="142">
                  <c:v>43770</c:v>
                </c:pt>
                <c:pt idx="143">
                  <c:v>43800</c:v>
                </c:pt>
                <c:pt idx="144">
                  <c:v>43831</c:v>
                </c:pt>
                <c:pt idx="145">
                  <c:v>43862</c:v>
                </c:pt>
                <c:pt idx="146">
                  <c:v>43891</c:v>
                </c:pt>
                <c:pt idx="147">
                  <c:v>43922</c:v>
                </c:pt>
                <c:pt idx="148">
                  <c:v>43952</c:v>
                </c:pt>
                <c:pt idx="149">
                  <c:v>43983</c:v>
                </c:pt>
                <c:pt idx="150">
                  <c:v>44013</c:v>
                </c:pt>
                <c:pt idx="151">
                  <c:v>44044</c:v>
                </c:pt>
                <c:pt idx="152">
                  <c:v>44075</c:v>
                </c:pt>
                <c:pt idx="153">
                  <c:v>44105</c:v>
                </c:pt>
                <c:pt idx="154">
                  <c:v>44136</c:v>
                </c:pt>
                <c:pt idx="155">
                  <c:v>44166</c:v>
                </c:pt>
                <c:pt idx="156">
                  <c:v>44197</c:v>
                </c:pt>
                <c:pt idx="157">
                  <c:v>44228</c:v>
                </c:pt>
                <c:pt idx="158">
                  <c:v>44256</c:v>
                </c:pt>
                <c:pt idx="159">
                  <c:v>44287</c:v>
                </c:pt>
                <c:pt idx="160">
                  <c:v>44317</c:v>
                </c:pt>
                <c:pt idx="161">
                  <c:v>44348</c:v>
                </c:pt>
                <c:pt idx="162">
                  <c:v>44378</c:v>
                </c:pt>
                <c:pt idx="163">
                  <c:v>44409</c:v>
                </c:pt>
                <c:pt idx="164">
                  <c:v>44440</c:v>
                </c:pt>
                <c:pt idx="165">
                  <c:v>44470</c:v>
                </c:pt>
                <c:pt idx="166">
                  <c:v>44501</c:v>
                </c:pt>
                <c:pt idx="167">
                  <c:v>44531</c:v>
                </c:pt>
                <c:pt idx="168">
                  <c:v>44562</c:v>
                </c:pt>
                <c:pt idx="169">
                  <c:v>44593</c:v>
                </c:pt>
                <c:pt idx="170">
                  <c:v>44621</c:v>
                </c:pt>
                <c:pt idx="171">
                  <c:v>44652</c:v>
                </c:pt>
                <c:pt idx="172">
                  <c:v>44682</c:v>
                </c:pt>
                <c:pt idx="173">
                  <c:v>44713</c:v>
                </c:pt>
                <c:pt idx="174">
                  <c:v>44743</c:v>
                </c:pt>
                <c:pt idx="175">
                  <c:v>44774</c:v>
                </c:pt>
                <c:pt idx="176">
                  <c:v>44805</c:v>
                </c:pt>
                <c:pt idx="177">
                  <c:v>44835</c:v>
                </c:pt>
                <c:pt idx="178">
                  <c:v>44866</c:v>
                </c:pt>
                <c:pt idx="179">
                  <c:v>44896</c:v>
                </c:pt>
                <c:pt idx="180">
                  <c:v>44927</c:v>
                </c:pt>
                <c:pt idx="181">
                  <c:v>44958</c:v>
                </c:pt>
                <c:pt idx="182">
                  <c:v>44986</c:v>
                </c:pt>
                <c:pt idx="183">
                  <c:v>45017</c:v>
                </c:pt>
                <c:pt idx="184">
                  <c:v>45047</c:v>
                </c:pt>
                <c:pt idx="185">
                  <c:v>45078</c:v>
                </c:pt>
                <c:pt idx="186">
                  <c:v>45108</c:v>
                </c:pt>
                <c:pt idx="187">
                  <c:v>45139</c:v>
                </c:pt>
                <c:pt idx="188">
                  <c:v>45170</c:v>
                </c:pt>
                <c:pt idx="189">
                  <c:v>45200</c:v>
                </c:pt>
                <c:pt idx="190">
                  <c:v>45231</c:v>
                </c:pt>
                <c:pt idx="191">
                  <c:v>45261</c:v>
                </c:pt>
                <c:pt idx="192">
                  <c:v>45292</c:v>
                </c:pt>
                <c:pt idx="193">
                  <c:v>45323</c:v>
                </c:pt>
                <c:pt idx="194">
                  <c:v>45352</c:v>
                </c:pt>
                <c:pt idx="195">
                  <c:v>45383</c:v>
                </c:pt>
                <c:pt idx="196">
                  <c:v>45413</c:v>
                </c:pt>
                <c:pt idx="197">
                  <c:v>45444</c:v>
                </c:pt>
                <c:pt idx="198">
                  <c:v>45474</c:v>
                </c:pt>
                <c:pt idx="199">
                  <c:v>45505</c:v>
                </c:pt>
                <c:pt idx="200">
                  <c:v>45536</c:v>
                </c:pt>
                <c:pt idx="201">
                  <c:v>45566</c:v>
                </c:pt>
                <c:pt idx="202">
                  <c:v>45597</c:v>
                </c:pt>
                <c:pt idx="203">
                  <c:v>45627</c:v>
                </c:pt>
                <c:pt idx="204">
                  <c:v>45658</c:v>
                </c:pt>
                <c:pt idx="205">
                  <c:v>45689</c:v>
                </c:pt>
                <c:pt idx="206">
                  <c:v>45717</c:v>
                </c:pt>
                <c:pt idx="207">
                  <c:v>45748</c:v>
                </c:pt>
                <c:pt idx="208">
                  <c:v>45778</c:v>
                </c:pt>
                <c:pt idx="209">
                  <c:v>45809</c:v>
                </c:pt>
                <c:pt idx="210">
                  <c:v>45839</c:v>
                </c:pt>
                <c:pt idx="211">
                  <c:v>45870</c:v>
                </c:pt>
                <c:pt idx="212">
                  <c:v>45901</c:v>
                </c:pt>
                <c:pt idx="213">
                  <c:v>45931</c:v>
                </c:pt>
                <c:pt idx="214">
                  <c:v>45962</c:v>
                </c:pt>
                <c:pt idx="215">
                  <c:v>45992</c:v>
                </c:pt>
                <c:pt idx="216">
                  <c:v>46023</c:v>
                </c:pt>
                <c:pt idx="217">
                  <c:v>46054</c:v>
                </c:pt>
                <c:pt idx="218">
                  <c:v>46082</c:v>
                </c:pt>
                <c:pt idx="219">
                  <c:v>46113</c:v>
                </c:pt>
                <c:pt idx="220">
                  <c:v>46143</c:v>
                </c:pt>
                <c:pt idx="221">
                  <c:v>46174</c:v>
                </c:pt>
                <c:pt idx="222">
                  <c:v>46204</c:v>
                </c:pt>
              </c:numCache>
            </c:numRef>
          </c:cat>
          <c:val>
            <c:numRef>
              <c:f>'Jangka &amp; Sumber'!$C$2:$C$224</c:f>
              <c:numCache>
                <c:formatCode>#,##0.0</c:formatCode>
                <c:ptCount val="223"/>
                <c:pt idx="0">
                  <c:v>3542.4569999999999</c:v>
                </c:pt>
                <c:pt idx="1">
                  <c:v>5987.0870000000004</c:v>
                </c:pt>
                <c:pt idx="2">
                  <c:v>4042.067</c:v>
                </c:pt>
                <c:pt idx="3">
                  <c:v>3764.0564907804201</c:v>
                </c:pt>
                <c:pt idx="4">
                  <c:v>2489.0381036929498</c:v>
                </c:pt>
                <c:pt idx="5">
                  <c:v>4342.6780947015504</c:v>
                </c:pt>
                <c:pt idx="6">
                  <c:v>7490.45203042906</c:v>
                </c:pt>
                <c:pt idx="7">
                  <c:v>6141.0996709303199</c:v>
                </c:pt>
                <c:pt idx="8">
                  <c:v>2822.26725413244</c:v>
                </c:pt>
                <c:pt idx="9">
                  <c:v>1229.8460993363201</c:v>
                </c:pt>
                <c:pt idx="10">
                  <c:v>1219.29414721645</c:v>
                </c:pt>
                <c:pt idx="11">
                  <c:v>1464.5290632839001</c:v>
                </c:pt>
                <c:pt idx="12">
                  <c:v>1619.56937686282</c:v>
                </c:pt>
                <c:pt idx="13">
                  <c:v>1336.3707896800199</c:v>
                </c:pt>
                <c:pt idx="14">
                  <c:v>2054.8715546131398</c:v>
                </c:pt>
                <c:pt idx="15">
                  <c:v>2055.2800000000002</c:v>
                </c:pt>
                <c:pt idx="16">
                  <c:v>2866.9079999999999</c:v>
                </c:pt>
                <c:pt idx="17">
                  <c:v>2646.6869999999999</c:v>
                </c:pt>
                <c:pt idx="18">
                  <c:v>4273.4750000000004</c:v>
                </c:pt>
                <c:pt idx="19">
                  <c:v>3041.3890000000001</c:v>
                </c:pt>
                <c:pt idx="20">
                  <c:v>7533.1572426174198</c:v>
                </c:pt>
                <c:pt idx="21">
                  <c:v>8234.5626769260598</c:v>
                </c:pt>
                <c:pt idx="22">
                  <c:v>8696.8084815483599</c:v>
                </c:pt>
                <c:pt idx="23">
                  <c:v>8412.232</c:v>
                </c:pt>
                <c:pt idx="24">
                  <c:v>8983.6940005706892</c:v>
                </c:pt>
                <c:pt idx="25">
                  <c:v>9970.2921859376602</c:v>
                </c:pt>
                <c:pt idx="26">
                  <c:v>10542.9960714142</c:v>
                </c:pt>
                <c:pt idx="27">
                  <c:v>12800.273040304301</c:v>
                </c:pt>
                <c:pt idx="28">
                  <c:v>7490.5993236536897</c:v>
                </c:pt>
                <c:pt idx="29">
                  <c:v>8126.1582535661</c:v>
                </c:pt>
                <c:pt idx="30">
                  <c:v>8338.4375339252201</c:v>
                </c:pt>
                <c:pt idx="31">
                  <c:v>11059.658942538599</c:v>
                </c:pt>
                <c:pt idx="32">
                  <c:v>12398.4239277243</c:v>
                </c:pt>
                <c:pt idx="33">
                  <c:v>13376.199969523101</c:v>
                </c:pt>
                <c:pt idx="34">
                  <c:v>11493.0755875713</c:v>
                </c:pt>
                <c:pt idx="35">
                  <c:v>11763.898055864</c:v>
                </c:pt>
                <c:pt idx="36">
                  <c:v>10886.721592243801</c:v>
                </c:pt>
                <c:pt idx="37">
                  <c:v>13069.9386757554</c:v>
                </c:pt>
                <c:pt idx="38">
                  <c:v>14900.197140563499</c:v>
                </c:pt>
                <c:pt idx="39">
                  <c:v>16350.697690312199</c:v>
                </c:pt>
                <c:pt idx="40">
                  <c:v>15088.0154688238</c:v>
                </c:pt>
                <c:pt idx="41">
                  <c:v>13221.799561535599</c:v>
                </c:pt>
                <c:pt idx="42">
                  <c:v>13157.0251186436</c:v>
                </c:pt>
                <c:pt idx="43">
                  <c:v>12453.4710398807</c:v>
                </c:pt>
                <c:pt idx="44">
                  <c:v>10271.964414583201</c:v>
                </c:pt>
                <c:pt idx="45">
                  <c:v>9272.6677306364109</c:v>
                </c:pt>
                <c:pt idx="46">
                  <c:v>7914.5405625724397</c:v>
                </c:pt>
                <c:pt idx="47">
                  <c:v>6215.2489734679702</c:v>
                </c:pt>
                <c:pt idx="48">
                  <c:v>6303.4902622986701</c:v>
                </c:pt>
                <c:pt idx="49">
                  <c:v>6387.7491353241903</c:v>
                </c:pt>
                <c:pt idx="50">
                  <c:v>5880.2190599636797</c:v>
                </c:pt>
                <c:pt idx="51">
                  <c:v>5897.3491639222602</c:v>
                </c:pt>
                <c:pt idx="52">
                  <c:v>5408.9478005822602</c:v>
                </c:pt>
                <c:pt idx="53">
                  <c:v>5298.0906021675701</c:v>
                </c:pt>
                <c:pt idx="54">
                  <c:v>5320.7110481770496</c:v>
                </c:pt>
                <c:pt idx="55">
                  <c:v>5417.0213051935798</c:v>
                </c:pt>
                <c:pt idx="56">
                  <c:v>5603.3506141942898</c:v>
                </c:pt>
                <c:pt idx="57">
                  <c:v>9879.7144035621895</c:v>
                </c:pt>
                <c:pt idx="58">
                  <c:v>9731.7450866371291</c:v>
                </c:pt>
                <c:pt idx="59">
                  <c:v>9931.7817386139104</c:v>
                </c:pt>
                <c:pt idx="60">
                  <c:v>10274.538065119201</c:v>
                </c:pt>
                <c:pt idx="61">
                  <c:v>9925.0359992405592</c:v>
                </c:pt>
                <c:pt idx="62">
                  <c:v>10004.2696366809</c:v>
                </c:pt>
                <c:pt idx="63">
                  <c:v>10327.471839084101</c:v>
                </c:pt>
                <c:pt idx="64">
                  <c:v>10207.845402229799</c:v>
                </c:pt>
                <c:pt idx="65">
                  <c:v>9122.2331053580001</c:v>
                </c:pt>
                <c:pt idx="66">
                  <c:v>10190.6853993102</c:v>
                </c:pt>
                <c:pt idx="67">
                  <c:v>9234.7111511122293</c:v>
                </c:pt>
                <c:pt idx="68">
                  <c:v>9622.2254844973795</c:v>
                </c:pt>
                <c:pt idx="69">
                  <c:v>9454.6886250203406</c:v>
                </c:pt>
                <c:pt idx="70">
                  <c:v>9173.0094855912703</c:v>
                </c:pt>
                <c:pt idx="71">
                  <c:v>9254.6426692310306</c:v>
                </c:pt>
                <c:pt idx="72">
                  <c:v>9045.3910014970406</c:v>
                </c:pt>
                <c:pt idx="73">
                  <c:v>7118.83505669856</c:v>
                </c:pt>
                <c:pt idx="74">
                  <c:v>8106.9025311539699</c:v>
                </c:pt>
                <c:pt idx="75">
                  <c:v>8430.3376622179803</c:v>
                </c:pt>
                <c:pt idx="76">
                  <c:v>9064.1303182033898</c:v>
                </c:pt>
                <c:pt idx="77">
                  <c:v>9467.0715059333397</c:v>
                </c:pt>
                <c:pt idx="78">
                  <c:v>8366.3608781948406</c:v>
                </c:pt>
                <c:pt idx="79">
                  <c:v>8095.3518435116903</c:v>
                </c:pt>
                <c:pt idx="80">
                  <c:v>7528.0897898666599</c:v>
                </c:pt>
                <c:pt idx="81">
                  <c:v>6616.4764788959301</c:v>
                </c:pt>
                <c:pt idx="82">
                  <c:v>6565.0861819414104</c:v>
                </c:pt>
                <c:pt idx="83">
                  <c:v>5930.0287250616402</c:v>
                </c:pt>
                <c:pt idx="84">
                  <c:v>5962.8675419148603</c:v>
                </c:pt>
                <c:pt idx="85">
                  <c:v>5480.5618060388297</c:v>
                </c:pt>
                <c:pt idx="86">
                  <c:v>4932.7585532561998</c:v>
                </c:pt>
                <c:pt idx="87">
                  <c:v>4903.6604557185201</c:v>
                </c:pt>
                <c:pt idx="88">
                  <c:v>5171.1229144940498</c:v>
                </c:pt>
                <c:pt idx="89">
                  <c:v>5155.49270242686</c:v>
                </c:pt>
                <c:pt idx="90">
                  <c:v>5040.5410175864099</c:v>
                </c:pt>
                <c:pt idx="91">
                  <c:v>5201.6140979333904</c:v>
                </c:pt>
                <c:pt idx="92">
                  <c:v>5143.3742252731699</c:v>
                </c:pt>
                <c:pt idx="93">
                  <c:v>5113.3092451928496</c:v>
                </c:pt>
                <c:pt idx="94">
                  <c:v>5100.4802837963198</c:v>
                </c:pt>
                <c:pt idx="95">
                  <c:v>5212.21209949277</c:v>
                </c:pt>
                <c:pt idx="96">
                  <c:v>5053.8706151200004</c:v>
                </c:pt>
                <c:pt idx="97">
                  <c:v>5080.5478943021499</c:v>
                </c:pt>
                <c:pt idx="98">
                  <c:v>5149.11435656719</c:v>
                </c:pt>
                <c:pt idx="99">
                  <c:v>5456.7328080995703</c:v>
                </c:pt>
                <c:pt idx="100">
                  <c:v>5180.5519054054203</c:v>
                </c:pt>
                <c:pt idx="101">
                  <c:v>5432.7161361768103</c:v>
                </c:pt>
                <c:pt idx="102">
                  <c:v>5315.9888689571399</c:v>
                </c:pt>
                <c:pt idx="103">
                  <c:v>4534.1536036372099</c:v>
                </c:pt>
                <c:pt idx="104">
                  <c:v>3922.8259080302601</c:v>
                </c:pt>
                <c:pt idx="105">
                  <c:v>3851.9038327363601</c:v>
                </c:pt>
                <c:pt idx="106">
                  <c:v>3521.3480553306399</c:v>
                </c:pt>
                <c:pt idx="107">
                  <c:v>3408.2234728655999</c:v>
                </c:pt>
                <c:pt idx="108">
                  <c:v>3987.9414918939301</c:v>
                </c:pt>
                <c:pt idx="109">
                  <c:v>3928.6432640047701</c:v>
                </c:pt>
                <c:pt idx="110">
                  <c:v>3944.86055351615</c:v>
                </c:pt>
                <c:pt idx="111">
                  <c:v>3991.65959437533</c:v>
                </c:pt>
                <c:pt idx="112">
                  <c:v>4124.39569352122</c:v>
                </c:pt>
                <c:pt idx="113">
                  <c:v>4003.5547907415398</c:v>
                </c:pt>
                <c:pt idx="114">
                  <c:v>3955.5224722938501</c:v>
                </c:pt>
                <c:pt idx="115">
                  <c:v>3783.86974538718</c:v>
                </c:pt>
                <c:pt idx="116">
                  <c:v>3534.3299979246999</c:v>
                </c:pt>
                <c:pt idx="117">
                  <c:v>3424.68207327344</c:v>
                </c:pt>
                <c:pt idx="118">
                  <c:v>3468.54284141055</c:v>
                </c:pt>
                <c:pt idx="119">
                  <c:v>3303.6913023775301</c:v>
                </c:pt>
                <c:pt idx="120">
                  <c:v>3174.9398601211301</c:v>
                </c:pt>
                <c:pt idx="121">
                  <c:v>3544.0884828037902</c:v>
                </c:pt>
                <c:pt idx="122">
                  <c:v>3548.0311808331599</c:v>
                </c:pt>
                <c:pt idx="123">
                  <c:v>3327.4252734325401</c:v>
                </c:pt>
                <c:pt idx="124">
                  <c:v>3278.94836889925</c:v>
                </c:pt>
                <c:pt idx="125">
                  <c:v>3246.8670196006301</c:v>
                </c:pt>
                <c:pt idx="126">
                  <c:v>3426.6856036470099</c:v>
                </c:pt>
                <c:pt idx="127">
                  <c:v>3180.5480837384198</c:v>
                </c:pt>
                <c:pt idx="128">
                  <c:v>3035.0750153121598</c:v>
                </c:pt>
                <c:pt idx="129">
                  <c:v>2982.6393842396901</c:v>
                </c:pt>
                <c:pt idx="130">
                  <c:v>3055.4874859307502</c:v>
                </c:pt>
                <c:pt idx="131">
                  <c:v>3078.30094141261</c:v>
                </c:pt>
                <c:pt idx="132">
                  <c:v>3092.94873331086</c:v>
                </c:pt>
                <c:pt idx="133">
                  <c:v>2982.23304611809</c:v>
                </c:pt>
                <c:pt idx="134">
                  <c:v>2779.7990373717098</c:v>
                </c:pt>
                <c:pt idx="135">
                  <c:v>3033.8692902816701</c:v>
                </c:pt>
                <c:pt idx="136">
                  <c:v>2953.8065284624399</c:v>
                </c:pt>
                <c:pt idx="137">
                  <c:v>2995.6548949794101</c:v>
                </c:pt>
                <c:pt idx="138">
                  <c:v>2981.55079176564</c:v>
                </c:pt>
                <c:pt idx="139">
                  <c:v>2774.9581932535698</c:v>
                </c:pt>
                <c:pt idx="140">
                  <c:v>2783.1484533165499</c:v>
                </c:pt>
                <c:pt idx="141">
                  <c:v>2784.0153844780698</c:v>
                </c:pt>
                <c:pt idx="142">
                  <c:v>2722.9970190173299</c:v>
                </c:pt>
                <c:pt idx="143">
                  <c:v>2996.2795752144102</c:v>
                </c:pt>
                <c:pt idx="144">
                  <c:v>2818.7103758972098</c:v>
                </c:pt>
                <c:pt idx="145">
                  <c:v>2716.6766394289898</c:v>
                </c:pt>
                <c:pt idx="146">
                  <c:v>2801.76310417473</c:v>
                </c:pt>
                <c:pt idx="147">
                  <c:v>2721.3607539516902</c:v>
                </c:pt>
                <c:pt idx="148">
                  <c:v>2725.1596472116598</c:v>
                </c:pt>
                <c:pt idx="149">
                  <c:v>2753.8260783168398</c:v>
                </c:pt>
                <c:pt idx="150">
                  <c:v>2793.0326369229001</c:v>
                </c:pt>
                <c:pt idx="151">
                  <c:v>2815.87919353086</c:v>
                </c:pt>
                <c:pt idx="152">
                  <c:v>2793.9650424085298</c:v>
                </c:pt>
                <c:pt idx="153">
                  <c:v>2813.5666353435499</c:v>
                </c:pt>
                <c:pt idx="154">
                  <c:v>2829.35570337646</c:v>
                </c:pt>
                <c:pt idx="155">
                  <c:v>2870.8664800040401</c:v>
                </c:pt>
                <c:pt idx="156">
                  <c:v>2867.5908559776299</c:v>
                </c:pt>
                <c:pt idx="157">
                  <c:v>2882.7000382870001</c:v>
                </c:pt>
                <c:pt idx="158">
                  <c:v>2823.11012077839</c:v>
                </c:pt>
                <c:pt idx="159">
                  <c:v>2864.5101756632198</c:v>
                </c:pt>
                <c:pt idx="160">
                  <c:v>2869.6412741009499</c:v>
                </c:pt>
                <c:pt idx="161">
                  <c:v>2836.32888637523</c:v>
                </c:pt>
                <c:pt idx="162">
                  <c:v>2837.6582819535702</c:v>
                </c:pt>
                <c:pt idx="163">
                  <c:v>9166.1075373609601</c:v>
                </c:pt>
                <c:pt idx="164">
                  <c:v>9107.7867495099508</c:v>
                </c:pt>
                <c:pt idx="165">
                  <c:v>9107.6409387047606</c:v>
                </c:pt>
                <c:pt idx="166">
                  <c:v>9008.4402727713696</c:v>
                </c:pt>
                <c:pt idx="167">
                  <c:v>9030.2344420123009</c:v>
                </c:pt>
                <c:pt idx="168">
                  <c:v>8960.8119884504995</c:v>
                </c:pt>
                <c:pt idx="169">
                  <c:v>8982.9701266373595</c:v>
                </c:pt>
                <c:pt idx="170">
                  <c:v>8912.67639909844</c:v>
                </c:pt>
                <c:pt idx="171">
                  <c:v>8689.9077283315401</c:v>
                </c:pt>
                <c:pt idx="172">
                  <c:v>8692.9433404837291</c:v>
                </c:pt>
                <c:pt idx="173">
                  <c:v>8587.9768079941296</c:v>
                </c:pt>
                <c:pt idx="174">
                  <c:v>8485.0445494883206</c:v>
                </c:pt>
                <c:pt idx="175">
                  <c:v>8403.2157852674009</c:v>
                </c:pt>
                <c:pt idx="176">
                  <c:v>8221.5751494368196</c:v>
                </c:pt>
                <c:pt idx="177">
                  <c:v>8282.73135240587</c:v>
                </c:pt>
                <c:pt idx="178">
                  <c:v>8580.0573915942605</c:v>
                </c:pt>
                <c:pt idx="179">
                  <c:v>9198.2488654332992</c:v>
                </c:pt>
                <c:pt idx="180">
                  <c:v>9344.3689102017997</c:v>
                </c:pt>
                <c:pt idx="181">
                  <c:v>9258.9925287224305</c:v>
                </c:pt>
                <c:pt idx="182">
                  <c:v>9396.0859472129105</c:v>
                </c:pt>
                <c:pt idx="183">
                  <c:v>9423.1769908349706</c:v>
                </c:pt>
                <c:pt idx="184">
                  <c:v>9268.1014095185401</c:v>
                </c:pt>
                <c:pt idx="185">
                  <c:v>9289.0566018379395</c:v>
                </c:pt>
                <c:pt idx="186">
                  <c:v>9365.0986720135206</c:v>
                </c:pt>
                <c:pt idx="187">
                  <c:v>9271.4550967219802</c:v>
                </c:pt>
                <c:pt idx="188">
                  <c:v>9446.8594928476195</c:v>
                </c:pt>
                <c:pt idx="189">
                  <c:v>10100.9178594855</c:v>
                </c:pt>
                <c:pt idx="190">
                  <c:v>12079.872381924701</c:v>
                </c:pt>
                <c:pt idx="191">
                  <c:v>13434.425372977201</c:v>
                </c:pt>
                <c:pt idx="192">
                  <c:v>14609.836590200801</c:v>
                </c:pt>
                <c:pt idx="193">
                  <c:v>15020.2394375568</c:v>
                </c:pt>
                <c:pt idx="194">
                  <c:v>14617.5283676709</c:v>
                </c:pt>
                <c:pt idx="195">
                  <c:v>13995.084826013899</c:v>
                </c:pt>
                <c:pt idx="196">
                  <c:v>18783.825039893101</c:v>
                </c:pt>
                <c:pt idx="197">
                  <c:v>21111.8529363372</c:v>
                </c:pt>
                <c:pt idx="198">
                  <c:v>24821.998151993401</c:v>
                </c:pt>
                <c:pt idx="199">
                  <c:v>26785.8182541768</c:v>
                </c:pt>
                <c:pt idx="200">
                  <c:v>27649.005681553499</c:v>
                </c:pt>
                <c:pt idx="201">
                  <c:v>27151.187903868999</c:v>
                </c:pt>
                <c:pt idx="202">
                  <c:v>26462.173195541101</c:v>
                </c:pt>
                <c:pt idx="203">
                  <c:v>27597.321432362402</c:v>
                </c:pt>
                <c:pt idx="204">
                  <c:v>28334.894424994302</c:v>
                </c:pt>
                <c:pt idx="205">
                  <c:v>27650.511268064201</c:v>
                </c:pt>
                <c:pt idx="206">
                  <c:v>28023.514488077399</c:v>
                </c:pt>
                <c:pt idx="207">
                  <c:v>27996.597365928399</c:v>
                </c:pt>
                <c:pt idx="208">
                  <c:v>29542.069109026699</c:v>
                </c:pt>
                <c:pt idx="209">
                  <c:v>28291.1271537055</c:v>
                </c:pt>
                <c:pt idx="210">
                  <c:v>25254.251900484101</c:v>
                </c:pt>
                <c:pt idx="211">
                  <c:v>23886.275092547101</c:v>
                </c:pt>
                <c:pt idx="212">
                  <c:v>22961.4669380421</c:v>
                </c:pt>
                <c:pt idx="213">
                  <c:v>22717.161093660801</c:v>
                </c:pt>
                <c:pt idx="214">
                  <c:v>22819.987203254099</c:v>
                </c:pt>
                <c:pt idx="215">
                  <c:v>24674.442263414501</c:v>
                </c:pt>
                <c:pt idx="216">
                  <c:v>25459.6623393472</c:v>
                </c:pt>
                <c:pt idx="217">
                  <c:v>28294.686723605701</c:v>
                </c:pt>
                <c:pt idx="218">
                  <c:v>27263.084321884799</c:v>
                </c:pt>
                <c:pt idx="219">
                  <c:v>30109.0664429313</c:v>
                </c:pt>
                <c:pt idx="220">
                  <c:v>31148.580063661699</c:v>
                </c:pt>
                <c:pt idx="221">
                  <c:v>42458.778830071002</c:v>
                </c:pt>
                <c:pt idx="222">
                  <c:v>41891.799408747298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ABC-AF45-A6BC-3840327D8640}"/>
            </c:ext>
          </c:extLst>
        </c:ser>
        <c:ser>
          <c:idx val="2"/>
          <c:order val="2"/>
          <c:tx>
            <c:strRef>
              <c:f>'Jangka &amp; Sumber'!$D$1</c:f>
              <c:strCache>
                <c:ptCount val="1"/>
                <c:pt idx="0">
                  <c:v>Swasta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222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ABC-AF45-A6BC-3840327D8640}"/>
                </c:ext>
              </c:extLst>
            </c:dLbl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'Jangka &amp; Sumber'!$A$2:$A$224</c:f>
              <c:numCache>
                <c:formatCode>mmm\-yy</c:formatCode>
                <c:ptCount val="223"/>
                <c:pt idx="0">
                  <c:v>39448</c:v>
                </c:pt>
                <c:pt idx="1">
                  <c:v>39479</c:v>
                </c:pt>
                <c:pt idx="2">
                  <c:v>39508</c:v>
                </c:pt>
                <c:pt idx="3">
                  <c:v>39539</c:v>
                </c:pt>
                <c:pt idx="4">
                  <c:v>39569</c:v>
                </c:pt>
                <c:pt idx="5">
                  <c:v>39600</c:v>
                </c:pt>
                <c:pt idx="6">
                  <c:v>39630</c:v>
                </c:pt>
                <c:pt idx="7">
                  <c:v>39661</c:v>
                </c:pt>
                <c:pt idx="8">
                  <c:v>39692</c:v>
                </c:pt>
                <c:pt idx="9">
                  <c:v>39722</c:v>
                </c:pt>
                <c:pt idx="10">
                  <c:v>39753</c:v>
                </c:pt>
                <c:pt idx="11">
                  <c:v>39783</c:v>
                </c:pt>
                <c:pt idx="12">
                  <c:v>39814</c:v>
                </c:pt>
                <c:pt idx="13">
                  <c:v>39845</c:v>
                </c:pt>
                <c:pt idx="14">
                  <c:v>39873</c:v>
                </c:pt>
                <c:pt idx="15">
                  <c:v>39904</c:v>
                </c:pt>
                <c:pt idx="16">
                  <c:v>39934</c:v>
                </c:pt>
                <c:pt idx="17">
                  <c:v>39965</c:v>
                </c:pt>
                <c:pt idx="18">
                  <c:v>39995</c:v>
                </c:pt>
                <c:pt idx="19">
                  <c:v>40026</c:v>
                </c:pt>
                <c:pt idx="20">
                  <c:v>40057</c:v>
                </c:pt>
                <c:pt idx="21">
                  <c:v>40087</c:v>
                </c:pt>
                <c:pt idx="22">
                  <c:v>40118</c:v>
                </c:pt>
                <c:pt idx="23">
                  <c:v>40148</c:v>
                </c:pt>
                <c:pt idx="24">
                  <c:v>40179</c:v>
                </c:pt>
                <c:pt idx="25">
                  <c:v>40210</c:v>
                </c:pt>
                <c:pt idx="26">
                  <c:v>40238</c:v>
                </c:pt>
                <c:pt idx="27">
                  <c:v>40269</c:v>
                </c:pt>
                <c:pt idx="28">
                  <c:v>40299</c:v>
                </c:pt>
                <c:pt idx="29">
                  <c:v>40330</c:v>
                </c:pt>
                <c:pt idx="30">
                  <c:v>40360</c:v>
                </c:pt>
                <c:pt idx="31">
                  <c:v>40391</c:v>
                </c:pt>
                <c:pt idx="32">
                  <c:v>40422</c:v>
                </c:pt>
                <c:pt idx="33">
                  <c:v>40452</c:v>
                </c:pt>
                <c:pt idx="34">
                  <c:v>40483</c:v>
                </c:pt>
                <c:pt idx="35">
                  <c:v>40513</c:v>
                </c:pt>
                <c:pt idx="36">
                  <c:v>40544</c:v>
                </c:pt>
                <c:pt idx="37">
                  <c:v>40575</c:v>
                </c:pt>
                <c:pt idx="38">
                  <c:v>40603</c:v>
                </c:pt>
                <c:pt idx="39">
                  <c:v>40634</c:v>
                </c:pt>
                <c:pt idx="40">
                  <c:v>40664</c:v>
                </c:pt>
                <c:pt idx="41">
                  <c:v>40695</c:v>
                </c:pt>
                <c:pt idx="42">
                  <c:v>40725</c:v>
                </c:pt>
                <c:pt idx="43">
                  <c:v>40756</c:v>
                </c:pt>
                <c:pt idx="44">
                  <c:v>40787</c:v>
                </c:pt>
                <c:pt idx="45">
                  <c:v>40817</c:v>
                </c:pt>
                <c:pt idx="46">
                  <c:v>40848</c:v>
                </c:pt>
                <c:pt idx="47">
                  <c:v>40878</c:v>
                </c:pt>
                <c:pt idx="48">
                  <c:v>40909</c:v>
                </c:pt>
                <c:pt idx="49">
                  <c:v>40940</c:v>
                </c:pt>
                <c:pt idx="50">
                  <c:v>40969</c:v>
                </c:pt>
                <c:pt idx="51">
                  <c:v>41000</c:v>
                </c:pt>
                <c:pt idx="52">
                  <c:v>41030</c:v>
                </c:pt>
                <c:pt idx="53">
                  <c:v>41061</c:v>
                </c:pt>
                <c:pt idx="54">
                  <c:v>41091</c:v>
                </c:pt>
                <c:pt idx="55">
                  <c:v>41122</c:v>
                </c:pt>
                <c:pt idx="56">
                  <c:v>41153</c:v>
                </c:pt>
                <c:pt idx="57">
                  <c:v>41183</c:v>
                </c:pt>
                <c:pt idx="58">
                  <c:v>41214</c:v>
                </c:pt>
                <c:pt idx="59">
                  <c:v>41244</c:v>
                </c:pt>
                <c:pt idx="60">
                  <c:v>41275</c:v>
                </c:pt>
                <c:pt idx="61">
                  <c:v>41306</c:v>
                </c:pt>
                <c:pt idx="62">
                  <c:v>41334</c:v>
                </c:pt>
                <c:pt idx="63">
                  <c:v>41365</c:v>
                </c:pt>
                <c:pt idx="64">
                  <c:v>41395</c:v>
                </c:pt>
                <c:pt idx="65">
                  <c:v>41426</c:v>
                </c:pt>
                <c:pt idx="66">
                  <c:v>41456</c:v>
                </c:pt>
                <c:pt idx="67">
                  <c:v>41487</c:v>
                </c:pt>
                <c:pt idx="68">
                  <c:v>41518</c:v>
                </c:pt>
                <c:pt idx="69">
                  <c:v>41548</c:v>
                </c:pt>
                <c:pt idx="70">
                  <c:v>41579</c:v>
                </c:pt>
                <c:pt idx="71">
                  <c:v>41609</c:v>
                </c:pt>
                <c:pt idx="72">
                  <c:v>41640</c:v>
                </c:pt>
                <c:pt idx="73">
                  <c:v>41671</c:v>
                </c:pt>
                <c:pt idx="74">
                  <c:v>41699</c:v>
                </c:pt>
                <c:pt idx="75">
                  <c:v>41730</c:v>
                </c:pt>
                <c:pt idx="76">
                  <c:v>41760</c:v>
                </c:pt>
                <c:pt idx="77">
                  <c:v>41791</c:v>
                </c:pt>
                <c:pt idx="78">
                  <c:v>41821</c:v>
                </c:pt>
                <c:pt idx="79">
                  <c:v>41852</c:v>
                </c:pt>
                <c:pt idx="80">
                  <c:v>41883</c:v>
                </c:pt>
                <c:pt idx="81">
                  <c:v>41913</c:v>
                </c:pt>
                <c:pt idx="82">
                  <c:v>41944</c:v>
                </c:pt>
                <c:pt idx="83">
                  <c:v>41974</c:v>
                </c:pt>
                <c:pt idx="84">
                  <c:v>42005</c:v>
                </c:pt>
                <c:pt idx="85">
                  <c:v>42036</c:v>
                </c:pt>
                <c:pt idx="86">
                  <c:v>42064</c:v>
                </c:pt>
                <c:pt idx="87">
                  <c:v>42095</c:v>
                </c:pt>
                <c:pt idx="88">
                  <c:v>42125</c:v>
                </c:pt>
                <c:pt idx="89">
                  <c:v>42156</c:v>
                </c:pt>
                <c:pt idx="90">
                  <c:v>42186</c:v>
                </c:pt>
                <c:pt idx="91">
                  <c:v>42217</c:v>
                </c:pt>
                <c:pt idx="92">
                  <c:v>42248</c:v>
                </c:pt>
                <c:pt idx="93">
                  <c:v>42278</c:v>
                </c:pt>
                <c:pt idx="94">
                  <c:v>42309</c:v>
                </c:pt>
                <c:pt idx="95">
                  <c:v>42339</c:v>
                </c:pt>
                <c:pt idx="96">
                  <c:v>42370</c:v>
                </c:pt>
                <c:pt idx="97">
                  <c:v>42401</c:v>
                </c:pt>
                <c:pt idx="98">
                  <c:v>42430</c:v>
                </c:pt>
                <c:pt idx="99">
                  <c:v>42461</c:v>
                </c:pt>
                <c:pt idx="100">
                  <c:v>42491</c:v>
                </c:pt>
                <c:pt idx="101">
                  <c:v>42522</c:v>
                </c:pt>
                <c:pt idx="102">
                  <c:v>42552</c:v>
                </c:pt>
                <c:pt idx="103">
                  <c:v>42583</c:v>
                </c:pt>
                <c:pt idx="104">
                  <c:v>42614</c:v>
                </c:pt>
                <c:pt idx="105">
                  <c:v>42644</c:v>
                </c:pt>
                <c:pt idx="106">
                  <c:v>42675</c:v>
                </c:pt>
                <c:pt idx="107">
                  <c:v>42705</c:v>
                </c:pt>
                <c:pt idx="108">
                  <c:v>42736</c:v>
                </c:pt>
                <c:pt idx="109">
                  <c:v>42767</c:v>
                </c:pt>
                <c:pt idx="110">
                  <c:v>42795</c:v>
                </c:pt>
                <c:pt idx="111">
                  <c:v>42826</c:v>
                </c:pt>
                <c:pt idx="112">
                  <c:v>42856</c:v>
                </c:pt>
                <c:pt idx="113">
                  <c:v>42887</c:v>
                </c:pt>
                <c:pt idx="114">
                  <c:v>42917</c:v>
                </c:pt>
                <c:pt idx="115">
                  <c:v>42948</c:v>
                </c:pt>
                <c:pt idx="116">
                  <c:v>42979</c:v>
                </c:pt>
                <c:pt idx="117">
                  <c:v>43009</c:v>
                </c:pt>
                <c:pt idx="118">
                  <c:v>43040</c:v>
                </c:pt>
                <c:pt idx="119">
                  <c:v>43070</c:v>
                </c:pt>
                <c:pt idx="120">
                  <c:v>43101</c:v>
                </c:pt>
                <c:pt idx="121">
                  <c:v>43132</c:v>
                </c:pt>
                <c:pt idx="122">
                  <c:v>43160</c:v>
                </c:pt>
                <c:pt idx="123">
                  <c:v>43191</c:v>
                </c:pt>
                <c:pt idx="124">
                  <c:v>43221</c:v>
                </c:pt>
                <c:pt idx="125">
                  <c:v>43252</c:v>
                </c:pt>
                <c:pt idx="126">
                  <c:v>43282</c:v>
                </c:pt>
                <c:pt idx="127">
                  <c:v>43313</c:v>
                </c:pt>
                <c:pt idx="128">
                  <c:v>43344</c:v>
                </c:pt>
                <c:pt idx="129">
                  <c:v>43374</c:v>
                </c:pt>
                <c:pt idx="130">
                  <c:v>43405</c:v>
                </c:pt>
                <c:pt idx="131">
                  <c:v>43435</c:v>
                </c:pt>
                <c:pt idx="132">
                  <c:v>43466</c:v>
                </c:pt>
                <c:pt idx="133">
                  <c:v>43497</c:v>
                </c:pt>
                <c:pt idx="134">
                  <c:v>43525</c:v>
                </c:pt>
                <c:pt idx="135">
                  <c:v>43556</c:v>
                </c:pt>
                <c:pt idx="136">
                  <c:v>43586</c:v>
                </c:pt>
                <c:pt idx="137">
                  <c:v>43617</c:v>
                </c:pt>
                <c:pt idx="138">
                  <c:v>43647</c:v>
                </c:pt>
                <c:pt idx="139">
                  <c:v>43678</c:v>
                </c:pt>
                <c:pt idx="140">
                  <c:v>43709</c:v>
                </c:pt>
                <c:pt idx="141">
                  <c:v>43739</c:v>
                </c:pt>
                <c:pt idx="142">
                  <c:v>43770</c:v>
                </c:pt>
                <c:pt idx="143">
                  <c:v>43800</c:v>
                </c:pt>
                <c:pt idx="144">
                  <c:v>43831</c:v>
                </c:pt>
                <c:pt idx="145">
                  <c:v>43862</c:v>
                </c:pt>
                <c:pt idx="146">
                  <c:v>43891</c:v>
                </c:pt>
                <c:pt idx="147">
                  <c:v>43922</c:v>
                </c:pt>
                <c:pt idx="148">
                  <c:v>43952</c:v>
                </c:pt>
                <c:pt idx="149">
                  <c:v>43983</c:v>
                </c:pt>
                <c:pt idx="150">
                  <c:v>44013</c:v>
                </c:pt>
                <c:pt idx="151">
                  <c:v>44044</c:v>
                </c:pt>
                <c:pt idx="152">
                  <c:v>44075</c:v>
                </c:pt>
                <c:pt idx="153">
                  <c:v>44105</c:v>
                </c:pt>
                <c:pt idx="154">
                  <c:v>44136</c:v>
                </c:pt>
                <c:pt idx="155">
                  <c:v>44166</c:v>
                </c:pt>
                <c:pt idx="156">
                  <c:v>44197</c:v>
                </c:pt>
                <c:pt idx="157">
                  <c:v>44228</c:v>
                </c:pt>
                <c:pt idx="158">
                  <c:v>44256</c:v>
                </c:pt>
                <c:pt idx="159">
                  <c:v>44287</c:v>
                </c:pt>
                <c:pt idx="160">
                  <c:v>44317</c:v>
                </c:pt>
                <c:pt idx="161">
                  <c:v>44348</c:v>
                </c:pt>
                <c:pt idx="162">
                  <c:v>44378</c:v>
                </c:pt>
                <c:pt idx="163">
                  <c:v>44409</c:v>
                </c:pt>
                <c:pt idx="164">
                  <c:v>44440</c:v>
                </c:pt>
                <c:pt idx="165">
                  <c:v>44470</c:v>
                </c:pt>
                <c:pt idx="166">
                  <c:v>44501</c:v>
                </c:pt>
                <c:pt idx="167">
                  <c:v>44531</c:v>
                </c:pt>
                <c:pt idx="168">
                  <c:v>44562</c:v>
                </c:pt>
                <c:pt idx="169">
                  <c:v>44593</c:v>
                </c:pt>
                <c:pt idx="170">
                  <c:v>44621</c:v>
                </c:pt>
                <c:pt idx="171">
                  <c:v>44652</c:v>
                </c:pt>
                <c:pt idx="172">
                  <c:v>44682</c:v>
                </c:pt>
                <c:pt idx="173">
                  <c:v>44713</c:v>
                </c:pt>
                <c:pt idx="174">
                  <c:v>44743</c:v>
                </c:pt>
                <c:pt idx="175">
                  <c:v>44774</c:v>
                </c:pt>
                <c:pt idx="176">
                  <c:v>44805</c:v>
                </c:pt>
                <c:pt idx="177">
                  <c:v>44835</c:v>
                </c:pt>
                <c:pt idx="178">
                  <c:v>44866</c:v>
                </c:pt>
                <c:pt idx="179">
                  <c:v>44896</c:v>
                </c:pt>
                <c:pt idx="180">
                  <c:v>44927</c:v>
                </c:pt>
                <c:pt idx="181">
                  <c:v>44958</c:v>
                </c:pt>
                <c:pt idx="182">
                  <c:v>44986</c:v>
                </c:pt>
                <c:pt idx="183">
                  <c:v>45017</c:v>
                </c:pt>
                <c:pt idx="184">
                  <c:v>45047</c:v>
                </c:pt>
                <c:pt idx="185">
                  <c:v>45078</c:v>
                </c:pt>
                <c:pt idx="186">
                  <c:v>45108</c:v>
                </c:pt>
                <c:pt idx="187">
                  <c:v>45139</c:v>
                </c:pt>
                <c:pt idx="188">
                  <c:v>45170</c:v>
                </c:pt>
                <c:pt idx="189">
                  <c:v>45200</c:v>
                </c:pt>
                <c:pt idx="190">
                  <c:v>45231</c:v>
                </c:pt>
                <c:pt idx="191">
                  <c:v>45261</c:v>
                </c:pt>
                <c:pt idx="192">
                  <c:v>45292</c:v>
                </c:pt>
                <c:pt idx="193">
                  <c:v>45323</c:v>
                </c:pt>
                <c:pt idx="194">
                  <c:v>45352</c:v>
                </c:pt>
                <c:pt idx="195">
                  <c:v>45383</c:v>
                </c:pt>
                <c:pt idx="196">
                  <c:v>45413</c:v>
                </c:pt>
                <c:pt idx="197">
                  <c:v>45444</c:v>
                </c:pt>
                <c:pt idx="198">
                  <c:v>45474</c:v>
                </c:pt>
                <c:pt idx="199">
                  <c:v>45505</c:v>
                </c:pt>
                <c:pt idx="200">
                  <c:v>45536</c:v>
                </c:pt>
                <c:pt idx="201">
                  <c:v>45566</c:v>
                </c:pt>
                <c:pt idx="202">
                  <c:v>45597</c:v>
                </c:pt>
                <c:pt idx="203">
                  <c:v>45627</c:v>
                </c:pt>
                <c:pt idx="204">
                  <c:v>45658</c:v>
                </c:pt>
                <c:pt idx="205">
                  <c:v>45689</c:v>
                </c:pt>
                <c:pt idx="206">
                  <c:v>45717</c:v>
                </c:pt>
                <c:pt idx="207">
                  <c:v>45748</c:v>
                </c:pt>
                <c:pt idx="208">
                  <c:v>45778</c:v>
                </c:pt>
                <c:pt idx="209">
                  <c:v>45809</c:v>
                </c:pt>
                <c:pt idx="210">
                  <c:v>45839</c:v>
                </c:pt>
                <c:pt idx="211">
                  <c:v>45870</c:v>
                </c:pt>
                <c:pt idx="212">
                  <c:v>45901</c:v>
                </c:pt>
                <c:pt idx="213">
                  <c:v>45931</c:v>
                </c:pt>
                <c:pt idx="214">
                  <c:v>45962</c:v>
                </c:pt>
                <c:pt idx="215">
                  <c:v>45992</c:v>
                </c:pt>
                <c:pt idx="216">
                  <c:v>46023</c:v>
                </c:pt>
                <c:pt idx="217">
                  <c:v>46054</c:v>
                </c:pt>
                <c:pt idx="218">
                  <c:v>46082</c:v>
                </c:pt>
                <c:pt idx="219">
                  <c:v>46113</c:v>
                </c:pt>
                <c:pt idx="220">
                  <c:v>46143</c:v>
                </c:pt>
                <c:pt idx="221">
                  <c:v>46174</c:v>
                </c:pt>
                <c:pt idx="222">
                  <c:v>46204</c:v>
                </c:pt>
              </c:numCache>
            </c:numRef>
          </c:cat>
          <c:val>
            <c:numRef>
              <c:f>'Jangka &amp; Sumber'!$D$2:$D$224</c:f>
              <c:numCache>
                <c:formatCode>#,##0.0</c:formatCode>
                <c:ptCount val="223"/>
                <c:pt idx="0">
                  <c:v>60596.036999999997</c:v>
                </c:pt>
                <c:pt idx="1">
                  <c:v>61269.331225105801</c:v>
                </c:pt>
                <c:pt idx="2">
                  <c:v>62184.577413922001</c:v>
                </c:pt>
                <c:pt idx="3">
                  <c:v>61927.7621794433</c:v>
                </c:pt>
                <c:pt idx="4">
                  <c:v>62318.507946944701</c:v>
                </c:pt>
                <c:pt idx="5">
                  <c:v>62643.061367899303</c:v>
                </c:pt>
                <c:pt idx="6">
                  <c:v>63838.391000000003</c:v>
                </c:pt>
                <c:pt idx="7">
                  <c:v>64918.396419455297</c:v>
                </c:pt>
                <c:pt idx="8">
                  <c:v>65372.682606597002</c:v>
                </c:pt>
                <c:pt idx="9">
                  <c:v>68316.109430779805</c:v>
                </c:pt>
                <c:pt idx="10">
                  <c:v>66559.9007291827</c:v>
                </c:pt>
                <c:pt idx="11">
                  <c:v>68479.964419148106</c:v>
                </c:pt>
                <c:pt idx="12">
                  <c:v>66086.028695043395</c:v>
                </c:pt>
                <c:pt idx="13">
                  <c:v>66009.244646846593</c:v>
                </c:pt>
                <c:pt idx="14">
                  <c:v>65445.081886627398</c:v>
                </c:pt>
                <c:pt idx="15">
                  <c:v>65113.270536447002</c:v>
                </c:pt>
                <c:pt idx="16">
                  <c:v>65171.244416326103</c:v>
                </c:pt>
                <c:pt idx="17">
                  <c:v>65594.890664999693</c:v>
                </c:pt>
                <c:pt idx="18">
                  <c:v>66186.6128097326</c:v>
                </c:pt>
                <c:pt idx="19">
                  <c:v>68297.009718868605</c:v>
                </c:pt>
                <c:pt idx="20">
                  <c:v>71048.187069720603</c:v>
                </c:pt>
                <c:pt idx="21">
                  <c:v>71926.496053244395</c:v>
                </c:pt>
                <c:pt idx="22">
                  <c:v>74213.656371753095</c:v>
                </c:pt>
                <c:pt idx="23">
                  <c:v>73605.557697490003</c:v>
                </c:pt>
                <c:pt idx="24">
                  <c:v>75199.126515581098</c:v>
                </c:pt>
                <c:pt idx="25">
                  <c:v>74776.199571634002</c:v>
                </c:pt>
                <c:pt idx="26">
                  <c:v>75207.265444594494</c:v>
                </c:pt>
                <c:pt idx="27">
                  <c:v>76866.789525979097</c:v>
                </c:pt>
                <c:pt idx="28">
                  <c:v>77480.762219910204</c:v>
                </c:pt>
                <c:pt idx="29">
                  <c:v>77631.795898060998</c:v>
                </c:pt>
                <c:pt idx="30">
                  <c:v>79645.340779652601</c:v>
                </c:pt>
                <c:pt idx="31">
                  <c:v>79433.864564854302</c:v>
                </c:pt>
                <c:pt idx="32">
                  <c:v>80177.2972239152</c:v>
                </c:pt>
                <c:pt idx="33">
                  <c:v>81421.294926964503</c:v>
                </c:pt>
                <c:pt idx="34">
                  <c:v>82504.342655110304</c:v>
                </c:pt>
                <c:pt idx="35">
                  <c:v>83789.379086157103</c:v>
                </c:pt>
                <c:pt idx="36">
                  <c:v>82685.758053963393</c:v>
                </c:pt>
                <c:pt idx="37">
                  <c:v>83095.864871961006</c:v>
                </c:pt>
                <c:pt idx="38">
                  <c:v>85475.117545215704</c:v>
                </c:pt>
                <c:pt idx="39">
                  <c:v>88202.575900279393</c:v>
                </c:pt>
                <c:pt idx="40">
                  <c:v>91969.800315862303</c:v>
                </c:pt>
                <c:pt idx="41">
                  <c:v>94707.740616099705</c:v>
                </c:pt>
                <c:pt idx="42">
                  <c:v>96497.379988442903</c:v>
                </c:pt>
                <c:pt idx="43">
                  <c:v>100449.523104152</c:v>
                </c:pt>
                <c:pt idx="44">
                  <c:v>101269.96961948799</c:v>
                </c:pt>
                <c:pt idx="45">
                  <c:v>101627.425170268</c:v>
                </c:pt>
                <c:pt idx="46">
                  <c:v>102563.393875318</c:v>
                </c:pt>
                <c:pt idx="47">
                  <c:v>106732.112918488</c:v>
                </c:pt>
                <c:pt idx="48">
                  <c:v>108194.958658237</c:v>
                </c:pt>
                <c:pt idx="49">
                  <c:v>109422.91876117099</c:v>
                </c:pt>
                <c:pt idx="50">
                  <c:v>110377.967361159</c:v>
                </c:pt>
                <c:pt idx="51">
                  <c:v>113912.429103136</c:v>
                </c:pt>
                <c:pt idx="52">
                  <c:v>118483.42360479</c:v>
                </c:pt>
                <c:pt idx="53">
                  <c:v>120750.113968912</c:v>
                </c:pt>
                <c:pt idx="54">
                  <c:v>122262.09211211601</c:v>
                </c:pt>
                <c:pt idx="55">
                  <c:v>122400.069790081</c:v>
                </c:pt>
                <c:pt idx="56">
                  <c:v>123009.062548281</c:v>
                </c:pt>
                <c:pt idx="57">
                  <c:v>122990.784538986</c:v>
                </c:pt>
                <c:pt idx="58">
                  <c:v>124446.435327021</c:v>
                </c:pt>
                <c:pt idx="59">
                  <c:v>126245.483812969</c:v>
                </c:pt>
                <c:pt idx="60">
                  <c:v>126399.909733865</c:v>
                </c:pt>
                <c:pt idx="61">
                  <c:v>128764.690012697</c:v>
                </c:pt>
                <c:pt idx="62">
                  <c:v>130671.06527969601</c:v>
                </c:pt>
                <c:pt idx="63">
                  <c:v>129576.962084849</c:v>
                </c:pt>
                <c:pt idx="64">
                  <c:v>132375.748658294</c:v>
                </c:pt>
                <c:pt idx="65">
                  <c:v>134875.20972606601</c:v>
                </c:pt>
                <c:pt idx="66">
                  <c:v>139162.25455328001</c:v>
                </c:pt>
                <c:pt idx="67">
                  <c:v>139394.122420356</c:v>
                </c:pt>
                <c:pt idx="68">
                  <c:v>139955.31539448601</c:v>
                </c:pt>
                <c:pt idx="69">
                  <c:v>140321.37890596999</c:v>
                </c:pt>
                <c:pt idx="70">
                  <c:v>140013.233506016</c:v>
                </c:pt>
                <c:pt idx="71">
                  <c:v>142109.54979148001</c:v>
                </c:pt>
                <c:pt idx="72">
                  <c:v>142824.04984835701</c:v>
                </c:pt>
                <c:pt idx="73">
                  <c:v>144022.83474107101</c:v>
                </c:pt>
                <c:pt idx="74">
                  <c:v>146322.73312242399</c:v>
                </c:pt>
                <c:pt idx="75">
                  <c:v>146985.69283291299</c:v>
                </c:pt>
                <c:pt idx="76">
                  <c:v>152525.85746488901</c:v>
                </c:pt>
                <c:pt idx="77">
                  <c:v>154140.89409835899</c:v>
                </c:pt>
                <c:pt idx="78">
                  <c:v>157970.133752002</c:v>
                </c:pt>
                <c:pt idx="79">
                  <c:v>156572.761471998</c:v>
                </c:pt>
                <c:pt idx="80">
                  <c:v>160656.20822577801</c:v>
                </c:pt>
                <c:pt idx="81">
                  <c:v>161935.75943948701</c:v>
                </c:pt>
                <c:pt idx="82">
                  <c:v>160544.36404191901</c:v>
                </c:pt>
                <c:pt idx="83">
                  <c:v>163592.272155124</c:v>
                </c:pt>
                <c:pt idx="84">
                  <c:v>165212.470629838</c:v>
                </c:pt>
                <c:pt idx="85">
                  <c:v>165809.67784297501</c:v>
                </c:pt>
                <c:pt idx="86">
                  <c:v>166269.706177193</c:v>
                </c:pt>
                <c:pt idx="87">
                  <c:v>167635.08694261999</c:v>
                </c:pt>
                <c:pt idx="88">
                  <c:v>169769.08823263799</c:v>
                </c:pt>
                <c:pt idx="89">
                  <c:v>170683.95816502199</c:v>
                </c:pt>
                <c:pt idx="90">
                  <c:v>170522.75544490601</c:v>
                </c:pt>
                <c:pt idx="91">
                  <c:v>170561.63802608699</c:v>
                </c:pt>
                <c:pt idx="92">
                  <c:v>168451.89693801399</c:v>
                </c:pt>
                <c:pt idx="93">
                  <c:v>167155.131380926</c:v>
                </c:pt>
                <c:pt idx="94">
                  <c:v>167293.17494237001</c:v>
                </c:pt>
                <c:pt idx="95">
                  <c:v>168122.53330935299</c:v>
                </c:pt>
                <c:pt idx="96">
                  <c:v>167336.38115453001</c:v>
                </c:pt>
                <c:pt idx="97">
                  <c:v>167408.02450694999</c:v>
                </c:pt>
                <c:pt idx="98">
                  <c:v>167031.72945936499</c:v>
                </c:pt>
                <c:pt idx="99">
                  <c:v>167895.04373258699</c:v>
                </c:pt>
                <c:pt idx="100">
                  <c:v>166314.46669739799</c:v>
                </c:pt>
                <c:pt idx="101">
                  <c:v>168672.492258991</c:v>
                </c:pt>
                <c:pt idx="102">
                  <c:v>167670.132203341</c:v>
                </c:pt>
                <c:pt idx="103">
                  <c:v>165917.652794586</c:v>
                </c:pt>
                <c:pt idx="104">
                  <c:v>166670.39792655199</c:v>
                </c:pt>
                <c:pt idx="105">
                  <c:v>166411.49864200901</c:v>
                </c:pt>
                <c:pt idx="106">
                  <c:v>163712.59525653999</c:v>
                </c:pt>
                <c:pt idx="107">
                  <c:v>161722.400094068</c:v>
                </c:pt>
                <c:pt idx="108">
                  <c:v>162588.38879640799</c:v>
                </c:pt>
                <c:pt idx="109">
                  <c:v>162767.664805723</c:v>
                </c:pt>
                <c:pt idx="110">
                  <c:v>163070.48652494</c:v>
                </c:pt>
                <c:pt idx="111">
                  <c:v>163842.538637213</c:v>
                </c:pt>
                <c:pt idx="112">
                  <c:v>166829.390707974</c:v>
                </c:pt>
                <c:pt idx="113">
                  <c:v>166517.25663564101</c:v>
                </c:pt>
                <c:pt idx="114">
                  <c:v>166671.929753829</c:v>
                </c:pt>
                <c:pt idx="115">
                  <c:v>167554.42147840999</c:v>
                </c:pt>
                <c:pt idx="116">
                  <c:v>168649.36355313199</c:v>
                </c:pt>
                <c:pt idx="117">
                  <c:v>168496.57650333701</c:v>
                </c:pt>
                <c:pt idx="118">
                  <c:v>171233.77827308999</c:v>
                </c:pt>
                <c:pt idx="119">
                  <c:v>171846.70482921501</c:v>
                </c:pt>
                <c:pt idx="120">
                  <c:v>173167.74028254399</c:v>
                </c:pt>
                <c:pt idx="121">
                  <c:v>174167.26198971699</c:v>
                </c:pt>
                <c:pt idx="122">
                  <c:v>172767.43575999499</c:v>
                </c:pt>
                <c:pt idx="123">
                  <c:v>172490.77615571301</c:v>
                </c:pt>
                <c:pt idx="124">
                  <c:v>175044.782536905</c:v>
                </c:pt>
                <c:pt idx="125">
                  <c:v>174078.422302305</c:v>
                </c:pt>
                <c:pt idx="126">
                  <c:v>175640.91319332499</c:v>
                </c:pt>
                <c:pt idx="127">
                  <c:v>178510.87117889401</c:v>
                </c:pt>
                <c:pt idx="128">
                  <c:v>177923.42028232099</c:v>
                </c:pt>
                <c:pt idx="129">
                  <c:v>179708.56384329201</c:v>
                </c:pt>
                <c:pt idx="130">
                  <c:v>187326.188065383</c:v>
                </c:pt>
                <c:pt idx="131">
                  <c:v>189155.04079136599</c:v>
                </c:pt>
                <c:pt idx="132">
                  <c:v>191080.369352826</c:v>
                </c:pt>
                <c:pt idx="133">
                  <c:v>191896.80310912101</c:v>
                </c:pt>
                <c:pt idx="134">
                  <c:v>195721.51105167199</c:v>
                </c:pt>
                <c:pt idx="135">
                  <c:v>198237.36035656699</c:v>
                </c:pt>
                <c:pt idx="136">
                  <c:v>195629.73292498899</c:v>
                </c:pt>
                <c:pt idx="137">
                  <c:v>193169.80908748001</c:v>
                </c:pt>
                <c:pt idx="138">
                  <c:v>195522.49387177901</c:v>
                </c:pt>
                <c:pt idx="139">
                  <c:v>194757.96399417301</c:v>
                </c:pt>
                <c:pt idx="140">
                  <c:v>196264.98321673699</c:v>
                </c:pt>
                <c:pt idx="141">
                  <c:v>198015.069301032</c:v>
                </c:pt>
                <c:pt idx="142">
                  <c:v>199659.310387759</c:v>
                </c:pt>
                <c:pt idx="143">
                  <c:v>200690.21202012501</c:v>
                </c:pt>
                <c:pt idx="144">
                  <c:v>201630.33673366599</c:v>
                </c:pt>
                <c:pt idx="145">
                  <c:v>202780.23295365201</c:v>
                </c:pt>
                <c:pt idx="146">
                  <c:v>204020.24682802401</c:v>
                </c:pt>
                <c:pt idx="147">
                  <c:v>206298.40252665299</c:v>
                </c:pt>
                <c:pt idx="148">
                  <c:v>208140.24472135701</c:v>
                </c:pt>
                <c:pt idx="149">
                  <c:v>208783.71958243899</c:v>
                </c:pt>
                <c:pt idx="150">
                  <c:v>207422.164331287</c:v>
                </c:pt>
                <c:pt idx="151">
                  <c:v>209439.51130100599</c:v>
                </c:pt>
                <c:pt idx="152">
                  <c:v>208151.36897271499</c:v>
                </c:pt>
                <c:pt idx="153">
                  <c:v>210277.377606511</c:v>
                </c:pt>
                <c:pt idx="154">
                  <c:v>209095.17160575499</c:v>
                </c:pt>
                <c:pt idx="155">
                  <c:v>207689.448598619</c:v>
                </c:pt>
                <c:pt idx="156">
                  <c:v>206485.553482774</c:v>
                </c:pt>
                <c:pt idx="157">
                  <c:v>209584.501328796</c:v>
                </c:pt>
                <c:pt idx="158">
                  <c:v>208890.047533634</c:v>
                </c:pt>
                <c:pt idx="159">
                  <c:v>206524.36935280799</c:v>
                </c:pt>
                <c:pt idx="160">
                  <c:v>207090.05615338299</c:v>
                </c:pt>
                <c:pt idx="161">
                  <c:v>205299.51372546301</c:v>
                </c:pt>
                <c:pt idx="162">
                  <c:v>204803.258965107</c:v>
                </c:pt>
                <c:pt idx="163">
                  <c:v>204601.30028139701</c:v>
                </c:pt>
                <c:pt idx="164">
                  <c:v>206763.372563696</c:v>
                </c:pt>
                <c:pt idx="165">
                  <c:v>205879.46967215399</c:v>
                </c:pt>
                <c:pt idx="166">
                  <c:v>202454.032948648</c:v>
                </c:pt>
                <c:pt idx="167">
                  <c:v>202820.43766148901</c:v>
                </c:pt>
                <c:pt idx="168">
                  <c:v>202419.32688821899</c:v>
                </c:pt>
                <c:pt idx="169">
                  <c:v>203486.36983708001</c:v>
                </c:pt>
                <c:pt idx="170">
                  <c:v>203470.77703177699</c:v>
                </c:pt>
                <c:pt idx="171">
                  <c:v>206722.51042479801</c:v>
                </c:pt>
                <c:pt idx="172">
                  <c:v>206249.29879224999</c:v>
                </c:pt>
                <c:pt idx="173">
                  <c:v>203628.48732724099</c:v>
                </c:pt>
                <c:pt idx="174">
                  <c:v>203322.22948002</c:v>
                </c:pt>
                <c:pt idx="175">
                  <c:v>202375.472661312</c:v>
                </c:pt>
                <c:pt idx="176">
                  <c:v>201818.92255896301</c:v>
                </c:pt>
                <c:pt idx="177">
                  <c:v>199910.68186775799</c:v>
                </c:pt>
                <c:pt idx="178">
                  <c:v>201066.17131088901</c:v>
                </c:pt>
                <c:pt idx="179">
                  <c:v>199090.66987933801</c:v>
                </c:pt>
                <c:pt idx="180">
                  <c:v>201097.14721676701</c:v>
                </c:pt>
                <c:pt idx="181">
                  <c:v>199264.36913843601</c:v>
                </c:pt>
                <c:pt idx="182">
                  <c:v>199529.964809308</c:v>
                </c:pt>
                <c:pt idx="183">
                  <c:v>199854.06161180901</c:v>
                </c:pt>
                <c:pt idx="184">
                  <c:v>196983.52076748601</c:v>
                </c:pt>
                <c:pt idx="185">
                  <c:v>194428.15790681599</c:v>
                </c:pt>
                <c:pt idx="186">
                  <c:v>193788.17967334299</c:v>
                </c:pt>
                <c:pt idx="187">
                  <c:v>193885.26852314101</c:v>
                </c:pt>
                <c:pt idx="188">
                  <c:v>195681.125171853</c:v>
                </c:pt>
                <c:pt idx="189">
                  <c:v>196453.869724452</c:v>
                </c:pt>
                <c:pt idx="190">
                  <c:v>195873.91611617099</c:v>
                </c:pt>
                <c:pt idx="191">
                  <c:v>196651.87759360601</c:v>
                </c:pt>
                <c:pt idx="192">
                  <c:v>196062.816819945</c:v>
                </c:pt>
                <c:pt idx="193">
                  <c:v>196617.377822251</c:v>
                </c:pt>
                <c:pt idx="194">
                  <c:v>196318.89207430801</c:v>
                </c:pt>
                <c:pt idx="195">
                  <c:v>194365.82287953101</c:v>
                </c:pt>
                <c:pt idx="196">
                  <c:v>196697.605447935</c:v>
                </c:pt>
                <c:pt idx="197">
                  <c:v>194760.37622019599</c:v>
                </c:pt>
                <c:pt idx="198">
                  <c:v>194883.452028992</c:v>
                </c:pt>
                <c:pt idx="199">
                  <c:v>197107.376524469</c:v>
                </c:pt>
                <c:pt idx="200">
                  <c:v>195533.03095003101</c:v>
                </c:pt>
                <c:pt idx="201">
                  <c:v>194803.46928195399</c:v>
                </c:pt>
                <c:pt idx="202">
                  <c:v>193800.398306691</c:v>
                </c:pt>
                <c:pt idx="203">
                  <c:v>194376.84842197999</c:v>
                </c:pt>
                <c:pt idx="204">
                  <c:v>194527.689611618</c:v>
                </c:pt>
                <c:pt idx="205">
                  <c:v>195051.25410006501</c:v>
                </c:pt>
                <c:pt idx="206">
                  <c:v>195305.73410035099</c:v>
                </c:pt>
                <c:pt idx="207">
                  <c:v>195113.20288781601</c:v>
                </c:pt>
                <c:pt idx="208">
                  <c:v>196610.6317505</c:v>
                </c:pt>
                <c:pt idx="209">
                  <c:v>195914.790260551</c:v>
                </c:pt>
                <c:pt idx="210">
                  <c:v>196757.579237831</c:v>
                </c:pt>
                <c:pt idx="211">
                  <c:v>197076.427953523</c:v>
                </c:pt>
                <c:pt idx="212">
                  <c:v>195113.27127881101</c:v>
                </c:pt>
                <c:pt idx="213">
                  <c:v>193946.23759522699</c:v>
                </c:pt>
                <c:pt idx="214">
                  <c:v>194060.78622491501</c:v>
                </c:pt>
                <c:pt idx="215">
                  <c:v>195374.61909792901</c:v>
                </c:pt>
                <c:pt idx="216">
                  <c:v>195074.33705045201</c:v>
                </c:pt>
                <c:pt idx="217">
                  <c:v>195962.22807556801</c:v>
                </c:pt>
                <c:pt idx="218">
                  <c:v>193031.50264620499</c:v>
                </c:pt>
                <c:pt idx="219">
                  <c:v>194763.76421649501</c:v>
                </c:pt>
                <c:pt idx="220">
                  <c:v>197351.19890344999</c:v>
                </c:pt>
                <c:pt idx="221">
                  <c:v>195723.91960124401</c:v>
                </c:pt>
                <c:pt idx="222">
                  <c:v>194476.87068279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FABC-AF45-A6BC-3840327D8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9782975"/>
        <c:axId val="1677343167"/>
      </c:lineChart>
      <c:dateAx>
        <c:axId val="1639782975"/>
        <c:scaling>
          <c:orientation val="minMax"/>
          <c:min val="39508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77343167"/>
        <c:crosses val="autoZero"/>
        <c:auto val="1"/>
        <c:lblOffset val="100"/>
        <c:baseTimeUnit val="months"/>
        <c:majorUnit val="10"/>
        <c:majorTimeUnit val="months"/>
      </c:dateAx>
      <c:valAx>
        <c:axId val="1677343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39782975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>
              <a:defRPr/>
            </a:pPr>
            <a:r>
              <a:rPr lang="en-US" sz="1400" err="1"/>
              <a:t>Posisi</a:t>
            </a:r>
            <a:r>
              <a:rPr lang="en-US" sz="1400"/>
              <a:t> ULN </a:t>
            </a:r>
            <a:r>
              <a:rPr lang="en-US" sz="1400" err="1"/>
              <a:t>Menurut</a:t>
            </a:r>
            <a:r>
              <a:rPr lang="en-US" sz="1400"/>
              <a:t> </a:t>
            </a:r>
            <a:r>
              <a:rPr lang="en-US" sz="1400" err="1"/>
              <a:t>Jangka</a:t>
            </a:r>
            <a:r>
              <a:rPr lang="en-US" sz="1400"/>
              <a:t> Waktu Sisa</a:t>
            </a:r>
          </a:p>
          <a:p>
            <a:pPr>
              <a:defRPr/>
            </a:pPr>
            <a:r>
              <a:rPr lang="en-US" sz="1200" b="0"/>
              <a:t>(USD </a:t>
            </a:r>
            <a:r>
              <a:rPr lang="en-US" sz="1200" b="0" err="1"/>
              <a:t>Miliar</a:t>
            </a:r>
            <a:r>
              <a:rPr lang="en-US" sz="1200" b="0"/>
              <a:t>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3"/>
          <c:order val="0"/>
          <c:tx>
            <c:strRef>
              <c:f>'Jangka &amp; Sumber'!$E$1</c:f>
              <c:strCache>
                <c:ptCount val="1"/>
                <c:pt idx="0">
                  <c:v>Jangka Pendek (≤ 1 Tahun)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marker>
            <c:symbol val="none"/>
          </c:marker>
          <c:dLbls>
            <c:dLbl>
              <c:idx val="221"/>
              <c:tx>
                <c:rich>
                  <a:bodyPr/>
                  <a:lstStyle/>
                  <a:p>
                    <a:pPr>
                      <a:defRPr sz="1200" b="1">
                        <a:solidFill>
                          <a:schemeClr val="bg1"/>
                        </a:solidFill>
                      </a:defRPr>
                    </a:pPr>
                    <a:r>
                      <a:rPr lang="en-US" sz="1200" b="1">
                        <a:solidFill>
                          <a:schemeClr val="bg1"/>
                        </a:solidFill>
                      </a:rPr>
                      <a:t>96,4</a:t>
                    </a:r>
                  </a:p>
                </c:rich>
              </c:tx>
              <c:spPr>
                <a:solidFill>
                  <a:srgbClr val="C00000"/>
                </a:solidFill>
                <a:ln>
                  <a:noFill/>
                </a:ln>
                <a:effectLst/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1555555555555562E-2"/>
                      <c:h val="4.2149999999999993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33D4-734D-BE39-6418CD55DB2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'Jangka &amp; Sumber'!$A$2:$A$224</c:f>
              <c:numCache>
                <c:formatCode>mmm\-yy</c:formatCode>
                <c:ptCount val="223"/>
                <c:pt idx="0">
                  <c:v>39448</c:v>
                </c:pt>
                <c:pt idx="1">
                  <c:v>39479</c:v>
                </c:pt>
                <c:pt idx="2">
                  <c:v>39508</c:v>
                </c:pt>
                <c:pt idx="3">
                  <c:v>39539</c:v>
                </c:pt>
                <c:pt idx="4">
                  <c:v>39569</c:v>
                </c:pt>
                <c:pt idx="5">
                  <c:v>39600</c:v>
                </c:pt>
                <c:pt idx="6">
                  <c:v>39630</c:v>
                </c:pt>
                <c:pt idx="7">
                  <c:v>39661</c:v>
                </c:pt>
                <c:pt idx="8">
                  <c:v>39692</c:v>
                </c:pt>
                <c:pt idx="9">
                  <c:v>39722</c:v>
                </c:pt>
                <c:pt idx="10">
                  <c:v>39753</c:v>
                </c:pt>
                <c:pt idx="11">
                  <c:v>39783</c:v>
                </c:pt>
                <c:pt idx="12">
                  <c:v>39814</c:v>
                </c:pt>
                <c:pt idx="13">
                  <c:v>39845</c:v>
                </c:pt>
                <c:pt idx="14">
                  <c:v>39873</c:v>
                </c:pt>
                <c:pt idx="15">
                  <c:v>39904</c:v>
                </c:pt>
                <c:pt idx="16">
                  <c:v>39934</c:v>
                </c:pt>
                <c:pt idx="17">
                  <c:v>39965</c:v>
                </c:pt>
                <c:pt idx="18">
                  <c:v>39995</c:v>
                </c:pt>
                <c:pt idx="19">
                  <c:v>40026</c:v>
                </c:pt>
                <c:pt idx="20">
                  <c:v>40057</c:v>
                </c:pt>
                <c:pt idx="21">
                  <c:v>40087</c:v>
                </c:pt>
                <c:pt idx="22">
                  <c:v>40118</c:v>
                </c:pt>
                <c:pt idx="23">
                  <c:v>40148</c:v>
                </c:pt>
                <c:pt idx="24">
                  <c:v>40179</c:v>
                </c:pt>
                <c:pt idx="25">
                  <c:v>40210</c:v>
                </c:pt>
                <c:pt idx="26">
                  <c:v>40238</c:v>
                </c:pt>
                <c:pt idx="27">
                  <c:v>40269</c:v>
                </c:pt>
                <c:pt idx="28">
                  <c:v>40299</c:v>
                </c:pt>
                <c:pt idx="29">
                  <c:v>40330</c:v>
                </c:pt>
                <c:pt idx="30">
                  <c:v>40360</c:v>
                </c:pt>
                <c:pt idx="31">
                  <c:v>40391</c:v>
                </c:pt>
                <c:pt idx="32">
                  <c:v>40422</c:v>
                </c:pt>
                <c:pt idx="33">
                  <c:v>40452</c:v>
                </c:pt>
                <c:pt idx="34">
                  <c:v>40483</c:v>
                </c:pt>
                <c:pt idx="35">
                  <c:v>40513</c:v>
                </c:pt>
                <c:pt idx="36">
                  <c:v>40544</c:v>
                </c:pt>
                <c:pt idx="37">
                  <c:v>40575</c:v>
                </c:pt>
                <c:pt idx="38">
                  <c:v>40603</c:v>
                </c:pt>
                <c:pt idx="39">
                  <c:v>40634</c:v>
                </c:pt>
                <c:pt idx="40">
                  <c:v>40664</c:v>
                </c:pt>
                <c:pt idx="41">
                  <c:v>40695</c:v>
                </c:pt>
                <c:pt idx="42">
                  <c:v>40725</c:v>
                </c:pt>
                <c:pt idx="43">
                  <c:v>40756</c:v>
                </c:pt>
                <c:pt idx="44">
                  <c:v>40787</c:v>
                </c:pt>
                <c:pt idx="45">
                  <c:v>40817</c:v>
                </c:pt>
                <c:pt idx="46">
                  <c:v>40848</c:v>
                </c:pt>
                <c:pt idx="47">
                  <c:v>40878</c:v>
                </c:pt>
                <c:pt idx="48">
                  <c:v>40909</c:v>
                </c:pt>
                <c:pt idx="49">
                  <c:v>40940</c:v>
                </c:pt>
                <c:pt idx="50">
                  <c:v>40969</c:v>
                </c:pt>
                <c:pt idx="51">
                  <c:v>41000</c:v>
                </c:pt>
                <c:pt idx="52">
                  <c:v>41030</c:v>
                </c:pt>
                <c:pt idx="53">
                  <c:v>41061</c:v>
                </c:pt>
                <c:pt idx="54">
                  <c:v>41091</c:v>
                </c:pt>
                <c:pt idx="55">
                  <c:v>41122</c:v>
                </c:pt>
                <c:pt idx="56">
                  <c:v>41153</c:v>
                </c:pt>
                <c:pt idx="57">
                  <c:v>41183</c:v>
                </c:pt>
                <c:pt idx="58">
                  <c:v>41214</c:v>
                </c:pt>
                <c:pt idx="59">
                  <c:v>41244</c:v>
                </c:pt>
                <c:pt idx="60">
                  <c:v>41275</c:v>
                </c:pt>
                <c:pt idx="61">
                  <c:v>41306</c:v>
                </c:pt>
                <c:pt idx="62">
                  <c:v>41334</c:v>
                </c:pt>
                <c:pt idx="63">
                  <c:v>41365</c:v>
                </c:pt>
                <c:pt idx="64">
                  <c:v>41395</c:v>
                </c:pt>
                <c:pt idx="65">
                  <c:v>41426</c:v>
                </c:pt>
                <c:pt idx="66">
                  <c:v>41456</c:v>
                </c:pt>
                <c:pt idx="67">
                  <c:v>41487</c:v>
                </c:pt>
                <c:pt idx="68">
                  <c:v>41518</c:v>
                </c:pt>
                <c:pt idx="69">
                  <c:v>41548</c:v>
                </c:pt>
                <c:pt idx="70">
                  <c:v>41579</c:v>
                </c:pt>
                <c:pt idx="71">
                  <c:v>41609</c:v>
                </c:pt>
                <c:pt idx="72">
                  <c:v>41640</c:v>
                </c:pt>
                <c:pt idx="73">
                  <c:v>41671</c:v>
                </c:pt>
                <c:pt idx="74">
                  <c:v>41699</c:v>
                </c:pt>
                <c:pt idx="75">
                  <c:v>41730</c:v>
                </c:pt>
                <c:pt idx="76">
                  <c:v>41760</c:v>
                </c:pt>
                <c:pt idx="77">
                  <c:v>41791</c:v>
                </c:pt>
                <c:pt idx="78">
                  <c:v>41821</c:v>
                </c:pt>
                <c:pt idx="79">
                  <c:v>41852</c:v>
                </c:pt>
                <c:pt idx="80">
                  <c:v>41883</c:v>
                </c:pt>
                <c:pt idx="81">
                  <c:v>41913</c:v>
                </c:pt>
                <c:pt idx="82">
                  <c:v>41944</c:v>
                </c:pt>
                <c:pt idx="83">
                  <c:v>41974</c:v>
                </c:pt>
                <c:pt idx="84">
                  <c:v>42005</c:v>
                </c:pt>
                <c:pt idx="85">
                  <c:v>42036</c:v>
                </c:pt>
                <c:pt idx="86">
                  <c:v>42064</c:v>
                </c:pt>
                <c:pt idx="87">
                  <c:v>42095</c:v>
                </c:pt>
                <c:pt idx="88">
                  <c:v>42125</c:v>
                </c:pt>
                <c:pt idx="89">
                  <c:v>42156</c:v>
                </c:pt>
                <c:pt idx="90">
                  <c:v>42186</c:v>
                </c:pt>
                <c:pt idx="91">
                  <c:v>42217</c:v>
                </c:pt>
                <c:pt idx="92">
                  <c:v>42248</c:v>
                </c:pt>
                <c:pt idx="93">
                  <c:v>42278</c:v>
                </c:pt>
                <c:pt idx="94">
                  <c:v>42309</c:v>
                </c:pt>
                <c:pt idx="95">
                  <c:v>42339</c:v>
                </c:pt>
                <c:pt idx="96">
                  <c:v>42370</c:v>
                </c:pt>
                <c:pt idx="97">
                  <c:v>42401</c:v>
                </c:pt>
                <c:pt idx="98">
                  <c:v>42430</c:v>
                </c:pt>
                <c:pt idx="99">
                  <c:v>42461</c:v>
                </c:pt>
                <c:pt idx="100">
                  <c:v>42491</c:v>
                </c:pt>
                <c:pt idx="101">
                  <c:v>42522</c:v>
                </c:pt>
                <c:pt idx="102">
                  <c:v>42552</c:v>
                </c:pt>
                <c:pt idx="103">
                  <c:v>42583</c:v>
                </c:pt>
                <c:pt idx="104">
                  <c:v>42614</c:v>
                </c:pt>
                <c:pt idx="105">
                  <c:v>42644</c:v>
                </c:pt>
                <c:pt idx="106">
                  <c:v>42675</c:v>
                </c:pt>
                <c:pt idx="107">
                  <c:v>42705</c:v>
                </c:pt>
                <c:pt idx="108">
                  <c:v>42736</c:v>
                </c:pt>
                <c:pt idx="109">
                  <c:v>42767</c:v>
                </c:pt>
                <c:pt idx="110">
                  <c:v>42795</c:v>
                </c:pt>
                <c:pt idx="111">
                  <c:v>42826</c:v>
                </c:pt>
                <c:pt idx="112">
                  <c:v>42856</c:v>
                </c:pt>
                <c:pt idx="113">
                  <c:v>42887</c:v>
                </c:pt>
                <c:pt idx="114">
                  <c:v>42917</c:v>
                </c:pt>
                <c:pt idx="115">
                  <c:v>42948</c:v>
                </c:pt>
                <c:pt idx="116">
                  <c:v>42979</c:v>
                </c:pt>
                <c:pt idx="117">
                  <c:v>43009</c:v>
                </c:pt>
                <c:pt idx="118">
                  <c:v>43040</c:v>
                </c:pt>
                <c:pt idx="119">
                  <c:v>43070</c:v>
                </c:pt>
                <c:pt idx="120">
                  <c:v>43101</c:v>
                </c:pt>
                <c:pt idx="121">
                  <c:v>43132</c:v>
                </c:pt>
                <c:pt idx="122">
                  <c:v>43160</c:v>
                </c:pt>
                <c:pt idx="123">
                  <c:v>43191</c:v>
                </c:pt>
                <c:pt idx="124">
                  <c:v>43221</c:v>
                </c:pt>
                <c:pt idx="125">
                  <c:v>43252</c:v>
                </c:pt>
                <c:pt idx="126">
                  <c:v>43282</c:v>
                </c:pt>
                <c:pt idx="127">
                  <c:v>43313</c:v>
                </c:pt>
                <c:pt idx="128">
                  <c:v>43344</c:v>
                </c:pt>
                <c:pt idx="129">
                  <c:v>43374</c:v>
                </c:pt>
                <c:pt idx="130">
                  <c:v>43405</c:v>
                </c:pt>
                <c:pt idx="131">
                  <c:v>43435</c:v>
                </c:pt>
                <c:pt idx="132">
                  <c:v>43466</c:v>
                </c:pt>
                <c:pt idx="133">
                  <c:v>43497</c:v>
                </c:pt>
                <c:pt idx="134">
                  <c:v>43525</c:v>
                </c:pt>
                <c:pt idx="135">
                  <c:v>43556</c:v>
                </c:pt>
                <c:pt idx="136">
                  <c:v>43586</c:v>
                </c:pt>
                <c:pt idx="137">
                  <c:v>43617</c:v>
                </c:pt>
                <c:pt idx="138">
                  <c:v>43647</c:v>
                </c:pt>
                <c:pt idx="139">
                  <c:v>43678</c:v>
                </c:pt>
                <c:pt idx="140">
                  <c:v>43709</c:v>
                </c:pt>
                <c:pt idx="141">
                  <c:v>43739</c:v>
                </c:pt>
                <c:pt idx="142">
                  <c:v>43770</c:v>
                </c:pt>
                <c:pt idx="143">
                  <c:v>43800</c:v>
                </c:pt>
                <c:pt idx="144">
                  <c:v>43831</c:v>
                </c:pt>
                <c:pt idx="145">
                  <c:v>43862</c:v>
                </c:pt>
                <c:pt idx="146">
                  <c:v>43891</c:v>
                </c:pt>
                <c:pt idx="147">
                  <c:v>43922</c:v>
                </c:pt>
                <c:pt idx="148">
                  <c:v>43952</c:v>
                </c:pt>
                <c:pt idx="149">
                  <c:v>43983</c:v>
                </c:pt>
                <c:pt idx="150">
                  <c:v>44013</c:v>
                </c:pt>
                <c:pt idx="151">
                  <c:v>44044</c:v>
                </c:pt>
                <c:pt idx="152">
                  <c:v>44075</c:v>
                </c:pt>
                <c:pt idx="153">
                  <c:v>44105</c:v>
                </c:pt>
                <c:pt idx="154">
                  <c:v>44136</c:v>
                </c:pt>
                <c:pt idx="155">
                  <c:v>44166</c:v>
                </c:pt>
                <c:pt idx="156">
                  <c:v>44197</c:v>
                </c:pt>
                <c:pt idx="157">
                  <c:v>44228</c:v>
                </c:pt>
                <c:pt idx="158">
                  <c:v>44256</c:v>
                </c:pt>
                <c:pt idx="159">
                  <c:v>44287</c:v>
                </c:pt>
                <c:pt idx="160">
                  <c:v>44317</c:v>
                </c:pt>
                <c:pt idx="161">
                  <c:v>44348</c:v>
                </c:pt>
                <c:pt idx="162">
                  <c:v>44378</c:v>
                </c:pt>
                <c:pt idx="163">
                  <c:v>44409</c:v>
                </c:pt>
                <c:pt idx="164">
                  <c:v>44440</c:v>
                </c:pt>
                <c:pt idx="165">
                  <c:v>44470</c:v>
                </c:pt>
                <c:pt idx="166">
                  <c:v>44501</c:v>
                </c:pt>
                <c:pt idx="167">
                  <c:v>44531</c:v>
                </c:pt>
                <c:pt idx="168">
                  <c:v>44562</c:v>
                </c:pt>
                <c:pt idx="169">
                  <c:v>44593</c:v>
                </c:pt>
                <c:pt idx="170">
                  <c:v>44621</c:v>
                </c:pt>
                <c:pt idx="171">
                  <c:v>44652</c:v>
                </c:pt>
                <c:pt idx="172">
                  <c:v>44682</c:v>
                </c:pt>
                <c:pt idx="173">
                  <c:v>44713</c:v>
                </c:pt>
                <c:pt idx="174">
                  <c:v>44743</c:v>
                </c:pt>
                <c:pt idx="175">
                  <c:v>44774</c:v>
                </c:pt>
                <c:pt idx="176">
                  <c:v>44805</c:v>
                </c:pt>
                <c:pt idx="177">
                  <c:v>44835</c:v>
                </c:pt>
                <c:pt idx="178">
                  <c:v>44866</c:v>
                </c:pt>
                <c:pt idx="179">
                  <c:v>44896</c:v>
                </c:pt>
                <c:pt idx="180">
                  <c:v>44927</c:v>
                </c:pt>
                <c:pt idx="181">
                  <c:v>44958</c:v>
                </c:pt>
                <c:pt idx="182">
                  <c:v>44986</c:v>
                </c:pt>
                <c:pt idx="183">
                  <c:v>45017</c:v>
                </c:pt>
                <c:pt idx="184">
                  <c:v>45047</c:v>
                </c:pt>
                <c:pt idx="185">
                  <c:v>45078</c:v>
                </c:pt>
                <c:pt idx="186">
                  <c:v>45108</c:v>
                </c:pt>
                <c:pt idx="187">
                  <c:v>45139</c:v>
                </c:pt>
                <c:pt idx="188">
                  <c:v>45170</c:v>
                </c:pt>
                <c:pt idx="189">
                  <c:v>45200</c:v>
                </c:pt>
                <c:pt idx="190">
                  <c:v>45231</c:v>
                </c:pt>
                <c:pt idx="191">
                  <c:v>45261</c:v>
                </c:pt>
                <c:pt idx="192">
                  <c:v>45292</c:v>
                </c:pt>
                <c:pt idx="193">
                  <c:v>45323</c:v>
                </c:pt>
                <c:pt idx="194">
                  <c:v>45352</c:v>
                </c:pt>
                <c:pt idx="195">
                  <c:v>45383</c:v>
                </c:pt>
                <c:pt idx="196">
                  <c:v>45413</c:v>
                </c:pt>
                <c:pt idx="197">
                  <c:v>45444</c:v>
                </c:pt>
                <c:pt idx="198">
                  <c:v>45474</c:v>
                </c:pt>
                <c:pt idx="199">
                  <c:v>45505</c:v>
                </c:pt>
                <c:pt idx="200">
                  <c:v>45536</c:v>
                </c:pt>
                <c:pt idx="201">
                  <c:v>45566</c:v>
                </c:pt>
                <c:pt idx="202">
                  <c:v>45597</c:v>
                </c:pt>
                <c:pt idx="203">
                  <c:v>45627</c:v>
                </c:pt>
                <c:pt idx="204">
                  <c:v>45658</c:v>
                </c:pt>
                <c:pt idx="205">
                  <c:v>45689</c:v>
                </c:pt>
                <c:pt idx="206">
                  <c:v>45717</c:v>
                </c:pt>
                <c:pt idx="207">
                  <c:v>45748</c:v>
                </c:pt>
                <c:pt idx="208">
                  <c:v>45778</c:v>
                </c:pt>
                <c:pt idx="209">
                  <c:v>45809</c:v>
                </c:pt>
                <c:pt idx="210">
                  <c:v>45839</c:v>
                </c:pt>
                <c:pt idx="211">
                  <c:v>45870</c:v>
                </c:pt>
                <c:pt idx="212">
                  <c:v>45901</c:v>
                </c:pt>
                <c:pt idx="213">
                  <c:v>45931</c:v>
                </c:pt>
                <c:pt idx="214">
                  <c:v>45962</c:v>
                </c:pt>
                <c:pt idx="215">
                  <c:v>45992</c:v>
                </c:pt>
                <c:pt idx="216">
                  <c:v>46023</c:v>
                </c:pt>
                <c:pt idx="217">
                  <c:v>46054</c:v>
                </c:pt>
                <c:pt idx="218">
                  <c:v>46082</c:v>
                </c:pt>
                <c:pt idx="219">
                  <c:v>46113</c:v>
                </c:pt>
                <c:pt idx="220">
                  <c:v>46143</c:v>
                </c:pt>
                <c:pt idx="221">
                  <c:v>46174</c:v>
                </c:pt>
                <c:pt idx="222">
                  <c:v>46204</c:v>
                </c:pt>
              </c:numCache>
            </c:numRef>
          </c:cat>
          <c:val>
            <c:numRef>
              <c:f>'Jangka &amp; Sumber'!$E$2:$E$224</c:f>
              <c:numCache>
                <c:formatCode>#,##0.0</c:formatCode>
                <c:ptCount val="223"/>
                <c:pt idx="0">
                  <c:v>27313.458801714602</c:v>
                </c:pt>
                <c:pt idx="1">
                  <c:v>29713.692853870201</c:v>
                </c:pt>
                <c:pt idx="2">
                  <c:v>28606.712080345402</c:v>
                </c:pt>
                <c:pt idx="3">
                  <c:v>27767.306812377799</c:v>
                </c:pt>
                <c:pt idx="4">
                  <c:v>25758.508714080599</c:v>
                </c:pt>
                <c:pt idx="5">
                  <c:v>28623.848488507199</c:v>
                </c:pt>
                <c:pt idx="6">
                  <c:v>32449.117056821098</c:v>
                </c:pt>
                <c:pt idx="7">
                  <c:v>31541.251784914599</c:v>
                </c:pt>
                <c:pt idx="8">
                  <c:v>28047.308586297499</c:v>
                </c:pt>
                <c:pt idx="9">
                  <c:v>29120.942738585301</c:v>
                </c:pt>
                <c:pt idx="10">
                  <c:v>27643.5411673614</c:v>
                </c:pt>
                <c:pt idx="11">
                  <c:v>29511.6852843784</c:v>
                </c:pt>
                <c:pt idx="12">
                  <c:v>26983.664495122099</c:v>
                </c:pt>
                <c:pt idx="13">
                  <c:v>26497.8422708941</c:v>
                </c:pt>
                <c:pt idx="14">
                  <c:v>27079.165559692399</c:v>
                </c:pt>
                <c:pt idx="15">
                  <c:v>26462.919196589901</c:v>
                </c:pt>
                <c:pt idx="16">
                  <c:v>28289.5463476513</c:v>
                </c:pt>
                <c:pt idx="17">
                  <c:v>28230.0625736984</c:v>
                </c:pt>
                <c:pt idx="18">
                  <c:v>31077.480836999999</c:v>
                </c:pt>
                <c:pt idx="19">
                  <c:v>29467.112546</c:v>
                </c:pt>
                <c:pt idx="20">
                  <c:v>31355.592734999998</c:v>
                </c:pt>
                <c:pt idx="21">
                  <c:v>30750.454510760999</c:v>
                </c:pt>
                <c:pt idx="22">
                  <c:v>32643.001324148499</c:v>
                </c:pt>
                <c:pt idx="23">
                  <c:v>31672.934337455601</c:v>
                </c:pt>
                <c:pt idx="24">
                  <c:v>33761.249259821503</c:v>
                </c:pt>
                <c:pt idx="25">
                  <c:v>33686.386652926099</c:v>
                </c:pt>
                <c:pt idx="26">
                  <c:v>33101.846194474201</c:v>
                </c:pt>
                <c:pt idx="27">
                  <c:v>37097.609264899998</c:v>
                </c:pt>
                <c:pt idx="28">
                  <c:v>30856.576409392299</c:v>
                </c:pt>
                <c:pt idx="29">
                  <c:v>33672.203864327603</c:v>
                </c:pt>
                <c:pt idx="30">
                  <c:v>35763.872194978801</c:v>
                </c:pt>
                <c:pt idx="31">
                  <c:v>36343.921595158601</c:v>
                </c:pt>
                <c:pt idx="32">
                  <c:v>39839.8864871443</c:v>
                </c:pt>
                <c:pt idx="33">
                  <c:v>42272.301588733797</c:v>
                </c:pt>
                <c:pt idx="34">
                  <c:v>42483.125011648001</c:v>
                </c:pt>
                <c:pt idx="35">
                  <c:v>42908.161332315802</c:v>
                </c:pt>
                <c:pt idx="36">
                  <c:v>40436.3247264561</c:v>
                </c:pt>
                <c:pt idx="37">
                  <c:v>42823.231919082602</c:v>
                </c:pt>
                <c:pt idx="38">
                  <c:v>45257.692275717098</c:v>
                </c:pt>
                <c:pt idx="39">
                  <c:v>49244.741719004698</c:v>
                </c:pt>
                <c:pt idx="40">
                  <c:v>49703.374581991899</c:v>
                </c:pt>
                <c:pt idx="41">
                  <c:v>49294.182247267403</c:v>
                </c:pt>
                <c:pt idx="42">
                  <c:v>50557.533381507397</c:v>
                </c:pt>
                <c:pt idx="43">
                  <c:v>53507.035655626198</c:v>
                </c:pt>
                <c:pt idx="44">
                  <c:v>47553.073938697897</c:v>
                </c:pt>
                <c:pt idx="45">
                  <c:v>46110.809037763698</c:v>
                </c:pt>
                <c:pt idx="46">
                  <c:v>45522.146529722697</c:v>
                </c:pt>
                <c:pt idx="47">
                  <c:v>46755.060609009197</c:v>
                </c:pt>
                <c:pt idx="48">
                  <c:v>47330.850169456702</c:v>
                </c:pt>
                <c:pt idx="49">
                  <c:v>47060.217274907598</c:v>
                </c:pt>
                <c:pt idx="50">
                  <c:v>45726.4265656551</c:v>
                </c:pt>
                <c:pt idx="51">
                  <c:v>46301.009780516499</c:v>
                </c:pt>
                <c:pt idx="52">
                  <c:v>45880.459327074997</c:v>
                </c:pt>
                <c:pt idx="53">
                  <c:v>48394.086248596497</c:v>
                </c:pt>
                <c:pt idx="54">
                  <c:v>48204.764739230603</c:v>
                </c:pt>
                <c:pt idx="55">
                  <c:v>48050.248521649402</c:v>
                </c:pt>
                <c:pt idx="56">
                  <c:v>48665.873439360599</c:v>
                </c:pt>
                <c:pt idx="57">
                  <c:v>51548.3909042374</c:v>
                </c:pt>
                <c:pt idx="58">
                  <c:v>52417.516344390096</c:v>
                </c:pt>
                <c:pt idx="59">
                  <c:v>54649.262099574997</c:v>
                </c:pt>
                <c:pt idx="60">
                  <c:v>53421.268678291097</c:v>
                </c:pt>
                <c:pt idx="61">
                  <c:v>53178.966802647403</c:v>
                </c:pt>
                <c:pt idx="62">
                  <c:v>54820.155711317399</c:v>
                </c:pt>
                <c:pt idx="63">
                  <c:v>54799.829635914401</c:v>
                </c:pt>
                <c:pt idx="64">
                  <c:v>56143.732512069502</c:v>
                </c:pt>
                <c:pt idx="65">
                  <c:v>56367.669420807702</c:v>
                </c:pt>
                <c:pt idx="66">
                  <c:v>52936.590356147201</c:v>
                </c:pt>
                <c:pt idx="67">
                  <c:v>53751.624521150901</c:v>
                </c:pt>
                <c:pt idx="68">
                  <c:v>58392.724906887503</c:v>
                </c:pt>
                <c:pt idx="69">
                  <c:v>58838.041073000401</c:v>
                </c:pt>
                <c:pt idx="70">
                  <c:v>56716.857284667203</c:v>
                </c:pt>
                <c:pt idx="71">
                  <c:v>56287.836067894903</c:v>
                </c:pt>
                <c:pt idx="72">
                  <c:v>55473.267191635197</c:v>
                </c:pt>
                <c:pt idx="73">
                  <c:v>54453.492111775297</c:v>
                </c:pt>
                <c:pt idx="74">
                  <c:v>55622.052588967497</c:v>
                </c:pt>
                <c:pt idx="75">
                  <c:v>53772.795673518798</c:v>
                </c:pt>
                <c:pt idx="76">
                  <c:v>56667.902793023299</c:v>
                </c:pt>
                <c:pt idx="77">
                  <c:v>58463.687478415697</c:v>
                </c:pt>
                <c:pt idx="78">
                  <c:v>59525.299190143603</c:v>
                </c:pt>
                <c:pt idx="79">
                  <c:v>58340.666311563298</c:v>
                </c:pt>
                <c:pt idx="80">
                  <c:v>57773.962887310103</c:v>
                </c:pt>
                <c:pt idx="81">
                  <c:v>59213.020033737397</c:v>
                </c:pt>
                <c:pt idx="82">
                  <c:v>61359.847709115696</c:v>
                </c:pt>
                <c:pt idx="83">
                  <c:v>59263.159304207002</c:v>
                </c:pt>
                <c:pt idx="84">
                  <c:v>58655.441647770203</c:v>
                </c:pt>
                <c:pt idx="85">
                  <c:v>57802.536232953898</c:v>
                </c:pt>
                <c:pt idx="86">
                  <c:v>57318.458592875599</c:v>
                </c:pt>
                <c:pt idx="87">
                  <c:v>56052.176747562298</c:v>
                </c:pt>
                <c:pt idx="88">
                  <c:v>57136.816200973197</c:v>
                </c:pt>
                <c:pt idx="89">
                  <c:v>56894.358598718703</c:v>
                </c:pt>
                <c:pt idx="90">
                  <c:v>56306.8989761419</c:v>
                </c:pt>
                <c:pt idx="91">
                  <c:v>57423.412048288403</c:v>
                </c:pt>
                <c:pt idx="92">
                  <c:v>56226.191120290903</c:v>
                </c:pt>
                <c:pt idx="93">
                  <c:v>55764.742340211</c:v>
                </c:pt>
                <c:pt idx="94">
                  <c:v>54280.8539654993</c:v>
                </c:pt>
                <c:pt idx="95">
                  <c:v>55501.688470919202</c:v>
                </c:pt>
                <c:pt idx="96">
                  <c:v>55633.956279526297</c:v>
                </c:pt>
                <c:pt idx="97">
                  <c:v>55099.703191565197</c:v>
                </c:pt>
                <c:pt idx="98">
                  <c:v>57465.530519845001</c:v>
                </c:pt>
                <c:pt idx="99">
                  <c:v>58631.072114294198</c:v>
                </c:pt>
                <c:pt idx="100">
                  <c:v>58178.277963300898</c:v>
                </c:pt>
                <c:pt idx="101">
                  <c:v>58994.959149444599</c:v>
                </c:pt>
                <c:pt idx="102">
                  <c:v>58899.075340310003</c:v>
                </c:pt>
                <c:pt idx="103">
                  <c:v>57109.282684572499</c:v>
                </c:pt>
                <c:pt idx="104">
                  <c:v>58350.238894426999</c:v>
                </c:pt>
                <c:pt idx="105">
                  <c:v>56591.893407239397</c:v>
                </c:pt>
                <c:pt idx="106">
                  <c:v>56296.727967790197</c:v>
                </c:pt>
                <c:pt idx="107">
                  <c:v>54710.869685075202</c:v>
                </c:pt>
                <c:pt idx="108">
                  <c:v>56570.390956465599</c:v>
                </c:pt>
                <c:pt idx="109">
                  <c:v>57348.689186235999</c:v>
                </c:pt>
                <c:pt idx="110">
                  <c:v>56075.510145300497</c:v>
                </c:pt>
                <c:pt idx="111">
                  <c:v>55259.035138036299</c:v>
                </c:pt>
                <c:pt idx="112">
                  <c:v>57901.613202301203</c:v>
                </c:pt>
                <c:pt idx="113">
                  <c:v>58044.934764871898</c:v>
                </c:pt>
                <c:pt idx="114">
                  <c:v>56923.6667090587</c:v>
                </c:pt>
                <c:pt idx="115">
                  <c:v>56200.799484766299</c:v>
                </c:pt>
                <c:pt idx="116">
                  <c:v>55627.286405449398</c:v>
                </c:pt>
                <c:pt idx="117">
                  <c:v>54803.668590619003</c:v>
                </c:pt>
                <c:pt idx="118">
                  <c:v>56297.153303011699</c:v>
                </c:pt>
                <c:pt idx="119">
                  <c:v>54822.323728463198</c:v>
                </c:pt>
                <c:pt idx="120">
                  <c:v>58035.673310045502</c:v>
                </c:pt>
                <c:pt idx="121">
                  <c:v>57309.997533920097</c:v>
                </c:pt>
                <c:pt idx="122">
                  <c:v>57734.192174221003</c:v>
                </c:pt>
                <c:pt idx="123">
                  <c:v>59941.127625611101</c:v>
                </c:pt>
                <c:pt idx="124">
                  <c:v>60544.892859366497</c:v>
                </c:pt>
                <c:pt idx="125">
                  <c:v>57053.750552384801</c:v>
                </c:pt>
                <c:pt idx="126">
                  <c:v>60248.286613556098</c:v>
                </c:pt>
                <c:pt idx="127">
                  <c:v>60572.509107726401</c:v>
                </c:pt>
                <c:pt idx="128">
                  <c:v>61291.271922768603</c:v>
                </c:pt>
                <c:pt idx="129">
                  <c:v>58745.754594305603</c:v>
                </c:pt>
                <c:pt idx="130">
                  <c:v>61373.818636893797</c:v>
                </c:pt>
                <c:pt idx="131">
                  <c:v>60174.113629204097</c:v>
                </c:pt>
                <c:pt idx="132">
                  <c:v>61313.4310981956</c:v>
                </c:pt>
                <c:pt idx="133">
                  <c:v>61767.975447002304</c:v>
                </c:pt>
                <c:pt idx="134">
                  <c:v>62426.109872492802</c:v>
                </c:pt>
                <c:pt idx="135">
                  <c:v>65172.095150001798</c:v>
                </c:pt>
                <c:pt idx="136">
                  <c:v>62018.791769665797</c:v>
                </c:pt>
                <c:pt idx="137">
                  <c:v>61278.766684452297</c:v>
                </c:pt>
                <c:pt idx="138">
                  <c:v>57865.1873408881</c:v>
                </c:pt>
                <c:pt idx="139">
                  <c:v>55911.980058863301</c:v>
                </c:pt>
                <c:pt idx="140">
                  <c:v>55460.137278618298</c:v>
                </c:pt>
                <c:pt idx="141">
                  <c:v>56996.749259204</c:v>
                </c:pt>
                <c:pt idx="142">
                  <c:v>61814.535351707003</c:v>
                </c:pt>
                <c:pt idx="143">
                  <c:v>63313.441420469797</c:v>
                </c:pt>
                <c:pt idx="144">
                  <c:v>59577.913966336899</c:v>
                </c:pt>
                <c:pt idx="145">
                  <c:v>59134.5969234492</c:v>
                </c:pt>
                <c:pt idx="146">
                  <c:v>60361.295627629697</c:v>
                </c:pt>
                <c:pt idx="147">
                  <c:v>60048.3252696993</c:v>
                </c:pt>
                <c:pt idx="148">
                  <c:v>63061.367225989801</c:v>
                </c:pt>
                <c:pt idx="149">
                  <c:v>63264.726486455802</c:v>
                </c:pt>
                <c:pt idx="150">
                  <c:v>67249.886233314101</c:v>
                </c:pt>
                <c:pt idx="151">
                  <c:v>66902.949920605301</c:v>
                </c:pt>
                <c:pt idx="152">
                  <c:v>67055.605513507704</c:v>
                </c:pt>
                <c:pt idx="153">
                  <c:v>66368.512271629006</c:v>
                </c:pt>
                <c:pt idx="154">
                  <c:v>66628.920585947097</c:v>
                </c:pt>
                <c:pt idx="155">
                  <c:v>65078.701794725901</c:v>
                </c:pt>
                <c:pt idx="156">
                  <c:v>66918.255301633006</c:v>
                </c:pt>
                <c:pt idx="157">
                  <c:v>69340.289013613103</c:v>
                </c:pt>
                <c:pt idx="158">
                  <c:v>68321.414943101103</c:v>
                </c:pt>
                <c:pt idx="159">
                  <c:v>67872.760019921901</c:v>
                </c:pt>
                <c:pt idx="160">
                  <c:v>67389.063430089998</c:v>
                </c:pt>
                <c:pt idx="161">
                  <c:v>65305.676073595998</c:v>
                </c:pt>
                <c:pt idx="162">
                  <c:v>64672.715081731098</c:v>
                </c:pt>
                <c:pt idx="163">
                  <c:v>64233.849965933303</c:v>
                </c:pt>
                <c:pt idx="164">
                  <c:v>64785.858122436497</c:v>
                </c:pt>
                <c:pt idx="165">
                  <c:v>63964.292103967899</c:v>
                </c:pt>
                <c:pt idx="166">
                  <c:v>61389.631153322502</c:v>
                </c:pt>
                <c:pt idx="167">
                  <c:v>59429.927783730898</c:v>
                </c:pt>
                <c:pt idx="168">
                  <c:v>57174.999392786602</c:v>
                </c:pt>
                <c:pt idx="169">
                  <c:v>62489.908391391</c:v>
                </c:pt>
                <c:pt idx="170">
                  <c:v>62839.629120879101</c:v>
                </c:pt>
                <c:pt idx="171">
                  <c:v>64402.606164179197</c:v>
                </c:pt>
                <c:pt idx="172">
                  <c:v>67671.053771336097</c:v>
                </c:pt>
                <c:pt idx="173">
                  <c:v>66682.270478970604</c:v>
                </c:pt>
                <c:pt idx="174">
                  <c:v>66206.117307699198</c:v>
                </c:pt>
                <c:pt idx="175">
                  <c:v>63744.802905770099</c:v>
                </c:pt>
                <c:pt idx="176">
                  <c:v>62532.7703445765</c:v>
                </c:pt>
                <c:pt idx="177">
                  <c:v>63261.732327502999</c:v>
                </c:pt>
                <c:pt idx="178">
                  <c:v>65471.245317637797</c:v>
                </c:pt>
                <c:pt idx="179">
                  <c:v>66648.011412652602</c:v>
                </c:pt>
                <c:pt idx="180">
                  <c:v>67246.233848186894</c:v>
                </c:pt>
                <c:pt idx="181">
                  <c:v>68094.990879861303</c:v>
                </c:pt>
                <c:pt idx="182">
                  <c:v>67348.326654769306</c:v>
                </c:pt>
                <c:pt idx="183">
                  <c:v>64879.780255938698</c:v>
                </c:pt>
                <c:pt idx="184">
                  <c:v>64435.695650639696</c:v>
                </c:pt>
                <c:pt idx="185">
                  <c:v>62853.963647352801</c:v>
                </c:pt>
                <c:pt idx="186">
                  <c:v>63560.989586003598</c:v>
                </c:pt>
                <c:pt idx="187">
                  <c:v>62415.502460285003</c:v>
                </c:pt>
                <c:pt idx="188">
                  <c:v>65470.147613840803</c:v>
                </c:pt>
                <c:pt idx="189">
                  <c:v>67224.888358065902</c:v>
                </c:pt>
                <c:pt idx="190">
                  <c:v>66767.041700838599</c:v>
                </c:pt>
                <c:pt idx="191">
                  <c:v>69935.004055238503</c:v>
                </c:pt>
                <c:pt idx="192">
                  <c:v>72423.7106213878</c:v>
                </c:pt>
                <c:pt idx="193">
                  <c:v>71522.120156173696</c:v>
                </c:pt>
                <c:pt idx="194">
                  <c:v>70817.668526409994</c:v>
                </c:pt>
                <c:pt idx="195">
                  <c:v>69570.349676454003</c:v>
                </c:pt>
                <c:pt idx="196">
                  <c:v>78879.912461901898</c:v>
                </c:pt>
                <c:pt idx="197">
                  <c:v>78858.831932008499</c:v>
                </c:pt>
                <c:pt idx="198">
                  <c:v>81649.320888015107</c:v>
                </c:pt>
                <c:pt idx="199">
                  <c:v>85831.965866051294</c:v>
                </c:pt>
                <c:pt idx="200">
                  <c:v>85407.894306504793</c:v>
                </c:pt>
                <c:pt idx="201">
                  <c:v>84431.810140379195</c:v>
                </c:pt>
                <c:pt idx="202">
                  <c:v>82782.433469885407</c:v>
                </c:pt>
                <c:pt idx="203">
                  <c:v>82714.743012046005</c:v>
                </c:pt>
                <c:pt idx="204">
                  <c:v>82260.677280285207</c:v>
                </c:pt>
                <c:pt idx="205">
                  <c:v>83600.932714637704</c:v>
                </c:pt>
                <c:pt idx="206">
                  <c:v>85827.872961117406</c:v>
                </c:pt>
                <c:pt idx="207">
                  <c:v>85975.682734441594</c:v>
                </c:pt>
                <c:pt idx="208">
                  <c:v>86767.819195874603</c:v>
                </c:pt>
                <c:pt idx="209">
                  <c:v>84775.527575503394</c:v>
                </c:pt>
                <c:pt idx="210">
                  <c:v>79793.221805054403</c:v>
                </c:pt>
                <c:pt idx="211">
                  <c:v>78998.751200161394</c:v>
                </c:pt>
                <c:pt idx="212">
                  <c:v>78767.990870961905</c:v>
                </c:pt>
                <c:pt idx="213">
                  <c:v>76656.738322587596</c:v>
                </c:pt>
                <c:pt idx="214">
                  <c:v>77641.707051609497</c:v>
                </c:pt>
                <c:pt idx="215">
                  <c:v>78222.106276078193</c:v>
                </c:pt>
                <c:pt idx="216">
                  <c:v>79749.222565601594</c:v>
                </c:pt>
                <c:pt idx="217">
                  <c:v>83361.216514072206</c:v>
                </c:pt>
                <c:pt idx="218">
                  <c:v>82703.903035050098</c:v>
                </c:pt>
                <c:pt idx="219">
                  <c:v>86615.137516236995</c:v>
                </c:pt>
                <c:pt idx="220">
                  <c:v>93592.6564213354</c:v>
                </c:pt>
                <c:pt idx="221">
                  <c:v>98577.767574949903</c:v>
                </c:pt>
                <c:pt idx="222">
                  <c:v>96368.390359584097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D4-734D-BE39-6418CD55DB2B}"/>
            </c:ext>
          </c:extLst>
        </c:ser>
        <c:ser>
          <c:idx val="4"/>
          <c:order val="1"/>
          <c:tx>
            <c:strRef>
              <c:f>'Jangka &amp; Sumber'!$F$1</c:f>
              <c:strCache>
                <c:ptCount val="1"/>
                <c:pt idx="0">
                  <c:v>Jangka Panjang (&gt; 1 Tahun)</c:v>
                </c:pt>
              </c:strCache>
            </c:strRef>
          </c:tx>
          <c:marker>
            <c:symbol val="none"/>
          </c:marker>
          <c:dLbls>
            <c:dLbl>
              <c:idx val="22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D4-734D-BE39-6418CD55DB2B}"/>
                </c:ext>
              </c:extLst>
            </c:dLbl>
            <c:spPr>
              <a:solidFill>
                <a:schemeClr val="accent5"/>
              </a:solidFill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'Jangka &amp; Sumber'!$A$2:$A$224</c:f>
              <c:numCache>
                <c:formatCode>mmm\-yy</c:formatCode>
                <c:ptCount val="223"/>
                <c:pt idx="0">
                  <c:v>39448</c:v>
                </c:pt>
                <c:pt idx="1">
                  <c:v>39479</c:v>
                </c:pt>
                <c:pt idx="2">
                  <c:v>39508</c:v>
                </c:pt>
                <c:pt idx="3">
                  <c:v>39539</c:v>
                </c:pt>
                <c:pt idx="4">
                  <c:v>39569</c:v>
                </c:pt>
                <c:pt idx="5">
                  <c:v>39600</c:v>
                </c:pt>
                <c:pt idx="6">
                  <c:v>39630</c:v>
                </c:pt>
                <c:pt idx="7">
                  <c:v>39661</c:v>
                </c:pt>
                <c:pt idx="8">
                  <c:v>39692</c:v>
                </c:pt>
                <c:pt idx="9">
                  <c:v>39722</c:v>
                </c:pt>
                <c:pt idx="10">
                  <c:v>39753</c:v>
                </c:pt>
                <c:pt idx="11">
                  <c:v>39783</c:v>
                </c:pt>
                <c:pt idx="12">
                  <c:v>39814</c:v>
                </c:pt>
                <c:pt idx="13">
                  <c:v>39845</c:v>
                </c:pt>
                <c:pt idx="14">
                  <c:v>39873</c:v>
                </c:pt>
                <c:pt idx="15">
                  <c:v>39904</c:v>
                </c:pt>
                <c:pt idx="16">
                  <c:v>39934</c:v>
                </c:pt>
                <c:pt idx="17">
                  <c:v>39965</c:v>
                </c:pt>
                <c:pt idx="18">
                  <c:v>39995</c:v>
                </c:pt>
                <c:pt idx="19">
                  <c:v>40026</c:v>
                </c:pt>
                <c:pt idx="20">
                  <c:v>40057</c:v>
                </c:pt>
                <c:pt idx="21">
                  <c:v>40087</c:v>
                </c:pt>
                <c:pt idx="22">
                  <c:v>40118</c:v>
                </c:pt>
                <c:pt idx="23">
                  <c:v>40148</c:v>
                </c:pt>
                <c:pt idx="24">
                  <c:v>40179</c:v>
                </c:pt>
                <c:pt idx="25">
                  <c:v>40210</c:v>
                </c:pt>
                <c:pt idx="26">
                  <c:v>40238</c:v>
                </c:pt>
                <c:pt idx="27">
                  <c:v>40269</c:v>
                </c:pt>
                <c:pt idx="28">
                  <c:v>40299</c:v>
                </c:pt>
                <c:pt idx="29">
                  <c:v>40330</c:v>
                </c:pt>
                <c:pt idx="30">
                  <c:v>40360</c:v>
                </c:pt>
                <c:pt idx="31">
                  <c:v>40391</c:v>
                </c:pt>
                <c:pt idx="32">
                  <c:v>40422</c:v>
                </c:pt>
                <c:pt idx="33">
                  <c:v>40452</c:v>
                </c:pt>
                <c:pt idx="34">
                  <c:v>40483</c:v>
                </c:pt>
                <c:pt idx="35">
                  <c:v>40513</c:v>
                </c:pt>
                <c:pt idx="36">
                  <c:v>40544</c:v>
                </c:pt>
                <c:pt idx="37">
                  <c:v>40575</c:v>
                </c:pt>
                <c:pt idx="38">
                  <c:v>40603</c:v>
                </c:pt>
                <c:pt idx="39">
                  <c:v>40634</c:v>
                </c:pt>
                <c:pt idx="40">
                  <c:v>40664</c:v>
                </c:pt>
                <c:pt idx="41">
                  <c:v>40695</c:v>
                </c:pt>
                <c:pt idx="42">
                  <c:v>40725</c:v>
                </c:pt>
                <c:pt idx="43">
                  <c:v>40756</c:v>
                </c:pt>
                <c:pt idx="44">
                  <c:v>40787</c:v>
                </c:pt>
                <c:pt idx="45">
                  <c:v>40817</c:v>
                </c:pt>
                <c:pt idx="46">
                  <c:v>40848</c:v>
                </c:pt>
                <c:pt idx="47">
                  <c:v>40878</c:v>
                </c:pt>
                <c:pt idx="48">
                  <c:v>40909</c:v>
                </c:pt>
                <c:pt idx="49">
                  <c:v>40940</c:v>
                </c:pt>
                <c:pt idx="50">
                  <c:v>40969</c:v>
                </c:pt>
                <c:pt idx="51">
                  <c:v>41000</c:v>
                </c:pt>
                <c:pt idx="52">
                  <c:v>41030</c:v>
                </c:pt>
                <c:pt idx="53">
                  <c:v>41061</c:v>
                </c:pt>
                <c:pt idx="54">
                  <c:v>41091</c:v>
                </c:pt>
                <c:pt idx="55">
                  <c:v>41122</c:v>
                </c:pt>
                <c:pt idx="56">
                  <c:v>41153</c:v>
                </c:pt>
                <c:pt idx="57">
                  <c:v>41183</c:v>
                </c:pt>
                <c:pt idx="58">
                  <c:v>41214</c:v>
                </c:pt>
                <c:pt idx="59">
                  <c:v>41244</c:v>
                </c:pt>
                <c:pt idx="60">
                  <c:v>41275</c:v>
                </c:pt>
                <c:pt idx="61">
                  <c:v>41306</c:v>
                </c:pt>
                <c:pt idx="62">
                  <c:v>41334</c:v>
                </c:pt>
                <c:pt idx="63">
                  <c:v>41365</c:v>
                </c:pt>
                <c:pt idx="64">
                  <c:v>41395</c:v>
                </c:pt>
                <c:pt idx="65">
                  <c:v>41426</c:v>
                </c:pt>
                <c:pt idx="66">
                  <c:v>41456</c:v>
                </c:pt>
                <c:pt idx="67">
                  <c:v>41487</c:v>
                </c:pt>
                <c:pt idx="68">
                  <c:v>41518</c:v>
                </c:pt>
                <c:pt idx="69">
                  <c:v>41548</c:v>
                </c:pt>
                <c:pt idx="70">
                  <c:v>41579</c:v>
                </c:pt>
                <c:pt idx="71">
                  <c:v>41609</c:v>
                </c:pt>
                <c:pt idx="72">
                  <c:v>41640</c:v>
                </c:pt>
                <c:pt idx="73">
                  <c:v>41671</c:v>
                </c:pt>
                <c:pt idx="74">
                  <c:v>41699</c:v>
                </c:pt>
                <c:pt idx="75">
                  <c:v>41730</c:v>
                </c:pt>
                <c:pt idx="76">
                  <c:v>41760</c:v>
                </c:pt>
                <c:pt idx="77">
                  <c:v>41791</c:v>
                </c:pt>
                <c:pt idx="78">
                  <c:v>41821</c:v>
                </c:pt>
                <c:pt idx="79">
                  <c:v>41852</c:v>
                </c:pt>
                <c:pt idx="80">
                  <c:v>41883</c:v>
                </c:pt>
                <c:pt idx="81">
                  <c:v>41913</c:v>
                </c:pt>
                <c:pt idx="82">
                  <c:v>41944</c:v>
                </c:pt>
                <c:pt idx="83">
                  <c:v>41974</c:v>
                </c:pt>
                <c:pt idx="84">
                  <c:v>42005</c:v>
                </c:pt>
                <c:pt idx="85">
                  <c:v>42036</c:v>
                </c:pt>
                <c:pt idx="86">
                  <c:v>42064</c:v>
                </c:pt>
                <c:pt idx="87">
                  <c:v>42095</c:v>
                </c:pt>
                <c:pt idx="88">
                  <c:v>42125</c:v>
                </c:pt>
                <c:pt idx="89">
                  <c:v>42156</c:v>
                </c:pt>
                <c:pt idx="90">
                  <c:v>42186</c:v>
                </c:pt>
                <c:pt idx="91">
                  <c:v>42217</c:v>
                </c:pt>
                <c:pt idx="92">
                  <c:v>42248</c:v>
                </c:pt>
                <c:pt idx="93">
                  <c:v>42278</c:v>
                </c:pt>
                <c:pt idx="94">
                  <c:v>42309</c:v>
                </c:pt>
                <c:pt idx="95">
                  <c:v>42339</c:v>
                </c:pt>
                <c:pt idx="96">
                  <c:v>42370</c:v>
                </c:pt>
                <c:pt idx="97">
                  <c:v>42401</c:v>
                </c:pt>
                <c:pt idx="98">
                  <c:v>42430</c:v>
                </c:pt>
                <c:pt idx="99">
                  <c:v>42461</c:v>
                </c:pt>
                <c:pt idx="100">
                  <c:v>42491</c:v>
                </c:pt>
                <c:pt idx="101">
                  <c:v>42522</c:v>
                </c:pt>
                <c:pt idx="102">
                  <c:v>42552</c:v>
                </c:pt>
                <c:pt idx="103">
                  <c:v>42583</c:v>
                </c:pt>
                <c:pt idx="104">
                  <c:v>42614</c:v>
                </c:pt>
                <c:pt idx="105">
                  <c:v>42644</c:v>
                </c:pt>
                <c:pt idx="106">
                  <c:v>42675</c:v>
                </c:pt>
                <c:pt idx="107">
                  <c:v>42705</c:v>
                </c:pt>
                <c:pt idx="108">
                  <c:v>42736</c:v>
                </c:pt>
                <c:pt idx="109">
                  <c:v>42767</c:v>
                </c:pt>
                <c:pt idx="110">
                  <c:v>42795</c:v>
                </c:pt>
                <c:pt idx="111">
                  <c:v>42826</c:v>
                </c:pt>
                <c:pt idx="112">
                  <c:v>42856</c:v>
                </c:pt>
                <c:pt idx="113">
                  <c:v>42887</c:v>
                </c:pt>
                <c:pt idx="114">
                  <c:v>42917</c:v>
                </c:pt>
                <c:pt idx="115">
                  <c:v>42948</c:v>
                </c:pt>
                <c:pt idx="116">
                  <c:v>42979</c:v>
                </c:pt>
                <c:pt idx="117">
                  <c:v>43009</c:v>
                </c:pt>
                <c:pt idx="118">
                  <c:v>43040</c:v>
                </c:pt>
                <c:pt idx="119">
                  <c:v>43070</c:v>
                </c:pt>
                <c:pt idx="120">
                  <c:v>43101</c:v>
                </c:pt>
                <c:pt idx="121">
                  <c:v>43132</c:v>
                </c:pt>
                <c:pt idx="122">
                  <c:v>43160</c:v>
                </c:pt>
                <c:pt idx="123">
                  <c:v>43191</c:v>
                </c:pt>
                <c:pt idx="124">
                  <c:v>43221</c:v>
                </c:pt>
                <c:pt idx="125">
                  <c:v>43252</c:v>
                </c:pt>
                <c:pt idx="126">
                  <c:v>43282</c:v>
                </c:pt>
                <c:pt idx="127">
                  <c:v>43313</c:v>
                </c:pt>
                <c:pt idx="128">
                  <c:v>43344</c:v>
                </c:pt>
                <c:pt idx="129">
                  <c:v>43374</c:v>
                </c:pt>
                <c:pt idx="130">
                  <c:v>43405</c:v>
                </c:pt>
                <c:pt idx="131">
                  <c:v>43435</c:v>
                </c:pt>
                <c:pt idx="132">
                  <c:v>43466</c:v>
                </c:pt>
                <c:pt idx="133">
                  <c:v>43497</c:v>
                </c:pt>
                <c:pt idx="134">
                  <c:v>43525</c:v>
                </c:pt>
                <c:pt idx="135">
                  <c:v>43556</c:v>
                </c:pt>
                <c:pt idx="136">
                  <c:v>43586</c:v>
                </c:pt>
                <c:pt idx="137">
                  <c:v>43617</c:v>
                </c:pt>
                <c:pt idx="138">
                  <c:v>43647</c:v>
                </c:pt>
                <c:pt idx="139">
                  <c:v>43678</c:v>
                </c:pt>
                <c:pt idx="140">
                  <c:v>43709</c:v>
                </c:pt>
                <c:pt idx="141">
                  <c:v>43739</c:v>
                </c:pt>
                <c:pt idx="142">
                  <c:v>43770</c:v>
                </c:pt>
                <c:pt idx="143">
                  <c:v>43800</c:v>
                </c:pt>
                <c:pt idx="144">
                  <c:v>43831</c:v>
                </c:pt>
                <c:pt idx="145">
                  <c:v>43862</c:v>
                </c:pt>
                <c:pt idx="146">
                  <c:v>43891</c:v>
                </c:pt>
                <c:pt idx="147">
                  <c:v>43922</c:v>
                </c:pt>
                <c:pt idx="148">
                  <c:v>43952</c:v>
                </c:pt>
                <c:pt idx="149">
                  <c:v>43983</c:v>
                </c:pt>
                <c:pt idx="150">
                  <c:v>44013</c:v>
                </c:pt>
                <c:pt idx="151">
                  <c:v>44044</c:v>
                </c:pt>
                <c:pt idx="152">
                  <c:v>44075</c:v>
                </c:pt>
                <c:pt idx="153">
                  <c:v>44105</c:v>
                </c:pt>
                <c:pt idx="154">
                  <c:v>44136</c:v>
                </c:pt>
                <c:pt idx="155">
                  <c:v>44166</c:v>
                </c:pt>
                <c:pt idx="156">
                  <c:v>44197</c:v>
                </c:pt>
                <c:pt idx="157">
                  <c:v>44228</c:v>
                </c:pt>
                <c:pt idx="158">
                  <c:v>44256</c:v>
                </c:pt>
                <c:pt idx="159">
                  <c:v>44287</c:v>
                </c:pt>
                <c:pt idx="160">
                  <c:v>44317</c:v>
                </c:pt>
                <c:pt idx="161">
                  <c:v>44348</c:v>
                </c:pt>
                <c:pt idx="162">
                  <c:v>44378</c:v>
                </c:pt>
                <c:pt idx="163">
                  <c:v>44409</c:v>
                </c:pt>
                <c:pt idx="164">
                  <c:v>44440</c:v>
                </c:pt>
                <c:pt idx="165">
                  <c:v>44470</c:v>
                </c:pt>
                <c:pt idx="166">
                  <c:v>44501</c:v>
                </c:pt>
                <c:pt idx="167">
                  <c:v>44531</c:v>
                </c:pt>
                <c:pt idx="168">
                  <c:v>44562</c:v>
                </c:pt>
                <c:pt idx="169">
                  <c:v>44593</c:v>
                </c:pt>
                <c:pt idx="170">
                  <c:v>44621</c:v>
                </c:pt>
                <c:pt idx="171">
                  <c:v>44652</c:v>
                </c:pt>
                <c:pt idx="172">
                  <c:v>44682</c:v>
                </c:pt>
                <c:pt idx="173">
                  <c:v>44713</c:v>
                </c:pt>
                <c:pt idx="174">
                  <c:v>44743</c:v>
                </c:pt>
                <c:pt idx="175">
                  <c:v>44774</c:v>
                </c:pt>
                <c:pt idx="176">
                  <c:v>44805</c:v>
                </c:pt>
                <c:pt idx="177">
                  <c:v>44835</c:v>
                </c:pt>
                <c:pt idx="178">
                  <c:v>44866</c:v>
                </c:pt>
                <c:pt idx="179">
                  <c:v>44896</c:v>
                </c:pt>
                <c:pt idx="180">
                  <c:v>44927</c:v>
                </c:pt>
                <c:pt idx="181">
                  <c:v>44958</c:v>
                </c:pt>
                <c:pt idx="182">
                  <c:v>44986</c:v>
                </c:pt>
                <c:pt idx="183">
                  <c:v>45017</c:v>
                </c:pt>
                <c:pt idx="184">
                  <c:v>45047</c:v>
                </c:pt>
                <c:pt idx="185">
                  <c:v>45078</c:v>
                </c:pt>
                <c:pt idx="186">
                  <c:v>45108</c:v>
                </c:pt>
                <c:pt idx="187">
                  <c:v>45139</c:v>
                </c:pt>
                <c:pt idx="188">
                  <c:v>45170</c:v>
                </c:pt>
                <c:pt idx="189">
                  <c:v>45200</c:v>
                </c:pt>
                <c:pt idx="190">
                  <c:v>45231</c:v>
                </c:pt>
                <c:pt idx="191">
                  <c:v>45261</c:v>
                </c:pt>
                <c:pt idx="192">
                  <c:v>45292</c:v>
                </c:pt>
                <c:pt idx="193">
                  <c:v>45323</c:v>
                </c:pt>
                <c:pt idx="194">
                  <c:v>45352</c:v>
                </c:pt>
                <c:pt idx="195">
                  <c:v>45383</c:v>
                </c:pt>
                <c:pt idx="196">
                  <c:v>45413</c:v>
                </c:pt>
                <c:pt idx="197">
                  <c:v>45444</c:v>
                </c:pt>
                <c:pt idx="198">
                  <c:v>45474</c:v>
                </c:pt>
                <c:pt idx="199">
                  <c:v>45505</c:v>
                </c:pt>
                <c:pt idx="200">
                  <c:v>45536</c:v>
                </c:pt>
                <c:pt idx="201">
                  <c:v>45566</c:v>
                </c:pt>
                <c:pt idx="202">
                  <c:v>45597</c:v>
                </c:pt>
                <c:pt idx="203">
                  <c:v>45627</c:v>
                </c:pt>
                <c:pt idx="204">
                  <c:v>45658</c:v>
                </c:pt>
                <c:pt idx="205">
                  <c:v>45689</c:v>
                </c:pt>
                <c:pt idx="206">
                  <c:v>45717</c:v>
                </c:pt>
                <c:pt idx="207">
                  <c:v>45748</c:v>
                </c:pt>
                <c:pt idx="208">
                  <c:v>45778</c:v>
                </c:pt>
                <c:pt idx="209">
                  <c:v>45809</c:v>
                </c:pt>
                <c:pt idx="210">
                  <c:v>45839</c:v>
                </c:pt>
                <c:pt idx="211">
                  <c:v>45870</c:v>
                </c:pt>
                <c:pt idx="212">
                  <c:v>45901</c:v>
                </c:pt>
                <c:pt idx="213">
                  <c:v>45931</c:v>
                </c:pt>
                <c:pt idx="214">
                  <c:v>45962</c:v>
                </c:pt>
                <c:pt idx="215">
                  <c:v>45992</c:v>
                </c:pt>
                <c:pt idx="216">
                  <c:v>46023</c:v>
                </c:pt>
                <c:pt idx="217">
                  <c:v>46054</c:v>
                </c:pt>
                <c:pt idx="218">
                  <c:v>46082</c:v>
                </c:pt>
                <c:pt idx="219">
                  <c:v>46113</c:v>
                </c:pt>
                <c:pt idx="220">
                  <c:v>46143</c:v>
                </c:pt>
                <c:pt idx="221">
                  <c:v>46174</c:v>
                </c:pt>
                <c:pt idx="222">
                  <c:v>46204</c:v>
                </c:pt>
              </c:numCache>
            </c:numRef>
          </c:cat>
          <c:val>
            <c:numRef>
              <c:f>'Jangka &amp; Sumber'!$F$2:$F$224</c:f>
              <c:numCache>
                <c:formatCode>#,##0.0</c:formatCode>
                <c:ptCount val="223"/>
                <c:pt idx="0">
                  <c:v>117605.40955959199</c:v>
                </c:pt>
                <c:pt idx="1">
                  <c:v>119396.553045462</c:v>
                </c:pt>
                <c:pt idx="2">
                  <c:v>121097.40948425799</c:v>
                </c:pt>
                <c:pt idx="3">
                  <c:v>120103.875185827</c:v>
                </c:pt>
                <c:pt idx="4">
                  <c:v>120746.691286234</c:v>
                </c:pt>
                <c:pt idx="5">
                  <c:v>122148.42915191301</c:v>
                </c:pt>
                <c:pt idx="6">
                  <c:v>122579.82533601399</c:v>
                </c:pt>
                <c:pt idx="7">
                  <c:v>122639.869786086</c:v>
                </c:pt>
                <c:pt idx="8">
                  <c:v>123898.56524978</c:v>
                </c:pt>
                <c:pt idx="9">
                  <c:v>121414.86619695</c:v>
                </c:pt>
                <c:pt idx="10">
                  <c:v>120475.808790661</c:v>
                </c:pt>
                <c:pt idx="11">
                  <c:v>125568.477733211</c:v>
                </c:pt>
                <c:pt idx="12">
                  <c:v>124473.75188644799</c:v>
                </c:pt>
                <c:pt idx="13">
                  <c:v>120788.664831367</c:v>
                </c:pt>
                <c:pt idx="14">
                  <c:v>123885.844223156</c:v>
                </c:pt>
                <c:pt idx="15">
                  <c:v>125551.620971239</c:v>
                </c:pt>
                <c:pt idx="16">
                  <c:v>126165.761609436</c:v>
                </c:pt>
                <c:pt idx="17">
                  <c:v>125510.710312718</c:v>
                </c:pt>
                <c:pt idx="18">
                  <c:v>125940.09758000801</c:v>
                </c:pt>
                <c:pt idx="19">
                  <c:v>129054.83826804</c:v>
                </c:pt>
                <c:pt idx="20">
                  <c:v>136633.49913233699</c:v>
                </c:pt>
                <c:pt idx="21">
                  <c:v>140034.70053016499</c:v>
                </c:pt>
                <c:pt idx="22">
                  <c:v>142850.29983044</c:v>
                </c:pt>
                <c:pt idx="23">
                  <c:v>141197.59066254401</c:v>
                </c:pt>
                <c:pt idx="24">
                  <c:v>144280.12481913599</c:v>
                </c:pt>
                <c:pt idx="25">
                  <c:v>145280.10000709101</c:v>
                </c:pt>
                <c:pt idx="26">
                  <c:v>147731.78363444301</c:v>
                </c:pt>
                <c:pt idx="27">
                  <c:v>148745.199491751</c:v>
                </c:pt>
                <c:pt idx="28">
                  <c:v>149486.94034387701</c:v>
                </c:pt>
                <c:pt idx="29">
                  <c:v>149656.345563012</c:v>
                </c:pt>
                <c:pt idx="30">
                  <c:v>152886.35274547801</c:v>
                </c:pt>
                <c:pt idx="31">
                  <c:v>155608.44909254101</c:v>
                </c:pt>
                <c:pt idx="32">
                  <c:v>155985.61504507801</c:v>
                </c:pt>
                <c:pt idx="33">
                  <c:v>158071.04240287101</c:v>
                </c:pt>
                <c:pt idx="34">
                  <c:v>155349.66180674901</c:v>
                </c:pt>
                <c:pt idx="35">
                  <c:v>159505.00907192199</c:v>
                </c:pt>
                <c:pt idx="36">
                  <c:v>160166.821213352</c:v>
                </c:pt>
                <c:pt idx="37">
                  <c:v>161738.122165323</c:v>
                </c:pt>
                <c:pt idx="38">
                  <c:v>164822.31992057699</c:v>
                </c:pt>
                <c:pt idx="39">
                  <c:v>167554.14734449799</c:v>
                </c:pt>
                <c:pt idx="40">
                  <c:v>171810.27764951199</c:v>
                </c:pt>
                <c:pt idx="41">
                  <c:v>173522.103477517</c:v>
                </c:pt>
                <c:pt idx="42">
                  <c:v>176898.12752105799</c:v>
                </c:pt>
                <c:pt idx="43">
                  <c:v>176945.00567123599</c:v>
                </c:pt>
                <c:pt idx="44">
                  <c:v>176950.582415129</c:v>
                </c:pt>
                <c:pt idx="45">
                  <c:v>177214.359431855</c:v>
                </c:pt>
                <c:pt idx="46">
                  <c:v>176596.81286097999</c:v>
                </c:pt>
                <c:pt idx="47">
                  <c:v>178619.464507233</c:v>
                </c:pt>
                <c:pt idx="48">
                  <c:v>184002.282581837</c:v>
                </c:pt>
                <c:pt idx="49">
                  <c:v>182567.04256930499</c:v>
                </c:pt>
                <c:pt idx="50">
                  <c:v>183034.22298936301</c:v>
                </c:pt>
                <c:pt idx="51">
                  <c:v>189124.37848025499</c:v>
                </c:pt>
                <c:pt idx="52">
                  <c:v>191741.167213129</c:v>
                </c:pt>
                <c:pt idx="53">
                  <c:v>190522.696675279</c:v>
                </c:pt>
                <c:pt idx="54">
                  <c:v>193582.77396902599</c:v>
                </c:pt>
                <c:pt idx="55">
                  <c:v>193423.827938598</c:v>
                </c:pt>
                <c:pt idx="56">
                  <c:v>194983.456873085</c:v>
                </c:pt>
                <c:pt idx="57">
                  <c:v>196566.47319771899</c:v>
                </c:pt>
                <c:pt idx="58">
                  <c:v>198703.383865788</c:v>
                </c:pt>
                <c:pt idx="59">
                  <c:v>197714.96689437301</c:v>
                </c:pt>
                <c:pt idx="60">
                  <c:v>198460.75401803901</c:v>
                </c:pt>
                <c:pt idx="61">
                  <c:v>200663.55784331801</c:v>
                </c:pt>
                <c:pt idx="62">
                  <c:v>200001.79738222301</c:v>
                </c:pt>
                <c:pt idx="63">
                  <c:v>202894.445603762</c:v>
                </c:pt>
                <c:pt idx="64">
                  <c:v>203194.04902212901</c:v>
                </c:pt>
                <c:pt idx="65">
                  <c:v>201639.781004002</c:v>
                </c:pt>
                <c:pt idx="66">
                  <c:v>211827.86102247701</c:v>
                </c:pt>
                <c:pt idx="67">
                  <c:v>207712.17372417799</c:v>
                </c:pt>
                <c:pt idx="68">
                  <c:v>204774.68796022801</c:v>
                </c:pt>
                <c:pt idx="69">
                  <c:v>207243.53007851599</c:v>
                </c:pt>
                <c:pt idx="70">
                  <c:v>206551.00759916601</c:v>
                </c:pt>
                <c:pt idx="71">
                  <c:v>209369.90433768401</c:v>
                </c:pt>
                <c:pt idx="72">
                  <c:v>215272.78106335501</c:v>
                </c:pt>
                <c:pt idx="73">
                  <c:v>218600.05893356499</c:v>
                </c:pt>
                <c:pt idx="74">
                  <c:v>221212.26241684999</c:v>
                </c:pt>
                <c:pt idx="75">
                  <c:v>224173.06467739001</c:v>
                </c:pt>
                <c:pt idx="76">
                  <c:v>228077.04443672</c:v>
                </c:pt>
                <c:pt idx="77">
                  <c:v>227333.02959204299</c:v>
                </c:pt>
                <c:pt idx="78">
                  <c:v>232601.04594359201</c:v>
                </c:pt>
                <c:pt idx="79">
                  <c:v>232439.431558538</c:v>
                </c:pt>
                <c:pt idx="80">
                  <c:v>235819.80361344601</c:v>
                </c:pt>
                <c:pt idx="81">
                  <c:v>235893.07577791301</c:v>
                </c:pt>
                <c:pt idx="82">
                  <c:v>233038.155314923</c:v>
                </c:pt>
                <c:pt idx="83">
                  <c:v>234064.83583823699</c:v>
                </c:pt>
                <c:pt idx="84">
                  <c:v>242280.82341057801</c:v>
                </c:pt>
                <c:pt idx="85">
                  <c:v>242762.52786318801</c:v>
                </c:pt>
                <c:pt idx="86">
                  <c:v>241706.76414629599</c:v>
                </c:pt>
                <c:pt idx="87">
                  <c:v>244445.89830153299</c:v>
                </c:pt>
                <c:pt idx="88">
                  <c:v>246242.59261849799</c:v>
                </c:pt>
                <c:pt idx="89">
                  <c:v>248389.363034273</c:v>
                </c:pt>
                <c:pt idx="90">
                  <c:v>248726.942034979</c:v>
                </c:pt>
                <c:pt idx="91">
                  <c:v>247120.62562512001</c:v>
                </c:pt>
                <c:pt idx="92">
                  <c:v>246432.53254980399</c:v>
                </c:pt>
                <c:pt idx="93">
                  <c:v>248011.019104476</c:v>
                </c:pt>
                <c:pt idx="94">
                  <c:v>250759.151836823</c:v>
                </c:pt>
                <c:pt idx="95">
                  <c:v>255228.58357337199</c:v>
                </c:pt>
                <c:pt idx="96">
                  <c:v>255103.17143263499</c:v>
                </c:pt>
                <c:pt idx="97">
                  <c:v>259176.82753028499</c:v>
                </c:pt>
                <c:pt idx="98">
                  <c:v>260878.303081419</c:v>
                </c:pt>
                <c:pt idx="99">
                  <c:v>263020.09919193998</c:v>
                </c:pt>
                <c:pt idx="100">
                  <c:v>258820.414644301</c:v>
                </c:pt>
                <c:pt idx="101">
                  <c:v>268374.09311645798</c:v>
                </c:pt>
                <c:pt idx="102">
                  <c:v>268470.98007029598</c:v>
                </c:pt>
                <c:pt idx="103">
                  <c:v>268530.30698142399</c:v>
                </c:pt>
                <c:pt idx="104">
                  <c:v>270502.34222648799</c:v>
                </c:pt>
                <c:pt idx="105">
                  <c:v>269617.301699295</c:v>
                </c:pt>
                <c:pt idx="106">
                  <c:v>261895.535360212</c:v>
                </c:pt>
                <c:pt idx="107">
                  <c:v>265294.90200272901</c:v>
                </c:pt>
                <c:pt idx="108">
                  <c:v>267253.37972881098</c:v>
                </c:pt>
                <c:pt idx="109">
                  <c:v>267513.98986118298</c:v>
                </c:pt>
                <c:pt idx="110">
                  <c:v>273306.795741298</c:v>
                </c:pt>
                <c:pt idx="111">
                  <c:v>276461.13406151597</c:v>
                </c:pt>
                <c:pt idx="112">
                  <c:v>277451.64541705599</c:v>
                </c:pt>
                <c:pt idx="113">
                  <c:v>278754.08079615398</c:v>
                </c:pt>
                <c:pt idx="114">
                  <c:v>284088.24426235398</c:v>
                </c:pt>
                <c:pt idx="115">
                  <c:v>286292.84623661102</c:v>
                </c:pt>
                <c:pt idx="116">
                  <c:v>288933.35754997702</c:v>
                </c:pt>
                <c:pt idx="117">
                  <c:v>286901.647832694</c:v>
                </c:pt>
                <c:pt idx="118">
                  <c:v>291335.44508417899</c:v>
                </c:pt>
                <c:pt idx="119">
                  <c:v>297646.28156193497</c:v>
                </c:pt>
                <c:pt idx="120">
                  <c:v>298522.01910580799</c:v>
                </c:pt>
                <c:pt idx="121">
                  <c:v>298253.80968834402</c:v>
                </c:pt>
                <c:pt idx="122">
                  <c:v>299717.89289878798</c:v>
                </c:pt>
                <c:pt idx="123">
                  <c:v>296377.56685147301</c:v>
                </c:pt>
                <c:pt idx="124">
                  <c:v>297047.37244004302</c:v>
                </c:pt>
                <c:pt idx="125">
                  <c:v>296752.82051530899</c:v>
                </c:pt>
                <c:pt idx="126">
                  <c:v>296223.25443002098</c:v>
                </c:pt>
                <c:pt idx="127">
                  <c:v>299241.907903446</c:v>
                </c:pt>
                <c:pt idx="128">
                  <c:v>295798.54032308701</c:v>
                </c:pt>
                <c:pt idx="129">
                  <c:v>299297.37248151703</c:v>
                </c:pt>
                <c:pt idx="130">
                  <c:v>309470.09380136599</c:v>
                </c:pt>
                <c:pt idx="131">
                  <c:v>315256.09998379397</c:v>
                </c:pt>
                <c:pt idx="132">
                  <c:v>320016.67191373702</c:v>
                </c:pt>
                <c:pt idx="133">
                  <c:v>323952.03961764602</c:v>
                </c:pt>
                <c:pt idx="134">
                  <c:v>323760.28858974</c:v>
                </c:pt>
                <c:pt idx="135">
                  <c:v>322787.78509889299</c:v>
                </c:pt>
                <c:pt idx="136">
                  <c:v>322861.49637974403</c:v>
                </c:pt>
                <c:pt idx="137">
                  <c:v>327434.25975232403</c:v>
                </c:pt>
                <c:pt idx="138">
                  <c:v>335179.55849686801</c:v>
                </c:pt>
                <c:pt idx="139">
                  <c:v>335134.48986569501</c:v>
                </c:pt>
                <c:pt idx="140">
                  <c:v>337942.620960108</c:v>
                </c:pt>
                <c:pt idx="141">
                  <c:v>342969.78693141701</c:v>
                </c:pt>
                <c:pt idx="142">
                  <c:v>339200.70558734599</c:v>
                </c:pt>
                <c:pt idx="143">
                  <c:v>340249.18956085102</c:v>
                </c:pt>
                <c:pt idx="144">
                  <c:v>349816.42090426001</c:v>
                </c:pt>
                <c:pt idx="145">
                  <c:v>346473.284103007</c:v>
                </c:pt>
                <c:pt idx="146">
                  <c:v>327414.10626814398</c:v>
                </c:pt>
                <c:pt idx="147">
                  <c:v>338686.62730543601</c:v>
                </c:pt>
                <c:pt idx="148">
                  <c:v>339939.62123738101</c:v>
                </c:pt>
                <c:pt idx="149">
                  <c:v>344805.20750197698</c:v>
                </c:pt>
                <c:pt idx="150">
                  <c:v>341941.84520578303</c:v>
                </c:pt>
                <c:pt idx="151">
                  <c:v>345492.76334363798</c:v>
                </c:pt>
                <c:pt idx="152">
                  <c:v>341263.59207993699</c:v>
                </c:pt>
                <c:pt idx="153">
                  <c:v>346530.93181467801</c:v>
                </c:pt>
                <c:pt idx="154">
                  <c:v>348991.94107513299</c:v>
                </c:pt>
                <c:pt idx="155">
                  <c:v>351856.62961133098</c:v>
                </c:pt>
                <c:pt idx="156">
                  <c:v>353198.00638356397</c:v>
                </c:pt>
                <c:pt idx="157">
                  <c:v>352349.992782988</c:v>
                </c:pt>
                <c:pt idx="158">
                  <c:v>346568.16862363502</c:v>
                </c:pt>
                <c:pt idx="159">
                  <c:v>347063.68248646997</c:v>
                </c:pt>
                <c:pt idx="160">
                  <c:v>345992.54033411201</c:v>
                </c:pt>
                <c:pt idx="161">
                  <c:v>347859.431064879</c:v>
                </c:pt>
                <c:pt idx="162">
                  <c:v>348830.61546572403</c:v>
                </c:pt>
                <c:pt idx="163">
                  <c:v>357020.70980378799</c:v>
                </c:pt>
                <c:pt idx="164">
                  <c:v>356623.74273903202</c:v>
                </c:pt>
                <c:pt idx="165">
                  <c:v>355886.54618693597</c:v>
                </c:pt>
                <c:pt idx="166">
                  <c:v>352270.61119609198</c:v>
                </c:pt>
                <c:pt idx="167">
                  <c:v>352595.38747427298</c:v>
                </c:pt>
                <c:pt idx="168">
                  <c:v>353541.338294813</c:v>
                </c:pt>
                <c:pt idx="169">
                  <c:v>351041.24896307499</c:v>
                </c:pt>
                <c:pt idx="170">
                  <c:v>345790.98655203602</c:v>
                </c:pt>
                <c:pt idx="171">
                  <c:v>341556.99382799299</c:v>
                </c:pt>
                <c:pt idx="172">
                  <c:v>335470.93317190901</c:v>
                </c:pt>
                <c:pt idx="173">
                  <c:v>332884.16136709403</c:v>
                </c:pt>
                <c:pt idx="174">
                  <c:v>331156.42767665698</c:v>
                </c:pt>
                <c:pt idx="175">
                  <c:v>331927.75364099699</c:v>
                </c:pt>
                <c:pt idx="176">
                  <c:v>329796.719347923</c:v>
                </c:pt>
                <c:pt idx="177">
                  <c:v>324618.63878750999</c:v>
                </c:pt>
                <c:pt idx="178">
                  <c:v>325752.21764382499</c:v>
                </c:pt>
                <c:pt idx="179">
                  <c:v>328115.180764616</c:v>
                </c:pt>
                <c:pt idx="180">
                  <c:v>337483.45055605198</c:v>
                </c:pt>
                <c:pt idx="181">
                  <c:v>332710.47750286298</c:v>
                </c:pt>
                <c:pt idx="182">
                  <c:v>335593.79024362803</c:v>
                </c:pt>
                <c:pt idx="183">
                  <c:v>338452.87637438299</c:v>
                </c:pt>
                <c:pt idx="184">
                  <c:v>334375.949671462</c:v>
                </c:pt>
                <c:pt idx="185">
                  <c:v>333411.022907153</c:v>
                </c:pt>
                <c:pt idx="186">
                  <c:v>332766.01768558798</c:v>
                </c:pt>
                <c:pt idx="187">
                  <c:v>332339.67671801802</c:v>
                </c:pt>
                <c:pt idx="188">
                  <c:v>327943.455922511</c:v>
                </c:pt>
                <c:pt idx="189">
                  <c:v>324459.01753699599</c:v>
                </c:pt>
                <c:pt idx="190">
                  <c:v>333741.06165614602</c:v>
                </c:pt>
                <c:pt idx="191">
                  <c:v>336787.29823132302</c:v>
                </c:pt>
                <c:pt idx="192">
                  <c:v>332659.13995178399</c:v>
                </c:pt>
                <c:pt idx="193">
                  <c:v>334927.776981742</c:v>
                </c:pt>
                <c:pt idx="194">
                  <c:v>332362.28278314503</c:v>
                </c:pt>
                <c:pt idx="195">
                  <c:v>327885.45160315902</c:v>
                </c:pt>
                <c:pt idx="196">
                  <c:v>327570.69795511599</c:v>
                </c:pt>
                <c:pt idx="197">
                  <c:v>327998.29440939298</c:v>
                </c:pt>
                <c:pt idx="198">
                  <c:v>332327.22241983999</c:v>
                </c:pt>
                <c:pt idx="199">
                  <c:v>338485.30526662897</c:v>
                </c:pt>
                <c:pt idx="200">
                  <c:v>341914.54005976301</c:v>
                </c:pt>
                <c:pt idx="201">
                  <c:v>338661.78344810102</c:v>
                </c:pt>
                <c:pt idx="202">
                  <c:v>340491.79724360898</c:v>
                </c:pt>
                <c:pt idx="203">
                  <c:v>342403.12539802998</c:v>
                </c:pt>
                <c:pt idx="204">
                  <c:v>345388.31246667902</c:v>
                </c:pt>
                <c:pt idx="205">
                  <c:v>343798.39384548698</c:v>
                </c:pt>
                <c:pt idx="206">
                  <c:v>344410.45391179499</c:v>
                </c:pt>
                <c:pt idx="207">
                  <c:v>345894.98606823699</c:v>
                </c:pt>
                <c:pt idx="208">
                  <c:v>349012.29023037601</c:v>
                </c:pt>
                <c:pt idx="209">
                  <c:v>349572.68498282903</c:v>
                </c:pt>
                <c:pt idx="210">
                  <c:v>353881.68076761399</c:v>
                </c:pt>
                <c:pt idx="211">
                  <c:v>355816.43793511798</c:v>
                </c:pt>
                <c:pt idx="212">
                  <c:v>349439.940650278</c:v>
                </c:pt>
                <c:pt idx="213">
                  <c:v>350510.15286831302</c:v>
                </c:pt>
                <c:pt idx="214">
                  <c:v>349035.110954214</c:v>
                </c:pt>
                <c:pt idx="215">
                  <c:v>356093.096362893</c:v>
                </c:pt>
                <c:pt idx="216">
                  <c:v>357073.71177574102</c:v>
                </c:pt>
                <c:pt idx="217">
                  <c:v>356783.53380447201</c:v>
                </c:pt>
                <c:pt idx="218">
                  <c:v>352261.41748127498</c:v>
                </c:pt>
                <c:pt idx="219">
                  <c:v>354674.92971454503</c:v>
                </c:pt>
                <c:pt idx="220">
                  <c:v>352233.65625110501</c:v>
                </c:pt>
                <c:pt idx="221">
                  <c:v>355898.17901197099</c:v>
                </c:pt>
                <c:pt idx="222">
                  <c:v>358391.388328981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3D4-734D-BE39-6418CD55DB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9782975"/>
        <c:axId val="1677343167"/>
      </c:lineChart>
      <c:dateAx>
        <c:axId val="1639782975"/>
        <c:scaling>
          <c:orientation val="minMax"/>
          <c:min val="39508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>
              <a:defRPr sz="1200"/>
            </a:pPr>
            <a:endParaRPr lang="en-US"/>
          </a:p>
        </c:txPr>
        <c:crossAx val="1677343167"/>
        <c:crosses val="autoZero"/>
        <c:auto val="1"/>
        <c:lblOffset val="100"/>
        <c:baseTimeUnit val="months"/>
        <c:majorUnit val="10"/>
        <c:majorTimeUnit val="months"/>
      </c:dateAx>
      <c:valAx>
        <c:axId val="1677343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vert="horz"/>
          <a:lstStyle/>
          <a:p>
            <a:pPr>
              <a:defRPr sz="1200"/>
            </a:pPr>
            <a:endParaRPr lang="en-US"/>
          </a:p>
        </c:txPr>
        <c:crossAx val="1639782975"/>
        <c:crosses val="autoZero"/>
        <c:crossBetween val="between"/>
        <c:dispUnits>
          <c:builtInUnit val="thousands"/>
        </c:dispUnits>
      </c:valAx>
    </c:plotArea>
    <c:legend>
      <c:legendPos val="t"/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1200"/>
          </a:pPr>
          <a:endParaRPr lang="en-US"/>
        </a:p>
      </c:txPr>
    </c:legend>
    <c:plotVisOnly val="1"/>
    <c:dispBlanksAs val="gap"/>
    <c:showDLblsOverMax val="0"/>
    <c:extLst/>
  </c:chart>
  <c:txPr>
    <a:bodyPr/>
    <a:lstStyle/>
    <a:p>
      <a:pPr>
        <a:defRPr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1400" b="1" i="0">
                <a:solidFill>
                  <a:srgbClr val="000000"/>
                </a:solidFill>
                <a:latin typeface="Calibri"/>
              </a:rPr>
              <a:t>H1 2025 </a:t>
            </a:r>
          </a:p>
          <a:p>
            <a:pPr>
              <a:defRPr/>
            </a:pPr>
            <a:r>
              <a:rPr lang="en-US" sz="1400" b="0" i="0">
                <a:solidFill>
                  <a:srgbClr val="000000"/>
                </a:solidFill>
                <a:latin typeface="Calibri"/>
              </a:rPr>
              <a:t>(% </a:t>
            </a:r>
            <a:r>
              <a:rPr lang="en-US" sz="1400" b="0" i="0" err="1">
                <a:solidFill>
                  <a:srgbClr val="000000"/>
                </a:solidFill>
                <a:latin typeface="Calibri"/>
              </a:rPr>
              <a:t>terhadap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 PDB</a:t>
            </a:r>
            <a:r>
              <a:rPr lang="en-US" sz="1400" b="0" i="0" baseline="0">
                <a:solidFill>
                  <a:srgbClr val="000000"/>
                </a:solidFill>
                <a:latin typeface="Calibri"/>
              </a:rPr>
              <a:t> 1H 2025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36"/>
          <c:y val="0.22"/>
          <c:w val="0.62"/>
          <c:h val="0.74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0A22E"/>
              </a:solidFill>
            </c:spPr>
            <c:extLst>
              <c:ext xmlns:c16="http://schemas.microsoft.com/office/drawing/2014/chart" uri="{C3380CC4-5D6E-409C-BE32-E72D297353CC}">
                <c16:uniqueId val="{00000001-35D1-4BE9-8A63-5C4C3FEAFB5C}"/>
              </c:ext>
            </c:extLst>
          </c:dPt>
          <c:dPt>
            <c:idx val="1"/>
            <c:invertIfNegative val="0"/>
            <c:bubble3D val="0"/>
            <c:spPr>
              <a:solidFill>
                <a:srgbClr val="A5644E"/>
              </a:solidFill>
            </c:spPr>
            <c:extLst>
              <c:ext xmlns:c16="http://schemas.microsoft.com/office/drawing/2014/chart" uri="{C3380CC4-5D6E-409C-BE32-E72D297353CC}">
                <c16:uniqueId val="{00000003-35D1-4BE9-8A63-5C4C3FEAFB5C}"/>
              </c:ext>
            </c:extLst>
          </c:dPt>
          <c:dPt>
            <c:idx val="2"/>
            <c:invertIfNegative val="0"/>
            <c:bubble3D val="0"/>
            <c:spPr>
              <a:solidFill>
                <a:srgbClr val="B58B80"/>
              </a:solidFill>
            </c:spPr>
            <c:extLst>
              <c:ext xmlns:c16="http://schemas.microsoft.com/office/drawing/2014/chart" uri="{C3380CC4-5D6E-409C-BE32-E72D297353CC}">
                <c16:uniqueId val="{00000005-35D1-4BE9-8A63-5C4C3FEAFB5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200" b="1">
                        <a:solidFill>
                          <a:schemeClr val="bg1"/>
                        </a:solidFill>
                      </a:defRPr>
                    </a:pPr>
                    <a:r>
                      <a:rPr lang="en-US" sz="1200" b="1" i="0">
                        <a:solidFill>
                          <a:schemeClr val="bg1"/>
                        </a:solidFill>
                        <a:latin typeface="Calibri"/>
                        <a:cs typeface="Calibri"/>
                      </a:rPr>
                      <a:t>−0,42%</a:t>
                    </a:r>
                  </a:p>
                </c:rich>
              </c:tx>
              <c:spPr>
                <a:solidFill>
                  <a:schemeClr val="accent1"/>
                </a:solidFill>
                <a:ln>
                  <a:solidFill>
                    <a:schemeClr val="accent1"/>
                  </a:solidFill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5D1-4BE9-8A63-5C4C3FEAFB5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200" b="1">
                        <a:solidFill>
                          <a:schemeClr val="bg1"/>
                        </a:solidFill>
                      </a:defRPr>
                    </a:pPr>
                    <a:r>
                      <a:rPr lang="en-US" sz="1200" b="1" i="0">
                        <a:solidFill>
                          <a:schemeClr val="bg1"/>
                        </a:solidFill>
                        <a:latin typeface="Calibri"/>
                        <a:cs typeface="Calibri"/>
                      </a:rPr>
                      <a:t>−1,76%</a:t>
                    </a:r>
                  </a:p>
                </c:rich>
              </c:tx>
              <c:spPr>
                <a:solidFill>
                  <a:schemeClr val="accent2"/>
                </a:solidFill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5D1-4BE9-8A63-5C4C3FEAFB5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200" b="1">
                        <a:solidFill>
                          <a:schemeClr val="bg1"/>
                        </a:solidFill>
                      </a:defRPr>
                    </a:pPr>
                    <a:r>
                      <a:rPr lang="en-US" sz="1200" b="1" i="0">
                        <a:solidFill>
                          <a:schemeClr val="bg1"/>
                        </a:solidFill>
                        <a:latin typeface="Calibri"/>
                        <a:cs typeface="Calibri"/>
                      </a:rPr>
                      <a:t>1,34%</a:t>
                    </a:r>
                  </a:p>
                </c:rich>
              </c:tx>
              <c:spPr>
                <a:solidFill>
                  <a:schemeClr val="accent3"/>
                </a:solidFill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5D1-4BE9-8A63-5C4C3FEAFB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Current Account/PDB</c:v>
                </c:pt>
                <c:pt idx="1">
                  <c:v>Defisit Fiskal/PDB</c:v>
                </c:pt>
                <c:pt idx="2">
                  <c:v>Private SI Gap/PDB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-4.2023697095471416E-3</c:v>
                </c:pt>
                <c:pt idx="1">
                  <c:v>-1.758389377330383E-2</c:v>
                </c:pt>
                <c:pt idx="2">
                  <c:v>1.3381524063756679E-2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D1-4BE9-8A63-5C4C3FEAFB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3848362105453203E-2"/>
          <c:min val="-3.1797816140604271E-2"/>
        </c:scaling>
        <c:delete val="1"/>
        <c:axPos val="t"/>
        <c:numFmt formatCode="0.0%" sourceLinked="0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1400" b="1" i="0">
                <a:solidFill>
                  <a:srgbClr val="000000"/>
                </a:solidFill>
                <a:latin typeface="Calibri"/>
              </a:rPr>
              <a:t>H1 2026</a:t>
            </a:r>
          </a:p>
          <a:p>
            <a:pPr>
              <a:defRPr/>
            </a:pPr>
            <a:r>
              <a:rPr lang="en-US" sz="1400" b="1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(% </a:t>
            </a:r>
            <a:r>
              <a:rPr lang="en-US" sz="1400" b="0" i="0" err="1">
                <a:solidFill>
                  <a:srgbClr val="000000"/>
                </a:solidFill>
                <a:latin typeface="Calibri"/>
              </a:rPr>
              <a:t>terhadap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 PDB 1H 2026)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36"/>
          <c:y val="0.22"/>
          <c:w val="0.62"/>
          <c:h val="0.74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0A22E"/>
              </a:solidFill>
            </c:spPr>
            <c:extLst>
              <c:ext xmlns:c16="http://schemas.microsoft.com/office/drawing/2014/chart" uri="{C3380CC4-5D6E-409C-BE32-E72D297353CC}">
                <c16:uniqueId val="{00000001-3BD6-4DA0-A3DE-B2ED6FBD6D89}"/>
              </c:ext>
            </c:extLst>
          </c:dPt>
          <c:dPt>
            <c:idx val="1"/>
            <c:invertIfNegative val="0"/>
            <c:bubble3D val="0"/>
            <c:spPr>
              <a:solidFill>
                <a:srgbClr val="A5644E"/>
              </a:solidFill>
            </c:spPr>
            <c:extLst>
              <c:ext xmlns:c16="http://schemas.microsoft.com/office/drawing/2014/chart" uri="{C3380CC4-5D6E-409C-BE32-E72D297353CC}">
                <c16:uniqueId val="{00000003-3BD6-4DA0-A3DE-B2ED6FBD6D89}"/>
              </c:ext>
            </c:extLst>
          </c:dPt>
          <c:dPt>
            <c:idx val="2"/>
            <c:invertIfNegative val="0"/>
            <c:bubble3D val="0"/>
            <c:spPr>
              <a:solidFill>
                <a:srgbClr val="B58B80"/>
              </a:solidFill>
            </c:spPr>
            <c:extLst>
              <c:ext xmlns:c16="http://schemas.microsoft.com/office/drawing/2014/chart" uri="{C3380CC4-5D6E-409C-BE32-E72D297353CC}">
                <c16:uniqueId val="{00000005-3BD6-4DA0-A3DE-B2ED6FBD6D8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200" b="1">
                        <a:solidFill>
                          <a:schemeClr val="bg1"/>
                        </a:solidFill>
                      </a:defRPr>
                    </a:pPr>
                    <a:r>
                      <a:rPr lang="en-US" sz="1200" b="1" i="0">
                        <a:solidFill>
                          <a:schemeClr val="bg1"/>
                        </a:solidFill>
                        <a:latin typeface="Calibri"/>
                        <a:cs typeface="Calibri"/>
                      </a:rPr>
                      <a:t>−2,19%</a:t>
                    </a:r>
                  </a:p>
                </c:rich>
              </c:tx>
              <c:spPr>
                <a:solidFill>
                  <a:schemeClr val="accent1"/>
                </a:solidFill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BD6-4DA0-A3DE-B2ED6FBD6D8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200" b="1">
                        <a:solidFill>
                          <a:schemeClr val="bg1"/>
                        </a:solidFill>
                      </a:defRPr>
                    </a:pPr>
                    <a:r>
                      <a:rPr lang="en-US" sz="1200" b="1" i="0">
                        <a:solidFill>
                          <a:schemeClr val="bg1"/>
                        </a:solidFill>
                        <a:latin typeface="Calibri"/>
                        <a:cs typeface="Calibri"/>
                      </a:rPr>
                      <a:t>−1,54%</a:t>
                    </a:r>
                  </a:p>
                </c:rich>
              </c:tx>
              <c:spPr>
                <a:solidFill>
                  <a:schemeClr val="accent2"/>
                </a:solidFill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BD6-4DA0-A3DE-B2ED6FBD6D8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200" b="1">
                        <a:solidFill>
                          <a:schemeClr val="bg1"/>
                        </a:solidFill>
                      </a:defRPr>
                    </a:pPr>
                    <a:r>
                      <a:rPr lang="en-US" sz="1200" b="1" i="0">
                        <a:solidFill>
                          <a:schemeClr val="bg1"/>
                        </a:solidFill>
                        <a:latin typeface="Calibri"/>
                        <a:cs typeface="Calibri"/>
                      </a:rPr>
                      <a:t>−0,65%</a:t>
                    </a:r>
                  </a:p>
                </c:rich>
              </c:tx>
              <c:spPr>
                <a:solidFill>
                  <a:schemeClr val="accent3"/>
                </a:solidFill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BD6-4DA0-A3DE-B2ED6FBD6D8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Current Account/PDB</c:v>
                </c:pt>
                <c:pt idx="1">
                  <c:v>Defisit Fiskal/PDB</c:v>
                </c:pt>
                <c:pt idx="2">
                  <c:v>Private SI Gap/PDB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-2.1929528372830531E-2</c:v>
                </c:pt>
                <c:pt idx="1">
                  <c:v>-1.5424709363936796E-2</c:v>
                </c:pt>
                <c:pt idx="2">
                  <c:v>-6.504819008893741E-3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D6-4DA0-A3DE-B2ED6FBD6D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3848362105453203E-2"/>
          <c:min val="-3.1797816140604271E-2"/>
        </c:scaling>
        <c:delete val="1"/>
        <c:axPos val="t"/>
        <c:numFmt formatCode="0.0%" sourceLinked="0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1400" b="1" i="0" err="1">
                <a:solidFill>
                  <a:srgbClr val="000000"/>
                </a:solidFill>
                <a:latin typeface="Calibri"/>
              </a:rPr>
              <a:t>Pertumbuhan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DPK dan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Kredit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Perbankan</a:t>
            </a:r>
            <a:endParaRPr lang="en-US" sz="1400" b="1" i="0">
              <a:solidFill>
                <a:srgbClr val="000000"/>
              </a:solidFill>
              <a:latin typeface="Calibri"/>
            </a:endParaRPr>
          </a:p>
          <a:p>
            <a:pPr>
              <a:defRPr/>
            </a:pPr>
            <a:r>
              <a:rPr lang="en-US" sz="1400" b="0" i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1400" b="0" i="0" err="1">
                <a:solidFill>
                  <a:srgbClr val="000000"/>
                </a:solidFill>
                <a:latin typeface="Calibri"/>
              </a:rPr>
              <a:t>persen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, YoY)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Pertumbuhan DPK</c:v>
                </c:pt>
              </c:strCache>
            </c:strRef>
          </c:tx>
          <c:spPr>
            <a:ln w="28575" cap="rnd">
              <a:solidFill>
                <a:srgbClr val="F0A22E"/>
              </a:solidFill>
              <a:round/>
            </a:ln>
          </c:spPr>
          <c:marker>
            <c:symbol val="none"/>
          </c:marker>
          <c:dLbls>
            <c:dLbl>
              <c:idx val="43"/>
              <c:layout>
                <c:manualLayout>
                  <c:x val="-6.8306010928961746E-3"/>
                  <c:y val="7.9801339487736447E-2"/>
                </c:manualLayout>
              </c:layout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10,9</a:t>
                    </a:r>
                  </a:p>
                </c:rich>
              </c:tx>
              <c:spPr>
                <a:solidFill>
                  <a:srgbClr val="F0A22E"/>
                </a:solidFill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1FC-405C-AB58-5E0D099396B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Sheet1!$A$2:$A$45</c:f>
              <c:numCache>
                <c:formatCode>yyyy\-mm\-dd</c:formatCode>
                <c:ptCount val="44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  <c:pt idx="30">
                  <c:v>45839</c:v>
                </c:pt>
                <c:pt idx="31">
                  <c:v>45870</c:v>
                </c:pt>
                <c:pt idx="32">
                  <c:v>45901</c:v>
                </c:pt>
                <c:pt idx="33">
                  <c:v>45931</c:v>
                </c:pt>
                <c:pt idx="34">
                  <c:v>45962</c:v>
                </c:pt>
                <c:pt idx="35">
                  <c:v>45992</c:v>
                </c:pt>
                <c:pt idx="36">
                  <c:v>46023</c:v>
                </c:pt>
                <c:pt idx="37">
                  <c:v>46054</c:v>
                </c:pt>
                <c:pt idx="38">
                  <c:v>46082</c:v>
                </c:pt>
                <c:pt idx="39">
                  <c:v>46113</c:v>
                </c:pt>
                <c:pt idx="40">
                  <c:v>46143</c:v>
                </c:pt>
                <c:pt idx="41">
                  <c:v>46174</c:v>
                </c:pt>
                <c:pt idx="42">
                  <c:v>46204</c:v>
                </c:pt>
                <c:pt idx="43">
                  <c:v>46235</c:v>
                </c:pt>
              </c:numCache>
            </c:numRef>
          </c:cat>
          <c:val>
            <c:numRef>
              <c:f>Sheet1!$B$2:$B$45</c:f>
              <c:numCache>
                <c:formatCode>#,##0.0</c:formatCode>
                <c:ptCount val="44"/>
                <c:pt idx="0">
                  <c:v>8.0304000000000002</c:v>
                </c:pt>
                <c:pt idx="1">
                  <c:v>8.1837</c:v>
                </c:pt>
                <c:pt idx="2">
                  <c:v>7.0025000000000004</c:v>
                </c:pt>
                <c:pt idx="3">
                  <c:v>6.8247999999999998</c:v>
                </c:pt>
                <c:pt idx="4">
                  <c:v>6.5484</c:v>
                </c:pt>
                <c:pt idx="5">
                  <c:v>5.7851999999999997</c:v>
                </c:pt>
                <c:pt idx="6">
                  <c:v>6.6155999999999997</c:v>
                </c:pt>
                <c:pt idx="7">
                  <c:v>6.2361000000000004</c:v>
                </c:pt>
                <c:pt idx="8">
                  <c:v>6.5361000000000002</c:v>
                </c:pt>
                <c:pt idx="9">
                  <c:v>3.4283999999999999</c:v>
                </c:pt>
                <c:pt idx="10">
                  <c:v>3.0356999999999998</c:v>
                </c:pt>
                <c:pt idx="11">
                  <c:v>3.7326000000000001</c:v>
                </c:pt>
                <c:pt idx="12">
                  <c:v>5.8017000000000003</c:v>
                </c:pt>
                <c:pt idx="13">
                  <c:v>5.6597</c:v>
                </c:pt>
                <c:pt idx="14">
                  <c:v>7.4402999999999997</c:v>
                </c:pt>
                <c:pt idx="15">
                  <c:v>8.2090999999999994</c:v>
                </c:pt>
                <c:pt idx="16">
                  <c:v>8.6294000000000004</c:v>
                </c:pt>
                <c:pt idx="17">
                  <c:v>8.4547000000000008</c:v>
                </c:pt>
                <c:pt idx="18">
                  <c:v>7.7157</c:v>
                </c:pt>
                <c:pt idx="19">
                  <c:v>7.0148000000000001</c:v>
                </c:pt>
                <c:pt idx="20">
                  <c:v>7.0406000000000004</c:v>
                </c:pt>
                <c:pt idx="21">
                  <c:v>6.7370000000000001</c:v>
                </c:pt>
                <c:pt idx="22">
                  <c:v>7.5423</c:v>
                </c:pt>
                <c:pt idx="23">
                  <c:v>4.4847000000000001</c:v>
                </c:pt>
                <c:pt idx="24">
                  <c:v>5.5134999999999996</c:v>
                </c:pt>
                <c:pt idx="25">
                  <c:v>5.7462999999999997</c:v>
                </c:pt>
                <c:pt idx="26">
                  <c:v>4.7544000000000004</c:v>
                </c:pt>
                <c:pt idx="27">
                  <c:v>4.5479000000000003</c:v>
                </c:pt>
                <c:pt idx="28">
                  <c:v>4.2919</c:v>
                </c:pt>
                <c:pt idx="29">
                  <c:v>6.9588999999999999</c:v>
                </c:pt>
                <c:pt idx="30">
                  <c:v>6.9804000000000004</c:v>
                </c:pt>
                <c:pt idx="31">
                  <c:v>8.4934999999999992</c:v>
                </c:pt>
                <c:pt idx="32">
                  <c:v>11.1616</c:v>
                </c:pt>
                <c:pt idx="33">
                  <c:v>11.462</c:v>
                </c:pt>
                <c:pt idx="34">
                  <c:v>12.0159</c:v>
                </c:pt>
                <c:pt idx="35">
                  <c:v>13.8086</c:v>
                </c:pt>
                <c:pt idx="36">
                  <c:v>13.4618</c:v>
                </c:pt>
                <c:pt idx="37">
                  <c:v>13.179500000000001</c:v>
                </c:pt>
                <c:pt idx="38">
                  <c:v>13.547599999999999</c:v>
                </c:pt>
                <c:pt idx="39">
                  <c:v>11.385300000000001</c:v>
                </c:pt>
                <c:pt idx="40">
                  <c:v>13.472899999999999</c:v>
                </c:pt>
                <c:pt idx="41">
                  <c:v>10.210000000000001</c:v>
                </c:pt>
                <c:pt idx="42">
                  <c:v>11.21</c:v>
                </c:pt>
                <c:pt idx="43">
                  <c:v>10.94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1FC-405C-AB58-5E0D099396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Pertumbuhan Kredit</c:v>
                </c:pt>
              </c:strCache>
            </c:strRef>
          </c:tx>
          <c:spPr>
            <a:ln w="28575" cap="rnd">
              <a:solidFill>
                <a:srgbClr val="A5644E"/>
              </a:solidFill>
              <a:round/>
            </a:ln>
          </c:spPr>
          <c:marker>
            <c:symbol val="none"/>
          </c:marker>
          <c:dLbls>
            <c:dLbl>
              <c:idx val="43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13,7</a:t>
                    </a:r>
                  </a:p>
                </c:rich>
              </c:tx>
              <c:spPr>
                <a:solidFill>
                  <a:srgbClr val="A5644E"/>
                </a:solidFill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1FC-405C-AB58-5E0D099396B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Sheet1!$A$2:$A$45</c:f>
              <c:numCache>
                <c:formatCode>yyyy\-mm\-dd</c:formatCode>
                <c:ptCount val="44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  <c:pt idx="30">
                  <c:v>45839</c:v>
                </c:pt>
                <c:pt idx="31">
                  <c:v>45870</c:v>
                </c:pt>
                <c:pt idx="32">
                  <c:v>45901</c:v>
                </c:pt>
                <c:pt idx="33">
                  <c:v>45931</c:v>
                </c:pt>
                <c:pt idx="34">
                  <c:v>45962</c:v>
                </c:pt>
                <c:pt idx="35">
                  <c:v>45992</c:v>
                </c:pt>
                <c:pt idx="36">
                  <c:v>46023</c:v>
                </c:pt>
                <c:pt idx="37">
                  <c:v>46054</c:v>
                </c:pt>
                <c:pt idx="38">
                  <c:v>46082</c:v>
                </c:pt>
                <c:pt idx="39">
                  <c:v>46113</c:v>
                </c:pt>
                <c:pt idx="40">
                  <c:v>46143</c:v>
                </c:pt>
                <c:pt idx="41">
                  <c:v>46174</c:v>
                </c:pt>
                <c:pt idx="42">
                  <c:v>46204</c:v>
                </c:pt>
                <c:pt idx="43">
                  <c:v>46235</c:v>
                </c:pt>
              </c:numCache>
            </c:numRef>
          </c:cat>
          <c:val>
            <c:numRef>
              <c:f>Sheet1!$C$2:$C$45</c:f>
              <c:numCache>
                <c:formatCode>#,##0.0</c:formatCode>
                <c:ptCount val="44"/>
                <c:pt idx="0">
                  <c:v>10.534700000000001</c:v>
                </c:pt>
                <c:pt idx="1">
                  <c:v>10.6365</c:v>
                </c:pt>
                <c:pt idx="2">
                  <c:v>9.9293999999999993</c:v>
                </c:pt>
                <c:pt idx="3">
                  <c:v>8.0801999999999996</c:v>
                </c:pt>
                <c:pt idx="4">
                  <c:v>9.3925000000000001</c:v>
                </c:pt>
                <c:pt idx="5">
                  <c:v>7.7572000000000001</c:v>
                </c:pt>
                <c:pt idx="6">
                  <c:v>8.5427999999999997</c:v>
                </c:pt>
                <c:pt idx="7">
                  <c:v>9.0612999999999992</c:v>
                </c:pt>
                <c:pt idx="8">
                  <c:v>8.9626000000000001</c:v>
                </c:pt>
                <c:pt idx="9">
                  <c:v>8.9915000000000003</c:v>
                </c:pt>
                <c:pt idx="10">
                  <c:v>9.7429000000000006</c:v>
                </c:pt>
                <c:pt idx="11">
                  <c:v>10.3787</c:v>
                </c:pt>
                <c:pt idx="12">
                  <c:v>11.8316</c:v>
                </c:pt>
                <c:pt idx="13">
                  <c:v>11.280900000000001</c:v>
                </c:pt>
                <c:pt idx="14">
                  <c:v>12.399100000000001</c:v>
                </c:pt>
                <c:pt idx="15">
                  <c:v>13.088800000000001</c:v>
                </c:pt>
                <c:pt idx="16">
                  <c:v>12.1488</c:v>
                </c:pt>
                <c:pt idx="17">
                  <c:v>12.355600000000001</c:v>
                </c:pt>
                <c:pt idx="18">
                  <c:v>12.4016</c:v>
                </c:pt>
                <c:pt idx="19">
                  <c:v>11.4003</c:v>
                </c:pt>
                <c:pt idx="20">
                  <c:v>10.851599999999999</c:v>
                </c:pt>
                <c:pt idx="21">
                  <c:v>10.9215</c:v>
                </c:pt>
                <c:pt idx="22">
                  <c:v>10.786199999999999</c:v>
                </c:pt>
                <c:pt idx="23">
                  <c:v>10.3932</c:v>
                </c:pt>
                <c:pt idx="24">
                  <c:v>10.267899999999999</c:v>
                </c:pt>
                <c:pt idx="25">
                  <c:v>10.3035</c:v>
                </c:pt>
                <c:pt idx="26">
                  <c:v>9.1624999999999996</c:v>
                </c:pt>
                <c:pt idx="27">
                  <c:v>8.8810000000000002</c:v>
                </c:pt>
                <c:pt idx="28">
                  <c:v>8.4260999999999999</c:v>
                </c:pt>
                <c:pt idx="29">
                  <c:v>7.7742000000000004</c:v>
                </c:pt>
                <c:pt idx="30">
                  <c:v>7.0335000000000001</c:v>
                </c:pt>
                <c:pt idx="31">
                  <c:v>7.5563000000000002</c:v>
                </c:pt>
                <c:pt idx="32">
                  <c:v>7.6996000000000002</c:v>
                </c:pt>
                <c:pt idx="33">
                  <c:v>7.3570000000000002</c:v>
                </c:pt>
                <c:pt idx="34">
                  <c:v>7.7388000000000003</c:v>
                </c:pt>
                <c:pt idx="35">
                  <c:v>9.6929999999999996</c:v>
                </c:pt>
                <c:pt idx="36">
                  <c:v>9.9588999999999999</c:v>
                </c:pt>
                <c:pt idx="37">
                  <c:v>9.3678000000000008</c:v>
                </c:pt>
                <c:pt idx="38">
                  <c:v>9.4915000000000003</c:v>
                </c:pt>
                <c:pt idx="39">
                  <c:v>9.9839000000000002</c:v>
                </c:pt>
                <c:pt idx="40">
                  <c:v>11.5078</c:v>
                </c:pt>
                <c:pt idx="41">
                  <c:v>12.67</c:v>
                </c:pt>
                <c:pt idx="42">
                  <c:v>13.58</c:v>
                </c:pt>
                <c:pt idx="43">
                  <c:v>13.65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31FC-405C-AB58-5E0D099396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dateAx>
        <c:axId val="2118791784"/>
        <c:scaling>
          <c:orientation val="minMax"/>
          <c:min val="44896"/>
        </c:scaling>
        <c:delete val="0"/>
        <c:axPos val="b"/>
        <c:numFmt formatCode="[$-421]mmm\-yy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 rot="-5400000" vert="horz"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40495176"/>
        <c:crosses val="autoZero"/>
        <c:auto val="1"/>
        <c:lblOffset val="100"/>
        <c:baseTimeUnit val="days"/>
        <c:majorUnit val="2"/>
        <c:majorTimeUnit val="months"/>
      </c:dateAx>
      <c:valAx>
        <c:axId val="2140495176"/>
        <c:scaling>
          <c:orientation val="minMax"/>
          <c:max val="16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18791784"/>
        <c:crosses val="autoZero"/>
        <c:crossBetween val="between"/>
        <c:majorUnit val="2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 b="0">
              <a:solidFill>
                <a:srgbClr val="00000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1"/>
                </a:solidFill>
              </a:rPr>
              <a:t>PDB Berdasarkan</a:t>
            </a:r>
            <a:r>
              <a:rPr lang="en-US" b="1" baseline="0">
                <a:solidFill>
                  <a:schemeClr val="tx1"/>
                </a:solidFill>
              </a:rPr>
              <a:t> Sektor</a:t>
            </a:r>
          </a:p>
          <a:p>
            <a:pPr>
              <a:defRPr/>
            </a:pPr>
            <a:r>
              <a:rPr lang="en-US" b="0" baseline="0">
                <a:solidFill>
                  <a:schemeClr val="tx1"/>
                </a:solidFill>
              </a:rPr>
              <a:t>(Persen, YoY)</a:t>
            </a:r>
            <a:endParaRPr lang="en-ID" b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Sheet2!$A$3</c:f>
              <c:strCache>
                <c:ptCount val="1"/>
                <c:pt idx="0">
                  <c:v>Pertanian, Kehutanan, dan Perikanan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Sheet2!$B$2:$O$2</c:f>
              <c:strCache>
                <c:ptCount val="14"/>
                <c:pt idx="0">
                  <c:v>Tw. I 2023</c:v>
                </c:pt>
                <c:pt idx="1">
                  <c:v>Tw. II 2023</c:v>
                </c:pt>
                <c:pt idx="2">
                  <c:v>Tw. III 2023</c:v>
                </c:pt>
                <c:pt idx="3">
                  <c:v>Tw. IV 2023</c:v>
                </c:pt>
                <c:pt idx="4">
                  <c:v>Tw. I 2024</c:v>
                </c:pt>
                <c:pt idx="5">
                  <c:v>Tw. II 2024</c:v>
                </c:pt>
                <c:pt idx="6">
                  <c:v>Tw. III 2024</c:v>
                </c:pt>
                <c:pt idx="7">
                  <c:v>Tw. IV 2024</c:v>
                </c:pt>
                <c:pt idx="8">
                  <c:v>Tw. I 2025</c:v>
                </c:pt>
                <c:pt idx="9">
                  <c:v>Tw. II 2025</c:v>
                </c:pt>
                <c:pt idx="10">
                  <c:v>Tw. III 2025</c:v>
                </c:pt>
                <c:pt idx="11">
                  <c:v>Tw. IV 2025</c:v>
                </c:pt>
                <c:pt idx="12">
                  <c:v>Tw. I 2026</c:v>
                </c:pt>
                <c:pt idx="13">
                  <c:v>Tw. II 2026</c:v>
                </c:pt>
              </c:strCache>
            </c:strRef>
          </c:cat>
          <c:val>
            <c:numRef>
              <c:f>Sheet2!$B$3:$O$3</c:f>
              <c:numCache>
                <c:formatCode>_(* #,##0.0_);_(* \(#,##0.0\);_(* "-"??_);_(@_)</c:formatCode>
                <c:ptCount val="14"/>
                <c:pt idx="0">
                  <c:v>0.44269676234487343</c:v>
                </c:pt>
                <c:pt idx="1">
                  <c:v>2.030790105416953</c:v>
                </c:pt>
                <c:pt idx="2">
                  <c:v>1.4891785946857063</c:v>
                </c:pt>
                <c:pt idx="3">
                  <c:v>1.1255009457757272</c:v>
                </c:pt>
                <c:pt idx="4">
                  <c:v>-3.5398846010360447</c:v>
                </c:pt>
                <c:pt idx="5">
                  <c:v>3.2489409824695894</c:v>
                </c:pt>
                <c:pt idx="6">
                  <c:v>1.7042578011375473</c:v>
                </c:pt>
                <c:pt idx="7">
                  <c:v>0.72474956317825845</c:v>
                </c:pt>
                <c:pt idx="8">
                  <c:v>10.53050113228729</c:v>
                </c:pt>
                <c:pt idx="9">
                  <c:v>1.6608009027884736</c:v>
                </c:pt>
                <c:pt idx="10">
                  <c:v>4.928036212726008</c:v>
                </c:pt>
                <c:pt idx="11">
                  <c:v>5.1400368494061439</c:v>
                </c:pt>
                <c:pt idx="12">
                  <c:v>4.9702841798317428</c:v>
                </c:pt>
                <c:pt idx="13">
                  <c:v>3.7951719164197817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7E3-43F5-8B92-9C38CC5EC84E}"/>
            </c:ext>
          </c:extLst>
        </c:ser>
        <c:ser>
          <c:idx val="1"/>
          <c:order val="1"/>
          <c:tx>
            <c:strRef>
              <c:f>Sheet2!$A$4</c:f>
              <c:strCache>
                <c:ptCount val="1"/>
                <c:pt idx="0">
                  <c:v>Industri Pengolahan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Sheet2!$B$2:$O$2</c:f>
              <c:strCache>
                <c:ptCount val="14"/>
                <c:pt idx="0">
                  <c:v>Tw. I 2023</c:v>
                </c:pt>
                <c:pt idx="1">
                  <c:v>Tw. II 2023</c:v>
                </c:pt>
                <c:pt idx="2">
                  <c:v>Tw. III 2023</c:v>
                </c:pt>
                <c:pt idx="3">
                  <c:v>Tw. IV 2023</c:v>
                </c:pt>
                <c:pt idx="4">
                  <c:v>Tw. I 2024</c:v>
                </c:pt>
                <c:pt idx="5">
                  <c:v>Tw. II 2024</c:v>
                </c:pt>
                <c:pt idx="6">
                  <c:v>Tw. III 2024</c:v>
                </c:pt>
                <c:pt idx="7">
                  <c:v>Tw. IV 2024</c:v>
                </c:pt>
                <c:pt idx="8">
                  <c:v>Tw. I 2025</c:v>
                </c:pt>
                <c:pt idx="9">
                  <c:v>Tw. II 2025</c:v>
                </c:pt>
                <c:pt idx="10">
                  <c:v>Tw. III 2025</c:v>
                </c:pt>
                <c:pt idx="11">
                  <c:v>Tw. IV 2025</c:v>
                </c:pt>
                <c:pt idx="12">
                  <c:v>Tw. I 2026</c:v>
                </c:pt>
                <c:pt idx="13">
                  <c:v>Tw. II 2026</c:v>
                </c:pt>
              </c:strCache>
            </c:strRef>
          </c:cat>
          <c:val>
            <c:numRef>
              <c:f>Sheet2!$B$4:$O$4</c:f>
              <c:numCache>
                <c:formatCode>_(* #,##0.0_);_(* \(#,##0.0\);_(* "-"??_);_(@_)</c:formatCode>
                <c:ptCount val="14"/>
                <c:pt idx="0">
                  <c:v>4.429495688066134</c:v>
                </c:pt>
                <c:pt idx="1">
                  <c:v>4.8784369502104719</c:v>
                </c:pt>
                <c:pt idx="2">
                  <c:v>5.191875153444685</c:v>
                </c:pt>
                <c:pt idx="3">
                  <c:v>4.0691615525117681</c:v>
                </c:pt>
                <c:pt idx="4">
                  <c:v>4.1288263209661311</c:v>
                </c:pt>
                <c:pt idx="5">
                  <c:v>3.9483684631044182</c:v>
                </c:pt>
                <c:pt idx="6">
                  <c:v>4.7184167606987062</c:v>
                </c:pt>
                <c:pt idx="7">
                  <c:v>4.8880136139241319</c:v>
                </c:pt>
                <c:pt idx="8">
                  <c:v>4.5498149388129869</c:v>
                </c:pt>
                <c:pt idx="9">
                  <c:v>5.6828676326510799</c:v>
                </c:pt>
                <c:pt idx="10">
                  <c:v>5.5371471777515469</c:v>
                </c:pt>
                <c:pt idx="11">
                  <c:v>5.4023164304451949</c:v>
                </c:pt>
                <c:pt idx="12">
                  <c:v>5.0366903730326573</c:v>
                </c:pt>
                <c:pt idx="13">
                  <c:v>4.5174915365915389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7E3-43F5-8B92-9C38CC5EC84E}"/>
            </c:ext>
          </c:extLst>
        </c:ser>
        <c:ser>
          <c:idx val="2"/>
          <c:order val="2"/>
          <c:tx>
            <c:strRef>
              <c:f>Sheet2!$A$5</c:f>
              <c:strCache>
                <c:ptCount val="1"/>
                <c:pt idx="0">
                  <c:v>Konstruksi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Sheet2!$B$2:$O$2</c:f>
              <c:strCache>
                <c:ptCount val="14"/>
                <c:pt idx="0">
                  <c:v>Tw. I 2023</c:v>
                </c:pt>
                <c:pt idx="1">
                  <c:v>Tw. II 2023</c:v>
                </c:pt>
                <c:pt idx="2">
                  <c:v>Tw. III 2023</c:v>
                </c:pt>
                <c:pt idx="3">
                  <c:v>Tw. IV 2023</c:v>
                </c:pt>
                <c:pt idx="4">
                  <c:v>Tw. I 2024</c:v>
                </c:pt>
                <c:pt idx="5">
                  <c:v>Tw. II 2024</c:v>
                </c:pt>
                <c:pt idx="6">
                  <c:v>Tw. III 2024</c:v>
                </c:pt>
                <c:pt idx="7">
                  <c:v>Tw. IV 2024</c:v>
                </c:pt>
                <c:pt idx="8">
                  <c:v>Tw. I 2025</c:v>
                </c:pt>
                <c:pt idx="9">
                  <c:v>Tw. II 2025</c:v>
                </c:pt>
                <c:pt idx="10">
                  <c:v>Tw. III 2025</c:v>
                </c:pt>
                <c:pt idx="11">
                  <c:v>Tw. IV 2025</c:v>
                </c:pt>
                <c:pt idx="12">
                  <c:v>Tw. I 2026</c:v>
                </c:pt>
                <c:pt idx="13">
                  <c:v>Tw. II 2026</c:v>
                </c:pt>
              </c:strCache>
            </c:strRef>
          </c:cat>
          <c:val>
            <c:numRef>
              <c:f>Sheet2!$B$5:$O$5</c:f>
              <c:numCache>
                <c:formatCode>_(* #,##0.0_);_(* \(#,##0.0\);_(* "-"??_);_(@_)</c:formatCode>
                <c:ptCount val="14"/>
                <c:pt idx="0">
                  <c:v>0.31664129015072939</c:v>
                </c:pt>
                <c:pt idx="1">
                  <c:v>5.2328121166424131</c:v>
                </c:pt>
                <c:pt idx="2">
                  <c:v>6.3869605730696195</c:v>
                </c:pt>
                <c:pt idx="3">
                  <c:v>7.6811912990195284</c:v>
                </c:pt>
                <c:pt idx="4">
                  <c:v>7.5901511059549165</c:v>
                </c:pt>
                <c:pt idx="5">
                  <c:v>7.2906922523577871</c:v>
                </c:pt>
                <c:pt idx="6">
                  <c:v>7.4827865192680196</c:v>
                </c:pt>
                <c:pt idx="7">
                  <c:v>5.8147608566637015</c:v>
                </c:pt>
                <c:pt idx="8">
                  <c:v>2.1809518011214668</c:v>
                </c:pt>
                <c:pt idx="9">
                  <c:v>4.9808019170588498</c:v>
                </c:pt>
                <c:pt idx="10">
                  <c:v>4.206686208582104</c:v>
                </c:pt>
                <c:pt idx="11">
                  <c:v>3.88798693512648</c:v>
                </c:pt>
                <c:pt idx="12">
                  <c:v>5.4907278689026144</c:v>
                </c:pt>
                <c:pt idx="13">
                  <c:v>6.683398803023274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37E3-43F5-8B92-9C38CC5EC84E}"/>
            </c:ext>
          </c:extLst>
        </c:ser>
        <c:ser>
          <c:idx val="3"/>
          <c:order val="3"/>
          <c:tx>
            <c:strRef>
              <c:f>Sheet2!$A$6</c:f>
              <c:strCache>
                <c:ptCount val="1"/>
                <c:pt idx="0">
                  <c:v>Perdagangan Besar dan Eceran, dan Reparasi Mobil dan Motor</c:v>
                </c:pt>
              </c:strCache>
            </c:strRef>
          </c:tx>
          <c:spPr>
            <a:ln w="28575" cap="rnd">
              <a:solidFill>
                <a:schemeClr val="accent3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Sheet2!$B$2:$O$2</c:f>
              <c:strCache>
                <c:ptCount val="14"/>
                <c:pt idx="0">
                  <c:v>Tw. I 2023</c:v>
                </c:pt>
                <c:pt idx="1">
                  <c:v>Tw. II 2023</c:v>
                </c:pt>
                <c:pt idx="2">
                  <c:v>Tw. III 2023</c:v>
                </c:pt>
                <c:pt idx="3">
                  <c:v>Tw. IV 2023</c:v>
                </c:pt>
                <c:pt idx="4">
                  <c:v>Tw. I 2024</c:v>
                </c:pt>
                <c:pt idx="5">
                  <c:v>Tw. II 2024</c:v>
                </c:pt>
                <c:pt idx="6">
                  <c:v>Tw. III 2024</c:v>
                </c:pt>
                <c:pt idx="7">
                  <c:v>Tw. IV 2024</c:v>
                </c:pt>
                <c:pt idx="8">
                  <c:v>Tw. I 2025</c:v>
                </c:pt>
                <c:pt idx="9">
                  <c:v>Tw. II 2025</c:v>
                </c:pt>
                <c:pt idx="10">
                  <c:v>Tw. III 2025</c:v>
                </c:pt>
                <c:pt idx="11">
                  <c:v>Tw. IV 2025</c:v>
                </c:pt>
                <c:pt idx="12">
                  <c:v>Tw. I 2026</c:v>
                </c:pt>
                <c:pt idx="13">
                  <c:v>Tw. II 2026</c:v>
                </c:pt>
              </c:strCache>
            </c:strRef>
          </c:cat>
          <c:val>
            <c:numRef>
              <c:f>Sheet2!$B$6:$O$6</c:f>
              <c:numCache>
                <c:formatCode>_(* #,##0.0_);_(* \(#,##0.0\);_(* "-"??_);_(@_)</c:formatCode>
                <c:ptCount val="14"/>
                <c:pt idx="0">
                  <c:v>4.93848140572379</c:v>
                </c:pt>
                <c:pt idx="1">
                  <c:v>5.2935554493040788</c:v>
                </c:pt>
                <c:pt idx="2">
                  <c:v>5.0944310700574142</c:v>
                </c:pt>
                <c:pt idx="3">
                  <c:v>4.0934496927585222</c:v>
                </c:pt>
                <c:pt idx="4">
                  <c:v>4.5829616299445863</c:v>
                </c:pt>
                <c:pt idx="5">
                  <c:v>4.8731240462524834</c:v>
                </c:pt>
                <c:pt idx="6">
                  <c:v>4.8460828016034876</c:v>
                </c:pt>
                <c:pt idx="7">
                  <c:v>5.2334566582948705</c:v>
                </c:pt>
                <c:pt idx="8">
                  <c:v>5.0398645415393704</c:v>
                </c:pt>
                <c:pt idx="9">
                  <c:v>5.3776664077616196</c:v>
                </c:pt>
                <c:pt idx="10">
                  <c:v>5.460352332817199</c:v>
                </c:pt>
                <c:pt idx="11">
                  <c:v>6.0665074639131902</c:v>
                </c:pt>
                <c:pt idx="12">
                  <c:v>6.2648422692408987</c:v>
                </c:pt>
                <c:pt idx="13">
                  <c:v>6.3898102987905023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37E3-43F5-8B92-9C38CC5EC84E}"/>
            </c:ext>
          </c:extLst>
        </c:ser>
        <c:ser>
          <c:idx val="4"/>
          <c:order val="4"/>
          <c:tx>
            <c:strRef>
              <c:f>Sheet2!$A$7</c:f>
              <c:strCache>
                <c:ptCount val="1"/>
                <c:pt idx="0">
                  <c:v>Informasi dan Komunikasi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Sheet2!$B$2:$O$2</c:f>
              <c:strCache>
                <c:ptCount val="14"/>
                <c:pt idx="0">
                  <c:v>Tw. I 2023</c:v>
                </c:pt>
                <c:pt idx="1">
                  <c:v>Tw. II 2023</c:v>
                </c:pt>
                <c:pt idx="2">
                  <c:v>Tw. III 2023</c:v>
                </c:pt>
                <c:pt idx="3">
                  <c:v>Tw. IV 2023</c:v>
                </c:pt>
                <c:pt idx="4">
                  <c:v>Tw. I 2024</c:v>
                </c:pt>
                <c:pt idx="5">
                  <c:v>Tw. II 2024</c:v>
                </c:pt>
                <c:pt idx="6">
                  <c:v>Tw. III 2024</c:v>
                </c:pt>
                <c:pt idx="7">
                  <c:v>Tw. IV 2024</c:v>
                </c:pt>
                <c:pt idx="8">
                  <c:v>Tw. I 2025</c:v>
                </c:pt>
                <c:pt idx="9">
                  <c:v>Tw. II 2025</c:v>
                </c:pt>
                <c:pt idx="10">
                  <c:v>Tw. III 2025</c:v>
                </c:pt>
                <c:pt idx="11">
                  <c:v>Tw. IV 2025</c:v>
                </c:pt>
                <c:pt idx="12">
                  <c:v>Tw. I 2026</c:v>
                </c:pt>
                <c:pt idx="13">
                  <c:v>Tw. II 2026</c:v>
                </c:pt>
              </c:strCache>
            </c:strRef>
          </c:cat>
          <c:val>
            <c:numRef>
              <c:f>Sheet2!$B$7:$O$7</c:f>
              <c:numCache>
                <c:formatCode>_(* #,##0.0_);_(* \(#,##0.0\);_(* "-"??_);_(@_)</c:formatCode>
                <c:ptCount val="14"/>
                <c:pt idx="0">
                  <c:v>7.1137235094391187</c:v>
                </c:pt>
                <c:pt idx="1">
                  <c:v>8.0298646366184698</c:v>
                </c:pt>
                <c:pt idx="2">
                  <c:v>8.5087360308920879</c:v>
                </c:pt>
                <c:pt idx="3">
                  <c:v>6.7441272918779633</c:v>
                </c:pt>
                <c:pt idx="4">
                  <c:v>8.4085088284334439</c:v>
                </c:pt>
                <c:pt idx="5">
                  <c:v>7.6557764728092987</c:v>
                </c:pt>
                <c:pt idx="6">
                  <c:v>6.8172644524780264</c:v>
                </c:pt>
                <c:pt idx="7">
                  <c:v>7.4538673525806258</c:v>
                </c:pt>
                <c:pt idx="8">
                  <c:v>7.7201177176869864</c:v>
                </c:pt>
                <c:pt idx="9">
                  <c:v>7.9222692885791162</c:v>
                </c:pt>
                <c:pt idx="10">
                  <c:v>9.6499859270751625</c:v>
                </c:pt>
                <c:pt idx="11">
                  <c:v>8.0851432257671014</c:v>
                </c:pt>
                <c:pt idx="12">
                  <c:v>7.137138845537355</c:v>
                </c:pt>
                <c:pt idx="13">
                  <c:v>6.9687409400381251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37E3-43F5-8B92-9C38CC5EC8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71277072"/>
        <c:axId val="639746928"/>
      </c:lineChart>
      <c:catAx>
        <c:axId val="1171277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9746928"/>
        <c:crosses val="autoZero"/>
        <c:auto val="1"/>
        <c:lblAlgn val="ctr"/>
        <c:lblOffset val="100"/>
        <c:noMultiLvlLbl val="0"/>
      </c:catAx>
      <c:valAx>
        <c:axId val="639746928"/>
        <c:scaling>
          <c:orientation val="minMax"/>
        </c:scaling>
        <c:delete val="0"/>
        <c:axPos val="l"/>
        <c:numFmt formatCode="_(* #,##0.0_);_(* \(#,##0.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1277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ID" b="1">
                <a:solidFill>
                  <a:schemeClr val="tx1"/>
                </a:solidFill>
              </a:rPr>
              <a:t>ULN Swasta Berdasarkan Sektor</a:t>
            </a:r>
          </a:p>
          <a:p>
            <a:pPr>
              <a:defRPr b="1">
                <a:solidFill>
                  <a:schemeClr val="tx1"/>
                </a:solidFill>
              </a:defRPr>
            </a:pPr>
            <a:r>
              <a:rPr lang="en-ID" b="0">
                <a:solidFill>
                  <a:schemeClr val="tx1"/>
                </a:solidFill>
              </a:rPr>
              <a:t>(USD Miliar)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Sheet4!$B$4</c:f>
              <c:strCache>
                <c:ptCount val="1"/>
                <c:pt idx="0">
                  <c:v>Pertanian, Kehutanan, dan Perikanan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Sheet4!$C$3:$P$3</c:f>
              <c:strCache>
                <c:ptCount val="14"/>
                <c:pt idx="0">
                  <c:v>Tw. I 2023</c:v>
                </c:pt>
                <c:pt idx="1">
                  <c:v>Tw. II 2023</c:v>
                </c:pt>
                <c:pt idx="2">
                  <c:v>Tw. III 2023</c:v>
                </c:pt>
                <c:pt idx="3">
                  <c:v>Tw. IV 2023</c:v>
                </c:pt>
                <c:pt idx="4">
                  <c:v>Tw. I 2024</c:v>
                </c:pt>
                <c:pt idx="5">
                  <c:v>Tw. II 2024</c:v>
                </c:pt>
                <c:pt idx="6">
                  <c:v>Tw. III 2024</c:v>
                </c:pt>
                <c:pt idx="7">
                  <c:v>Tw. IV 2024</c:v>
                </c:pt>
                <c:pt idx="8">
                  <c:v>Tw. I 2025</c:v>
                </c:pt>
                <c:pt idx="9">
                  <c:v>Tw. II 2025</c:v>
                </c:pt>
                <c:pt idx="10">
                  <c:v>Tw. III 2025</c:v>
                </c:pt>
                <c:pt idx="11">
                  <c:v>Tw. IV 2025</c:v>
                </c:pt>
                <c:pt idx="12">
                  <c:v>Tw. I 2026</c:v>
                </c:pt>
                <c:pt idx="13">
                  <c:v>Tw. II 2026</c:v>
                </c:pt>
              </c:strCache>
            </c:strRef>
          </c:cat>
          <c:val>
            <c:numRef>
              <c:f>Sheet4!$C$4:$P$4</c:f>
              <c:numCache>
                <c:formatCode>0.000</c:formatCode>
                <c:ptCount val="14"/>
                <c:pt idx="0">
                  <c:v>4.6371358119845016</c:v>
                </c:pt>
                <c:pt idx="1">
                  <c:v>4.4587088838222</c:v>
                </c:pt>
                <c:pt idx="2">
                  <c:v>4.0032425353723999</c:v>
                </c:pt>
                <c:pt idx="3">
                  <c:v>3.9528929424024</c:v>
                </c:pt>
                <c:pt idx="4">
                  <c:v>3.8180683194897997</c:v>
                </c:pt>
                <c:pt idx="5">
                  <c:v>3.9811362132738006</c:v>
                </c:pt>
                <c:pt idx="6">
                  <c:v>3.7256159926674006</c:v>
                </c:pt>
                <c:pt idx="7">
                  <c:v>3.6880370047812998</c:v>
                </c:pt>
                <c:pt idx="8">
                  <c:v>3.2245400676234994</c:v>
                </c:pt>
                <c:pt idx="9">
                  <c:v>3.2362081908725999</c:v>
                </c:pt>
                <c:pt idx="10">
                  <c:v>3.0684532654407994</c:v>
                </c:pt>
                <c:pt idx="11">
                  <c:v>2.7819486184706994</c:v>
                </c:pt>
                <c:pt idx="12">
                  <c:v>2.8407443612596999</c:v>
                </c:pt>
                <c:pt idx="13">
                  <c:v>2.5356279650014004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1EF-44AE-9E24-1272578B8F36}"/>
            </c:ext>
          </c:extLst>
        </c:ser>
        <c:ser>
          <c:idx val="2"/>
          <c:order val="2"/>
          <c:tx>
            <c:strRef>
              <c:f>Sheet4!$B$6</c:f>
              <c:strCache>
                <c:ptCount val="1"/>
                <c:pt idx="0">
                  <c:v>Konstruksi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Sheet4!$C$3:$P$3</c:f>
              <c:strCache>
                <c:ptCount val="14"/>
                <c:pt idx="0">
                  <c:v>Tw. I 2023</c:v>
                </c:pt>
                <c:pt idx="1">
                  <c:v>Tw. II 2023</c:v>
                </c:pt>
                <c:pt idx="2">
                  <c:v>Tw. III 2023</c:v>
                </c:pt>
                <c:pt idx="3">
                  <c:v>Tw. IV 2023</c:v>
                </c:pt>
                <c:pt idx="4">
                  <c:v>Tw. I 2024</c:v>
                </c:pt>
                <c:pt idx="5">
                  <c:v>Tw. II 2024</c:v>
                </c:pt>
                <c:pt idx="6">
                  <c:v>Tw. III 2024</c:v>
                </c:pt>
                <c:pt idx="7">
                  <c:v>Tw. IV 2024</c:v>
                </c:pt>
                <c:pt idx="8">
                  <c:v>Tw. I 2025</c:v>
                </c:pt>
                <c:pt idx="9">
                  <c:v>Tw. II 2025</c:v>
                </c:pt>
                <c:pt idx="10">
                  <c:v>Tw. III 2025</c:v>
                </c:pt>
                <c:pt idx="11">
                  <c:v>Tw. IV 2025</c:v>
                </c:pt>
                <c:pt idx="12">
                  <c:v>Tw. I 2026</c:v>
                </c:pt>
                <c:pt idx="13">
                  <c:v>Tw. II 2026</c:v>
                </c:pt>
              </c:strCache>
            </c:strRef>
          </c:cat>
          <c:val>
            <c:numRef>
              <c:f>Sheet4!$C$6:$P$6</c:f>
              <c:numCache>
                <c:formatCode>0.000</c:formatCode>
                <c:ptCount val="14"/>
                <c:pt idx="0">
                  <c:v>1.3705035328856996</c:v>
                </c:pt>
                <c:pt idx="1">
                  <c:v>1.3204768345374003</c:v>
                </c:pt>
                <c:pt idx="2">
                  <c:v>1.3094136592893006</c:v>
                </c:pt>
                <c:pt idx="3">
                  <c:v>1.2507566715203999</c:v>
                </c:pt>
                <c:pt idx="4">
                  <c:v>1.3578956114509999</c:v>
                </c:pt>
                <c:pt idx="5">
                  <c:v>1.2280525041349</c:v>
                </c:pt>
                <c:pt idx="6">
                  <c:v>1.2943478193947002</c:v>
                </c:pt>
                <c:pt idx="7">
                  <c:v>1.1873691851810999</c:v>
                </c:pt>
                <c:pt idx="8">
                  <c:v>1.19233238964</c:v>
                </c:pt>
                <c:pt idx="9">
                  <c:v>1.1766605984357004</c:v>
                </c:pt>
                <c:pt idx="10">
                  <c:v>1.1395417464241</c:v>
                </c:pt>
                <c:pt idx="11">
                  <c:v>1.1462322432087999</c:v>
                </c:pt>
                <c:pt idx="12">
                  <c:v>1.1327762564819999</c:v>
                </c:pt>
                <c:pt idx="13">
                  <c:v>0.88279847844690007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F1EF-44AE-9E24-1272578B8F36}"/>
            </c:ext>
          </c:extLst>
        </c:ser>
        <c:ser>
          <c:idx val="3"/>
          <c:order val="3"/>
          <c:tx>
            <c:strRef>
              <c:f>Sheet4!$B$7</c:f>
              <c:strCache>
                <c:ptCount val="1"/>
                <c:pt idx="0">
                  <c:v>Perdagangan Besar dan Eceran, dan Reparasi Mobil dan Motor</c:v>
                </c:pt>
              </c:strCache>
            </c:strRef>
          </c:tx>
          <c:spPr>
            <a:ln w="28575" cap="rnd">
              <a:solidFill>
                <a:srgbClr val="85540A"/>
              </a:solidFill>
              <a:round/>
            </a:ln>
            <a:effectLst/>
          </c:spPr>
          <c:marker>
            <c:symbol val="none"/>
          </c:marker>
          <c:cat>
            <c:strRef>
              <c:f>Sheet4!$C$3:$P$3</c:f>
              <c:strCache>
                <c:ptCount val="14"/>
                <c:pt idx="0">
                  <c:v>Tw. I 2023</c:v>
                </c:pt>
                <c:pt idx="1">
                  <c:v>Tw. II 2023</c:v>
                </c:pt>
                <c:pt idx="2">
                  <c:v>Tw. III 2023</c:v>
                </c:pt>
                <c:pt idx="3">
                  <c:v>Tw. IV 2023</c:v>
                </c:pt>
                <c:pt idx="4">
                  <c:v>Tw. I 2024</c:v>
                </c:pt>
                <c:pt idx="5">
                  <c:v>Tw. II 2024</c:v>
                </c:pt>
                <c:pt idx="6">
                  <c:v>Tw. III 2024</c:v>
                </c:pt>
                <c:pt idx="7">
                  <c:v>Tw. IV 2024</c:v>
                </c:pt>
                <c:pt idx="8">
                  <c:v>Tw. I 2025</c:v>
                </c:pt>
                <c:pt idx="9">
                  <c:v>Tw. II 2025</c:v>
                </c:pt>
                <c:pt idx="10">
                  <c:v>Tw. III 2025</c:v>
                </c:pt>
                <c:pt idx="11">
                  <c:v>Tw. IV 2025</c:v>
                </c:pt>
                <c:pt idx="12">
                  <c:v>Tw. I 2026</c:v>
                </c:pt>
                <c:pt idx="13">
                  <c:v>Tw. II 2026</c:v>
                </c:pt>
              </c:strCache>
            </c:strRef>
          </c:cat>
          <c:val>
            <c:numRef>
              <c:f>Sheet4!$C$7:$P$7</c:f>
              <c:numCache>
                <c:formatCode>0.000</c:formatCode>
                <c:ptCount val="14"/>
                <c:pt idx="0">
                  <c:v>7.4358985094221994</c:v>
                </c:pt>
                <c:pt idx="1">
                  <c:v>7.6206674254574018</c:v>
                </c:pt>
                <c:pt idx="2">
                  <c:v>7.9308235170473029</c:v>
                </c:pt>
                <c:pt idx="3">
                  <c:v>8.4285307850971041</c:v>
                </c:pt>
                <c:pt idx="4">
                  <c:v>8.4188909924825008</c:v>
                </c:pt>
                <c:pt idx="5">
                  <c:v>8.2704852565401996</c:v>
                </c:pt>
                <c:pt idx="6">
                  <c:v>8.6230859140263014</c:v>
                </c:pt>
                <c:pt idx="7">
                  <c:v>8.527424059336898</c:v>
                </c:pt>
                <c:pt idx="8">
                  <c:v>8.3772739285195943</c:v>
                </c:pt>
                <c:pt idx="9">
                  <c:v>8.8845768061947901</c:v>
                </c:pt>
                <c:pt idx="10">
                  <c:v>10.349585927003396</c:v>
                </c:pt>
                <c:pt idx="11">
                  <c:v>10.557402163330599</c:v>
                </c:pt>
                <c:pt idx="12">
                  <c:v>10.279880920411497</c:v>
                </c:pt>
                <c:pt idx="13">
                  <c:v>11.545940542101603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F1EF-44AE-9E24-1272578B8F36}"/>
            </c:ext>
          </c:extLst>
        </c:ser>
        <c:ser>
          <c:idx val="4"/>
          <c:order val="4"/>
          <c:tx>
            <c:strRef>
              <c:f>Sheet4!$B$8</c:f>
              <c:strCache>
                <c:ptCount val="1"/>
                <c:pt idx="0">
                  <c:v>Informasi dan Komunikasi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Sheet4!$C$3:$P$3</c:f>
              <c:strCache>
                <c:ptCount val="14"/>
                <c:pt idx="0">
                  <c:v>Tw. I 2023</c:v>
                </c:pt>
                <c:pt idx="1">
                  <c:v>Tw. II 2023</c:v>
                </c:pt>
                <c:pt idx="2">
                  <c:v>Tw. III 2023</c:v>
                </c:pt>
                <c:pt idx="3">
                  <c:v>Tw. IV 2023</c:v>
                </c:pt>
                <c:pt idx="4">
                  <c:v>Tw. I 2024</c:v>
                </c:pt>
                <c:pt idx="5">
                  <c:v>Tw. II 2024</c:v>
                </c:pt>
                <c:pt idx="6">
                  <c:v>Tw. III 2024</c:v>
                </c:pt>
                <c:pt idx="7">
                  <c:v>Tw. IV 2024</c:v>
                </c:pt>
                <c:pt idx="8">
                  <c:v>Tw. I 2025</c:v>
                </c:pt>
                <c:pt idx="9">
                  <c:v>Tw. II 2025</c:v>
                </c:pt>
                <c:pt idx="10">
                  <c:v>Tw. III 2025</c:v>
                </c:pt>
                <c:pt idx="11">
                  <c:v>Tw. IV 2025</c:v>
                </c:pt>
                <c:pt idx="12">
                  <c:v>Tw. I 2026</c:v>
                </c:pt>
                <c:pt idx="13">
                  <c:v>Tw. II 2026</c:v>
                </c:pt>
              </c:strCache>
            </c:strRef>
          </c:cat>
          <c:val>
            <c:numRef>
              <c:f>Sheet4!$C$8:$P$8</c:f>
              <c:numCache>
                <c:formatCode>0.000</c:formatCode>
                <c:ptCount val="14"/>
                <c:pt idx="0">
                  <c:v>6.3113553543793</c:v>
                </c:pt>
                <c:pt idx="1">
                  <c:v>5.9861072873757664</c:v>
                </c:pt>
                <c:pt idx="2">
                  <c:v>5.8855523440865776</c:v>
                </c:pt>
                <c:pt idx="3">
                  <c:v>5.3986904302195793</c:v>
                </c:pt>
                <c:pt idx="4">
                  <c:v>5.3805292501811337</c:v>
                </c:pt>
                <c:pt idx="5">
                  <c:v>4.8547051008458233</c:v>
                </c:pt>
                <c:pt idx="6">
                  <c:v>4.7117672420197803</c:v>
                </c:pt>
                <c:pt idx="7">
                  <c:v>4.7595529007071553</c:v>
                </c:pt>
                <c:pt idx="8">
                  <c:v>4.6154177145114454</c:v>
                </c:pt>
                <c:pt idx="9">
                  <c:v>4.2848457274777259</c:v>
                </c:pt>
                <c:pt idx="10">
                  <c:v>4.0990650705130411</c:v>
                </c:pt>
                <c:pt idx="11">
                  <c:v>4.8567794436382945</c:v>
                </c:pt>
                <c:pt idx="12">
                  <c:v>4.6663526414805325</c:v>
                </c:pt>
                <c:pt idx="13">
                  <c:v>4.5656869989431046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F1EF-44AE-9E24-1272578B8F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1367552"/>
        <c:axId val="639684048"/>
      </c:lineChart>
      <c:lineChart>
        <c:grouping val="standard"/>
        <c:varyColors val="0"/>
        <c:ser>
          <c:idx val="1"/>
          <c:order val="1"/>
          <c:tx>
            <c:strRef>
              <c:f>Sheet4!$B$5</c:f>
              <c:strCache>
                <c:ptCount val="1"/>
                <c:pt idx="0">
                  <c:v>Industri Pengolahan (RHS)</c:v>
                </c:pt>
              </c:strCache>
            </c:strRef>
          </c:tx>
          <c:spPr>
            <a:ln w="28575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Sheet4!$C$3:$P$3</c:f>
              <c:strCache>
                <c:ptCount val="14"/>
                <c:pt idx="0">
                  <c:v>Tw. I 2023</c:v>
                </c:pt>
                <c:pt idx="1">
                  <c:v>Tw. II 2023</c:v>
                </c:pt>
                <c:pt idx="2">
                  <c:v>Tw. III 2023</c:v>
                </c:pt>
                <c:pt idx="3">
                  <c:v>Tw. IV 2023</c:v>
                </c:pt>
                <c:pt idx="4">
                  <c:v>Tw. I 2024</c:v>
                </c:pt>
                <c:pt idx="5">
                  <c:v>Tw. II 2024</c:v>
                </c:pt>
                <c:pt idx="6">
                  <c:v>Tw. III 2024</c:v>
                </c:pt>
                <c:pt idx="7">
                  <c:v>Tw. IV 2024</c:v>
                </c:pt>
                <c:pt idx="8">
                  <c:v>Tw. I 2025</c:v>
                </c:pt>
                <c:pt idx="9">
                  <c:v>Tw. II 2025</c:v>
                </c:pt>
                <c:pt idx="10">
                  <c:v>Tw. III 2025</c:v>
                </c:pt>
                <c:pt idx="11">
                  <c:v>Tw. IV 2025</c:v>
                </c:pt>
                <c:pt idx="12">
                  <c:v>Tw. I 2026</c:v>
                </c:pt>
                <c:pt idx="13">
                  <c:v>Tw. II 2026</c:v>
                </c:pt>
              </c:strCache>
            </c:strRef>
          </c:cat>
          <c:val>
            <c:numRef>
              <c:f>Sheet4!$C$5:$P$5</c:f>
              <c:numCache>
                <c:formatCode>0.000</c:formatCode>
                <c:ptCount val="14"/>
                <c:pt idx="0">
                  <c:v>40.564334826976896</c:v>
                </c:pt>
                <c:pt idx="1">
                  <c:v>40.575567323893004</c:v>
                </c:pt>
                <c:pt idx="2">
                  <c:v>43.267698305493902</c:v>
                </c:pt>
                <c:pt idx="3">
                  <c:v>44.589162476798897</c:v>
                </c:pt>
                <c:pt idx="4">
                  <c:v>45.507296340992781</c:v>
                </c:pt>
                <c:pt idx="5">
                  <c:v>48.167209303657891</c:v>
                </c:pt>
                <c:pt idx="6">
                  <c:v>48.929479118031104</c:v>
                </c:pt>
                <c:pt idx="7">
                  <c:v>48.926489408985397</c:v>
                </c:pt>
                <c:pt idx="8">
                  <c:v>50.277226365523205</c:v>
                </c:pt>
                <c:pt idx="9">
                  <c:v>51.463583734632124</c:v>
                </c:pt>
                <c:pt idx="10">
                  <c:v>52.661847503095316</c:v>
                </c:pt>
                <c:pt idx="11">
                  <c:v>52.73157469204331</c:v>
                </c:pt>
                <c:pt idx="12">
                  <c:v>52.5263630810827</c:v>
                </c:pt>
                <c:pt idx="13">
                  <c:v>52.667474112411867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1EF-44AE-9E24-1272578B8F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5085248"/>
        <c:axId val="741969968"/>
      </c:lineChart>
      <c:catAx>
        <c:axId val="1171367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39684048"/>
        <c:crosses val="autoZero"/>
        <c:auto val="1"/>
        <c:lblAlgn val="ctr"/>
        <c:lblOffset val="100"/>
        <c:noMultiLvlLbl val="0"/>
      </c:catAx>
      <c:valAx>
        <c:axId val="639684048"/>
        <c:scaling>
          <c:orientation val="minMax"/>
        </c:scaling>
        <c:delete val="0"/>
        <c:axPos val="l"/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1367552"/>
        <c:crosses val="autoZero"/>
        <c:crossBetween val="between"/>
      </c:valAx>
      <c:valAx>
        <c:axId val="741969968"/>
        <c:scaling>
          <c:orientation val="minMax"/>
        </c:scaling>
        <c:delete val="0"/>
        <c:axPos val="r"/>
        <c:numFmt formatCode="#,##0.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5085248"/>
        <c:crosses val="max"/>
        <c:crossBetween val="between"/>
      </c:valAx>
      <c:catAx>
        <c:axId val="7950852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419699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1400" b="1" i="1">
                <a:solidFill>
                  <a:srgbClr val="000000"/>
                </a:solidFill>
                <a:latin typeface="Calibri"/>
              </a:rPr>
              <a:t>Debt Servicing Ratio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(DSR) Tier-1 dan Tier-2</a:t>
            </a:r>
          </a:p>
          <a:p>
            <a:pPr>
              <a:defRPr/>
            </a:pPr>
            <a:r>
              <a:rPr lang="en-US" sz="1400" b="0" i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1400" b="0" i="0" err="1">
                <a:solidFill>
                  <a:srgbClr val="000000"/>
                </a:solidFill>
                <a:latin typeface="Calibri"/>
              </a:rPr>
              <a:t>persen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DSR Tier-1</c:v>
                </c:pt>
              </c:strCache>
            </c:strRef>
          </c:tx>
          <c:spPr>
            <a:solidFill>
              <a:srgbClr val="F0A22E"/>
            </a:solidFill>
            <a:ln>
              <a:noFill/>
            </a:ln>
          </c:spPr>
          <c:invertIfNegative val="0"/>
          <c:dLbls>
            <c:dLbl>
              <c:idx val="16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14,4</a:t>
                    </a:r>
                  </a:p>
                </c:rich>
              </c:tx>
              <c:spPr>
                <a:solidFill>
                  <a:srgbClr val="F0A22E"/>
                </a:solidFill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B50-49C2-8A3A-C0DC01F2D71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2Q26</c:v>
                </c:pt>
              </c:strCache>
            </c:strRef>
          </c:cat>
          <c:val>
            <c:numRef>
              <c:f>Sheet1!$B$2:$B$18</c:f>
              <c:numCache>
                <c:formatCode>#,##0.0</c:formatCode>
                <c:ptCount val="17"/>
                <c:pt idx="0">
                  <c:v>17.0565</c:v>
                </c:pt>
                <c:pt idx="1">
                  <c:v>12.478400000000001</c:v>
                </c:pt>
                <c:pt idx="2">
                  <c:v>17.280899999999999</c:v>
                </c:pt>
                <c:pt idx="3">
                  <c:v>18.300999999999998</c:v>
                </c:pt>
                <c:pt idx="4">
                  <c:v>18.344799999999999</c:v>
                </c:pt>
                <c:pt idx="5">
                  <c:v>30.566199999999998</c:v>
                </c:pt>
                <c:pt idx="6">
                  <c:v>35.348500000000001</c:v>
                </c:pt>
                <c:pt idx="7">
                  <c:v>25.542000000000002</c:v>
                </c:pt>
                <c:pt idx="8">
                  <c:v>25.1051</c:v>
                </c:pt>
                <c:pt idx="9">
                  <c:v>26.903700000000001</c:v>
                </c:pt>
                <c:pt idx="10">
                  <c:v>27.7242</c:v>
                </c:pt>
                <c:pt idx="11">
                  <c:v>21.744399999999999</c:v>
                </c:pt>
                <c:pt idx="12">
                  <c:v>16.569900000000001</c:v>
                </c:pt>
                <c:pt idx="13">
                  <c:v>17.5715</c:v>
                </c:pt>
                <c:pt idx="14">
                  <c:v>18.5825</c:v>
                </c:pt>
                <c:pt idx="15">
                  <c:v>14.3667</c:v>
                </c:pt>
                <c:pt idx="16">
                  <c:v>14.386699999999999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50-49C2-8A3A-C0DC01F2D7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DSR Tier-2</c:v>
                </c:pt>
              </c:strCache>
            </c:strRef>
          </c:tx>
          <c:spPr>
            <a:solidFill>
              <a:srgbClr val="A5644E"/>
            </a:solidFill>
            <a:ln>
              <a:noFill/>
            </a:ln>
          </c:spPr>
          <c:invertIfNegative val="0"/>
          <c:dLbls>
            <c:dLbl>
              <c:idx val="16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37,4</a:t>
                    </a:r>
                  </a:p>
                </c:rich>
              </c:tx>
              <c:spPr>
                <a:solidFill>
                  <a:srgbClr val="A5644E"/>
                </a:solidFill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B50-49C2-8A3A-C0DC01F2D71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2Q26</c:v>
                </c:pt>
              </c:strCache>
            </c:strRef>
          </c:cat>
          <c:val>
            <c:numRef>
              <c:f>Sheet1!$C$2:$C$18</c:f>
              <c:numCache>
                <c:formatCode>#,##0.0</c:formatCode>
                <c:ptCount val="17"/>
                <c:pt idx="0">
                  <c:v>20.720700000000001</c:v>
                </c:pt>
                <c:pt idx="1">
                  <c:v>22.886600000000001</c:v>
                </c:pt>
                <c:pt idx="2">
                  <c:v>35.635899999999999</c:v>
                </c:pt>
                <c:pt idx="3">
                  <c:v>38.900399999999998</c:v>
                </c:pt>
                <c:pt idx="4">
                  <c:v>33.386899999999997</c:v>
                </c:pt>
                <c:pt idx="5">
                  <c:v>62.9452</c:v>
                </c:pt>
                <c:pt idx="6">
                  <c:v>61.563200000000002</c:v>
                </c:pt>
                <c:pt idx="7">
                  <c:v>53.542200000000001</c:v>
                </c:pt>
                <c:pt idx="8">
                  <c:v>54.048400000000001</c:v>
                </c:pt>
                <c:pt idx="9">
                  <c:v>54.119900000000001</c:v>
                </c:pt>
                <c:pt idx="10">
                  <c:v>52.75</c:v>
                </c:pt>
                <c:pt idx="11">
                  <c:v>41.218899999999998</c:v>
                </c:pt>
                <c:pt idx="12">
                  <c:v>39.612400000000001</c:v>
                </c:pt>
                <c:pt idx="13">
                  <c:v>38.8384</c:v>
                </c:pt>
                <c:pt idx="14">
                  <c:v>38.199399999999997</c:v>
                </c:pt>
                <c:pt idx="15">
                  <c:v>35.335299999999997</c:v>
                </c:pt>
                <c:pt idx="16">
                  <c:v>37.442700000000002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B50-49C2-8A3A-C0DC01F2D7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 rot="-5400000" vert="horz"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068027336"/>
        <c:crosses val="autoZero"/>
        <c:crossBetween val="between"/>
        <c:majorUnit val="10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 b="0">
              <a:solidFill>
                <a:srgbClr val="00000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1400" b="1" i="0" err="1">
                <a:solidFill>
                  <a:srgbClr val="000000"/>
                </a:solidFill>
                <a:latin typeface="Calibri"/>
              </a:rPr>
              <a:t>Rasio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ULN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Jangka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Pendek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terhadap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Cadangan Devisa</a:t>
            </a:r>
          </a:p>
          <a:p>
            <a:pPr>
              <a:defRPr/>
            </a:pPr>
            <a:r>
              <a:rPr lang="en-US" sz="1400" b="0" i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1400" b="0" i="0" err="1">
                <a:solidFill>
                  <a:srgbClr val="000000"/>
                </a:solidFill>
                <a:latin typeface="Calibri"/>
              </a:rPr>
              <a:t>persen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Maturity</c:v>
                </c:pt>
              </c:strCache>
            </c:strRef>
          </c:tx>
          <c:spPr>
            <a:solidFill>
              <a:srgbClr val="F0A22E"/>
            </a:solidFill>
            <a:ln>
              <a:noFill/>
            </a:ln>
          </c:spPr>
          <c:invertIfNegative val="0"/>
          <c:dLbls>
            <c:dLbl>
              <c:idx val="16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55,7</a:t>
                    </a:r>
                  </a:p>
                </c:rich>
              </c:tx>
              <c:spPr>
                <a:solidFill>
                  <a:srgbClr val="F0A22E"/>
                </a:solidFill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841-4FC5-A954-3D0F718FF26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2Q26</c:v>
                </c:pt>
              </c:strCache>
            </c:strRef>
          </c:cat>
          <c:val>
            <c:numRef>
              <c:f>Sheet1!$B$2:$B$18</c:f>
              <c:numCache>
                <c:formatCode>#,##0.0</c:formatCode>
                <c:ptCount val="17"/>
                <c:pt idx="0">
                  <c:v>34.350299999999997</c:v>
                </c:pt>
                <c:pt idx="1">
                  <c:v>34.664400000000001</c:v>
                </c:pt>
                <c:pt idx="2">
                  <c:v>39.238300000000002</c:v>
                </c:pt>
                <c:pt idx="3">
                  <c:v>43.002899999999997</c:v>
                </c:pt>
                <c:pt idx="4">
                  <c:v>40.273400000000002</c:v>
                </c:pt>
                <c:pt idx="5">
                  <c:v>36.547899999999998</c:v>
                </c:pt>
                <c:pt idx="6">
                  <c:v>34.883000000000003</c:v>
                </c:pt>
                <c:pt idx="7">
                  <c:v>35.830199999999998</c:v>
                </c:pt>
                <c:pt idx="8">
                  <c:v>38.813299999999998</c:v>
                </c:pt>
                <c:pt idx="9">
                  <c:v>34.1081</c:v>
                </c:pt>
                <c:pt idx="10">
                  <c:v>31.895800000000001</c:v>
                </c:pt>
                <c:pt idx="11">
                  <c:v>32.661999999999999</c:v>
                </c:pt>
                <c:pt idx="12">
                  <c:v>34.988599999999998</c:v>
                </c:pt>
                <c:pt idx="13">
                  <c:v>34.466999999999999</c:v>
                </c:pt>
                <c:pt idx="14">
                  <c:v>39.868899999999996</c:v>
                </c:pt>
                <c:pt idx="15">
                  <c:v>39.655999999999999</c:v>
                </c:pt>
                <c:pt idx="16">
                  <c:v>55.700899999999997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41-4FC5-A954-3D0F718FF2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Remaining Maturity</c:v>
                </c:pt>
              </c:strCache>
            </c:strRef>
          </c:tx>
          <c:spPr>
            <a:solidFill>
              <a:srgbClr val="A5644E"/>
            </a:solidFill>
            <a:ln>
              <a:noFill/>
            </a:ln>
          </c:spPr>
          <c:invertIfNegative val="0"/>
          <c:dLbls>
            <c:dLbl>
              <c:idx val="16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72,8</a:t>
                    </a:r>
                  </a:p>
                </c:rich>
              </c:tx>
              <c:spPr>
                <a:solidFill>
                  <a:srgbClr val="A5644E"/>
                </a:solidFill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841-4FC5-A954-3D0F718FF26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2Q26</c:v>
                </c:pt>
              </c:strCache>
            </c:strRef>
          </c:cat>
          <c:val>
            <c:numRef>
              <c:f>Sheet1!$C$2:$C$18</c:f>
              <c:numCache>
                <c:formatCode>#,##0.0</c:formatCode>
                <c:ptCount val="17"/>
                <c:pt idx="0">
                  <c:v>44.6</c:v>
                </c:pt>
                <c:pt idx="1">
                  <c:v>42.4572</c:v>
                </c:pt>
                <c:pt idx="2">
                  <c:v>48.456000000000003</c:v>
                </c:pt>
                <c:pt idx="3">
                  <c:v>56.635199999999998</c:v>
                </c:pt>
                <c:pt idx="4">
                  <c:v>52.979100000000003</c:v>
                </c:pt>
                <c:pt idx="5">
                  <c:v>52.394199999999998</c:v>
                </c:pt>
                <c:pt idx="6">
                  <c:v>47.018099999999997</c:v>
                </c:pt>
                <c:pt idx="7">
                  <c:v>42.107500000000002</c:v>
                </c:pt>
                <c:pt idx="8">
                  <c:v>49.873199999999997</c:v>
                </c:pt>
                <c:pt idx="9">
                  <c:v>49.010599999999997</c:v>
                </c:pt>
                <c:pt idx="10">
                  <c:v>47.888399999999997</c:v>
                </c:pt>
                <c:pt idx="11">
                  <c:v>41.012900000000002</c:v>
                </c:pt>
                <c:pt idx="12">
                  <c:v>48.5655</c:v>
                </c:pt>
                <c:pt idx="13">
                  <c:v>47.775100000000002</c:v>
                </c:pt>
                <c:pt idx="14">
                  <c:v>53.117800000000003</c:v>
                </c:pt>
                <c:pt idx="15">
                  <c:v>49.991399999999999</c:v>
                </c:pt>
                <c:pt idx="16">
                  <c:v>72.769499999999994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41-4FC5-A954-3D0F718FF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 rot="-5400000" vert="horz"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068027336"/>
        <c:crosses val="autoZero"/>
        <c:crossBetween val="between"/>
        <c:majorUnit val="10"/>
      </c:valAx>
      <c:spPr>
        <a:noFill/>
        <a:ln>
          <a:noFill/>
        </a:ln>
      </c:spPr>
    </c:plotArea>
    <c:legend>
      <c:legendPos val="t"/>
      <c:legendEntry>
        <c:idx val="0"/>
        <c:txPr>
          <a:bodyPr/>
          <a:lstStyle/>
          <a:p>
            <a:pPr>
              <a:defRPr sz="1200" i="1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1200" i="1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1200" b="0">
              <a:solidFill>
                <a:srgbClr val="00000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400" b="1" i="0">
                <a:solidFill>
                  <a:srgbClr val="000000"/>
                </a:solidFill>
                <a:latin typeface="Calibri"/>
              </a:rPr>
              <a:t>ULN Jangka Pendek terhadap Total ULN</a:t>
            </a:r>
          </a:p>
          <a:p>
            <a:pPr>
              <a:defRPr/>
            </a:pPr>
            <a:r>
              <a:rPr lang="en-US" sz="1400" b="1" i="0">
                <a:solidFill>
                  <a:srgbClr val="000000"/>
                </a:solidFill>
                <a:latin typeface="Calibri"/>
              </a:rPr>
              <a:t>(persen, </a:t>
            </a:r>
            <a:r>
              <a:rPr lang="en-US" sz="1400" b="1" i="1">
                <a:solidFill>
                  <a:srgbClr val="000000"/>
                </a:solidFill>
                <a:latin typeface="Calibri"/>
              </a:rPr>
              <a:t>remaining maturity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7B4A3A"/>
              </a:solidFill>
              <a:ln>
                <a:solidFill>
                  <a:srgbClr val="7B4A3A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Brasil</c:v>
                </c:pt>
                <c:pt idx="5">
                  <c:v>   </c:v>
                </c:pt>
                <c:pt idx="6">
                  <c:v>Afrika Selatan</c:v>
                </c:pt>
                <c:pt idx="7">
                  <c:v>    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16.028099999999998</c:v>
                </c:pt>
                <c:pt idx="2">
                  <c:v>35.865738703476389</c:v>
                </c:pt>
                <c:pt idx="4">
                  <c:v>23.001395362110735</c:v>
                </c:pt>
                <c:pt idx="6">
                  <c:v>28.038699654508775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8F5-4E00-94C9-13C86CA1CF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E07B00"/>
              </a:solidFill>
              <a:ln>
                <a:solidFill>
                  <a:srgbClr val="E07B00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Brasil</c:v>
                </c:pt>
                <c:pt idx="5">
                  <c:v>   </c:v>
                </c:pt>
                <c:pt idx="6">
                  <c:v>Afrika Selatan</c:v>
                </c:pt>
                <c:pt idx="7">
                  <c:v>    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17.194800000000001</c:v>
                </c:pt>
                <c:pt idx="2">
                  <c:v>50.813800261515063</c:v>
                </c:pt>
                <c:pt idx="4">
                  <c:v>22.973022773338066</c:v>
                </c:pt>
                <c:pt idx="6">
                  <c:v>29.731729528724294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F5-4E00-94C9-13C86CA1CF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Q1 2026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C00000"/>
              </a:solidFill>
              <a:ln>
                <a:noFill/>
              </a:ln>
            </c:spPr>
          </c:marker>
          <c:cat>
            <c:strRef>
              <c:f>Sheet1!$A$2:$A$9</c:f>
              <c:strCache>
                <c:ptCount val="8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Brasil</c:v>
                </c:pt>
                <c:pt idx="5">
                  <c:v>   </c:v>
                </c:pt>
                <c:pt idx="6">
                  <c:v>Afrika Selatan</c:v>
                </c:pt>
                <c:pt idx="7">
                  <c:v>    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19.079999999999998</c:v>
                </c:pt>
                <c:pt idx="2">
                  <c:v>49.245981987479922</c:v>
                </c:pt>
                <c:pt idx="4">
                  <c:v>24.369395323071309</c:v>
                </c:pt>
                <c:pt idx="6">
                  <c:v>35.288773656166427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8F5-4E00-94C9-13C86CA1CF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12700" cap="rnd">
              <a:solidFill>
                <a:srgbClr val="A6A6A6"/>
              </a:solidFill>
              <a:round/>
            </a:ln>
          </c:spPr>
        </c:hiLowLines>
        <c:marker val="1"/>
        <c:smooth val="0"/>
        <c:axId val="2118791784"/>
        <c:axId val="2140495176"/>
      </c:line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Panah naik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dLbl>
              <c:idx val="1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+3,1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8F5-4E00-94C9-13C86CA1CFAE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+13,4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8F5-4E00-94C9-13C86CA1CFAE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+1,4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8F5-4E00-94C9-13C86CA1CFAE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+7,3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8F5-4E00-94C9-13C86CA1CFA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Dir val="y"/>
            <c:errBarType val="plus"/>
            <c:errValType val="cust"/>
            <c:noEndCap val="1"/>
            <c:plus>
              <c:numRef>
                <c:f>Sheet1!$G$2:$G$9</c:f>
                <c:numCache>
                  <c:formatCode>#,##0.0</c:formatCode>
                  <c:ptCount val="8"/>
                  <c:pt idx="1">
                    <c:v>3.0518999999999998</c:v>
                  </c:pt>
                  <c:pt idx="3">
                    <c:v>13.3802</c:v>
                  </c:pt>
                  <c:pt idx="5">
                    <c:v>1.3680000000000001</c:v>
                  </c:pt>
                  <c:pt idx="7">
                    <c:v>7.2500999999999998</c:v>
                  </c:pt>
                </c:numCache>
              </c:numRef>
            </c:plus>
            <c:spPr>
              <a:ln w="31750" cap="flat">
                <a:solidFill>
                  <a:srgbClr val="C00000"/>
                </a:solidFill>
                <a:tailEnd type="triangle" w="med" len="med"/>
              </a:ln>
            </c:spPr>
          </c:errBars>
          <c:cat>
            <c:strRef>
              <c:f>Sheet1!$A$2:$A$9</c:f>
              <c:strCache>
                <c:ptCount val="8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Brasil</c:v>
                </c:pt>
                <c:pt idx="5">
                  <c:v>   </c:v>
                </c:pt>
                <c:pt idx="6">
                  <c:v>Afrika Selatan</c:v>
                </c:pt>
                <c:pt idx="7">
                  <c:v>    </c:v>
                </c:pt>
              </c:strCache>
            </c:strRef>
          </c:cat>
          <c:val>
            <c:numRef>
              <c:f>Sheet1!$E$2:$E$9</c:f>
              <c:numCache>
                <c:formatCode>#,##0.0</c:formatCode>
                <c:ptCount val="8"/>
                <c:pt idx="1">
                  <c:v>16.028099999999998</c:v>
                </c:pt>
                <c:pt idx="3">
                  <c:v>35.865699999999997</c:v>
                </c:pt>
                <c:pt idx="5">
                  <c:v>23.0014</c:v>
                </c:pt>
                <c:pt idx="7">
                  <c:v>28.038699999999999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F8F5-4E00-94C9-13C86CA1CFA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Panah turun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errBars>
            <c:errDir val="y"/>
            <c:errBarType val="plus"/>
            <c:errValType val="cust"/>
            <c:noEndCap val="1"/>
            <c:plus>
              <c:numRef>
                <c:f>Sheet1!$G$2:$G$9</c:f>
                <c:numCache>
                  <c:formatCode>#,##0.0</c:formatCode>
                  <c:ptCount val="8"/>
                  <c:pt idx="1">
                    <c:v>3.0518999999999998</c:v>
                  </c:pt>
                  <c:pt idx="3">
                    <c:v>13.3802</c:v>
                  </c:pt>
                  <c:pt idx="5">
                    <c:v>1.3680000000000001</c:v>
                  </c:pt>
                  <c:pt idx="7">
                    <c:v>7.2500999999999998</c:v>
                  </c:pt>
                </c:numCache>
              </c:numRef>
            </c:plus>
            <c:spPr>
              <a:ln w="31750" cap="flat">
                <a:solidFill>
                  <a:srgbClr val="00B050"/>
                </a:solidFill>
                <a:headEnd type="triangle" w="med" len="med"/>
              </a:ln>
            </c:spPr>
          </c:errBars>
          <c:cat>
            <c:strRef>
              <c:f>Sheet1!$A$2:$A$9</c:f>
              <c:strCache>
                <c:ptCount val="8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Brasil</c:v>
                </c:pt>
                <c:pt idx="5">
                  <c:v>   </c:v>
                </c:pt>
                <c:pt idx="6">
                  <c:v>Afrika Selatan</c:v>
                </c:pt>
                <c:pt idx="7">
                  <c:v>    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F8F5-4E00-94C9-13C86CA1CF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0001"/>
        <c:axId val="900002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0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18791784"/>
        <c:crosses val="autoZero"/>
        <c:crossBetween val="between"/>
        <c:majorUnit val="10"/>
      </c:valAx>
      <c:catAx>
        <c:axId val="9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60"/>
          <c:min val="0"/>
        </c:scaling>
        <c:delete val="1"/>
        <c:axPos val="r"/>
        <c:numFmt formatCode="#,##0" sourceLinked="0"/>
        <c:majorTickMark val="none"/>
        <c:minorTickMark val="none"/>
        <c:tickLblPos val="nextTo"/>
        <c:crossAx val="900001"/>
        <c:crosses val="max"/>
        <c:crossBetween val="between"/>
        <c:majorUnit val="10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legendEntry>
        <c:idx val="4"/>
        <c:delete val="1"/>
      </c:legendEntry>
      <c:overlay val="0"/>
      <c:txPr>
        <a:bodyPr/>
        <a:lstStyle/>
        <a:p>
          <a:pPr>
            <a:defRPr sz="1200" b="0">
              <a:solidFill>
                <a:srgbClr val="00000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nn-NO" sz="1400" b="1" i="0">
                <a:solidFill>
                  <a:srgbClr val="000000"/>
                </a:solidFill>
                <a:latin typeface="Calibri"/>
              </a:rPr>
              <a:t>ULN Jangka Pendek terhadap Cadangan Devisa</a:t>
            </a:r>
          </a:p>
          <a:p>
            <a:pPr>
              <a:defRPr/>
            </a:pPr>
            <a:r>
              <a:rPr lang="nn-NO" sz="1400" b="1" i="0">
                <a:solidFill>
                  <a:srgbClr val="000000"/>
                </a:solidFill>
                <a:latin typeface="Calibri"/>
              </a:rPr>
              <a:t>(persen, </a:t>
            </a:r>
            <a:r>
              <a:rPr lang="nn-NO" sz="1400" b="1" i="1">
                <a:solidFill>
                  <a:srgbClr val="000000"/>
                </a:solidFill>
                <a:latin typeface="Calibri"/>
              </a:rPr>
              <a:t>remaining maturity</a:t>
            </a:r>
            <a:r>
              <a:rPr lang="nn-NO" sz="1400" b="1" i="0">
                <a:solidFill>
                  <a:srgbClr val="000000"/>
                </a:solidFill>
                <a:latin typeface="Calibri"/>
              </a:rPr>
              <a:t>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7B4A3A"/>
              </a:solidFill>
              <a:ln>
                <a:solidFill>
                  <a:srgbClr val="7B4A3A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Brasil</c:v>
                </c:pt>
                <c:pt idx="5">
                  <c:v>   </c:v>
                </c:pt>
                <c:pt idx="6">
                  <c:v>Afrika Selatan</c:v>
                </c:pt>
                <c:pt idx="7">
                  <c:v>    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49.873199999999997</c:v>
                </c:pt>
                <c:pt idx="2">
                  <c:v>27.609246019718658</c:v>
                </c:pt>
                <c:pt idx="4">
                  <c:v>40.868404899789176</c:v>
                </c:pt>
                <c:pt idx="6">
                  <c:v>93.662135471128153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73-42E8-9AB0-AFBB6CE3FA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E07B00"/>
              </a:solidFill>
              <a:ln>
                <a:solidFill>
                  <a:srgbClr val="E07B00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Brasil</c:v>
                </c:pt>
                <c:pt idx="5">
                  <c:v>   </c:v>
                </c:pt>
                <c:pt idx="6">
                  <c:v>Afrika Selatan</c:v>
                </c:pt>
                <c:pt idx="7">
                  <c:v>    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47.775100000000002</c:v>
                </c:pt>
                <c:pt idx="2">
                  <c:v>44.492805274646948</c:v>
                </c:pt>
                <c:pt idx="4">
                  <c:v>47.409308181769525</c:v>
                </c:pt>
                <c:pt idx="6">
                  <c:v>75.230429494975354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F73-42E8-9AB0-AFBB6CE3FA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Q1 2026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C00000"/>
              </a:solidFill>
              <a:ln>
                <a:noFill/>
              </a:ln>
            </c:spPr>
          </c:marker>
          <c:cat>
            <c:strRef>
              <c:f>Sheet1!$A$2:$A$9</c:f>
              <c:strCache>
                <c:ptCount val="8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Brasil</c:v>
                </c:pt>
                <c:pt idx="5">
                  <c:v>   </c:v>
                </c:pt>
                <c:pt idx="6">
                  <c:v>Afrika Selatan</c:v>
                </c:pt>
                <c:pt idx="7">
                  <c:v>    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55.82</c:v>
                </c:pt>
                <c:pt idx="2">
                  <c:v>36.822347946055203</c:v>
                </c:pt>
                <c:pt idx="4">
                  <c:v>55.789935572251117</c:v>
                </c:pt>
                <c:pt idx="6">
                  <c:v>88.918324566931148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F73-42E8-9AB0-AFBB6CE3FA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12700" cap="rnd">
              <a:solidFill>
                <a:srgbClr val="A6A6A6"/>
              </a:solidFill>
              <a:round/>
            </a:ln>
          </c:spPr>
        </c:hiLowLines>
        <c:marker val="1"/>
        <c:smooth val="0"/>
        <c:axId val="2118791784"/>
        <c:axId val="2140495176"/>
      </c:line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Panah naik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dLbl>
              <c:idx val="1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+5,9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F73-42E8-9AB0-AFBB6CE3FA0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+9,2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F73-42E8-9AB0-AFBB6CE3FA0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+14,9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F73-42E8-9AB0-AFBB6CE3FA0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Dir val="y"/>
            <c:errBarType val="plus"/>
            <c:errValType val="cust"/>
            <c:noEndCap val="1"/>
            <c:plus>
              <c:numRef>
                <c:f>Sheet1!$G$2:$G$9</c:f>
                <c:numCache>
                  <c:formatCode>#,##0.0</c:formatCode>
                  <c:ptCount val="8"/>
                  <c:pt idx="1">
                    <c:v>5.9467999999999996</c:v>
                  </c:pt>
                  <c:pt idx="3">
                    <c:v>9.2131000000000007</c:v>
                  </c:pt>
                  <c:pt idx="5">
                    <c:v>14.9215</c:v>
                  </c:pt>
                  <c:pt idx="7">
                    <c:v>4.7438000000000002</c:v>
                  </c:pt>
                </c:numCache>
              </c:numRef>
            </c:plus>
            <c:spPr>
              <a:ln w="31750" cap="flat">
                <a:solidFill>
                  <a:srgbClr val="C00000"/>
                </a:solidFill>
                <a:tailEnd type="triangle" w="med" len="med"/>
              </a:ln>
            </c:spPr>
          </c:errBars>
          <c:cat>
            <c:strRef>
              <c:f>Sheet1!$A$2:$A$9</c:f>
              <c:strCache>
                <c:ptCount val="8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Brasil</c:v>
                </c:pt>
                <c:pt idx="5">
                  <c:v>   </c:v>
                </c:pt>
                <c:pt idx="6">
                  <c:v>Afrika Selatan</c:v>
                </c:pt>
                <c:pt idx="7">
                  <c:v>    </c:v>
                </c:pt>
              </c:strCache>
            </c:strRef>
          </c:cat>
          <c:val>
            <c:numRef>
              <c:f>Sheet1!$E$2:$E$9</c:f>
              <c:numCache>
                <c:formatCode>#,##0.0</c:formatCode>
                <c:ptCount val="8"/>
                <c:pt idx="1">
                  <c:v>49.873199999999997</c:v>
                </c:pt>
                <c:pt idx="3">
                  <c:v>27.609200000000001</c:v>
                </c:pt>
                <c:pt idx="5">
                  <c:v>40.868400000000001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4F73-42E8-9AB0-AFBB6CE3FA0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Panah turun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dLbl>
              <c:idx val="7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00B050"/>
                        </a:solidFill>
                        <a:latin typeface="Calibri"/>
                        <a:cs typeface="Calibri"/>
                      </a:rPr>
                      <a:t>−4,7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F73-42E8-9AB0-AFBB6CE3FA0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Dir val="y"/>
            <c:errBarType val="plus"/>
            <c:errValType val="cust"/>
            <c:noEndCap val="1"/>
            <c:plus>
              <c:numRef>
                <c:f>Sheet1!$G$2:$G$9</c:f>
                <c:numCache>
                  <c:formatCode>#,##0.0</c:formatCode>
                  <c:ptCount val="8"/>
                  <c:pt idx="1">
                    <c:v>5.9467999999999996</c:v>
                  </c:pt>
                  <c:pt idx="3">
                    <c:v>9.2131000000000007</c:v>
                  </c:pt>
                  <c:pt idx="5">
                    <c:v>14.9215</c:v>
                  </c:pt>
                  <c:pt idx="7">
                    <c:v>4.7438000000000002</c:v>
                  </c:pt>
                </c:numCache>
              </c:numRef>
            </c:plus>
            <c:spPr>
              <a:ln w="31750" cap="flat">
                <a:solidFill>
                  <a:srgbClr val="00B050"/>
                </a:solidFill>
                <a:headEnd type="triangle" w="med" len="med"/>
              </a:ln>
            </c:spPr>
          </c:errBars>
          <c:cat>
            <c:strRef>
              <c:f>Sheet1!$A$2:$A$9</c:f>
              <c:strCache>
                <c:ptCount val="8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Brasil</c:v>
                </c:pt>
                <c:pt idx="5">
                  <c:v>   </c:v>
                </c:pt>
                <c:pt idx="6">
                  <c:v>Afrika Selatan</c:v>
                </c:pt>
                <c:pt idx="7">
                  <c:v>    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7">
                  <c:v>88.918300000000002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4F73-42E8-9AB0-AFBB6CE3FA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0001"/>
        <c:axId val="900002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18791784"/>
        <c:crosses val="autoZero"/>
        <c:crossBetween val="between"/>
        <c:majorUnit val="20"/>
      </c:valAx>
      <c:catAx>
        <c:axId val="9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100"/>
          <c:min val="0"/>
        </c:scaling>
        <c:delete val="1"/>
        <c:axPos val="r"/>
        <c:numFmt formatCode="#,##0" sourceLinked="0"/>
        <c:majorTickMark val="none"/>
        <c:minorTickMark val="none"/>
        <c:tickLblPos val="nextTo"/>
        <c:crossAx val="900001"/>
        <c:crosses val="max"/>
        <c:crossBetween val="between"/>
        <c:majorUnit val="20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legendEntry>
        <c:idx val="4"/>
        <c:delete val="1"/>
      </c:legendEntry>
      <c:overlay val="0"/>
      <c:txPr>
        <a:bodyPr/>
        <a:lstStyle/>
        <a:p>
          <a:pPr>
            <a:defRPr sz="1200" b="0">
              <a:solidFill>
                <a:srgbClr val="00000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 algn="ctr">
              <a:defRPr/>
            </a:pPr>
            <a:r>
              <a:rPr lang="en-US" err="1"/>
              <a:t>Persepsi</a:t>
            </a:r>
            <a:r>
              <a:rPr lang="en-US"/>
              <a:t> Risiko Indonesia</a:t>
            </a:r>
          </a:p>
          <a:p>
            <a:pPr algn="ctr">
              <a:defRPr/>
            </a:pPr>
            <a:r>
              <a:rPr lang="en-US" b="0"/>
              <a:t>(</a:t>
            </a:r>
            <a:r>
              <a:rPr lang="en-US" b="0" err="1"/>
              <a:t>persen</a:t>
            </a:r>
            <a:r>
              <a:rPr lang="en-US" b="0"/>
              <a:t>; </a:t>
            </a:r>
            <a:r>
              <a:rPr lang="en-US" b="0" err="1"/>
              <a:t>indeks</a:t>
            </a:r>
            <a:r>
              <a:rPr lang="en-US" b="0"/>
              <a:t>-RHS)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819492403051112E-2"/>
          <c:y val="0.15341532493961768"/>
          <c:w val="0.81147202827560949"/>
          <c:h val="0.68570721889209718"/>
        </c:manualLayout>
      </c:layout>
      <c:areaChart>
        <c:grouping val="standard"/>
        <c:varyColors val="0"/>
        <c:ser>
          <c:idx val="2"/>
          <c:order val="2"/>
          <c:tx>
            <c:v> </c:v>
          </c:tx>
          <c:spPr>
            <a:solidFill>
              <a:srgbClr val="FBEEC9">
                <a:alpha val="30000"/>
              </a:srgbClr>
            </a:solidFill>
            <a:ln>
              <a:noFill/>
            </a:ln>
          </c:spPr>
          <c:cat>
            <c:numRef>
              <c:f>Sheet1!$A$2:$A$2108</c:f>
              <c:numCache>
                <c:formatCode>m/d/yyyy</c:formatCode>
                <c:ptCount val="2107"/>
                <c:pt idx="0">
                  <c:v>43089</c:v>
                </c:pt>
                <c:pt idx="1">
                  <c:v>43090</c:v>
                </c:pt>
                <c:pt idx="2">
                  <c:v>43091</c:v>
                </c:pt>
                <c:pt idx="3">
                  <c:v>43096</c:v>
                </c:pt>
                <c:pt idx="4">
                  <c:v>43097</c:v>
                </c:pt>
                <c:pt idx="5">
                  <c:v>43098</c:v>
                </c:pt>
                <c:pt idx="6">
                  <c:v>43102</c:v>
                </c:pt>
                <c:pt idx="7">
                  <c:v>43103</c:v>
                </c:pt>
                <c:pt idx="8">
                  <c:v>43104</c:v>
                </c:pt>
                <c:pt idx="9">
                  <c:v>43105</c:v>
                </c:pt>
                <c:pt idx="10">
                  <c:v>43108</c:v>
                </c:pt>
                <c:pt idx="11">
                  <c:v>43109</c:v>
                </c:pt>
                <c:pt idx="12">
                  <c:v>43110</c:v>
                </c:pt>
                <c:pt idx="13">
                  <c:v>43111</c:v>
                </c:pt>
                <c:pt idx="14">
                  <c:v>43112</c:v>
                </c:pt>
                <c:pt idx="15">
                  <c:v>43115</c:v>
                </c:pt>
                <c:pt idx="16">
                  <c:v>43116</c:v>
                </c:pt>
                <c:pt idx="17">
                  <c:v>43117</c:v>
                </c:pt>
                <c:pt idx="18">
                  <c:v>43118</c:v>
                </c:pt>
                <c:pt idx="19">
                  <c:v>43119</c:v>
                </c:pt>
                <c:pt idx="20">
                  <c:v>43122</c:v>
                </c:pt>
                <c:pt idx="21">
                  <c:v>43123</c:v>
                </c:pt>
                <c:pt idx="22">
                  <c:v>43124</c:v>
                </c:pt>
                <c:pt idx="23">
                  <c:v>43125</c:v>
                </c:pt>
                <c:pt idx="24">
                  <c:v>43126</c:v>
                </c:pt>
                <c:pt idx="25">
                  <c:v>43129</c:v>
                </c:pt>
                <c:pt idx="26">
                  <c:v>43130</c:v>
                </c:pt>
                <c:pt idx="27">
                  <c:v>43131</c:v>
                </c:pt>
                <c:pt idx="28">
                  <c:v>43132</c:v>
                </c:pt>
                <c:pt idx="29">
                  <c:v>43133</c:v>
                </c:pt>
                <c:pt idx="30">
                  <c:v>43136</c:v>
                </c:pt>
                <c:pt idx="31">
                  <c:v>43137</c:v>
                </c:pt>
                <c:pt idx="32">
                  <c:v>43138</c:v>
                </c:pt>
                <c:pt idx="33">
                  <c:v>43139</c:v>
                </c:pt>
                <c:pt idx="34">
                  <c:v>43140</c:v>
                </c:pt>
                <c:pt idx="35">
                  <c:v>43143</c:v>
                </c:pt>
                <c:pt idx="36">
                  <c:v>43144</c:v>
                </c:pt>
                <c:pt idx="37">
                  <c:v>43145</c:v>
                </c:pt>
                <c:pt idx="38">
                  <c:v>43146</c:v>
                </c:pt>
                <c:pt idx="39">
                  <c:v>43150</c:v>
                </c:pt>
                <c:pt idx="40">
                  <c:v>43151</c:v>
                </c:pt>
                <c:pt idx="41">
                  <c:v>43152</c:v>
                </c:pt>
                <c:pt idx="42">
                  <c:v>43153</c:v>
                </c:pt>
                <c:pt idx="43">
                  <c:v>43154</c:v>
                </c:pt>
                <c:pt idx="44">
                  <c:v>43157</c:v>
                </c:pt>
                <c:pt idx="45">
                  <c:v>43158</c:v>
                </c:pt>
                <c:pt idx="46">
                  <c:v>43159</c:v>
                </c:pt>
                <c:pt idx="47">
                  <c:v>43160</c:v>
                </c:pt>
                <c:pt idx="48">
                  <c:v>43161</c:v>
                </c:pt>
                <c:pt idx="49">
                  <c:v>43164</c:v>
                </c:pt>
                <c:pt idx="50">
                  <c:v>43165</c:v>
                </c:pt>
                <c:pt idx="51">
                  <c:v>43166</c:v>
                </c:pt>
                <c:pt idx="52">
                  <c:v>43167</c:v>
                </c:pt>
                <c:pt idx="53">
                  <c:v>43168</c:v>
                </c:pt>
                <c:pt idx="54">
                  <c:v>43171</c:v>
                </c:pt>
                <c:pt idx="55">
                  <c:v>43172</c:v>
                </c:pt>
                <c:pt idx="56">
                  <c:v>43173</c:v>
                </c:pt>
                <c:pt idx="57">
                  <c:v>43174</c:v>
                </c:pt>
                <c:pt idx="58">
                  <c:v>43175</c:v>
                </c:pt>
                <c:pt idx="59">
                  <c:v>43178</c:v>
                </c:pt>
                <c:pt idx="60">
                  <c:v>43179</c:v>
                </c:pt>
                <c:pt idx="61">
                  <c:v>43180</c:v>
                </c:pt>
                <c:pt idx="62">
                  <c:v>43181</c:v>
                </c:pt>
                <c:pt idx="63">
                  <c:v>43182</c:v>
                </c:pt>
                <c:pt idx="64">
                  <c:v>43185</c:v>
                </c:pt>
                <c:pt idx="65">
                  <c:v>43186</c:v>
                </c:pt>
                <c:pt idx="66">
                  <c:v>43187</c:v>
                </c:pt>
                <c:pt idx="67">
                  <c:v>43188</c:v>
                </c:pt>
                <c:pt idx="68">
                  <c:v>43192</c:v>
                </c:pt>
                <c:pt idx="69">
                  <c:v>43193</c:v>
                </c:pt>
                <c:pt idx="70">
                  <c:v>43194</c:v>
                </c:pt>
                <c:pt idx="71">
                  <c:v>43195</c:v>
                </c:pt>
                <c:pt idx="72">
                  <c:v>43196</c:v>
                </c:pt>
                <c:pt idx="73">
                  <c:v>43199</c:v>
                </c:pt>
                <c:pt idx="74">
                  <c:v>43200</c:v>
                </c:pt>
                <c:pt idx="75">
                  <c:v>43201</c:v>
                </c:pt>
                <c:pt idx="76">
                  <c:v>43202</c:v>
                </c:pt>
                <c:pt idx="77">
                  <c:v>43203</c:v>
                </c:pt>
                <c:pt idx="78">
                  <c:v>43206</c:v>
                </c:pt>
                <c:pt idx="79">
                  <c:v>43207</c:v>
                </c:pt>
                <c:pt idx="80">
                  <c:v>43208</c:v>
                </c:pt>
                <c:pt idx="81">
                  <c:v>43209</c:v>
                </c:pt>
                <c:pt idx="82">
                  <c:v>43210</c:v>
                </c:pt>
                <c:pt idx="83">
                  <c:v>43213</c:v>
                </c:pt>
                <c:pt idx="84">
                  <c:v>43214</c:v>
                </c:pt>
                <c:pt idx="85">
                  <c:v>43215</c:v>
                </c:pt>
                <c:pt idx="86">
                  <c:v>43216</c:v>
                </c:pt>
                <c:pt idx="87">
                  <c:v>43217</c:v>
                </c:pt>
                <c:pt idx="88">
                  <c:v>43220</c:v>
                </c:pt>
                <c:pt idx="89">
                  <c:v>43222</c:v>
                </c:pt>
                <c:pt idx="90">
                  <c:v>43223</c:v>
                </c:pt>
                <c:pt idx="91">
                  <c:v>43224</c:v>
                </c:pt>
                <c:pt idx="92">
                  <c:v>43227</c:v>
                </c:pt>
                <c:pt idx="93">
                  <c:v>43228</c:v>
                </c:pt>
                <c:pt idx="94">
                  <c:v>43229</c:v>
                </c:pt>
                <c:pt idx="95">
                  <c:v>43231</c:v>
                </c:pt>
                <c:pt idx="96">
                  <c:v>43234</c:v>
                </c:pt>
                <c:pt idx="97">
                  <c:v>43235</c:v>
                </c:pt>
                <c:pt idx="98">
                  <c:v>43236</c:v>
                </c:pt>
                <c:pt idx="99">
                  <c:v>43237</c:v>
                </c:pt>
                <c:pt idx="100">
                  <c:v>43238</c:v>
                </c:pt>
                <c:pt idx="101">
                  <c:v>43241</c:v>
                </c:pt>
                <c:pt idx="102">
                  <c:v>43242</c:v>
                </c:pt>
                <c:pt idx="103">
                  <c:v>43243</c:v>
                </c:pt>
                <c:pt idx="104">
                  <c:v>43244</c:v>
                </c:pt>
                <c:pt idx="105">
                  <c:v>43245</c:v>
                </c:pt>
                <c:pt idx="106">
                  <c:v>43248</c:v>
                </c:pt>
                <c:pt idx="107">
                  <c:v>43250</c:v>
                </c:pt>
                <c:pt idx="108">
                  <c:v>43251</c:v>
                </c:pt>
                <c:pt idx="109">
                  <c:v>43255</c:v>
                </c:pt>
                <c:pt idx="110">
                  <c:v>43256</c:v>
                </c:pt>
                <c:pt idx="111">
                  <c:v>43257</c:v>
                </c:pt>
                <c:pt idx="112">
                  <c:v>43258</c:v>
                </c:pt>
                <c:pt idx="113">
                  <c:v>43259</c:v>
                </c:pt>
                <c:pt idx="114">
                  <c:v>43271</c:v>
                </c:pt>
                <c:pt idx="115">
                  <c:v>43272</c:v>
                </c:pt>
                <c:pt idx="116">
                  <c:v>43273</c:v>
                </c:pt>
                <c:pt idx="117">
                  <c:v>43276</c:v>
                </c:pt>
                <c:pt idx="118">
                  <c:v>43277</c:v>
                </c:pt>
                <c:pt idx="119">
                  <c:v>43278</c:v>
                </c:pt>
                <c:pt idx="120">
                  <c:v>43279</c:v>
                </c:pt>
                <c:pt idx="121">
                  <c:v>43280</c:v>
                </c:pt>
                <c:pt idx="122">
                  <c:v>43283</c:v>
                </c:pt>
                <c:pt idx="123">
                  <c:v>43284</c:v>
                </c:pt>
                <c:pt idx="124">
                  <c:v>43285</c:v>
                </c:pt>
                <c:pt idx="125">
                  <c:v>43286</c:v>
                </c:pt>
                <c:pt idx="126">
                  <c:v>43287</c:v>
                </c:pt>
                <c:pt idx="127">
                  <c:v>43290</c:v>
                </c:pt>
                <c:pt idx="128">
                  <c:v>43291</c:v>
                </c:pt>
                <c:pt idx="129">
                  <c:v>43292</c:v>
                </c:pt>
                <c:pt idx="130">
                  <c:v>43293</c:v>
                </c:pt>
                <c:pt idx="131">
                  <c:v>43294</c:v>
                </c:pt>
                <c:pt idx="132">
                  <c:v>43297</c:v>
                </c:pt>
                <c:pt idx="133">
                  <c:v>43298</c:v>
                </c:pt>
                <c:pt idx="134">
                  <c:v>43299</c:v>
                </c:pt>
                <c:pt idx="135">
                  <c:v>43300</c:v>
                </c:pt>
                <c:pt idx="136">
                  <c:v>43301</c:v>
                </c:pt>
                <c:pt idx="137">
                  <c:v>43304</c:v>
                </c:pt>
                <c:pt idx="138">
                  <c:v>43305</c:v>
                </c:pt>
                <c:pt idx="139">
                  <c:v>43306</c:v>
                </c:pt>
                <c:pt idx="140">
                  <c:v>43307</c:v>
                </c:pt>
                <c:pt idx="141">
                  <c:v>43308</c:v>
                </c:pt>
                <c:pt idx="142">
                  <c:v>43311</c:v>
                </c:pt>
                <c:pt idx="143">
                  <c:v>43312</c:v>
                </c:pt>
                <c:pt idx="144">
                  <c:v>43313</c:v>
                </c:pt>
                <c:pt idx="145">
                  <c:v>43314</c:v>
                </c:pt>
                <c:pt idx="146">
                  <c:v>43315</c:v>
                </c:pt>
                <c:pt idx="147">
                  <c:v>43318</c:v>
                </c:pt>
                <c:pt idx="148">
                  <c:v>43319</c:v>
                </c:pt>
                <c:pt idx="149">
                  <c:v>43320</c:v>
                </c:pt>
                <c:pt idx="150">
                  <c:v>43321</c:v>
                </c:pt>
                <c:pt idx="151">
                  <c:v>43322</c:v>
                </c:pt>
                <c:pt idx="152">
                  <c:v>43325</c:v>
                </c:pt>
                <c:pt idx="153">
                  <c:v>43326</c:v>
                </c:pt>
                <c:pt idx="154">
                  <c:v>43327</c:v>
                </c:pt>
                <c:pt idx="155">
                  <c:v>43328</c:v>
                </c:pt>
                <c:pt idx="156">
                  <c:v>43332</c:v>
                </c:pt>
                <c:pt idx="157">
                  <c:v>43333</c:v>
                </c:pt>
                <c:pt idx="158">
                  <c:v>43335</c:v>
                </c:pt>
                <c:pt idx="159">
                  <c:v>43336</c:v>
                </c:pt>
                <c:pt idx="160">
                  <c:v>43339</c:v>
                </c:pt>
                <c:pt idx="161">
                  <c:v>43340</c:v>
                </c:pt>
                <c:pt idx="162">
                  <c:v>43341</c:v>
                </c:pt>
                <c:pt idx="163">
                  <c:v>43342</c:v>
                </c:pt>
                <c:pt idx="164">
                  <c:v>43343</c:v>
                </c:pt>
                <c:pt idx="165">
                  <c:v>43346</c:v>
                </c:pt>
                <c:pt idx="166">
                  <c:v>43347</c:v>
                </c:pt>
                <c:pt idx="167">
                  <c:v>43348</c:v>
                </c:pt>
                <c:pt idx="168">
                  <c:v>43349</c:v>
                </c:pt>
                <c:pt idx="169">
                  <c:v>43350</c:v>
                </c:pt>
                <c:pt idx="170">
                  <c:v>43353</c:v>
                </c:pt>
                <c:pt idx="171">
                  <c:v>43355</c:v>
                </c:pt>
                <c:pt idx="172">
                  <c:v>43356</c:v>
                </c:pt>
                <c:pt idx="173">
                  <c:v>43357</c:v>
                </c:pt>
                <c:pt idx="174">
                  <c:v>43360</c:v>
                </c:pt>
                <c:pt idx="175">
                  <c:v>43361</c:v>
                </c:pt>
                <c:pt idx="176">
                  <c:v>43362</c:v>
                </c:pt>
                <c:pt idx="177">
                  <c:v>43363</c:v>
                </c:pt>
                <c:pt idx="178">
                  <c:v>43364</c:v>
                </c:pt>
                <c:pt idx="179">
                  <c:v>43367</c:v>
                </c:pt>
                <c:pt idx="180">
                  <c:v>43368</c:v>
                </c:pt>
                <c:pt idx="181">
                  <c:v>43369</c:v>
                </c:pt>
                <c:pt idx="182">
                  <c:v>43370</c:v>
                </c:pt>
                <c:pt idx="183">
                  <c:v>43371</c:v>
                </c:pt>
                <c:pt idx="184">
                  <c:v>43374</c:v>
                </c:pt>
                <c:pt idx="185">
                  <c:v>43375</c:v>
                </c:pt>
                <c:pt idx="186">
                  <c:v>43376</c:v>
                </c:pt>
                <c:pt idx="187">
                  <c:v>43377</c:v>
                </c:pt>
                <c:pt idx="188">
                  <c:v>43378</c:v>
                </c:pt>
                <c:pt idx="189">
                  <c:v>43381</c:v>
                </c:pt>
                <c:pt idx="190">
                  <c:v>43382</c:v>
                </c:pt>
                <c:pt idx="191">
                  <c:v>43383</c:v>
                </c:pt>
                <c:pt idx="192">
                  <c:v>43384</c:v>
                </c:pt>
                <c:pt idx="193">
                  <c:v>43385</c:v>
                </c:pt>
                <c:pt idx="194">
                  <c:v>43388</c:v>
                </c:pt>
                <c:pt idx="195">
                  <c:v>43389</c:v>
                </c:pt>
                <c:pt idx="196">
                  <c:v>43390</c:v>
                </c:pt>
                <c:pt idx="197">
                  <c:v>43391</c:v>
                </c:pt>
                <c:pt idx="198">
                  <c:v>43392</c:v>
                </c:pt>
                <c:pt idx="199">
                  <c:v>43395</c:v>
                </c:pt>
                <c:pt idx="200">
                  <c:v>43396</c:v>
                </c:pt>
                <c:pt idx="201">
                  <c:v>43397</c:v>
                </c:pt>
                <c:pt idx="202">
                  <c:v>43398</c:v>
                </c:pt>
                <c:pt idx="203">
                  <c:v>43399</c:v>
                </c:pt>
                <c:pt idx="204">
                  <c:v>43402</c:v>
                </c:pt>
                <c:pt idx="205">
                  <c:v>43403</c:v>
                </c:pt>
                <c:pt idx="206">
                  <c:v>43404</c:v>
                </c:pt>
                <c:pt idx="207">
                  <c:v>43405</c:v>
                </c:pt>
                <c:pt idx="208">
                  <c:v>43406</c:v>
                </c:pt>
                <c:pt idx="209">
                  <c:v>43409</c:v>
                </c:pt>
                <c:pt idx="210">
                  <c:v>43410</c:v>
                </c:pt>
                <c:pt idx="211">
                  <c:v>43411</c:v>
                </c:pt>
                <c:pt idx="212">
                  <c:v>43412</c:v>
                </c:pt>
                <c:pt idx="213">
                  <c:v>43413</c:v>
                </c:pt>
                <c:pt idx="214">
                  <c:v>43416</c:v>
                </c:pt>
                <c:pt idx="215">
                  <c:v>43417</c:v>
                </c:pt>
                <c:pt idx="216">
                  <c:v>43418</c:v>
                </c:pt>
                <c:pt idx="217">
                  <c:v>43419</c:v>
                </c:pt>
                <c:pt idx="218">
                  <c:v>43420</c:v>
                </c:pt>
                <c:pt idx="219">
                  <c:v>43423</c:v>
                </c:pt>
                <c:pt idx="220">
                  <c:v>43425</c:v>
                </c:pt>
                <c:pt idx="221">
                  <c:v>43426</c:v>
                </c:pt>
                <c:pt idx="222">
                  <c:v>43427</c:v>
                </c:pt>
                <c:pt idx="223">
                  <c:v>43430</c:v>
                </c:pt>
                <c:pt idx="224">
                  <c:v>43431</c:v>
                </c:pt>
                <c:pt idx="225">
                  <c:v>43432</c:v>
                </c:pt>
                <c:pt idx="226">
                  <c:v>43433</c:v>
                </c:pt>
                <c:pt idx="227">
                  <c:v>43434</c:v>
                </c:pt>
                <c:pt idx="228">
                  <c:v>43437</c:v>
                </c:pt>
                <c:pt idx="229">
                  <c:v>43438</c:v>
                </c:pt>
                <c:pt idx="230">
                  <c:v>43439</c:v>
                </c:pt>
                <c:pt idx="231">
                  <c:v>43440</c:v>
                </c:pt>
                <c:pt idx="232">
                  <c:v>43441</c:v>
                </c:pt>
                <c:pt idx="233">
                  <c:v>43444</c:v>
                </c:pt>
                <c:pt idx="234">
                  <c:v>43445</c:v>
                </c:pt>
                <c:pt idx="235">
                  <c:v>43446</c:v>
                </c:pt>
                <c:pt idx="236">
                  <c:v>43447</c:v>
                </c:pt>
                <c:pt idx="237">
                  <c:v>43448</c:v>
                </c:pt>
                <c:pt idx="238">
                  <c:v>43451</c:v>
                </c:pt>
                <c:pt idx="239">
                  <c:v>43452</c:v>
                </c:pt>
                <c:pt idx="240">
                  <c:v>43453</c:v>
                </c:pt>
                <c:pt idx="241">
                  <c:v>43454</c:v>
                </c:pt>
                <c:pt idx="242">
                  <c:v>43455</c:v>
                </c:pt>
                <c:pt idx="243">
                  <c:v>43460</c:v>
                </c:pt>
                <c:pt idx="244">
                  <c:v>43461</c:v>
                </c:pt>
                <c:pt idx="245">
                  <c:v>43462</c:v>
                </c:pt>
                <c:pt idx="246">
                  <c:v>43467</c:v>
                </c:pt>
                <c:pt idx="247">
                  <c:v>43468</c:v>
                </c:pt>
                <c:pt idx="248">
                  <c:v>43469</c:v>
                </c:pt>
                <c:pt idx="249">
                  <c:v>43472</c:v>
                </c:pt>
                <c:pt idx="250">
                  <c:v>43473</c:v>
                </c:pt>
                <c:pt idx="251">
                  <c:v>43474</c:v>
                </c:pt>
                <c:pt idx="252">
                  <c:v>43475</c:v>
                </c:pt>
                <c:pt idx="253">
                  <c:v>43476</c:v>
                </c:pt>
                <c:pt idx="254">
                  <c:v>43479</c:v>
                </c:pt>
                <c:pt idx="255">
                  <c:v>43480</c:v>
                </c:pt>
                <c:pt idx="256">
                  <c:v>43481</c:v>
                </c:pt>
                <c:pt idx="257">
                  <c:v>43482</c:v>
                </c:pt>
                <c:pt idx="258">
                  <c:v>43483</c:v>
                </c:pt>
                <c:pt idx="259">
                  <c:v>43486</c:v>
                </c:pt>
                <c:pt idx="260">
                  <c:v>43487</c:v>
                </c:pt>
                <c:pt idx="261">
                  <c:v>43488</c:v>
                </c:pt>
                <c:pt idx="262">
                  <c:v>43489</c:v>
                </c:pt>
                <c:pt idx="263">
                  <c:v>43490</c:v>
                </c:pt>
                <c:pt idx="264">
                  <c:v>43493</c:v>
                </c:pt>
                <c:pt idx="265">
                  <c:v>43494</c:v>
                </c:pt>
                <c:pt idx="266">
                  <c:v>43495</c:v>
                </c:pt>
                <c:pt idx="267">
                  <c:v>43496</c:v>
                </c:pt>
                <c:pt idx="268">
                  <c:v>43497</c:v>
                </c:pt>
                <c:pt idx="269">
                  <c:v>43500</c:v>
                </c:pt>
                <c:pt idx="270">
                  <c:v>43502</c:v>
                </c:pt>
                <c:pt idx="271">
                  <c:v>43503</c:v>
                </c:pt>
                <c:pt idx="272">
                  <c:v>43504</c:v>
                </c:pt>
                <c:pt idx="273">
                  <c:v>43507</c:v>
                </c:pt>
                <c:pt idx="274">
                  <c:v>43508</c:v>
                </c:pt>
                <c:pt idx="275">
                  <c:v>43509</c:v>
                </c:pt>
                <c:pt idx="276">
                  <c:v>43510</c:v>
                </c:pt>
                <c:pt idx="277">
                  <c:v>43511</c:v>
                </c:pt>
                <c:pt idx="278">
                  <c:v>43514</c:v>
                </c:pt>
                <c:pt idx="279">
                  <c:v>43515</c:v>
                </c:pt>
                <c:pt idx="280">
                  <c:v>43516</c:v>
                </c:pt>
                <c:pt idx="281">
                  <c:v>43517</c:v>
                </c:pt>
                <c:pt idx="282">
                  <c:v>43518</c:v>
                </c:pt>
                <c:pt idx="283">
                  <c:v>43521</c:v>
                </c:pt>
                <c:pt idx="284">
                  <c:v>43522</c:v>
                </c:pt>
                <c:pt idx="285">
                  <c:v>43523</c:v>
                </c:pt>
                <c:pt idx="286">
                  <c:v>43524</c:v>
                </c:pt>
                <c:pt idx="287">
                  <c:v>43525</c:v>
                </c:pt>
                <c:pt idx="288">
                  <c:v>43528</c:v>
                </c:pt>
                <c:pt idx="289">
                  <c:v>43529</c:v>
                </c:pt>
                <c:pt idx="290">
                  <c:v>43530</c:v>
                </c:pt>
                <c:pt idx="291">
                  <c:v>43532</c:v>
                </c:pt>
                <c:pt idx="292">
                  <c:v>43535</c:v>
                </c:pt>
                <c:pt idx="293">
                  <c:v>43536</c:v>
                </c:pt>
                <c:pt idx="294">
                  <c:v>43537</c:v>
                </c:pt>
                <c:pt idx="295">
                  <c:v>43538</c:v>
                </c:pt>
                <c:pt idx="296">
                  <c:v>43539</c:v>
                </c:pt>
                <c:pt idx="297">
                  <c:v>43542</c:v>
                </c:pt>
                <c:pt idx="298">
                  <c:v>43543</c:v>
                </c:pt>
                <c:pt idx="299">
                  <c:v>43544</c:v>
                </c:pt>
                <c:pt idx="300">
                  <c:v>43545</c:v>
                </c:pt>
                <c:pt idx="301">
                  <c:v>43546</c:v>
                </c:pt>
                <c:pt idx="302">
                  <c:v>43549</c:v>
                </c:pt>
                <c:pt idx="303">
                  <c:v>43550</c:v>
                </c:pt>
                <c:pt idx="304">
                  <c:v>43551</c:v>
                </c:pt>
                <c:pt idx="305">
                  <c:v>43552</c:v>
                </c:pt>
                <c:pt idx="306">
                  <c:v>43553</c:v>
                </c:pt>
                <c:pt idx="307">
                  <c:v>43556</c:v>
                </c:pt>
                <c:pt idx="308">
                  <c:v>43557</c:v>
                </c:pt>
                <c:pt idx="309">
                  <c:v>43559</c:v>
                </c:pt>
                <c:pt idx="310">
                  <c:v>43560</c:v>
                </c:pt>
                <c:pt idx="311">
                  <c:v>43563</c:v>
                </c:pt>
                <c:pt idx="312">
                  <c:v>43564</c:v>
                </c:pt>
                <c:pt idx="313">
                  <c:v>43565</c:v>
                </c:pt>
                <c:pt idx="314">
                  <c:v>43566</c:v>
                </c:pt>
                <c:pt idx="315">
                  <c:v>43567</c:v>
                </c:pt>
                <c:pt idx="316">
                  <c:v>43570</c:v>
                </c:pt>
                <c:pt idx="317">
                  <c:v>43571</c:v>
                </c:pt>
                <c:pt idx="318">
                  <c:v>43573</c:v>
                </c:pt>
                <c:pt idx="319">
                  <c:v>43577</c:v>
                </c:pt>
                <c:pt idx="320">
                  <c:v>43578</c:v>
                </c:pt>
                <c:pt idx="321">
                  <c:v>43579</c:v>
                </c:pt>
                <c:pt idx="322">
                  <c:v>43580</c:v>
                </c:pt>
                <c:pt idx="323">
                  <c:v>43581</c:v>
                </c:pt>
                <c:pt idx="324">
                  <c:v>43584</c:v>
                </c:pt>
                <c:pt idx="325">
                  <c:v>43585</c:v>
                </c:pt>
                <c:pt idx="326">
                  <c:v>43587</c:v>
                </c:pt>
                <c:pt idx="327">
                  <c:v>43588</c:v>
                </c:pt>
                <c:pt idx="328">
                  <c:v>43591</c:v>
                </c:pt>
                <c:pt idx="329">
                  <c:v>43592</c:v>
                </c:pt>
                <c:pt idx="330">
                  <c:v>43593</c:v>
                </c:pt>
                <c:pt idx="331">
                  <c:v>43594</c:v>
                </c:pt>
                <c:pt idx="332">
                  <c:v>43595</c:v>
                </c:pt>
                <c:pt idx="333">
                  <c:v>43598</c:v>
                </c:pt>
                <c:pt idx="334">
                  <c:v>43599</c:v>
                </c:pt>
                <c:pt idx="335">
                  <c:v>43600</c:v>
                </c:pt>
                <c:pt idx="336">
                  <c:v>43601</c:v>
                </c:pt>
                <c:pt idx="337">
                  <c:v>43602</c:v>
                </c:pt>
                <c:pt idx="338">
                  <c:v>43605</c:v>
                </c:pt>
                <c:pt idx="339">
                  <c:v>43606</c:v>
                </c:pt>
                <c:pt idx="340">
                  <c:v>43607</c:v>
                </c:pt>
                <c:pt idx="341">
                  <c:v>43608</c:v>
                </c:pt>
                <c:pt idx="342">
                  <c:v>43609</c:v>
                </c:pt>
                <c:pt idx="343">
                  <c:v>43612</c:v>
                </c:pt>
                <c:pt idx="344">
                  <c:v>43613</c:v>
                </c:pt>
                <c:pt idx="345">
                  <c:v>43614</c:v>
                </c:pt>
                <c:pt idx="346">
                  <c:v>43616</c:v>
                </c:pt>
                <c:pt idx="347">
                  <c:v>43626</c:v>
                </c:pt>
                <c:pt idx="348">
                  <c:v>43627</c:v>
                </c:pt>
                <c:pt idx="349">
                  <c:v>43628</c:v>
                </c:pt>
                <c:pt idx="350">
                  <c:v>43629</c:v>
                </c:pt>
                <c:pt idx="351">
                  <c:v>43630</c:v>
                </c:pt>
                <c:pt idx="352">
                  <c:v>43633</c:v>
                </c:pt>
                <c:pt idx="353">
                  <c:v>43634</c:v>
                </c:pt>
                <c:pt idx="354">
                  <c:v>43635</c:v>
                </c:pt>
                <c:pt idx="355">
                  <c:v>43636</c:v>
                </c:pt>
                <c:pt idx="356">
                  <c:v>43637</c:v>
                </c:pt>
                <c:pt idx="357">
                  <c:v>43640</c:v>
                </c:pt>
                <c:pt idx="358">
                  <c:v>43641</c:v>
                </c:pt>
                <c:pt idx="359">
                  <c:v>43642</c:v>
                </c:pt>
                <c:pt idx="360">
                  <c:v>43643</c:v>
                </c:pt>
                <c:pt idx="361">
                  <c:v>43644</c:v>
                </c:pt>
                <c:pt idx="362">
                  <c:v>43647</c:v>
                </c:pt>
                <c:pt idx="363">
                  <c:v>43648</c:v>
                </c:pt>
                <c:pt idx="364">
                  <c:v>43649</c:v>
                </c:pt>
                <c:pt idx="365">
                  <c:v>43650</c:v>
                </c:pt>
                <c:pt idx="366">
                  <c:v>43651</c:v>
                </c:pt>
                <c:pt idx="367">
                  <c:v>43654</c:v>
                </c:pt>
                <c:pt idx="368">
                  <c:v>43655</c:v>
                </c:pt>
                <c:pt idx="369">
                  <c:v>43656</c:v>
                </c:pt>
                <c:pt idx="370">
                  <c:v>43657</c:v>
                </c:pt>
                <c:pt idx="371">
                  <c:v>43658</c:v>
                </c:pt>
                <c:pt idx="372">
                  <c:v>43661</c:v>
                </c:pt>
                <c:pt idx="373">
                  <c:v>43662</c:v>
                </c:pt>
                <c:pt idx="374">
                  <c:v>43663</c:v>
                </c:pt>
                <c:pt idx="375">
                  <c:v>43664</c:v>
                </c:pt>
                <c:pt idx="376">
                  <c:v>43665</c:v>
                </c:pt>
                <c:pt idx="377">
                  <c:v>43668</c:v>
                </c:pt>
                <c:pt idx="378">
                  <c:v>43669</c:v>
                </c:pt>
                <c:pt idx="379">
                  <c:v>43670</c:v>
                </c:pt>
                <c:pt idx="380">
                  <c:v>43671</c:v>
                </c:pt>
                <c:pt idx="381">
                  <c:v>43672</c:v>
                </c:pt>
                <c:pt idx="382">
                  <c:v>43675</c:v>
                </c:pt>
                <c:pt idx="383">
                  <c:v>43676</c:v>
                </c:pt>
                <c:pt idx="384">
                  <c:v>43677</c:v>
                </c:pt>
                <c:pt idx="385">
                  <c:v>43678</c:v>
                </c:pt>
                <c:pt idx="386">
                  <c:v>43679</c:v>
                </c:pt>
                <c:pt idx="387">
                  <c:v>43682</c:v>
                </c:pt>
                <c:pt idx="388">
                  <c:v>43683</c:v>
                </c:pt>
                <c:pt idx="389">
                  <c:v>43684</c:v>
                </c:pt>
                <c:pt idx="390">
                  <c:v>43685</c:v>
                </c:pt>
                <c:pt idx="391">
                  <c:v>43686</c:v>
                </c:pt>
                <c:pt idx="392">
                  <c:v>43689</c:v>
                </c:pt>
                <c:pt idx="393">
                  <c:v>43690</c:v>
                </c:pt>
                <c:pt idx="394">
                  <c:v>43691</c:v>
                </c:pt>
                <c:pt idx="395">
                  <c:v>43692</c:v>
                </c:pt>
                <c:pt idx="396">
                  <c:v>43693</c:v>
                </c:pt>
                <c:pt idx="397">
                  <c:v>43696</c:v>
                </c:pt>
                <c:pt idx="398">
                  <c:v>43697</c:v>
                </c:pt>
                <c:pt idx="399">
                  <c:v>43698</c:v>
                </c:pt>
                <c:pt idx="400">
                  <c:v>43699</c:v>
                </c:pt>
                <c:pt idx="401">
                  <c:v>43700</c:v>
                </c:pt>
                <c:pt idx="402">
                  <c:v>43703</c:v>
                </c:pt>
                <c:pt idx="403">
                  <c:v>43704</c:v>
                </c:pt>
                <c:pt idx="404">
                  <c:v>43705</c:v>
                </c:pt>
                <c:pt idx="405">
                  <c:v>43706</c:v>
                </c:pt>
                <c:pt idx="406">
                  <c:v>43707</c:v>
                </c:pt>
                <c:pt idx="407">
                  <c:v>43710</c:v>
                </c:pt>
                <c:pt idx="408">
                  <c:v>43711</c:v>
                </c:pt>
                <c:pt idx="409">
                  <c:v>43712</c:v>
                </c:pt>
                <c:pt idx="410">
                  <c:v>43713</c:v>
                </c:pt>
                <c:pt idx="411">
                  <c:v>43714</c:v>
                </c:pt>
                <c:pt idx="412">
                  <c:v>43717</c:v>
                </c:pt>
                <c:pt idx="413">
                  <c:v>43718</c:v>
                </c:pt>
                <c:pt idx="414">
                  <c:v>43719</c:v>
                </c:pt>
                <c:pt idx="415">
                  <c:v>43720</c:v>
                </c:pt>
                <c:pt idx="416">
                  <c:v>43721</c:v>
                </c:pt>
                <c:pt idx="417">
                  <c:v>43724</c:v>
                </c:pt>
                <c:pt idx="418">
                  <c:v>43725</c:v>
                </c:pt>
                <c:pt idx="419">
                  <c:v>43726</c:v>
                </c:pt>
                <c:pt idx="420">
                  <c:v>43727</c:v>
                </c:pt>
                <c:pt idx="421">
                  <c:v>43728</c:v>
                </c:pt>
                <c:pt idx="422">
                  <c:v>43731</c:v>
                </c:pt>
                <c:pt idx="423">
                  <c:v>43732</c:v>
                </c:pt>
                <c:pt idx="424">
                  <c:v>43733</c:v>
                </c:pt>
                <c:pt idx="425">
                  <c:v>43734</c:v>
                </c:pt>
                <c:pt idx="426">
                  <c:v>43735</c:v>
                </c:pt>
                <c:pt idx="427">
                  <c:v>43738</c:v>
                </c:pt>
                <c:pt idx="428">
                  <c:v>43739</c:v>
                </c:pt>
                <c:pt idx="429">
                  <c:v>43740</c:v>
                </c:pt>
                <c:pt idx="430">
                  <c:v>43741</c:v>
                </c:pt>
                <c:pt idx="431">
                  <c:v>43742</c:v>
                </c:pt>
                <c:pt idx="432">
                  <c:v>43745</c:v>
                </c:pt>
                <c:pt idx="433">
                  <c:v>43746</c:v>
                </c:pt>
                <c:pt idx="434">
                  <c:v>43747</c:v>
                </c:pt>
                <c:pt idx="435">
                  <c:v>43748</c:v>
                </c:pt>
                <c:pt idx="436">
                  <c:v>43749</c:v>
                </c:pt>
                <c:pt idx="437">
                  <c:v>43752</c:v>
                </c:pt>
                <c:pt idx="438">
                  <c:v>43753</c:v>
                </c:pt>
                <c:pt idx="439">
                  <c:v>43754</c:v>
                </c:pt>
                <c:pt idx="440">
                  <c:v>43755</c:v>
                </c:pt>
                <c:pt idx="441">
                  <c:v>43756</c:v>
                </c:pt>
                <c:pt idx="442">
                  <c:v>43759</c:v>
                </c:pt>
                <c:pt idx="443">
                  <c:v>43760</c:v>
                </c:pt>
                <c:pt idx="444">
                  <c:v>43761</c:v>
                </c:pt>
                <c:pt idx="445">
                  <c:v>43762</c:v>
                </c:pt>
                <c:pt idx="446">
                  <c:v>43763</c:v>
                </c:pt>
                <c:pt idx="447">
                  <c:v>43766</c:v>
                </c:pt>
                <c:pt idx="448">
                  <c:v>43767</c:v>
                </c:pt>
                <c:pt idx="449">
                  <c:v>43768</c:v>
                </c:pt>
                <c:pt idx="450">
                  <c:v>43769</c:v>
                </c:pt>
                <c:pt idx="451">
                  <c:v>43770</c:v>
                </c:pt>
                <c:pt idx="452">
                  <c:v>43773</c:v>
                </c:pt>
                <c:pt idx="453">
                  <c:v>43774</c:v>
                </c:pt>
                <c:pt idx="454">
                  <c:v>43775</c:v>
                </c:pt>
                <c:pt idx="455">
                  <c:v>43776</c:v>
                </c:pt>
                <c:pt idx="456">
                  <c:v>43777</c:v>
                </c:pt>
                <c:pt idx="457">
                  <c:v>43780</c:v>
                </c:pt>
                <c:pt idx="458">
                  <c:v>43781</c:v>
                </c:pt>
                <c:pt idx="459">
                  <c:v>43782</c:v>
                </c:pt>
                <c:pt idx="460">
                  <c:v>43783</c:v>
                </c:pt>
                <c:pt idx="461">
                  <c:v>43784</c:v>
                </c:pt>
                <c:pt idx="462">
                  <c:v>43787</c:v>
                </c:pt>
                <c:pt idx="463">
                  <c:v>43788</c:v>
                </c:pt>
                <c:pt idx="464">
                  <c:v>43789</c:v>
                </c:pt>
                <c:pt idx="465">
                  <c:v>43790</c:v>
                </c:pt>
                <c:pt idx="466">
                  <c:v>43791</c:v>
                </c:pt>
                <c:pt idx="467">
                  <c:v>43794</c:v>
                </c:pt>
                <c:pt idx="468">
                  <c:v>43795</c:v>
                </c:pt>
                <c:pt idx="469">
                  <c:v>43796</c:v>
                </c:pt>
                <c:pt idx="470">
                  <c:v>43797</c:v>
                </c:pt>
                <c:pt idx="471">
                  <c:v>43798</c:v>
                </c:pt>
                <c:pt idx="472">
                  <c:v>43801</c:v>
                </c:pt>
                <c:pt idx="473">
                  <c:v>43802</c:v>
                </c:pt>
                <c:pt idx="474">
                  <c:v>43803</c:v>
                </c:pt>
                <c:pt idx="475">
                  <c:v>43804</c:v>
                </c:pt>
                <c:pt idx="476">
                  <c:v>43805</c:v>
                </c:pt>
                <c:pt idx="477">
                  <c:v>43808</c:v>
                </c:pt>
                <c:pt idx="478">
                  <c:v>43809</c:v>
                </c:pt>
                <c:pt idx="479">
                  <c:v>43810</c:v>
                </c:pt>
                <c:pt idx="480">
                  <c:v>43811</c:v>
                </c:pt>
                <c:pt idx="481">
                  <c:v>43812</c:v>
                </c:pt>
                <c:pt idx="482">
                  <c:v>43815</c:v>
                </c:pt>
                <c:pt idx="483">
                  <c:v>43816</c:v>
                </c:pt>
                <c:pt idx="484">
                  <c:v>43817</c:v>
                </c:pt>
                <c:pt idx="485">
                  <c:v>43818</c:v>
                </c:pt>
                <c:pt idx="486">
                  <c:v>43819</c:v>
                </c:pt>
                <c:pt idx="487">
                  <c:v>43822</c:v>
                </c:pt>
                <c:pt idx="488">
                  <c:v>43825</c:v>
                </c:pt>
                <c:pt idx="489">
                  <c:v>43826</c:v>
                </c:pt>
                <c:pt idx="490">
                  <c:v>43829</c:v>
                </c:pt>
                <c:pt idx="491">
                  <c:v>43832</c:v>
                </c:pt>
                <c:pt idx="492">
                  <c:v>43833</c:v>
                </c:pt>
                <c:pt idx="493">
                  <c:v>43836</c:v>
                </c:pt>
                <c:pt idx="494">
                  <c:v>43837</c:v>
                </c:pt>
                <c:pt idx="495">
                  <c:v>43838</c:v>
                </c:pt>
                <c:pt idx="496">
                  <c:v>43839</c:v>
                </c:pt>
                <c:pt idx="497">
                  <c:v>43840</c:v>
                </c:pt>
                <c:pt idx="498">
                  <c:v>43843</c:v>
                </c:pt>
                <c:pt idx="499">
                  <c:v>43844</c:v>
                </c:pt>
                <c:pt idx="500">
                  <c:v>43845</c:v>
                </c:pt>
                <c:pt idx="501">
                  <c:v>43846</c:v>
                </c:pt>
                <c:pt idx="502">
                  <c:v>43847</c:v>
                </c:pt>
                <c:pt idx="503">
                  <c:v>43850</c:v>
                </c:pt>
                <c:pt idx="504">
                  <c:v>43851</c:v>
                </c:pt>
                <c:pt idx="505">
                  <c:v>43852</c:v>
                </c:pt>
                <c:pt idx="506">
                  <c:v>43853</c:v>
                </c:pt>
                <c:pt idx="507">
                  <c:v>43854</c:v>
                </c:pt>
                <c:pt idx="508">
                  <c:v>43857</c:v>
                </c:pt>
                <c:pt idx="509">
                  <c:v>43858</c:v>
                </c:pt>
                <c:pt idx="510">
                  <c:v>43859</c:v>
                </c:pt>
                <c:pt idx="511">
                  <c:v>43860</c:v>
                </c:pt>
                <c:pt idx="512">
                  <c:v>43861</c:v>
                </c:pt>
                <c:pt idx="513">
                  <c:v>43864</c:v>
                </c:pt>
                <c:pt idx="514">
                  <c:v>43865</c:v>
                </c:pt>
                <c:pt idx="515">
                  <c:v>43866</c:v>
                </c:pt>
                <c:pt idx="516">
                  <c:v>43867</c:v>
                </c:pt>
                <c:pt idx="517">
                  <c:v>43868</c:v>
                </c:pt>
                <c:pt idx="518">
                  <c:v>43871</c:v>
                </c:pt>
                <c:pt idx="519">
                  <c:v>43872</c:v>
                </c:pt>
                <c:pt idx="520">
                  <c:v>43873</c:v>
                </c:pt>
                <c:pt idx="521">
                  <c:v>43874</c:v>
                </c:pt>
                <c:pt idx="522">
                  <c:v>43875</c:v>
                </c:pt>
                <c:pt idx="523">
                  <c:v>43878</c:v>
                </c:pt>
                <c:pt idx="524">
                  <c:v>43879</c:v>
                </c:pt>
                <c:pt idx="525">
                  <c:v>43880</c:v>
                </c:pt>
                <c:pt idx="526">
                  <c:v>43881</c:v>
                </c:pt>
                <c:pt idx="527">
                  <c:v>43882</c:v>
                </c:pt>
                <c:pt idx="528">
                  <c:v>43885</c:v>
                </c:pt>
                <c:pt idx="529">
                  <c:v>43886</c:v>
                </c:pt>
                <c:pt idx="530">
                  <c:v>43887</c:v>
                </c:pt>
                <c:pt idx="531">
                  <c:v>43888</c:v>
                </c:pt>
                <c:pt idx="532">
                  <c:v>43889</c:v>
                </c:pt>
                <c:pt idx="533">
                  <c:v>43892</c:v>
                </c:pt>
                <c:pt idx="534">
                  <c:v>43893</c:v>
                </c:pt>
                <c:pt idx="535">
                  <c:v>43894</c:v>
                </c:pt>
                <c:pt idx="536">
                  <c:v>43895</c:v>
                </c:pt>
                <c:pt idx="537">
                  <c:v>43896</c:v>
                </c:pt>
                <c:pt idx="538">
                  <c:v>43899</c:v>
                </c:pt>
                <c:pt idx="539">
                  <c:v>43900</c:v>
                </c:pt>
                <c:pt idx="540">
                  <c:v>43901</c:v>
                </c:pt>
                <c:pt idx="541">
                  <c:v>43902</c:v>
                </c:pt>
                <c:pt idx="542">
                  <c:v>43903</c:v>
                </c:pt>
                <c:pt idx="543">
                  <c:v>43906</c:v>
                </c:pt>
                <c:pt idx="544">
                  <c:v>43907</c:v>
                </c:pt>
                <c:pt idx="545">
                  <c:v>43908</c:v>
                </c:pt>
                <c:pt idx="546">
                  <c:v>43909</c:v>
                </c:pt>
                <c:pt idx="547">
                  <c:v>43910</c:v>
                </c:pt>
                <c:pt idx="548">
                  <c:v>43913</c:v>
                </c:pt>
                <c:pt idx="549">
                  <c:v>43914</c:v>
                </c:pt>
                <c:pt idx="550">
                  <c:v>43916</c:v>
                </c:pt>
                <c:pt idx="551">
                  <c:v>43917</c:v>
                </c:pt>
                <c:pt idx="552">
                  <c:v>43920</c:v>
                </c:pt>
                <c:pt idx="553">
                  <c:v>43921</c:v>
                </c:pt>
                <c:pt idx="554">
                  <c:v>43922</c:v>
                </c:pt>
                <c:pt idx="555">
                  <c:v>43923</c:v>
                </c:pt>
                <c:pt idx="556">
                  <c:v>43924</c:v>
                </c:pt>
                <c:pt idx="557">
                  <c:v>43927</c:v>
                </c:pt>
                <c:pt idx="558">
                  <c:v>43928</c:v>
                </c:pt>
                <c:pt idx="559">
                  <c:v>43929</c:v>
                </c:pt>
                <c:pt idx="560">
                  <c:v>43930</c:v>
                </c:pt>
                <c:pt idx="561">
                  <c:v>43934</c:v>
                </c:pt>
                <c:pt idx="562">
                  <c:v>43935</c:v>
                </c:pt>
                <c:pt idx="563">
                  <c:v>43936</c:v>
                </c:pt>
                <c:pt idx="564">
                  <c:v>43937</c:v>
                </c:pt>
                <c:pt idx="565">
                  <c:v>43938</c:v>
                </c:pt>
                <c:pt idx="566">
                  <c:v>43941</c:v>
                </c:pt>
                <c:pt idx="567">
                  <c:v>43942</c:v>
                </c:pt>
                <c:pt idx="568">
                  <c:v>43943</c:v>
                </c:pt>
                <c:pt idx="569">
                  <c:v>43944</c:v>
                </c:pt>
                <c:pt idx="570">
                  <c:v>43945</c:v>
                </c:pt>
                <c:pt idx="571">
                  <c:v>43948</c:v>
                </c:pt>
                <c:pt idx="572">
                  <c:v>43949</c:v>
                </c:pt>
                <c:pt idx="573">
                  <c:v>43950</c:v>
                </c:pt>
                <c:pt idx="574">
                  <c:v>43951</c:v>
                </c:pt>
                <c:pt idx="575">
                  <c:v>43955</c:v>
                </c:pt>
                <c:pt idx="576">
                  <c:v>43956</c:v>
                </c:pt>
                <c:pt idx="577">
                  <c:v>43957</c:v>
                </c:pt>
                <c:pt idx="578">
                  <c:v>43959</c:v>
                </c:pt>
                <c:pt idx="579">
                  <c:v>43962</c:v>
                </c:pt>
                <c:pt idx="580">
                  <c:v>43963</c:v>
                </c:pt>
                <c:pt idx="581">
                  <c:v>43964</c:v>
                </c:pt>
                <c:pt idx="582">
                  <c:v>43965</c:v>
                </c:pt>
                <c:pt idx="583">
                  <c:v>43966</c:v>
                </c:pt>
                <c:pt idx="584">
                  <c:v>43969</c:v>
                </c:pt>
                <c:pt idx="585">
                  <c:v>43970</c:v>
                </c:pt>
                <c:pt idx="586">
                  <c:v>43971</c:v>
                </c:pt>
                <c:pt idx="587">
                  <c:v>43977</c:v>
                </c:pt>
                <c:pt idx="588">
                  <c:v>43978</c:v>
                </c:pt>
                <c:pt idx="589">
                  <c:v>43979</c:v>
                </c:pt>
                <c:pt idx="590">
                  <c:v>43980</c:v>
                </c:pt>
                <c:pt idx="591">
                  <c:v>43984</c:v>
                </c:pt>
                <c:pt idx="592">
                  <c:v>43985</c:v>
                </c:pt>
                <c:pt idx="593">
                  <c:v>43986</c:v>
                </c:pt>
                <c:pt idx="594">
                  <c:v>43987</c:v>
                </c:pt>
                <c:pt idx="595">
                  <c:v>43990</c:v>
                </c:pt>
                <c:pt idx="596">
                  <c:v>43991</c:v>
                </c:pt>
                <c:pt idx="597">
                  <c:v>43992</c:v>
                </c:pt>
                <c:pt idx="598">
                  <c:v>43993</c:v>
                </c:pt>
                <c:pt idx="599">
                  <c:v>43994</c:v>
                </c:pt>
                <c:pt idx="600">
                  <c:v>43997</c:v>
                </c:pt>
                <c:pt idx="601">
                  <c:v>43998</c:v>
                </c:pt>
                <c:pt idx="602">
                  <c:v>43999</c:v>
                </c:pt>
                <c:pt idx="603">
                  <c:v>44000</c:v>
                </c:pt>
                <c:pt idx="604">
                  <c:v>44001</c:v>
                </c:pt>
                <c:pt idx="605">
                  <c:v>44004</c:v>
                </c:pt>
                <c:pt idx="606">
                  <c:v>44005</c:v>
                </c:pt>
                <c:pt idx="607">
                  <c:v>44006</c:v>
                </c:pt>
                <c:pt idx="608">
                  <c:v>44007</c:v>
                </c:pt>
                <c:pt idx="609">
                  <c:v>44008</c:v>
                </c:pt>
                <c:pt idx="610">
                  <c:v>44011</c:v>
                </c:pt>
                <c:pt idx="611">
                  <c:v>44012</c:v>
                </c:pt>
                <c:pt idx="612">
                  <c:v>44013</c:v>
                </c:pt>
                <c:pt idx="613">
                  <c:v>44014</c:v>
                </c:pt>
                <c:pt idx="614">
                  <c:v>44015</c:v>
                </c:pt>
                <c:pt idx="615">
                  <c:v>44018</c:v>
                </c:pt>
                <c:pt idx="616">
                  <c:v>44019</c:v>
                </c:pt>
                <c:pt idx="617">
                  <c:v>44020</c:v>
                </c:pt>
                <c:pt idx="618">
                  <c:v>44021</c:v>
                </c:pt>
                <c:pt idx="619">
                  <c:v>44022</c:v>
                </c:pt>
                <c:pt idx="620">
                  <c:v>44025</c:v>
                </c:pt>
                <c:pt idx="621">
                  <c:v>44026</c:v>
                </c:pt>
                <c:pt idx="622">
                  <c:v>44027</c:v>
                </c:pt>
                <c:pt idx="623">
                  <c:v>44028</c:v>
                </c:pt>
                <c:pt idx="624">
                  <c:v>44029</c:v>
                </c:pt>
                <c:pt idx="625">
                  <c:v>44032</c:v>
                </c:pt>
                <c:pt idx="626">
                  <c:v>44033</c:v>
                </c:pt>
                <c:pt idx="627">
                  <c:v>44034</c:v>
                </c:pt>
                <c:pt idx="628">
                  <c:v>44035</c:v>
                </c:pt>
                <c:pt idx="629">
                  <c:v>44036</c:v>
                </c:pt>
                <c:pt idx="630">
                  <c:v>44039</c:v>
                </c:pt>
                <c:pt idx="631">
                  <c:v>44040</c:v>
                </c:pt>
                <c:pt idx="632">
                  <c:v>44041</c:v>
                </c:pt>
                <c:pt idx="633">
                  <c:v>44042</c:v>
                </c:pt>
                <c:pt idx="634">
                  <c:v>44046</c:v>
                </c:pt>
                <c:pt idx="635">
                  <c:v>44047</c:v>
                </c:pt>
                <c:pt idx="636">
                  <c:v>44048</c:v>
                </c:pt>
                <c:pt idx="637">
                  <c:v>44049</c:v>
                </c:pt>
                <c:pt idx="638">
                  <c:v>44050</c:v>
                </c:pt>
                <c:pt idx="639">
                  <c:v>44053</c:v>
                </c:pt>
                <c:pt idx="640">
                  <c:v>44054</c:v>
                </c:pt>
                <c:pt idx="641">
                  <c:v>44055</c:v>
                </c:pt>
                <c:pt idx="642">
                  <c:v>44056</c:v>
                </c:pt>
                <c:pt idx="643">
                  <c:v>44057</c:v>
                </c:pt>
                <c:pt idx="644">
                  <c:v>44061</c:v>
                </c:pt>
                <c:pt idx="645">
                  <c:v>44062</c:v>
                </c:pt>
                <c:pt idx="646">
                  <c:v>44067</c:v>
                </c:pt>
                <c:pt idx="647">
                  <c:v>44068</c:v>
                </c:pt>
                <c:pt idx="648">
                  <c:v>44069</c:v>
                </c:pt>
                <c:pt idx="649">
                  <c:v>44070</c:v>
                </c:pt>
                <c:pt idx="650">
                  <c:v>44071</c:v>
                </c:pt>
                <c:pt idx="651">
                  <c:v>44074</c:v>
                </c:pt>
                <c:pt idx="652">
                  <c:v>44075</c:v>
                </c:pt>
                <c:pt idx="653">
                  <c:v>44076</c:v>
                </c:pt>
                <c:pt idx="654">
                  <c:v>44077</c:v>
                </c:pt>
                <c:pt idx="655">
                  <c:v>44078</c:v>
                </c:pt>
                <c:pt idx="656">
                  <c:v>44081</c:v>
                </c:pt>
                <c:pt idx="657">
                  <c:v>44082</c:v>
                </c:pt>
                <c:pt idx="658">
                  <c:v>44083</c:v>
                </c:pt>
                <c:pt idx="659">
                  <c:v>44084</c:v>
                </c:pt>
                <c:pt idx="660">
                  <c:v>44085</c:v>
                </c:pt>
                <c:pt idx="661">
                  <c:v>44088</c:v>
                </c:pt>
                <c:pt idx="662">
                  <c:v>44089</c:v>
                </c:pt>
                <c:pt idx="663">
                  <c:v>44090</c:v>
                </c:pt>
                <c:pt idx="664">
                  <c:v>44091</c:v>
                </c:pt>
                <c:pt idx="665">
                  <c:v>44092</c:v>
                </c:pt>
                <c:pt idx="666">
                  <c:v>44095</c:v>
                </c:pt>
                <c:pt idx="667">
                  <c:v>44096</c:v>
                </c:pt>
                <c:pt idx="668">
                  <c:v>44097</c:v>
                </c:pt>
                <c:pt idx="669">
                  <c:v>44098</c:v>
                </c:pt>
                <c:pt idx="670">
                  <c:v>44099</c:v>
                </c:pt>
                <c:pt idx="671">
                  <c:v>44102</c:v>
                </c:pt>
                <c:pt idx="672">
                  <c:v>44103</c:v>
                </c:pt>
                <c:pt idx="673">
                  <c:v>44104</c:v>
                </c:pt>
                <c:pt idx="674">
                  <c:v>44105</c:v>
                </c:pt>
                <c:pt idx="675">
                  <c:v>44106</c:v>
                </c:pt>
                <c:pt idx="676">
                  <c:v>44109</c:v>
                </c:pt>
                <c:pt idx="677">
                  <c:v>44110</c:v>
                </c:pt>
                <c:pt idx="678">
                  <c:v>44111</c:v>
                </c:pt>
                <c:pt idx="679">
                  <c:v>44112</c:v>
                </c:pt>
                <c:pt idx="680">
                  <c:v>44113</c:v>
                </c:pt>
                <c:pt idx="681">
                  <c:v>44116</c:v>
                </c:pt>
                <c:pt idx="682">
                  <c:v>44117</c:v>
                </c:pt>
                <c:pt idx="683">
                  <c:v>44118</c:v>
                </c:pt>
                <c:pt idx="684">
                  <c:v>44119</c:v>
                </c:pt>
                <c:pt idx="685">
                  <c:v>44120</c:v>
                </c:pt>
                <c:pt idx="686">
                  <c:v>44123</c:v>
                </c:pt>
                <c:pt idx="687">
                  <c:v>44124</c:v>
                </c:pt>
                <c:pt idx="688">
                  <c:v>44125</c:v>
                </c:pt>
                <c:pt idx="689">
                  <c:v>44126</c:v>
                </c:pt>
                <c:pt idx="690">
                  <c:v>44127</c:v>
                </c:pt>
                <c:pt idx="691">
                  <c:v>44130</c:v>
                </c:pt>
                <c:pt idx="692">
                  <c:v>44131</c:v>
                </c:pt>
                <c:pt idx="693">
                  <c:v>44137</c:v>
                </c:pt>
                <c:pt idx="694">
                  <c:v>44138</c:v>
                </c:pt>
                <c:pt idx="695">
                  <c:v>44139</c:v>
                </c:pt>
                <c:pt idx="696">
                  <c:v>44140</c:v>
                </c:pt>
                <c:pt idx="697">
                  <c:v>44141</c:v>
                </c:pt>
                <c:pt idx="698">
                  <c:v>44144</c:v>
                </c:pt>
                <c:pt idx="699">
                  <c:v>44145</c:v>
                </c:pt>
                <c:pt idx="700">
                  <c:v>44146</c:v>
                </c:pt>
                <c:pt idx="701">
                  <c:v>44147</c:v>
                </c:pt>
                <c:pt idx="702">
                  <c:v>44148</c:v>
                </c:pt>
                <c:pt idx="703">
                  <c:v>44151</c:v>
                </c:pt>
                <c:pt idx="704">
                  <c:v>44152</c:v>
                </c:pt>
                <c:pt idx="705">
                  <c:v>44153</c:v>
                </c:pt>
                <c:pt idx="706">
                  <c:v>44154</c:v>
                </c:pt>
                <c:pt idx="707">
                  <c:v>44155</c:v>
                </c:pt>
                <c:pt idx="708">
                  <c:v>44158</c:v>
                </c:pt>
                <c:pt idx="709">
                  <c:v>44159</c:v>
                </c:pt>
                <c:pt idx="710">
                  <c:v>44160</c:v>
                </c:pt>
                <c:pt idx="711">
                  <c:v>44161</c:v>
                </c:pt>
                <c:pt idx="712">
                  <c:v>44162</c:v>
                </c:pt>
                <c:pt idx="713">
                  <c:v>44165</c:v>
                </c:pt>
                <c:pt idx="714">
                  <c:v>44166</c:v>
                </c:pt>
                <c:pt idx="715">
                  <c:v>44167</c:v>
                </c:pt>
                <c:pt idx="716">
                  <c:v>44168</c:v>
                </c:pt>
                <c:pt idx="717">
                  <c:v>44169</c:v>
                </c:pt>
                <c:pt idx="718">
                  <c:v>44172</c:v>
                </c:pt>
                <c:pt idx="719">
                  <c:v>44173</c:v>
                </c:pt>
                <c:pt idx="720">
                  <c:v>44175</c:v>
                </c:pt>
                <c:pt idx="721">
                  <c:v>44176</c:v>
                </c:pt>
                <c:pt idx="722">
                  <c:v>44179</c:v>
                </c:pt>
                <c:pt idx="723">
                  <c:v>44180</c:v>
                </c:pt>
                <c:pt idx="724">
                  <c:v>44181</c:v>
                </c:pt>
                <c:pt idx="725">
                  <c:v>44182</c:v>
                </c:pt>
                <c:pt idx="726">
                  <c:v>44183</c:v>
                </c:pt>
                <c:pt idx="727">
                  <c:v>44186</c:v>
                </c:pt>
                <c:pt idx="728">
                  <c:v>44187</c:v>
                </c:pt>
                <c:pt idx="729">
                  <c:v>44188</c:v>
                </c:pt>
                <c:pt idx="730">
                  <c:v>44193</c:v>
                </c:pt>
                <c:pt idx="731">
                  <c:v>44194</c:v>
                </c:pt>
                <c:pt idx="732">
                  <c:v>44195</c:v>
                </c:pt>
                <c:pt idx="733">
                  <c:v>44200</c:v>
                </c:pt>
                <c:pt idx="734">
                  <c:v>44201</c:v>
                </c:pt>
                <c:pt idx="735">
                  <c:v>44202</c:v>
                </c:pt>
                <c:pt idx="736">
                  <c:v>44203</c:v>
                </c:pt>
                <c:pt idx="737">
                  <c:v>44204</c:v>
                </c:pt>
                <c:pt idx="738">
                  <c:v>44207</c:v>
                </c:pt>
                <c:pt idx="739">
                  <c:v>44208</c:v>
                </c:pt>
                <c:pt idx="740">
                  <c:v>44209</c:v>
                </c:pt>
                <c:pt idx="741">
                  <c:v>44210</c:v>
                </c:pt>
                <c:pt idx="742">
                  <c:v>44211</c:v>
                </c:pt>
                <c:pt idx="743">
                  <c:v>44214</c:v>
                </c:pt>
                <c:pt idx="744">
                  <c:v>44215</c:v>
                </c:pt>
                <c:pt idx="745">
                  <c:v>44216</c:v>
                </c:pt>
                <c:pt idx="746">
                  <c:v>44217</c:v>
                </c:pt>
                <c:pt idx="747">
                  <c:v>44218</c:v>
                </c:pt>
                <c:pt idx="748">
                  <c:v>44221</c:v>
                </c:pt>
                <c:pt idx="749">
                  <c:v>44222</c:v>
                </c:pt>
                <c:pt idx="750">
                  <c:v>44223</c:v>
                </c:pt>
                <c:pt idx="751">
                  <c:v>44224</c:v>
                </c:pt>
                <c:pt idx="752">
                  <c:v>44225</c:v>
                </c:pt>
                <c:pt idx="753">
                  <c:v>44228</c:v>
                </c:pt>
                <c:pt idx="754">
                  <c:v>44229</c:v>
                </c:pt>
                <c:pt idx="755">
                  <c:v>44230</c:v>
                </c:pt>
                <c:pt idx="756">
                  <c:v>44231</c:v>
                </c:pt>
                <c:pt idx="757">
                  <c:v>44232</c:v>
                </c:pt>
                <c:pt idx="758">
                  <c:v>44235</c:v>
                </c:pt>
                <c:pt idx="759">
                  <c:v>44236</c:v>
                </c:pt>
                <c:pt idx="760">
                  <c:v>44237</c:v>
                </c:pt>
                <c:pt idx="761">
                  <c:v>44238</c:v>
                </c:pt>
                <c:pt idx="762">
                  <c:v>44242</c:v>
                </c:pt>
                <c:pt idx="763">
                  <c:v>44243</c:v>
                </c:pt>
                <c:pt idx="764">
                  <c:v>44244</c:v>
                </c:pt>
                <c:pt idx="765">
                  <c:v>44245</c:v>
                </c:pt>
                <c:pt idx="766">
                  <c:v>44246</c:v>
                </c:pt>
                <c:pt idx="767">
                  <c:v>44249</c:v>
                </c:pt>
                <c:pt idx="768">
                  <c:v>44250</c:v>
                </c:pt>
                <c:pt idx="769">
                  <c:v>44251</c:v>
                </c:pt>
                <c:pt idx="770">
                  <c:v>44252</c:v>
                </c:pt>
                <c:pt idx="771">
                  <c:v>44253</c:v>
                </c:pt>
                <c:pt idx="772">
                  <c:v>44256</c:v>
                </c:pt>
                <c:pt idx="773">
                  <c:v>44257</c:v>
                </c:pt>
                <c:pt idx="774">
                  <c:v>44258</c:v>
                </c:pt>
                <c:pt idx="775">
                  <c:v>44259</c:v>
                </c:pt>
                <c:pt idx="776">
                  <c:v>44260</c:v>
                </c:pt>
                <c:pt idx="777">
                  <c:v>44263</c:v>
                </c:pt>
                <c:pt idx="778">
                  <c:v>44264</c:v>
                </c:pt>
                <c:pt idx="779">
                  <c:v>44265</c:v>
                </c:pt>
                <c:pt idx="780">
                  <c:v>44267</c:v>
                </c:pt>
                <c:pt idx="781">
                  <c:v>44270</c:v>
                </c:pt>
                <c:pt idx="782">
                  <c:v>44271</c:v>
                </c:pt>
                <c:pt idx="783">
                  <c:v>44272</c:v>
                </c:pt>
                <c:pt idx="784">
                  <c:v>44273</c:v>
                </c:pt>
                <c:pt idx="785">
                  <c:v>44274</c:v>
                </c:pt>
                <c:pt idx="786">
                  <c:v>44277</c:v>
                </c:pt>
                <c:pt idx="787">
                  <c:v>44278</c:v>
                </c:pt>
                <c:pt idx="788">
                  <c:v>44279</c:v>
                </c:pt>
                <c:pt idx="789">
                  <c:v>44280</c:v>
                </c:pt>
                <c:pt idx="790">
                  <c:v>44281</c:v>
                </c:pt>
                <c:pt idx="791">
                  <c:v>44284</c:v>
                </c:pt>
                <c:pt idx="792">
                  <c:v>44285</c:v>
                </c:pt>
                <c:pt idx="793">
                  <c:v>44286</c:v>
                </c:pt>
                <c:pt idx="794">
                  <c:v>44287</c:v>
                </c:pt>
                <c:pt idx="795">
                  <c:v>44291</c:v>
                </c:pt>
                <c:pt idx="796">
                  <c:v>44292</c:v>
                </c:pt>
                <c:pt idx="797">
                  <c:v>44293</c:v>
                </c:pt>
                <c:pt idx="798">
                  <c:v>44294</c:v>
                </c:pt>
                <c:pt idx="799">
                  <c:v>44295</c:v>
                </c:pt>
                <c:pt idx="800">
                  <c:v>44298</c:v>
                </c:pt>
                <c:pt idx="801">
                  <c:v>44299</c:v>
                </c:pt>
                <c:pt idx="802">
                  <c:v>44300</c:v>
                </c:pt>
                <c:pt idx="803">
                  <c:v>44301</c:v>
                </c:pt>
                <c:pt idx="804">
                  <c:v>44302</c:v>
                </c:pt>
                <c:pt idx="805">
                  <c:v>44305</c:v>
                </c:pt>
                <c:pt idx="806">
                  <c:v>44306</c:v>
                </c:pt>
                <c:pt idx="807">
                  <c:v>44307</c:v>
                </c:pt>
                <c:pt idx="808">
                  <c:v>44308</c:v>
                </c:pt>
                <c:pt idx="809">
                  <c:v>44309</c:v>
                </c:pt>
                <c:pt idx="810">
                  <c:v>44312</c:v>
                </c:pt>
                <c:pt idx="811">
                  <c:v>44313</c:v>
                </c:pt>
                <c:pt idx="812">
                  <c:v>44314</c:v>
                </c:pt>
                <c:pt idx="813">
                  <c:v>44315</c:v>
                </c:pt>
                <c:pt idx="814">
                  <c:v>44316</c:v>
                </c:pt>
                <c:pt idx="815">
                  <c:v>44319</c:v>
                </c:pt>
                <c:pt idx="816">
                  <c:v>44320</c:v>
                </c:pt>
                <c:pt idx="817">
                  <c:v>44321</c:v>
                </c:pt>
                <c:pt idx="818">
                  <c:v>44322</c:v>
                </c:pt>
                <c:pt idx="819">
                  <c:v>44323</c:v>
                </c:pt>
                <c:pt idx="820">
                  <c:v>44326</c:v>
                </c:pt>
                <c:pt idx="821">
                  <c:v>44327</c:v>
                </c:pt>
                <c:pt idx="822">
                  <c:v>44333</c:v>
                </c:pt>
                <c:pt idx="823">
                  <c:v>44334</c:v>
                </c:pt>
                <c:pt idx="824">
                  <c:v>44335</c:v>
                </c:pt>
                <c:pt idx="825">
                  <c:v>44336</c:v>
                </c:pt>
                <c:pt idx="826">
                  <c:v>44337</c:v>
                </c:pt>
                <c:pt idx="827">
                  <c:v>44340</c:v>
                </c:pt>
                <c:pt idx="828">
                  <c:v>44341</c:v>
                </c:pt>
                <c:pt idx="829">
                  <c:v>44343</c:v>
                </c:pt>
                <c:pt idx="830">
                  <c:v>44344</c:v>
                </c:pt>
                <c:pt idx="831">
                  <c:v>44347</c:v>
                </c:pt>
                <c:pt idx="832">
                  <c:v>44349</c:v>
                </c:pt>
                <c:pt idx="833">
                  <c:v>44350</c:v>
                </c:pt>
                <c:pt idx="834">
                  <c:v>44351</c:v>
                </c:pt>
                <c:pt idx="835">
                  <c:v>44354</c:v>
                </c:pt>
                <c:pt idx="836">
                  <c:v>44355</c:v>
                </c:pt>
                <c:pt idx="837">
                  <c:v>44356</c:v>
                </c:pt>
                <c:pt idx="838">
                  <c:v>44357</c:v>
                </c:pt>
                <c:pt idx="839">
                  <c:v>44358</c:v>
                </c:pt>
                <c:pt idx="840">
                  <c:v>44361</c:v>
                </c:pt>
                <c:pt idx="841">
                  <c:v>44362</c:v>
                </c:pt>
                <c:pt idx="842">
                  <c:v>44363</c:v>
                </c:pt>
                <c:pt idx="843">
                  <c:v>44364</c:v>
                </c:pt>
                <c:pt idx="844">
                  <c:v>44365</c:v>
                </c:pt>
                <c:pt idx="845">
                  <c:v>44368</c:v>
                </c:pt>
                <c:pt idx="846">
                  <c:v>44369</c:v>
                </c:pt>
                <c:pt idx="847">
                  <c:v>44370</c:v>
                </c:pt>
                <c:pt idx="848">
                  <c:v>44371</c:v>
                </c:pt>
                <c:pt idx="849">
                  <c:v>44372</c:v>
                </c:pt>
                <c:pt idx="850">
                  <c:v>44375</c:v>
                </c:pt>
                <c:pt idx="851">
                  <c:v>44376</c:v>
                </c:pt>
                <c:pt idx="852">
                  <c:v>44377</c:v>
                </c:pt>
                <c:pt idx="853">
                  <c:v>44378</c:v>
                </c:pt>
                <c:pt idx="854">
                  <c:v>44379</c:v>
                </c:pt>
                <c:pt idx="855">
                  <c:v>44382</c:v>
                </c:pt>
                <c:pt idx="856">
                  <c:v>44383</c:v>
                </c:pt>
                <c:pt idx="857">
                  <c:v>44384</c:v>
                </c:pt>
                <c:pt idx="858">
                  <c:v>44385</c:v>
                </c:pt>
                <c:pt idx="859">
                  <c:v>44386</c:v>
                </c:pt>
                <c:pt idx="860">
                  <c:v>44389</c:v>
                </c:pt>
                <c:pt idx="861">
                  <c:v>44390</c:v>
                </c:pt>
                <c:pt idx="862">
                  <c:v>44391</c:v>
                </c:pt>
                <c:pt idx="863">
                  <c:v>44392</c:v>
                </c:pt>
                <c:pt idx="864">
                  <c:v>44393</c:v>
                </c:pt>
                <c:pt idx="865">
                  <c:v>44396</c:v>
                </c:pt>
                <c:pt idx="866">
                  <c:v>44398</c:v>
                </c:pt>
                <c:pt idx="867">
                  <c:v>44399</c:v>
                </c:pt>
                <c:pt idx="868">
                  <c:v>44400</c:v>
                </c:pt>
                <c:pt idx="869">
                  <c:v>44403</c:v>
                </c:pt>
                <c:pt idx="870">
                  <c:v>44404</c:v>
                </c:pt>
                <c:pt idx="871">
                  <c:v>44405</c:v>
                </c:pt>
                <c:pt idx="872">
                  <c:v>44406</c:v>
                </c:pt>
                <c:pt idx="873">
                  <c:v>44407</c:v>
                </c:pt>
                <c:pt idx="874">
                  <c:v>44410</c:v>
                </c:pt>
                <c:pt idx="875">
                  <c:v>44411</c:v>
                </c:pt>
                <c:pt idx="876">
                  <c:v>44412</c:v>
                </c:pt>
                <c:pt idx="877">
                  <c:v>44413</c:v>
                </c:pt>
                <c:pt idx="878">
                  <c:v>44414</c:v>
                </c:pt>
                <c:pt idx="879">
                  <c:v>44417</c:v>
                </c:pt>
                <c:pt idx="880">
                  <c:v>44418</c:v>
                </c:pt>
                <c:pt idx="881">
                  <c:v>44420</c:v>
                </c:pt>
                <c:pt idx="882">
                  <c:v>44421</c:v>
                </c:pt>
                <c:pt idx="883">
                  <c:v>44424</c:v>
                </c:pt>
                <c:pt idx="884">
                  <c:v>44426</c:v>
                </c:pt>
                <c:pt idx="885">
                  <c:v>44427</c:v>
                </c:pt>
                <c:pt idx="886">
                  <c:v>44428</c:v>
                </c:pt>
                <c:pt idx="887">
                  <c:v>44431</c:v>
                </c:pt>
                <c:pt idx="888">
                  <c:v>44432</c:v>
                </c:pt>
                <c:pt idx="889">
                  <c:v>44433</c:v>
                </c:pt>
                <c:pt idx="890">
                  <c:v>44434</c:v>
                </c:pt>
                <c:pt idx="891">
                  <c:v>44435</c:v>
                </c:pt>
                <c:pt idx="892">
                  <c:v>44438</c:v>
                </c:pt>
                <c:pt idx="893">
                  <c:v>44439</c:v>
                </c:pt>
                <c:pt idx="894">
                  <c:v>44440</c:v>
                </c:pt>
                <c:pt idx="895">
                  <c:v>44441</c:v>
                </c:pt>
                <c:pt idx="896">
                  <c:v>44442</c:v>
                </c:pt>
                <c:pt idx="897">
                  <c:v>44445</c:v>
                </c:pt>
                <c:pt idx="898">
                  <c:v>44446</c:v>
                </c:pt>
                <c:pt idx="899">
                  <c:v>44447</c:v>
                </c:pt>
                <c:pt idx="900">
                  <c:v>44448</c:v>
                </c:pt>
                <c:pt idx="901">
                  <c:v>44449</c:v>
                </c:pt>
                <c:pt idx="902">
                  <c:v>44452</c:v>
                </c:pt>
                <c:pt idx="903">
                  <c:v>44453</c:v>
                </c:pt>
                <c:pt idx="904">
                  <c:v>44454</c:v>
                </c:pt>
                <c:pt idx="905">
                  <c:v>44455</c:v>
                </c:pt>
                <c:pt idx="906">
                  <c:v>44456</c:v>
                </c:pt>
                <c:pt idx="907">
                  <c:v>44459</c:v>
                </c:pt>
                <c:pt idx="908">
                  <c:v>44460</c:v>
                </c:pt>
                <c:pt idx="909">
                  <c:v>44461</c:v>
                </c:pt>
                <c:pt idx="910">
                  <c:v>44462</c:v>
                </c:pt>
                <c:pt idx="911">
                  <c:v>44463</c:v>
                </c:pt>
                <c:pt idx="912">
                  <c:v>44466</c:v>
                </c:pt>
                <c:pt idx="913">
                  <c:v>44467</c:v>
                </c:pt>
                <c:pt idx="914">
                  <c:v>44468</c:v>
                </c:pt>
                <c:pt idx="915">
                  <c:v>44469</c:v>
                </c:pt>
                <c:pt idx="916">
                  <c:v>44470</c:v>
                </c:pt>
                <c:pt idx="917">
                  <c:v>44473</c:v>
                </c:pt>
                <c:pt idx="918">
                  <c:v>44474</c:v>
                </c:pt>
                <c:pt idx="919">
                  <c:v>44475</c:v>
                </c:pt>
                <c:pt idx="920">
                  <c:v>44476</c:v>
                </c:pt>
                <c:pt idx="921">
                  <c:v>44477</c:v>
                </c:pt>
                <c:pt idx="922">
                  <c:v>44480</c:v>
                </c:pt>
                <c:pt idx="923">
                  <c:v>44481</c:v>
                </c:pt>
                <c:pt idx="924">
                  <c:v>44482</c:v>
                </c:pt>
                <c:pt idx="925">
                  <c:v>44483</c:v>
                </c:pt>
                <c:pt idx="926">
                  <c:v>44484</c:v>
                </c:pt>
                <c:pt idx="927">
                  <c:v>44487</c:v>
                </c:pt>
                <c:pt idx="928">
                  <c:v>44488</c:v>
                </c:pt>
                <c:pt idx="929">
                  <c:v>44490</c:v>
                </c:pt>
                <c:pt idx="930">
                  <c:v>44491</c:v>
                </c:pt>
                <c:pt idx="931">
                  <c:v>44494</c:v>
                </c:pt>
                <c:pt idx="932">
                  <c:v>44495</c:v>
                </c:pt>
                <c:pt idx="933">
                  <c:v>44496</c:v>
                </c:pt>
                <c:pt idx="934">
                  <c:v>44497</c:v>
                </c:pt>
                <c:pt idx="935">
                  <c:v>44498</c:v>
                </c:pt>
                <c:pt idx="936">
                  <c:v>44501</c:v>
                </c:pt>
                <c:pt idx="937">
                  <c:v>44502</c:v>
                </c:pt>
                <c:pt idx="938">
                  <c:v>44503</c:v>
                </c:pt>
                <c:pt idx="939">
                  <c:v>44504</c:v>
                </c:pt>
                <c:pt idx="940">
                  <c:v>44505</c:v>
                </c:pt>
                <c:pt idx="941">
                  <c:v>44508</c:v>
                </c:pt>
                <c:pt idx="942">
                  <c:v>44509</c:v>
                </c:pt>
                <c:pt idx="943">
                  <c:v>44510</c:v>
                </c:pt>
                <c:pt idx="944">
                  <c:v>44511</c:v>
                </c:pt>
                <c:pt idx="945">
                  <c:v>44512</c:v>
                </c:pt>
                <c:pt idx="946">
                  <c:v>44515</c:v>
                </c:pt>
                <c:pt idx="947">
                  <c:v>44516</c:v>
                </c:pt>
                <c:pt idx="948">
                  <c:v>44517</c:v>
                </c:pt>
                <c:pt idx="949">
                  <c:v>44518</c:v>
                </c:pt>
                <c:pt idx="950">
                  <c:v>44519</c:v>
                </c:pt>
                <c:pt idx="951">
                  <c:v>44522</c:v>
                </c:pt>
                <c:pt idx="952">
                  <c:v>44523</c:v>
                </c:pt>
                <c:pt idx="953">
                  <c:v>44524</c:v>
                </c:pt>
                <c:pt idx="954">
                  <c:v>44525</c:v>
                </c:pt>
                <c:pt idx="955">
                  <c:v>44526</c:v>
                </c:pt>
                <c:pt idx="956">
                  <c:v>44529</c:v>
                </c:pt>
                <c:pt idx="957">
                  <c:v>44530</c:v>
                </c:pt>
                <c:pt idx="958">
                  <c:v>44531</c:v>
                </c:pt>
                <c:pt idx="959">
                  <c:v>44532</c:v>
                </c:pt>
                <c:pt idx="960">
                  <c:v>44533</c:v>
                </c:pt>
                <c:pt idx="961">
                  <c:v>44536</c:v>
                </c:pt>
                <c:pt idx="962">
                  <c:v>44537</c:v>
                </c:pt>
                <c:pt idx="963">
                  <c:v>44538</c:v>
                </c:pt>
                <c:pt idx="964">
                  <c:v>44539</c:v>
                </c:pt>
                <c:pt idx="965">
                  <c:v>44540</c:v>
                </c:pt>
                <c:pt idx="966">
                  <c:v>44543</c:v>
                </c:pt>
                <c:pt idx="967">
                  <c:v>44544</c:v>
                </c:pt>
                <c:pt idx="968">
                  <c:v>44545</c:v>
                </c:pt>
                <c:pt idx="969">
                  <c:v>44546</c:v>
                </c:pt>
                <c:pt idx="970">
                  <c:v>44547</c:v>
                </c:pt>
                <c:pt idx="971">
                  <c:v>44550</c:v>
                </c:pt>
                <c:pt idx="972">
                  <c:v>44551</c:v>
                </c:pt>
                <c:pt idx="973">
                  <c:v>44552</c:v>
                </c:pt>
                <c:pt idx="974">
                  <c:v>44553</c:v>
                </c:pt>
                <c:pt idx="975">
                  <c:v>44554</c:v>
                </c:pt>
                <c:pt idx="976">
                  <c:v>44557</c:v>
                </c:pt>
                <c:pt idx="977">
                  <c:v>44558</c:v>
                </c:pt>
                <c:pt idx="978">
                  <c:v>44559</c:v>
                </c:pt>
                <c:pt idx="979">
                  <c:v>44560</c:v>
                </c:pt>
                <c:pt idx="980">
                  <c:v>44564</c:v>
                </c:pt>
                <c:pt idx="981">
                  <c:v>44565</c:v>
                </c:pt>
                <c:pt idx="982">
                  <c:v>44566</c:v>
                </c:pt>
                <c:pt idx="983">
                  <c:v>44567</c:v>
                </c:pt>
                <c:pt idx="984">
                  <c:v>44568</c:v>
                </c:pt>
                <c:pt idx="985">
                  <c:v>44571</c:v>
                </c:pt>
                <c:pt idx="986">
                  <c:v>44572</c:v>
                </c:pt>
                <c:pt idx="987">
                  <c:v>44573</c:v>
                </c:pt>
                <c:pt idx="988">
                  <c:v>44574</c:v>
                </c:pt>
                <c:pt idx="989">
                  <c:v>44575</c:v>
                </c:pt>
                <c:pt idx="990">
                  <c:v>44578</c:v>
                </c:pt>
                <c:pt idx="991">
                  <c:v>44579</c:v>
                </c:pt>
                <c:pt idx="992">
                  <c:v>44580</c:v>
                </c:pt>
                <c:pt idx="993">
                  <c:v>44581</c:v>
                </c:pt>
                <c:pt idx="994">
                  <c:v>44582</c:v>
                </c:pt>
                <c:pt idx="995">
                  <c:v>44585</c:v>
                </c:pt>
                <c:pt idx="996">
                  <c:v>44586</c:v>
                </c:pt>
                <c:pt idx="997">
                  <c:v>44587</c:v>
                </c:pt>
                <c:pt idx="998">
                  <c:v>44588</c:v>
                </c:pt>
                <c:pt idx="999">
                  <c:v>44589</c:v>
                </c:pt>
                <c:pt idx="1000">
                  <c:v>44592</c:v>
                </c:pt>
                <c:pt idx="1001">
                  <c:v>44594</c:v>
                </c:pt>
                <c:pt idx="1002">
                  <c:v>44595</c:v>
                </c:pt>
                <c:pt idx="1003">
                  <c:v>44596</c:v>
                </c:pt>
                <c:pt idx="1004">
                  <c:v>44599</c:v>
                </c:pt>
                <c:pt idx="1005">
                  <c:v>44600</c:v>
                </c:pt>
                <c:pt idx="1006">
                  <c:v>44601</c:v>
                </c:pt>
                <c:pt idx="1007">
                  <c:v>44602</c:v>
                </c:pt>
                <c:pt idx="1008">
                  <c:v>44603</c:v>
                </c:pt>
                <c:pt idx="1009">
                  <c:v>44606</c:v>
                </c:pt>
                <c:pt idx="1010">
                  <c:v>44607</c:v>
                </c:pt>
                <c:pt idx="1011">
                  <c:v>44608</c:v>
                </c:pt>
                <c:pt idx="1012">
                  <c:v>44609</c:v>
                </c:pt>
                <c:pt idx="1013">
                  <c:v>44610</c:v>
                </c:pt>
                <c:pt idx="1014">
                  <c:v>44613</c:v>
                </c:pt>
                <c:pt idx="1015">
                  <c:v>44614</c:v>
                </c:pt>
                <c:pt idx="1016">
                  <c:v>44615</c:v>
                </c:pt>
                <c:pt idx="1017">
                  <c:v>44616</c:v>
                </c:pt>
                <c:pt idx="1018">
                  <c:v>44617</c:v>
                </c:pt>
                <c:pt idx="1019">
                  <c:v>44621</c:v>
                </c:pt>
                <c:pt idx="1020">
                  <c:v>44622</c:v>
                </c:pt>
                <c:pt idx="1021">
                  <c:v>44624</c:v>
                </c:pt>
                <c:pt idx="1022">
                  <c:v>44627</c:v>
                </c:pt>
                <c:pt idx="1023">
                  <c:v>44628</c:v>
                </c:pt>
                <c:pt idx="1024">
                  <c:v>44629</c:v>
                </c:pt>
                <c:pt idx="1025">
                  <c:v>44630</c:v>
                </c:pt>
                <c:pt idx="1026">
                  <c:v>44631</c:v>
                </c:pt>
                <c:pt idx="1027">
                  <c:v>44634</c:v>
                </c:pt>
                <c:pt idx="1028">
                  <c:v>44635</c:v>
                </c:pt>
                <c:pt idx="1029">
                  <c:v>44636</c:v>
                </c:pt>
                <c:pt idx="1030">
                  <c:v>44637</c:v>
                </c:pt>
                <c:pt idx="1031">
                  <c:v>44638</c:v>
                </c:pt>
                <c:pt idx="1032">
                  <c:v>44641</c:v>
                </c:pt>
                <c:pt idx="1033">
                  <c:v>44642</c:v>
                </c:pt>
                <c:pt idx="1034">
                  <c:v>44643</c:v>
                </c:pt>
                <c:pt idx="1035">
                  <c:v>44644</c:v>
                </c:pt>
                <c:pt idx="1036">
                  <c:v>44645</c:v>
                </c:pt>
                <c:pt idx="1037">
                  <c:v>44648</c:v>
                </c:pt>
                <c:pt idx="1038">
                  <c:v>44649</c:v>
                </c:pt>
                <c:pt idx="1039">
                  <c:v>44650</c:v>
                </c:pt>
                <c:pt idx="1040">
                  <c:v>44651</c:v>
                </c:pt>
                <c:pt idx="1041">
                  <c:v>44652</c:v>
                </c:pt>
                <c:pt idx="1042">
                  <c:v>44655</c:v>
                </c:pt>
                <c:pt idx="1043">
                  <c:v>44656</c:v>
                </c:pt>
                <c:pt idx="1044">
                  <c:v>44657</c:v>
                </c:pt>
                <c:pt idx="1045">
                  <c:v>44658</c:v>
                </c:pt>
                <c:pt idx="1046">
                  <c:v>44659</c:v>
                </c:pt>
                <c:pt idx="1047">
                  <c:v>44662</c:v>
                </c:pt>
                <c:pt idx="1048">
                  <c:v>44663</c:v>
                </c:pt>
                <c:pt idx="1049">
                  <c:v>44664</c:v>
                </c:pt>
                <c:pt idx="1050">
                  <c:v>44665</c:v>
                </c:pt>
                <c:pt idx="1051">
                  <c:v>44669</c:v>
                </c:pt>
                <c:pt idx="1052">
                  <c:v>44670</c:v>
                </c:pt>
                <c:pt idx="1053">
                  <c:v>44671</c:v>
                </c:pt>
                <c:pt idx="1054">
                  <c:v>44672</c:v>
                </c:pt>
                <c:pt idx="1055">
                  <c:v>44673</c:v>
                </c:pt>
                <c:pt idx="1056">
                  <c:v>44676</c:v>
                </c:pt>
                <c:pt idx="1057">
                  <c:v>44677</c:v>
                </c:pt>
                <c:pt idx="1058">
                  <c:v>44678</c:v>
                </c:pt>
                <c:pt idx="1059">
                  <c:v>44679</c:v>
                </c:pt>
                <c:pt idx="1060">
                  <c:v>44690</c:v>
                </c:pt>
                <c:pt idx="1061">
                  <c:v>44691</c:v>
                </c:pt>
                <c:pt idx="1062">
                  <c:v>44692</c:v>
                </c:pt>
                <c:pt idx="1063">
                  <c:v>44693</c:v>
                </c:pt>
                <c:pt idx="1064">
                  <c:v>44694</c:v>
                </c:pt>
                <c:pt idx="1065">
                  <c:v>44698</c:v>
                </c:pt>
                <c:pt idx="1066">
                  <c:v>44699</c:v>
                </c:pt>
                <c:pt idx="1067">
                  <c:v>44700</c:v>
                </c:pt>
                <c:pt idx="1068">
                  <c:v>44701</c:v>
                </c:pt>
                <c:pt idx="1069">
                  <c:v>44704</c:v>
                </c:pt>
                <c:pt idx="1070">
                  <c:v>44705</c:v>
                </c:pt>
                <c:pt idx="1071">
                  <c:v>44706</c:v>
                </c:pt>
                <c:pt idx="1072">
                  <c:v>44708</c:v>
                </c:pt>
                <c:pt idx="1073">
                  <c:v>44711</c:v>
                </c:pt>
                <c:pt idx="1074">
                  <c:v>44712</c:v>
                </c:pt>
                <c:pt idx="1075">
                  <c:v>44714</c:v>
                </c:pt>
                <c:pt idx="1076">
                  <c:v>44715</c:v>
                </c:pt>
                <c:pt idx="1077">
                  <c:v>44718</c:v>
                </c:pt>
                <c:pt idx="1078">
                  <c:v>44719</c:v>
                </c:pt>
                <c:pt idx="1079">
                  <c:v>44720</c:v>
                </c:pt>
                <c:pt idx="1080">
                  <c:v>44721</c:v>
                </c:pt>
                <c:pt idx="1081">
                  <c:v>44722</c:v>
                </c:pt>
                <c:pt idx="1082">
                  <c:v>44725</c:v>
                </c:pt>
                <c:pt idx="1083">
                  <c:v>44726</c:v>
                </c:pt>
                <c:pt idx="1084">
                  <c:v>44727</c:v>
                </c:pt>
                <c:pt idx="1085">
                  <c:v>44728</c:v>
                </c:pt>
                <c:pt idx="1086">
                  <c:v>44729</c:v>
                </c:pt>
                <c:pt idx="1087">
                  <c:v>44732</c:v>
                </c:pt>
                <c:pt idx="1088">
                  <c:v>44733</c:v>
                </c:pt>
                <c:pt idx="1089">
                  <c:v>44734</c:v>
                </c:pt>
                <c:pt idx="1090">
                  <c:v>44735</c:v>
                </c:pt>
                <c:pt idx="1091">
                  <c:v>44736</c:v>
                </c:pt>
                <c:pt idx="1092">
                  <c:v>44739</c:v>
                </c:pt>
                <c:pt idx="1093">
                  <c:v>44740</c:v>
                </c:pt>
                <c:pt idx="1094">
                  <c:v>44741</c:v>
                </c:pt>
                <c:pt idx="1095">
                  <c:v>44742</c:v>
                </c:pt>
                <c:pt idx="1096">
                  <c:v>44743</c:v>
                </c:pt>
                <c:pt idx="1097">
                  <c:v>44746</c:v>
                </c:pt>
                <c:pt idx="1098">
                  <c:v>44747</c:v>
                </c:pt>
                <c:pt idx="1099">
                  <c:v>44748</c:v>
                </c:pt>
                <c:pt idx="1100">
                  <c:v>44749</c:v>
                </c:pt>
                <c:pt idx="1101">
                  <c:v>44750</c:v>
                </c:pt>
                <c:pt idx="1102">
                  <c:v>44753</c:v>
                </c:pt>
                <c:pt idx="1103">
                  <c:v>44754</c:v>
                </c:pt>
                <c:pt idx="1104">
                  <c:v>44755</c:v>
                </c:pt>
                <c:pt idx="1105">
                  <c:v>44756</c:v>
                </c:pt>
                <c:pt idx="1106">
                  <c:v>44757</c:v>
                </c:pt>
                <c:pt idx="1107">
                  <c:v>44760</c:v>
                </c:pt>
                <c:pt idx="1108">
                  <c:v>44761</c:v>
                </c:pt>
                <c:pt idx="1109">
                  <c:v>44762</c:v>
                </c:pt>
                <c:pt idx="1110">
                  <c:v>44763</c:v>
                </c:pt>
                <c:pt idx="1111">
                  <c:v>44764</c:v>
                </c:pt>
                <c:pt idx="1112">
                  <c:v>44767</c:v>
                </c:pt>
                <c:pt idx="1113">
                  <c:v>44768</c:v>
                </c:pt>
                <c:pt idx="1114">
                  <c:v>44769</c:v>
                </c:pt>
                <c:pt idx="1115">
                  <c:v>44770</c:v>
                </c:pt>
                <c:pt idx="1116">
                  <c:v>44771</c:v>
                </c:pt>
                <c:pt idx="1117">
                  <c:v>44774</c:v>
                </c:pt>
                <c:pt idx="1118">
                  <c:v>44775</c:v>
                </c:pt>
                <c:pt idx="1119">
                  <c:v>44776</c:v>
                </c:pt>
                <c:pt idx="1120">
                  <c:v>44777</c:v>
                </c:pt>
                <c:pt idx="1121">
                  <c:v>44778</c:v>
                </c:pt>
                <c:pt idx="1122">
                  <c:v>44781</c:v>
                </c:pt>
                <c:pt idx="1123">
                  <c:v>44782</c:v>
                </c:pt>
                <c:pt idx="1124">
                  <c:v>44783</c:v>
                </c:pt>
                <c:pt idx="1125">
                  <c:v>44784</c:v>
                </c:pt>
                <c:pt idx="1126">
                  <c:v>44785</c:v>
                </c:pt>
                <c:pt idx="1127">
                  <c:v>44788</c:v>
                </c:pt>
                <c:pt idx="1128">
                  <c:v>44789</c:v>
                </c:pt>
                <c:pt idx="1129">
                  <c:v>44791</c:v>
                </c:pt>
                <c:pt idx="1130">
                  <c:v>44792</c:v>
                </c:pt>
                <c:pt idx="1131">
                  <c:v>44795</c:v>
                </c:pt>
                <c:pt idx="1132">
                  <c:v>44796</c:v>
                </c:pt>
                <c:pt idx="1133">
                  <c:v>44797</c:v>
                </c:pt>
                <c:pt idx="1134">
                  <c:v>44798</c:v>
                </c:pt>
                <c:pt idx="1135">
                  <c:v>44799</c:v>
                </c:pt>
                <c:pt idx="1136">
                  <c:v>44802</c:v>
                </c:pt>
                <c:pt idx="1137">
                  <c:v>44803</c:v>
                </c:pt>
                <c:pt idx="1138">
                  <c:v>44804</c:v>
                </c:pt>
                <c:pt idx="1139">
                  <c:v>44805</c:v>
                </c:pt>
                <c:pt idx="1140">
                  <c:v>44806</c:v>
                </c:pt>
                <c:pt idx="1141">
                  <c:v>44809</c:v>
                </c:pt>
                <c:pt idx="1142">
                  <c:v>44810</c:v>
                </c:pt>
                <c:pt idx="1143">
                  <c:v>44811</c:v>
                </c:pt>
                <c:pt idx="1144">
                  <c:v>44812</c:v>
                </c:pt>
                <c:pt idx="1145">
                  <c:v>44813</c:v>
                </c:pt>
                <c:pt idx="1146">
                  <c:v>44816</c:v>
                </c:pt>
                <c:pt idx="1147">
                  <c:v>44817</c:v>
                </c:pt>
                <c:pt idx="1148">
                  <c:v>44818</c:v>
                </c:pt>
                <c:pt idx="1149">
                  <c:v>44819</c:v>
                </c:pt>
                <c:pt idx="1150">
                  <c:v>44820</c:v>
                </c:pt>
                <c:pt idx="1151">
                  <c:v>44823</c:v>
                </c:pt>
                <c:pt idx="1152">
                  <c:v>44824</c:v>
                </c:pt>
                <c:pt idx="1153">
                  <c:v>44825</c:v>
                </c:pt>
                <c:pt idx="1154">
                  <c:v>44826</c:v>
                </c:pt>
                <c:pt idx="1155">
                  <c:v>44827</c:v>
                </c:pt>
                <c:pt idx="1156">
                  <c:v>44830</c:v>
                </c:pt>
                <c:pt idx="1157">
                  <c:v>44831</c:v>
                </c:pt>
                <c:pt idx="1158">
                  <c:v>44832</c:v>
                </c:pt>
                <c:pt idx="1159">
                  <c:v>44833</c:v>
                </c:pt>
                <c:pt idx="1160">
                  <c:v>44834</c:v>
                </c:pt>
                <c:pt idx="1161">
                  <c:v>44837</c:v>
                </c:pt>
                <c:pt idx="1162">
                  <c:v>44838</c:v>
                </c:pt>
                <c:pt idx="1163">
                  <c:v>44839</c:v>
                </c:pt>
                <c:pt idx="1164">
                  <c:v>44840</c:v>
                </c:pt>
                <c:pt idx="1165">
                  <c:v>44841</c:v>
                </c:pt>
                <c:pt idx="1166">
                  <c:v>44844</c:v>
                </c:pt>
                <c:pt idx="1167">
                  <c:v>44845</c:v>
                </c:pt>
                <c:pt idx="1168">
                  <c:v>44846</c:v>
                </c:pt>
                <c:pt idx="1169">
                  <c:v>44847</c:v>
                </c:pt>
                <c:pt idx="1170">
                  <c:v>44848</c:v>
                </c:pt>
                <c:pt idx="1171">
                  <c:v>44851</c:v>
                </c:pt>
                <c:pt idx="1172">
                  <c:v>44852</c:v>
                </c:pt>
                <c:pt idx="1173">
                  <c:v>44853</c:v>
                </c:pt>
                <c:pt idx="1174">
                  <c:v>44854</c:v>
                </c:pt>
                <c:pt idx="1175">
                  <c:v>44855</c:v>
                </c:pt>
                <c:pt idx="1176">
                  <c:v>44858</c:v>
                </c:pt>
                <c:pt idx="1177">
                  <c:v>44859</c:v>
                </c:pt>
                <c:pt idx="1178">
                  <c:v>44860</c:v>
                </c:pt>
                <c:pt idx="1179">
                  <c:v>44861</c:v>
                </c:pt>
                <c:pt idx="1180">
                  <c:v>44862</c:v>
                </c:pt>
                <c:pt idx="1181">
                  <c:v>44865</c:v>
                </c:pt>
                <c:pt idx="1182">
                  <c:v>44866</c:v>
                </c:pt>
                <c:pt idx="1183">
                  <c:v>44867</c:v>
                </c:pt>
                <c:pt idx="1184">
                  <c:v>44868</c:v>
                </c:pt>
                <c:pt idx="1185">
                  <c:v>44869</c:v>
                </c:pt>
                <c:pt idx="1186">
                  <c:v>44872</c:v>
                </c:pt>
                <c:pt idx="1187">
                  <c:v>44873</c:v>
                </c:pt>
                <c:pt idx="1188">
                  <c:v>44874</c:v>
                </c:pt>
                <c:pt idx="1189">
                  <c:v>44875</c:v>
                </c:pt>
                <c:pt idx="1190">
                  <c:v>44876</c:v>
                </c:pt>
                <c:pt idx="1191">
                  <c:v>44879</c:v>
                </c:pt>
                <c:pt idx="1192">
                  <c:v>44880</c:v>
                </c:pt>
                <c:pt idx="1193">
                  <c:v>44881</c:v>
                </c:pt>
                <c:pt idx="1194">
                  <c:v>44882</c:v>
                </c:pt>
                <c:pt idx="1195">
                  <c:v>44883</c:v>
                </c:pt>
                <c:pt idx="1196">
                  <c:v>44886</c:v>
                </c:pt>
                <c:pt idx="1197">
                  <c:v>44887</c:v>
                </c:pt>
                <c:pt idx="1198">
                  <c:v>44888</c:v>
                </c:pt>
                <c:pt idx="1199">
                  <c:v>44889</c:v>
                </c:pt>
                <c:pt idx="1200">
                  <c:v>44890</c:v>
                </c:pt>
                <c:pt idx="1201">
                  <c:v>44893</c:v>
                </c:pt>
                <c:pt idx="1202">
                  <c:v>44894</c:v>
                </c:pt>
                <c:pt idx="1203">
                  <c:v>44895</c:v>
                </c:pt>
                <c:pt idx="1204">
                  <c:v>44896</c:v>
                </c:pt>
                <c:pt idx="1205">
                  <c:v>44897</c:v>
                </c:pt>
                <c:pt idx="1206">
                  <c:v>44900</c:v>
                </c:pt>
                <c:pt idx="1207">
                  <c:v>44901</c:v>
                </c:pt>
                <c:pt idx="1208">
                  <c:v>44902</c:v>
                </c:pt>
                <c:pt idx="1209">
                  <c:v>44903</c:v>
                </c:pt>
                <c:pt idx="1210">
                  <c:v>44904</c:v>
                </c:pt>
                <c:pt idx="1211">
                  <c:v>44907</c:v>
                </c:pt>
                <c:pt idx="1212">
                  <c:v>44908</c:v>
                </c:pt>
                <c:pt idx="1213">
                  <c:v>44909</c:v>
                </c:pt>
                <c:pt idx="1214">
                  <c:v>44910</c:v>
                </c:pt>
                <c:pt idx="1215">
                  <c:v>44911</c:v>
                </c:pt>
                <c:pt idx="1216">
                  <c:v>44914</c:v>
                </c:pt>
                <c:pt idx="1217">
                  <c:v>44915</c:v>
                </c:pt>
                <c:pt idx="1218">
                  <c:v>44916</c:v>
                </c:pt>
                <c:pt idx="1219">
                  <c:v>44917</c:v>
                </c:pt>
                <c:pt idx="1220">
                  <c:v>44918</c:v>
                </c:pt>
                <c:pt idx="1221">
                  <c:v>44921</c:v>
                </c:pt>
                <c:pt idx="1222">
                  <c:v>44922</c:v>
                </c:pt>
                <c:pt idx="1223">
                  <c:v>44923</c:v>
                </c:pt>
                <c:pt idx="1224">
                  <c:v>44924</c:v>
                </c:pt>
                <c:pt idx="1225">
                  <c:v>44925</c:v>
                </c:pt>
                <c:pt idx="1226">
                  <c:v>44928</c:v>
                </c:pt>
                <c:pt idx="1227">
                  <c:v>44929</c:v>
                </c:pt>
                <c:pt idx="1228">
                  <c:v>44930</c:v>
                </c:pt>
                <c:pt idx="1229">
                  <c:v>44931</c:v>
                </c:pt>
                <c:pt idx="1230">
                  <c:v>44932</c:v>
                </c:pt>
                <c:pt idx="1231">
                  <c:v>44935</c:v>
                </c:pt>
                <c:pt idx="1232">
                  <c:v>44936</c:v>
                </c:pt>
                <c:pt idx="1233">
                  <c:v>44937</c:v>
                </c:pt>
                <c:pt idx="1234">
                  <c:v>44938</c:v>
                </c:pt>
                <c:pt idx="1235">
                  <c:v>44939</c:v>
                </c:pt>
                <c:pt idx="1236">
                  <c:v>44942</c:v>
                </c:pt>
                <c:pt idx="1237">
                  <c:v>44943</c:v>
                </c:pt>
                <c:pt idx="1238">
                  <c:v>44944</c:v>
                </c:pt>
                <c:pt idx="1239">
                  <c:v>44945</c:v>
                </c:pt>
                <c:pt idx="1240">
                  <c:v>44946</c:v>
                </c:pt>
                <c:pt idx="1241">
                  <c:v>44950</c:v>
                </c:pt>
                <c:pt idx="1242">
                  <c:v>44951</c:v>
                </c:pt>
                <c:pt idx="1243">
                  <c:v>44952</c:v>
                </c:pt>
                <c:pt idx="1244">
                  <c:v>44953</c:v>
                </c:pt>
                <c:pt idx="1245">
                  <c:v>44956</c:v>
                </c:pt>
                <c:pt idx="1246">
                  <c:v>44957</c:v>
                </c:pt>
                <c:pt idx="1247">
                  <c:v>44958</c:v>
                </c:pt>
                <c:pt idx="1248">
                  <c:v>44959</c:v>
                </c:pt>
                <c:pt idx="1249">
                  <c:v>44960</c:v>
                </c:pt>
                <c:pt idx="1250">
                  <c:v>44963</c:v>
                </c:pt>
                <c:pt idx="1251">
                  <c:v>44964</c:v>
                </c:pt>
                <c:pt idx="1252">
                  <c:v>44965</c:v>
                </c:pt>
                <c:pt idx="1253">
                  <c:v>44966</c:v>
                </c:pt>
                <c:pt idx="1254">
                  <c:v>44967</c:v>
                </c:pt>
                <c:pt idx="1255">
                  <c:v>44970</c:v>
                </c:pt>
                <c:pt idx="1256">
                  <c:v>44971</c:v>
                </c:pt>
                <c:pt idx="1257">
                  <c:v>44972</c:v>
                </c:pt>
                <c:pt idx="1258">
                  <c:v>44973</c:v>
                </c:pt>
                <c:pt idx="1259">
                  <c:v>44974</c:v>
                </c:pt>
                <c:pt idx="1260">
                  <c:v>44977</c:v>
                </c:pt>
                <c:pt idx="1261">
                  <c:v>44978</c:v>
                </c:pt>
                <c:pt idx="1262">
                  <c:v>44979</c:v>
                </c:pt>
                <c:pt idx="1263">
                  <c:v>44980</c:v>
                </c:pt>
                <c:pt idx="1264">
                  <c:v>44981</c:v>
                </c:pt>
                <c:pt idx="1265">
                  <c:v>44984</c:v>
                </c:pt>
                <c:pt idx="1266">
                  <c:v>44985</c:v>
                </c:pt>
                <c:pt idx="1267">
                  <c:v>44986</c:v>
                </c:pt>
                <c:pt idx="1268">
                  <c:v>44987</c:v>
                </c:pt>
                <c:pt idx="1269">
                  <c:v>44988</c:v>
                </c:pt>
                <c:pt idx="1270">
                  <c:v>44991</c:v>
                </c:pt>
                <c:pt idx="1271">
                  <c:v>44992</c:v>
                </c:pt>
                <c:pt idx="1272">
                  <c:v>44993</c:v>
                </c:pt>
                <c:pt idx="1273">
                  <c:v>44994</c:v>
                </c:pt>
                <c:pt idx="1274">
                  <c:v>44995</c:v>
                </c:pt>
                <c:pt idx="1275">
                  <c:v>44998</c:v>
                </c:pt>
                <c:pt idx="1276">
                  <c:v>44999</c:v>
                </c:pt>
                <c:pt idx="1277">
                  <c:v>45000</c:v>
                </c:pt>
                <c:pt idx="1278">
                  <c:v>45001</c:v>
                </c:pt>
                <c:pt idx="1279">
                  <c:v>45002</c:v>
                </c:pt>
                <c:pt idx="1280">
                  <c:v>45005</c:v>
                </c:pt>
                <c:pt idx="1281">
                  <c:v>45006</c:v>
                </c:pt>
                <c:pt idx="1282">
                  <c:v>45009</c:v>
                </c:pt>
                <c:pt idx="1283">
                  <c:v>45012</c:v>
                </c:pt>
                <c:pt idx="1284">
                  <c:v>45013</c:v>
                </c:pt>
                <c:pt idx="1285">
                  <c:v>45014</c:v>
                </c:pt>
                <c:pt idx="1286">
                  <c:v>45015</c:v>
                </c:pt>
                <c:pt idx="1287">
                  <c:v>45016</c:v>
                </c:pt>
                <c:pt idx="1288">
                  <c:v>45019</c:v>
                </c:pt>
                <c:pt idx="1289">
                  <c:v>45020</c:v>
                </c:pt>
                <c:pt idx="1290">
                  <c:v>45021</c:v>
                </c:pt>
                <c:pt idx="1291">
                  <c:v>45022</c:v>
                </c:pt>
                <c:pt idx="1292">
                  <c:v>45026</c:v>
                </c:pt>
                <c:pt idx="1293">
                  <c:v>45027</c:v>
                </c:pt>
                <c:pt idx="1294">
                  <c:v>45028</c:v>
                </c:pt>
                <c:pt idx="1295">
                  <c:v>45029</c:v>
                </c:pt>
                <c:pt idx="1296">
                  <c:v>45030</c:v>
                </c:pt>
                <c:pt idx="1297">
                  <c:v>45033</c:v>
                </c:pt>
                <c:pt idx="1298">
                  <c:v>45034</c:v>
                </c:pt>
                <c:pt idx="1299">
                  <c:v>45042</c:v>
                </c:pt>
                <c:pt idx="1300">
                  <c:v>45043</c:v>
                </c:pt>
                <c:pt idx="1301">
                  <c:v>45044</c:v>
                </c:pt>
                <c:pt idx="1302">
                  <c:v>45048</c:v>
                </c:pt>
                <c:pt idx="1303">
                  <c:v>45049</c:v>
                </c:pt>
                <c:pt idx="1304">
                  <c:v>45050</c:v>
                </c:pt>
                <c:pt idx="1305">
                  <c:v>45051</c:v>
                </c:pt>
                <c:pt idx="1306">
                  <c:v>45054</c:v>
                </c:pt>
                <c:pt idx="1307">
                  <c:v>45055</c:v>
                </c:pt>
                <c:pt idx="1308">
                  <c:v>45056</c:v>
                </c:pt>
                <c:pt idx="1309">
                  <c:v>45057</c:v>
                </c:pt>
                <c:pt idx="1310">
                  <c:v>45058</c:v>
                </c:pt>
                <c:pt idx="1311">
                  <c:v>45061</c:v>
                </c:pt>
                <c:pt idx="1312">
                  <c:v>45062</c:v>
                </c:pt>
                <c:pt idx="1313">
                  <c:v>45063</c:v>
                </c:pt>
                <c:pt idx="1314">
                  <c:v>45065</c:v>
                </c:pt>
                <c:pt idx="1315">
                  <c:v>45068</c:v>
                </c:pt>
                <c:pt idx="1316">
                  <c:v>45069</c:v>
                </c:pt>
                <c:pt idx="1317">
                  <c:v>45070</c:v>
                </c:pt>
                <c:pt idx="1318">
                  <c:v>45071</c:v>
                </c:pt>
                <c:pt idx="1319">
                  <c:v>45072</c:v>
                </c:pt>
                <c:pt idx="1320">
                  <c:v>45075</c:v>
                </c:pt>
                <c:pt idx="1321">
                  <c:v>45076</c:v>
                </c:pt>
                <c:pt idx="1322">
                  <c:v>45077</c:v>
                </c:pt>
                <c:pt idx="1323">
                  <c:v>45082</c:v>
                </c:pt>
                <c:pt idx="1324">
                  <c:v>45083</c:v>
                </c:pt>
                <c:pt idx="1325">
                  <c:v>45084</c:v>
                </c:pt>
                <c:pt idx="1326">
                  <c:v>45085</c:v>
                </c:pt>
                <c:pt idx="1327">
                  <c:v>45086</c:v>
                </c:pt>
                <c:pt idx="1328">
                  <c:v>45089</c:v>
                </c:pt>
                <c:pt idx="1329">
                  <c:v>45090</c:v>
                </c:pt>
                <c:pt idx="1330">
                  <c:v>45091</c:v>
                </c:pt>
                <c:pt idx="1331">
                  <c:v>45092</c:v>
                </c:pt>
                <c:pt idx="1332">
                  <c:v>45093</c:v>
                </c:pt>
                <c:pt idx="1333">
                  <c:v>45096</c:v>
                </c:pt>
                <c:pt idx="1334">
                  <c:v>45097</c:v>
                </c:pt>
                <c:pt idx="1335">
                  <c:v>45098</c:v>
                </c:pt>
                <c:pt idx="1336">
                  <c:v>45099</c:v>
                </c:pt>
                <c:pt idx="1337">
                  <c:v>45100</c:v>
                </c:pt>
                <c:pt idx="1338">
                  <c:v>45103</c:v>
                </c:pt>
                <c:pt idx="1339">
                  <c:v>45104</c:v>
                </c:pt>
                <c:pt idx="1340">
                  <c:v>45110</c:v>
                </c:pt>
                <c:pt idx="1341">
                  <c:v>45111</c:v>
                </c:pt>
                <c:pt idx="1342">
                  <c:v>45112</c:v>
                </c:pt>
                <c:pt idx="1343">
                  <c:v>45113</c:v>
                </c:pt>
                <c:pt idx="1344">
                  <c:v>45114</c:v>
                </c:pt>
                <c:pt idx="1345">
                  <c:v>45117</c:v>
                </c:pt>
                <c:pt idx="1346">
                  <c:v>45118</c:v>
                </c:pt>
                <c:pt idx="1347">
                  <c:v>45119</c:v>
                </c:pt>
                <c:pt idx="1348">
                  <c:v>45120</c:v>
                </c:pt>
                <c:pt idx="1349">
                  <c:v>45121</c:v>
                </c:pt>
                <c:pt idx="1350">
                  <c:v>45124</c:v>
                </c:pt>
                <c:pt idx="1351">
                  <c:v>45125</c:v>
                </c:pt>
                <c:pt idx="1352">
                  <c:v>45127</c:v>
                </c:pt>
                <c:pt idx="1353">
                  <c:v>45128</c:v>
                </c:pt>
                <c:pt idx="1354">
                  <c:v>45131</c:v>
                </c:pt>
                <c:pt idx="1355">
                  <c:v>45132</c:v>
                </c:pt>
                <c:pt idx="1356">
                  <c:v>45133</c:v>
                </c:pt>
                <c:pt idx="1357">
                  <c:v>45134</c:v>
                </c:pt>
                <c:pt idx="1358">
                  <c:v>45135</c:v>
                </c:pt>
                <c:pt idx="1359">
                  <c:v>45138</c:v>
                </c:pt>
                <c:pt idx="1360">
                  <c:v>45139</c:v>
                </c:pt>
                <c:pt idx="1361">
                  <c:v>45140</c:v>
                </c:pt>
                <c:pt idx="1362">
                  <c:v>45141</c:v>
                </c:pt>
                <c:pt idx="1363">
                  <c:v>45142</c:v>
                </c:pt>
                <c:pt idx="1364">
                  <c:v>45145</c:v>
                </c:pt>
                <c:pt idx="1365">
                  <c:v>45146</c:v>
                </c:pt>
                <c:pt idx="1366">
                  <c:v>45147</c:v>
                </c:pt>
                <c:pt idx="1367">
                  <c:v>45148</c:v>
                </c:pt>
                <c:pt idx="1368">
                  <c:v>45149</c:v>
                </c:pt>
                <c:pt idx="1369">
                  <c:v>45152</c:v>
                </c:pt>
                <c:pt idx="1370">
                  <c:v>45153</c:v>
                </c:pt>
                <c:pt idx="1371">
                  <c:v>45154</c:v>
                </c:pt>
                <c:pt idx="1372">
                  <c:v>45156</c:v>
                </c:pt>
                <c:pt idx="1373">
                  <c:v>45159</c:v>
                </c:pt>
                <c:pt idx="1374">
                  <c:v>45160</c:v>
                </c:pt>
                <c:pt idx="1375">
                  <c:v>45161</c:v>
                </c:pt>
                <c:pt idx="1376">
                  <c:v>45162</c:v>
                </c:pt>
                <c:pt idx="1377">
                  <c:v>45163</c:v>
                </c:pt>
                <c:pt idx="1378">
                  <c:v>45166</c:v>
                </c:pt>
                <c:pt idx="1379">
                  <c:v>45167</c:v>
                </c:pt>
                <c:pt idx="1380">
                  <c:v>45168</c:v>
                </c:pt>
                <c:pt idx="1381">
                  <c:v>45169</c:v>
                </c:pt>
                <c:pt idx="1382">
                  <c:v>45170</c:v>
                </c:pt>
                <c:pt idx="1383">
                  <c:v>45173</c:v>
                </c:pt>
                <c:pt idx="1384">
                  <c:v>45174</c:v>
                </c:pt>
                <c:pt idx="1385">
                  <c:v>45175</c:v>
                </c:pt>
                <c:pt idx="1386">
                  <c:v>45176</c:v>
                </c:pt>
                <c:pt idx="1387">
                  <c:v>45177</c:v>
                </c:pt>
                <c:pt idx="1388">
                  <c:v>45180</c:v>
                </c:pt>
                <c:pt idx="1389">
                  <c:v>45181</c:v>
                </c:pt>
                <c:pt idx="1390">
                  <c:v>45182</c:v>
                </c:pt>
                <c:pt idx="1391">
                  <c:v>45183</c:v>
                </c:pt>
                <c:pt idx="1392">
                  <c:v>45184</c:v>
                </c:pt>
                <c:pt idx="1393">
                  <c:v>45187</c:v>
                </c:pt>
                <c:pt idx="1394">
                  <c:v>45188</c:v>
                </c:pt>
                <c:pt idx="1395">
                  <c:v>45189</c:v>
                </c:pt>
                <c:pt idx="1396">
                  <c:v>45190</c:v>
                </c:pt>
                <c:pt idx="1397">
                  <c:v>45191</c:v>
                </c:pt>
                <c:pt idx="1398">
                  <c:v>45194</c:v>
                </c:pt>
                <c:pt idx="1399">
                  <c:v>45195</c:v>
                </c:pt>
                <c:pt idx="1400">
                  <c:v>45196</c:v>
                </c:pt>
                <c:pt idx="1401">
                  <c:v>45198</c:v>
                </c:pt>
                <c:pt idx="1402">
                  <c:v>45201</c:v>
                </c:pt>
                <c:pt idx="1403">
                  <c:v>45202</c:v>
                </c:pt>
                <c:pt idx="1404">
                  <c:v>45203</c:v>
                </c:pt>
                <c:pt idx="1405">
                  <c:v>45204</c:v>
                </c:pt>
                <c:pt idx="1406">
                  <c:v>45205</c:v>
                </c:pt>
                <c:pt idx="1407">
                  <c:v>45208</c:v>
                </c:pt>
                <c:pt idx="1408">
                  <c:v>45209</c:v>
                </c:pt>
                <c:pt idx="1409">
                  <c:v>45210</c:v>
                </c:pt>
                <c:pt idx="1410">
                  <c:v>45211</c:v>
                </c:pt>
                <c:pt idx="1411">
                  <c:v>45212</c:v>
                </c:pt>
                <c:pt idx="1412">
                  <c:v>45215</c:v>
                </c:pt>
                <c:pt idx="1413">
                  <c:v>45216</c:v>
                </c:pt>
                <c:pt idx="1414">
                  <c:v>45217</c:v>
                </c:pt>
                <c:pt idx="1415">
                  <c:v>45218</c:v>
                </c:pt>
                <c:pt idx="1416">
                  <c:v>45219</c:v>
                </c:pt>
                <c:pt idx="1417">
                  <c:v>45222</c:v>
                </c:pt>
                <c:pt idx="1418">
                  <c:v>45223</c:v>
                </c:pt>
                <c:pt idx="1419">
                  <c:v>45224</c:v>
                </c:pt>
                <c:pt idx="1420">
                  <c:v>45225</c:v>
                </c:pt>
                <c:pt idx="1421">
                  <c:v>45226</c:v>
                </c:pt>
                <c:pt idx="1422">
                  <c:v>45229</c:v>
                </c:pt>
                <c:pt idx="1423">
                  <c:v>45230</c:v>
                </c:pt>
                <c:pt idx="1424">
                  <c:v>45231</c:v>
                </c:pt>
                <c:pt idx="1425">
                  <c:v>45232</c:v>
                </c:pt>
                <c:pt idx="1426">
                  <c:v>45233</c:v>
                </c:pt>
                <c:pt idx="1427">
                  <c:v>45236</c:v>
                </c:pt>
                <c:pt idx="1428">
                  <c:v>45237</c:v>
                </c:pt>
                <c:pt idx="1429">
                  <c:v>45238</c:v>
                </c:pt>
                <c:pt idx="1430">
                  <c:v>45239</c:v>
                </c:pt>
                <c:pt idx="1431">
                  <c:v>45240</c:v>
                </c:pt>
                <c:pt idx="1432">
                  <c:v>45243</c:v>
                </c:pt>
                <c:pt idx="1433">
                  <c:v>45244</c:v>
                </c:pt>
                <c:pt idx="1434">
                  <c:v>45245</c:v>
                </c:pt>
                <c:pt idx="1435">
                  <c:v>45246</c:v>
                </c:pt>
                <c:pt idx="1436">
                  <c:v>45247</c:v>
                </c:pt>
                <c:pt idx="1437">
                  <c:v>45250</c:v>
                </c:pt>
                <c:pt idx="1438">
                  <c:v>45251</c:v>
                </c:pt>
                <c:pt idx="1439">
                  <c:v>45252</c:v>
                </c:pt>
                <c:pt idx="1440">
                  <c:v>45253</c:v>
                </c:pt>
                <c:pt idx="1441">
                  <c:v>45254</c:v>
                </c:pt>
                <c:pt idx="1442">
                  <c:v>45257</c:v>
                </c:pt>
                <c:pt idx="1443">
                  <c:v>45258</c:v>
                </c:pt>
                <c:pt idx="1444">
                  <c:v>45259</c:v>
                </c:pt>
                <c:pt idx="1445">
                  <c:v>45260</c:v>
                </c:pt>
                <c:pt idx="1446">
                  <c:v>45261</c:v>
                </c:pt>
                <c:pt idx="1447">
                  <c:v>45264</c:v>
                </c:pt>
                <c:pt idx="1448">
                  <c:v>45265</c:v>
                </c:pt>
                <c:pt idx="1449">
                  <c:v>45266</c:v>
                </c:pt>
                <c:pt idx="1450">
                  <c:v>45267</c:v>
                </c:pt>
                <c:pt idx="1451">
                  <c:v>45268</c:v>
                </c:pt>
                <c:pt idx="1452">
                  <c:v>45271</c:v>
                </c:pt>
                <c:pt idx="1453">
                  <c:v>45272</c:v>
                </c:pt>
                <c:pt idx="1454">
                  <c:v>45273</c:v>
                </c:pt>
                <c:pt idx="1455">
                  <c:v>45274</c:v>
                </c:pt>
                <c:pt idx="1456">
                  <c:v>45275</c:v>
                </c:pt>
                <c:pt idx="1457">
                  <c:v>45278</c:v>
                </c:pt>
                <c:pt idx="1458">
                  <c:v>45279</c:v>
                </c:pt>
                <c:pt idx="1459">
                  <c:v>45280</c:v>
                </c:pt>
                <c:pt idx="1460">
                  <c:v>45281</c:v>
                </c:pt>
                <c:pt idx="1461">
                  <c:v>45282</c:v>
                </c:pt>
                <c:pt idx="1462">
                  <c:v>45287</c:v>
                </c:pt>
                <c:pt idx="1463">
                  <c:v>45288</c:v>
                </c:pt>
                <c:pt idx="1464">
                  <c:v>45289</c:v>
                </c:pt>
                <c:pt idx="1465">
                  <c:v>45293</c:v>
                </c:pt>
                <c:pt idx="1466">
                  <c:v>45294</c:v>
                </c:pt>
                <c:pt idx="1467">
                  <c:v>45295</c:v>
                </c:pt>
                <c:pt idx="1468">
                  <c:v>45296</c:v>
                </c:pt>
                <c:pt idx="1469">
                  <c:v>45299</c:v>
                </c:pt>
                <c:pt idx="1470">
                  <c:v>45300</c:v>
                </c:pt>
                <c:pt idx="1471">
                  <c:v>45301</c:v>
                </c:pt>
                <c:pt idx="1472">
                  <c:v>45302</c:v>
                </c:pt>
                <c:pt idx="1473">
                  <c:v>45303</c:v>
                </c:pt>
                <c:pt idx="1474">
                  <c:v>45306</c:v>
                </c:pt>
                <c:pt idx="1475">
                  <c:v>45307</c:v>
                </c:pt>
                <c:pt idx="1476">
                  <c:v>45308</c:v>
                </c:pt>
                <c:pt idx="1477">
                  <c:v>45309</c:v>
                </c:pt>
                <c:pt idx="1478">
                  <c:v>45310</c:v>
                </c:pt>
                <c:pt idx="1479">
                  <c:v>45313</c:v>
                </c:pt>
                <c:pt idx="1480">
                  <c:v>45314</c:v>
                </c:pt>
                <c:pt idx="1481">
                  <c:v>45315</c:v>
                </c:pt>
                <c:pt idx="1482">
                  <c:v>45316</c:v>
                </c:pt>
                <c:pt idx="1483">
                  <c:v>45317</c:v>
                </c:pt>
                <c:pt idx="1484">
                  <c:v>45320</c:v>
                </c:pt>
                <c:pt idx="1485">
                  <c:v>45321</c:v>
                </c:pt>
                <c:pt idx="1486">
                  <c:v>45322</c:v>
                </c:pt>
                <c:pt idx="1487">
                  <c:v>45323</c:v>
                </c:pt>
                <c:pt idx="1488">
                  <c:v>45324</c:v>
                </c:pt>
                <c:pt idx="1489">
                  <c:v>45327</c:v>
                </c:pt>
                <c:pt idx="1490">
                  <c:v>45328</c:v>
                </c:pt>
                <c:pt idx="1491">
                  <c:v>45329</c:v>
                </c:pt>
                <c:pt idx="1492">
                  <c:v>45334</c:v>
                </c:pt>
                <c:pt idx="1493">
                  <c:v>45335</c:v>
                </c:pt>
                <c:pt idx="1494">
                  <c:v>45337</c:v>
                </c:pt>
                <c:pt idx="1495">
                  <c:v>45338</c:v>
                </c:pt>
                <c:pt idx="1496">
                  <c:v>45341</c:v>
                </c:pt>
                <c:pt idx="1497">
                  <c:v>45342</c:v>
                </c:pt>
                <c:pt idx="1498">
                  <c:v>45343</c:v>
                </c:pt>
                <c:pt idx="1499">
                  <c:v>45344</c:v>
                </c:pt>
                <c:pt idx="1500">
                  <c:v>45345</c:v>
                </c:pt>
                <c:pt idx="1501">
                  <c:v>45348</c:v>
                </c:pt>
                <c:pt idx="1502">
                  <c:v>45349</c:v>
                </c:pt>
                <c:pt idx="1503">
                  <c:v>45350</c:v>
                </c:pt>
                <c:pt idx="1504">
                  <c:v>45351</c:v>
                </c:pt>
                <c:pt idx="1505">
                  <c:v>45352</c:v>
                </c:pt>
                <c:pt idx="1506">
                  <c:v>45355</c:v>
                </c:pt>
                <c:pt idx="1507">
                  <c:v>45356</c:v>
                </c:pt>
                <c:pt idx="1508">
                  <c:v>45357</c:v>
                </c:pt>
                <c:pt idx="1509">
                  <c:v>45358</c:v>
                </c:pt>
                <c:pt idx="1510">
                  <c:v>45359</c:v>
                </c:pt>
                <c:pt idx="1511">
                  <c:v>45364</c:v>
                </c:pt>
                <c:pt idx="1512">
                  <c:v>45365</c:v>
                </c:pt>
                <c:pt idx="1513">
                  <c:v>45366</c:v>
                </c:pt>
                <c:pt idx="1514">
                  <c:v>45369</c:v>
                </c:pt>
                <c:pt idx="1515">
                  <c:v>45370</c:v>
                </c:pt>
                <c:pt idx="1516">
                  <c:v>45371</c:v>
                </c:pt>
                <c:pt idx="1517">
                  <c:v>45372</c:v>
                </c:pt>
                <c:pt idx="1518">
                  <c:v>45373</c:v>
                </c:pt>
                <c:pt idx="1519">
                  <c:v>45376</c:v>
                </c:pt>
                <c:pt idx="1520">
                  <c:v>45377</c:v>
                </c:pt>
                <c:pt idx="1521">
                  <c:v>45378</c:v>
                </c:pt>
                <c:pt idx="1522">
                  <c:v>45379</c:v>
                </c:pt>
                <c:pt idx="1523">
                  <c:v>45383</c:v>
                </c:pt>
                <c:pt idx="1524">
                  <c:v>45384</c:v>
                </c:pt>
                <c:pt idx="1525">
                  <c:v>45385</c:v>
                </c:pt>
                <c:pt idx="1526">
                  <c:v>45386</c:v>
                </c:pt>
                <c:pt idx="1527">
                  <c:v>45387</c:v>
                </c:pt>
                <c:pt idx="1528">
                  <c:v>45398</c:v>
                </c:pt>
                <c:pt idx="1529">
                  <c:v>45399</c:v>
                </c:pt>
                <c:pt idx="1530">
                  <c:v>45400</c:v>
                </c:pt>
                <c:pt idx="1531">
                  <c:v>45401</c:v>
                </c:pt>
                <c:pt idx="1532">
                  <c:v>45404</c:v>
                </c:pt>
                <c:pt idx="1533">
                  <c:v>45405</c:v>
                </c:pt>
                <c:pt idx="1534">
                  <c:v>45406</c:v>
                </c:pt>
                <c:pt idx="1535">
                  <c:v>45407</c:v>
                </c:pt>
                <c:pt idx="1536">
                  <c:v>45408</c:v>
                </c:pt>
                <c:pt idx="1537">
                  <c:v>45411</c:v>
                </c:pt>
                <c:pt idx="1538">
                  <c:v>45412</c:v>
                </c:pt>
                <c:pt idx="1539">
                  <c:v>45414</c:v>
                </c:pt>
                <c:pt idx="1540">
                  <c:v>45415</c:v>
                </c:pt>
                <c:pt idx="1541">
                  <c:v>45418</c:v>
                </c:pt>
                <c:pt idx="1542">
                  <c:v>45419</c:v>
                </c:pt>
                <c:pt idx="1543">
                  <c:v>45420</c:v>
                </c:pt>
                <c:pt idx="1544">
                  <c:v>45425</c:v>
                </c:pt>
                <c:pt idx="1545">
                  <c:v>45426</c:v>
                </c:pt>
                <c:pt idx="1546">
                  <c:v>45427</c:v>
                </c:pt>
                <c:pt idx="1547">
                  <c:v>45428</c:v>
                </c:pt>
                <c:pt idx="1548">
                  <c:v>45429</c:v>
                </c:pt>
                <c:pt idx="1549">
                  <c:v>45432</c:v>
                </c:pt>
                <c:pt idx="1550">
                  <c:v>45433</c:v>
                </c:pt>
                <c:pt idx="1551">
                  <c:v>45434</c:v>
                </c:pt>
                <c:pt idx="1552">
                  <c:v>45439</c:v>
                </c:pt>
                <c:pt idx="1553">
                  <c:v>45440</c:v>
                </c:pt>
                <c:pt idx="1554">
                  <c:v>45441</c:v>
                </c:pt>
                <c:pt idx="1555">
                  <c:v>45442</c:v>
                </c:pt>
                <c:pt idx="1556">
                  <c:v>45443</c:v>
                </c:pt>
                <c:pt idx="1557">
                  <c:v>45446</c:v>
                </c:pt>
                <c:pt idx="1558">
                  <c:v>45447</c:v>
                </c:pt>
                <c:pt idx="1559">
                  <c:v>45448</c:v>
                </c:pt>
                <c:pt idx="1560">
                  <c:v>45449</c:v>
                </c:pt>
                <c:pt idx="1561">
                  <c:v>45450</c:v>
                </c:pt>
                <c:pt idx="1562">
                  <c:v>45453</c:v>
                </c:pt>
                <c:pt idx="1563">
                  <c:v>45454</c:v>
                </c:pt>
                <c:pt idx="1564">
                  <c:v>45455</c:v>
                </c:pt>
                <c:pt idx="1565">
                  <c:v>45456</c:v>
                </c:pt>
                <c:pt idx="1566">
                  <c:v>45457</c:v>
                </c:pt>
                <c:pt idx="1567">
                  <c:v>45462</c:v>
                </c:pt>
                <c:pt idx="1568">
                  <c:v>45463</c:v>
                </c:pt>
                <c:pt idx="1569">
                  <c:v>45464</c:v>
                </c:pt>
                <c:pt idx="1570">
                  <c:v>45467</c:v>
                </c:pt>
                <c:pt idx="1571">
                  <c:v>45468</c:v>
                </c:pt>
                <c:pt idx="1572">
                  <c:v>45469</c:v>
                </c:pt>
                <c:pt idx="1573">
                  <c:v>45470</c:v>
                </c:pt>
                <c:pt idx="1574">
                  <c:v>45471</c:v>
                </c:pt>
                <c:pt idx="1575">
                  <c:v>45474</c:v>
                </c:pt>
                <c:pt idx="1576">
                  <c:v>45475</c:v>
                </c:pt>
                <c:pt idx="1577">
                  <c:v>45476</c:v>
                </c:pt>
                <c:pt idx="1578">
                  <c:v>45477</c:v>
                </c:pt>
                <c:pt idx="1579">
                  <c:v>45478</c:v>
                </c:pt>
                <c:pt idx="1580">
                  <c:v>45481</c:v>
                </c:pt>
                <c:pt idx="1581">
                  <c:v>45482</c:v>
                </c:pt>
                <c:pt idx="1582">
                  <c:v>45483</c:v>
                </c:pt>
                <c:pt idx="1583">
                  <c:v>45484</c:v>
                </c:pt>
                <c:pt idx="1584">
                  <c:v>45485</c:v>
                </c:pt>
                <c:pt idx="1585">
                  <c:v>45488</c:v>
                </c:pt>
                <c:pt idx="1586">
                  <c:v>45489</c:v>
                </c:pt>
                <c:pt idx="1587">
                  <c:v>45490</c:v>
                </c:pt>
                <c:pt idx="1588">
                  <c:v>45491</c:v>
                </c:pt>
                <c:pt idx="1589">
                  <c:v>45492</c:v>
                </c:pt>
                <c:pt idx="1590">
                  <c:v>45495</c:v>
                </c:pt>
                <c:pt idx="1591">
                  <c:v>45496</c:v>
                </c:pt>
                <c:pt idx="1592">
                  <c:v>45497</c:v>
                </c:pt>
                <c:pt idx="1593">
                  <c:v>45498</c:v>
                </c:pt>
                <c:pt idx="1594">
                  <c:v>45499</c:v>
                </c:pt>
                <c:pt idx="1595">
                  <c:v>45502</c:v>
                </c:pt>
                <c:pt idx="1596">
                  <c:v>45503</c:v>
                </c:pt>
                <c:pt idx="1597">
                  <c:v>45504</c:v>
                </c:pt>
                <c:pt idx="1598">
                  <c:v>45505</c:v>
                </c:pt>
                <c:pt idx="1599">
                  <c:v>45506</c:v>
                </c:pt>
                <c:pt idx="1600">
                  <c:v>45509</c:v>
                </c:pt>
                <c:pt idx="1601">
                  <c:v>45510</c:v>
                </c:pt>
                <c:pt idx="1602">
                  <c:v>45511</c:v>
                </c:pt>
                <c:pt idx="1603">
                  <c:v>45512</c:v>
                </c:pt>
                <c:pt idx="1604">
                  <c:v>45513</c:v>
                </c:pt>
                <c:pt idx="1605">
                  <c:v>45516</c:v>
                </c:pt>
                <c:pt idx="1606">
                  <c:v>45517</c:v>
                </c:pt>
                <c:pt idx="1607">
                  <c:v>45518</c:v>
                </c:pt>
                <c:pt idx="1608">
                  <c:v>45519</c:v>
                </c:pt>
                <c:pt idx="1609">
                  <c:v>45520</c:v>
                </c:pt>
                <c:pt idx="1610">
                  <c:v>45523</c:v>
                </c:pt>
                <c:pt idx="1611">
                  <c:v>45524</c:v>
                </c:pt>
                <c:pt idx="1612">
                  <c:v>45525</c:v>
                </c:pt>
                <c:pt idx="1613">
                  <c:v>45526</c:v>
                </c:pt>
                <c:pt idx="1614">
                  <c:v>45527</c:v>
                </c:pt>
                <c:pt idx="1615">
                  <c:v>45530</c:v>
                </c:pt>
                <c:pt idx="1616">
                  <c:v>45531</c:v>
                </c:pt>
                <c:pt idx="1617">
                  <c:v>45532</c:v>
                </c:pt>
                <c:pt idx="1618">
                  <c:v>45533</c:v>
                </c:pt>
                <c:pt idx="1619">
                  <c:v>45534</c:v>
                </c:pt>
                <c:pt idx="1620">
                  <c:v>45537</c:v>
                </c:pt>
                <c:pt idx="1621">
                  <c:v>45538</c:v>
                </c:pt>
                <c:pt idx="1622">
                  <c:v>45539</c:v>
                </c:pt>
                <c:pt idx="1623">
                  <c:v>45540</c:v>
                </c:pt>
                <c:pt idx="1624">
                  <c:v>45541</c:v>
                </c:pt>
                <c:pt idx="1625">
                  <c:v>45544</c:v>
                </c:pt>
                <c:pt idx="1626">
                  <c:v>45545</c:v>
                </c:pt>
                <c:pt idx="1627">
                  <c:v>45546</c:v>
                </c:pt>
                <c:pt idx="1628">
                  <c:v>45547</c:v>
                </c:pt>
                <c:pt idx="1629">
                  <c:v>45548</c:v>
                </c:pt>
                <c:pt idx="1630">
                  <c:v>45552</c:v>
                </c:pt>
                <c:pt idx="1631">
                  <c:v>45553</c:v>
                </c:pt>
                <c:pt idx="1632">
                  <c:v>45554</c:v>
                </c:pt>
                <c:pt idx="1633">
                  <c:v>45555</c:v>
                </c:pt>
                <c:pt idx="1634">
                  <c:v>45558</c:v>
                </c:pt>
                <c:pt idx="1635">
                  <c:v>45559</c:v>
                </c:pt>
                <c:pt idx="1636">
                  <c:v>45560</c:v>
                </c:pt>
                <c:pt idx="1637">
                  <c:v>45561</c:v>
                </c:pt>
                <c:pt idx="1638">
                  <c:v>45562</c:v>
                </c:pt>
                <c:pt idx="1639">
                  <c:v>45565</c:v>
                </c:pt>
                <c:pt idx="1640">
                  <c:v>45566</c:v>
                </c:pt>
                <c:pt idx="1641">
                  <c:v>45567</c:v>
                </c:pt>
                <c:pt idx="1642">
                  <c:v>45568</c:v>
                </c:pt>
                <c:pt idx="1643">
                  <c:v>45569</c:v>
                </c:pt>
                <c:pt idx="1644">
                  <c:v>45572</c:v>
                </c:pt>
                <c:pt idx="1645">
                  <c:v>45573</c:v>
                </c:pt>
                <c:pt idx="1646">
                  <c:v>45574</c:v>
                </c:pt>
                <c:pt idx="1647">
                  <c:v>45575</c:v>
                </c:pt>
                <c:pt idx="1648">
                  <c:v>45576</c:v>
                </c:pt>
                <c:pt idx="1649">
                  <c:v>45579</c:v>
                </c:pt>
                <c:pt idx="1650">
                  <c:v>45580</c:v>
                </c:pt>
                <c:pt idx="1651">
                  <c:v>45581</c:v>
                </c:pt>
                <c:pt idx="1652">
                  <c:v>45582</c:v>
                </c:pt>
                <c:pt idx="1653">
                  <c:v>45583</c:v>
                </c:pt>
                <c:pt idx="1654">
                  <c:v>45586</c:v>
                </c:pt>
                <c:pt idx="1655">
                  <c:v>45587</c:v>
                </c:pt>
                <c:pt idx="1656">
                  <c:v>45588</c:v>
                </c:pt>
                <c:pt idx="1657">
                  <c:v>45589</c:v>
                </c:pt>
                <c:pt idx="1658">
                  <c:v>45590</c:v>
                </c:pt>
                <c:pt idx="1659">
                  <c:v>45593</c:v>
                </c:pt>
                <c:pt idx="1660">
                  <c:v>45594</c:v>
                </c:pt>
                <c:pt idx="1661">
                  <c:v>45595</c:v>
                </c:pt>
                <c:pt idx="1662">
                  <c:v>45596</c:v>
                </c:pt>
                <c:pt idx="1663">
                  <c:v>45597</c:v>
                </c:pt>
                <c:pt idx="1664">
                  <c:v>45600</c:v>
                </c:pt>
                <c:pt idx="1665">
                  <c:v>45601</c:v>
                </c:pt>
                <c:pt idx="1666">
                  <c:v>45602</c:v>
                </c:pt>
                <c:pt idx="1667">
                  <c:v>45603</c:v>
                </c:pt>
                <c:pt idx="1668">
                  <c:v>45604</c:v>
                </c:pt>
                <c:pt idx="1669">
                  <c:v>45607</c:v>
                </c:pt>
                <c:pt idx="1670">
                  <c:v>45608</c:v>
                </c:pt>
                <c:pt idx="1671">
                  <c:v>45609</c:v>
                </c:pt>
                <c:pt idx="1672">
                  <c:v>45610</c:v>
                </c:pt>
                <c:pt idx="1673">
                  <c:v>45611</c:v>
                </c:pt>
                <c:pt idx="1674">
                  <c:v>45614</c:v>
                </c:pt>
                <c:pt idx="1675">
                  <c:v>45615</c:v>
                </c:pt>
                <c:pt idx="1676">
                  <c:v>45616</c:v>
                </c:pt>
                <c:pt idx="1677">
                  <c:v>45617</c:v>
                </c:pt>
                <c:pt idx="1678">
                  <c:v>45618</c:v>
                </c:pt>
                <c:pt idx="1679">
                  <c:v>45621</c:v>
                </c:pt>
                <c:pt idx="1680">
                  <c:v>45622</c:v>
                </c:pt>
                <c:pt idx="1681">
                  <c:v>45624</c:v>
                </c:pt>
                <c:pt idx="1682">
                  <c:v>45625</c:v>
                </c:pt>
                <c:pt idx="1683">
                  <c:v>45628</c:v>
                </c:pt>
                <c:pt idx="1684">
                  <c:v>45629</c:v>
                </c:pt>
                <c:pt idx="1685">
                  <c:v>45630</c:v>
                </c:pt>
                <c:pt idx="1686">
                  <c:v>45631</c:v>
                </c:pt>
                <c:pt idx="1687">
                  <c:v>45632</c:v>
                </c:pt>
                <c:pt idx="1688">
                  <c:v>45635</c:v>
                </c:pt>
                <c:pt idx="1689">
                  <c:v>45636</c:v>
                </c:pt>
                <c:pt idx="1690">
                  <c:v>45637</c:v>
                </c:pt>
                <c:pt idx="1691">
                  <c:v>45638</c:v>
                </c:pt>
                <c:pt idx="1692">
                  <c:v>45639</c:v>
                </c:pt>
                <c:pt idx="1693">
                  <c:v>45642</c:v>
                </c:pt>
                <c:pt idx="1694">
                  <c:v>45643</c:v>
                </c:pt>
                <c:pt idx="1695">
                  <c:v>45644</c:v>
                </c:pt>
                <c:pt idx="1696">
                  <c:v>45645</c:v>
                </c:pt>
                <c:pt idx="1697">
                  <c:v>45646</c:v>
                </c:pt>
                <c:pt idx="1698">
                  <c:v>45649</c:v>
                </c:pt>
                <c:pt idx="1699">
                  <c:v>45650</c:v>
                </c:pt>
                <c:pt idx="1700">
                  <c:v>45653</c:v>
                </c:pt>
                <c:pt idx="1701">
                  <c:v>45656</c:v>
                </c:pt>
                <c:pt idx="1702">
                  <c:v>45659</c:v>
                </c:pt>
                <c:pt idx="1703">
                  <c:v>45660</c:v>
                </c:pt>
                <c:pt idx="1704">
                  <c:v>45663</c:v>
                </c:pt>
                <c:pt idx="1705">
                  <c:v>45664</c:v>
                </c:pt>
                <c:pt idx="1706">
                  <c:v>45665</c:v>
                </c:pt>
                <c:pt idx="1707">
                  <c:v>45666</c:v>
                </c:pt>
                <c:pt idx="1708">
                  <c:v>45667</c:v>
                </c:pt>
                <c:pt idx="1709">
                  <c:v>45670</c:v>
                </c:pt>
                <c:pt idx="1710">
                  <c:v>45671</c:v>
                </c:pt>
                <c:pt idx="1711">
                  <c:v>45672</c:v>
                </c:pt>
                <c:pt idx="1712">
                  <c:v>45673</c:v>
                </c:pt>
                <c:pt idx="1713">
                  <c:v>45674</c:v>
                </c:pt>
                <c:pt idx="1714">
                  <c:v>45677</c:v>
                </c:pt>
                <c:pt idx="1715">
                  <c:v>45678</c:v>
                </c:pt>
                <c:pt idx="1716">
                  <c:v>45679</c:v>
                </c:pt>
                <c:pt idx="1717">
                  <c:v>45680</c:v>
                </c:pt>
                <c:pt idx="1718">
                  <c:v>45681</c:v>
                </c:pt>
                <c:pt idx="1719">
                  <c:v>45687</c:v>
                </c:pt>
                <c:pt idx="1720">
                  <c:v>45688</c:v>
                </c:pt>
                <c:pt idx="1721">
                  <c:v>45691</c:v>
                </c:pt>
                <c:pt idx="1722">
                  <c:v>45692</c:v>
                </c:pt>
                <c:pt idx="1723">
                  <c:v>45693</c:v>
                </c:pt>
                <c:pt idx="1724">
                  <c:v>45694</c:v>
                </c:pt>
                <c:pt idx="1725">
                  <c:v>45695</c:v>
                </c:pt>
                <c:pt idx="1726">
                  <c:v>45698</c:v>
                </c:pt>
                <c:pt idx="1727">
                  <c:v>45699</c:v>
                </c:pt>
                <c:pt idx="1728">
                  <c:v>45700</c:v>
                </c:pt>
                <c:pt idx="1729">
                  <c:v>45701</c:v>
                </c:pt>
                <c:pt idx="1730">
                  <c:v>45702</c:v>
                </c:pt>
                <c:pt idx="1731">
                  <c:v>45705</c:v>
                </c:pt>
                <c:pt idx="1732">
                  <c:v>45706</c:v>
                </c:pt>
                <c:pt idx="1733">
                  <c:v>45707</c:v>
                </c:pt>
                <c:pt idx="1734">
                  <c:v>45708</c:v>
                </c:pt>
                <c:pt idx="1735">
                  <c:v>45709</c:v>
                </c:pt>
                <c:pt idx="1736">
                  <c:v>45712</c:v>
                </c:pt>
                <c:pt idx="1737">
                  <c:v>45713</c:v>
                </c:pt>
                <c:pt idx="1738">
                  <c:v>45714</c:v>
                </c:pt>
                <c:pt idx="1739">
                  <c:v>45715</c:v>
                </c:pt>
                <c:pt idx="1740">
                  <c:v>45716</c:v>
                </c:pt>
                <c:pt idx="1741">
                  <c:v>45719</c:v>
                </c:pt>
                <c:pt idx="1742">
                  <c:v>45720</c:v>
                </c:pt>
                <c:pt idx="1743">
                  <c:v>45721</c:v>
                </c:pt>
                <c:pt idx="1744">
                  <c:v>45722</c:v>
                </c:pt>
                <c:pt idx="1745">
                  <c:v>45723</c:v>
                </c:pt>
                <c:pt idx="1746">
                  <c:v>45726</c:v>
                </c:pt>
                <c:pt idx="1747">
                  <c:v>45727</c:v>
                </c:pt>
                <c:pt idx="1748">
                  <c:v>45728</c:v>
                </c:pt>
                <c:pt idx="1749">
                  <c:v>45729</c:v>
                </c:pt>
                <c:pt idx="1750">
                  <c:v>45730</c:v>
                </c:pt>
                <c:pt idx="1751">
                  <c:v>45733</c:v>
                </c:pt>
                <c:pt idx="1752">
                  <c:v>45734</c:v>
                </c:pt>
                <c:pt idx="1753">
                  <c:v>45735</c:v>
                </c:pt>
                <c:pt idx="1754">
                  <c:v>45736</c:v>
                </c:pt>
                <c:pt idx="1755">
                  <c:v>45737</c:v>
                </c:pt>
                <c:pt idx="1756">
                  <c:v>45740</c:v>
                </c:pt>
                <c:pt idx="1757">
                  <c:v>45741</c:v>
                </c:pt>
                <c:pt idx="1758">
                  <c:v>45742</c:v>
                </c:pt>
                <c:pt idx="1759">
                  <c:v>45743</c:v>
                </c:pt>
                <c:pt idx="1760">
                  <c:v>45755</c:v>
                </c:pt>
                <c:pt idx="1761">
                  <c:v>45756</c:v>
                </c:pt>
                <c:pt idx="1762">
                  <c:v>45757</c:v>
                </c:pt>
                <c:pt idx="1763">
                  <c:v>45758</c:v>
                </c:pt>
                <c:pt idx="1764">
                  <c:v>45761</c:v>
                </c:pt>
                <c:pt idx="1765">
                  <c:v>45762</c:v>
                </c:pt>
                <c:pt idx="1766">
                  <c:v>45763</c:v>
                </c:pt>
                <c:pt idx="1767">
                  <c:v>45764</c:v>
                </c:pt>
                <c:pt idx="1768">
                  <c:v>45768</c:v>
                </c:pt>
                <c:pt idx="1769">
                  <c:v>45769</c:v>
                </c:pt>
                <c:pt idx="1770">
                  <c:v>45770</c:v>
                </c:pt>
                <c:pt idx="1771">
                  <c:v>45771</c:v>
                </c:pt>
                <c:pt idx="1772">
                  <c:v>45772</c:v>
                </c:pt>
                <c:pt idx="1773">
                  <c:v>45775</c:v>
                </c:pt>
                <c:pt idx="1774">
                  <c:v>45776</c:v>
                </c:pt>
                <c:pt idx="1775">
                  <c:v>45777</c:v>
                </c:pt>
                <c:pt idx="1776">
                  <c:v>45779</c:v>
                </c:pt>
                <c:pt idx="1777">
                  <c:v>45782</c:v>
                </c:pt>
                <c:pt idx="1778">
                  <c:v>45783</c:v>
                </c:pt>
                <c:pt idx="1779">
                  <c:v>45784</c:v>
                </c:pt>
                <c:pt idx="1780">
                  <c:v>45785</c:v>
                </c:pt>
                <c:pt idx="1781">
                  <c:v>45786</c:v>
                </c:pt>
                <c:pt idx="1782">
                  <c:v>45791</c:v>
                </c:pt>
                <c:pt idx="1783">
                  <c:v>45792</c:v>
                </c:pt>
                <c:pt idx="1784">
                  <c:v>45793</c:v>
                </c:pt>
                <c:pt idx="1785">
                  <c:v>45796</c:v>
                </c:pt>
                <c:pt idx="1786">
                  <c:v>45797</c:v>
                </c:pt>
                <c:pt idx="1787">
                  <c:v>45798</c:v>
                </c:pt>
                <c:pt idx="1788">
                  <c:v>45799</c:v>
                </c:pt>
                <c:pt idx="1789">
                  <c:v>45800</c:v>
                </c:pt>
                <c:pt idx="1790">
                  <c:v>45803</c:v>
                </c:pt>
                <c:pt idx="1791">
                  <c:v>45804</c:v>
                </c:pt>
                <c:pt idx="1792">
                  <c:v>45805</c:v>
                </c:pt>
                <c:pt idx="1793">
                  <c:v>45810</c:v>
                </c:pt>
                <c:pt idx="1794">
                  <c:v>45811</c:v>
                </c:pt>
                <c:pt idx="1795">
                  <c:v>45812</c:v>
                </c:pt>
                <c:pt idx="1796">
                  <c:v>45813</c:v>
                </c:pt>
                <c:pt idx="1797">
                  <c:v>45818</c:v>
                </c:pt>
                <c:pt idx="1798">
                  <c:v>45819</c:v>
                </c:pt>
                <c:pt idx="1799">
                  <c:v>45820</c:v>
                </c:pt>
                <c:pt idx="1800">
                  <c:v>45821</c:v>
                </c:pt>
                <c:pt idx="1801">
                  <c:v>45824</c:v>
                </c:pt>
                <c:pt idx="1802">
                  <c:v>45825</c:v>
                </c:pt>
                <c:pt idx="1803">
                  <c:v>45826</c:v>
                </c:pt>
                <c:pt idx="1804">
                  <c:v>45827</c:v>
                </c:pt>
                <c:pt idx="1805">
                  <c:v>45828</c:v>
                </c:pt>
                <c:pt idx="1806">
                  <c:v>45831</c:v>
                </c:pt>
                <c:pt idx="1807">
                  <c:v>45832</c:v>
                </c:pt>
                <c:pt idx="1808">
                  <c:v>45833</c:v>
                </c:pt>
                <c:pt idx="1809">
                  <c:v>45834</c:v>
                </c:pt>
                <c:pt idx="1810">
                  <c:v>45838</c:v>
                </c:pt>
                <c:pt idx="1811">
                  <c:v>45839</c:v>
                </c:pt>
                <c:pt idx="1812">
                  <c:v>45840</c:v>
                </c:pt>
                <c:pt idx="1813">
                  <c:v>45841</c:v>
                </c:pt>
                <c:pt idx="1814">
                  <c:v>45842</c:v>
                </c:pt>
                <c:pt idx="1815">
                  <c:v>45845</c:v>
                </c:pt>
                <c:pt idx="1816">
                  <c:v>45846</c:v>
                </c:pt>
                <c:pt idx="1817">
                  <c:v>45847</c:v>
                </c:pt>
                <c:pt idx="1818">
                  <c:v>45848</c:v>
                </c:pt>
                <c:pt idx="1819">
                  <c:v>45849</c:v>
                </c:pt>
                <c:pt idx="1820">
                  <c:v>45852</c:v>
                </c:pt>
                <c:pt idx="1821">
                  <c:v>45853</c:v>
                </c:pt>
                <c:pt idx="1822">
                  <c:v>45854</c:v>
                </c:pt>
                <c:pt idx="1823">
                  <c:v>45855</c:v>
                </c:pt>
                <c:pt idx="1824">
                  <c:v>45856</c:v>
                </c:pt>
                <c:pt idx="1825">
                  <c:v>45859</c:v>
                </c:pt>
                <c:pt idx="1826">
                  <c:v>45860</c:v>
                </c:pt>
                <c:pt idx="1827">
                  <c:v>45861</c:v>
                </c:pt>
                <c:pt idx="1828">
                  <c:v>45862</c:v>
                </c:pt>
                <c:pt idx="1829">
                  <c:v>45863</c:v>
                </c:pt>
                <c:pt idx="1830">
                  <c:v>45866</c:v>
                </c:pt>
                <c:pt idx="1831">
                  <c:v>45867</c:v>
                </c:pt>
                <c:pt idx="1832">
                  <c:v>45868</c:v>
                </c:pt>
                <c:pt idx="1833">
                  <c:v>45869</c:v>
                </c:pt>
                <c:pt idx="1834">
                  <c:v>45870</c:v>
                </c:pt>
                <c:pt idx="1835">
                  <c:v>45873</c:v>
                </c:pt>
                <c:pt idx="1836">
                  <c:v>45874</c:v>
                </c:pt>
                <c:pt idx="1837">
                  <c:v>45875</c:v>
                </c:pt>
                <c:pt idx="1838">
                  <c:v>45876</c:v>
                </c:pt>
                <c:pt idx="1839">
                  <c:v>45877</c:v>
                </c:pt>
                <c:pt idx="1840">
                  <c:v>45880</c:v>
                </c:pt>
                <c:pt idx="1841">
                  <c:v>45881</c:v>
                </c:pt>
                <c:pt idx="1842">
                  <c:v>45882</c:v>
                </c:pt>
                <c:pt idx="1843">
                  <c:v>45883</c:v>
                </c:pt>
                <c:pt idx="1844">
                  <c:v>45884</c:v>
                </c:pt>
                <c:pt idx="1845">
                  <c:v>45888</c:v>
                </c:pt>
                <c:pt idx="1846">
                  <c:v>45889</c:v>
                </c:pt>
                <c:pt idx="1847">
                  <c:v>45890</c:v>
                </c:pt>
                <c:pt idx="1848">
                  <c:v>45891</c:v>
                </c:pt>
                <c:pt idx="1849">
                  <c:v>45894</c:v>
                </c:pt>
                <c:pt idx="1850">
                  <c:v>45895</c:v>
                </c:pt>
                <c:pt idx="1851">
                  <c:v>45896</c:v>
                </c:pt>
                <c:pt idx="1852">
                  <c:v>45897</c:v>
                </c:pt>
                <c:pt idx="1853">
                  <c:v>45898</c:v>
                </c:pt>
                <c:pt idx="1854">
                  <c:v>45901</c:v>
                </c:pt>
                <c:pt idx="1855">
                  <c:v>45902</c:v>
                </c:pt>
                <c:pt idx="1856">
                  <c:v>45903</c:v>
                </c:pt>
                <c:pt idx="1857">
                  <c:v>45904</c:v>
                </c:pt>
                <c:pt idx="1858">
                  <c:v>45908</c:v>
                </c:pt>
                <c:pt idx="1859">
                  <c:v>45909</c:v>
                </c:pt>
                <c:pt idx="1860">
                  <c:v>45910</c:v>
                </c:pt>
                <c:pt idx="1861">
                  <c:v>45911</c:v>
                </c:pt>
                <c:pt idx="1862">
                  <c:v>45912</c:v>
                </c:pt>
                <c:pt idx="1863">
                  <c:v>45915</c:v>
                </c:pt>
                <c:pt idx="1864">
                  <c:v>45916</c:v>
                </c:pt>
                <c:pt idx="1865">
                  <c:v>45917</c:v>
                </c:pt>
                <c:pt idx="1866">
                  <c:v>45918</c:v>
                </c:pt>
                <c:pt idx="1867">
                  <c:v>45919</c:v>
                </c:pt>
                <c:pt idx="1868">
                  <c:v>45922</c:v>
                </c:pt>
                <c:pt idx="1869">
                  <c:v>45923</c:v>
                </c:pt>
                <c:pt idx="1870">
                  <c:v>45924</c:v>
                </c:pt>
                <c:pt idx="1871">
                  <c:v>45925</c:v>
                </c:pt>
                <c:pt idx="1872">
                  <c:v>45926</c:v>
                </c:pt>
                <c:pt idx="1873">
                  <c:v>45929</c:v>
                </c:pt>
                <c:pt idx="1874">
                  <c:v>45930</c:v>
                </c:pt>
                <c:pt idx="1875">
                  <c:v>45931</c:v>
                </c:pt>
                <c:pt idx="1876">
                  <c:v>45932</c:v>
                </c:pt>
                <c:pt idx="1877">
                  <c:v>45933</c:v>
                </c:pt>
                <c:pt idx="1878">
                  <c:v>45936</c:v>
                </c:pt>
                <c:pt idx="1879">
                  <c:v>45937</c:v>
                </c:pt>
                <c:pt idx="1880">
                  <c:v>45938</c:v>
                </c:pt>
                <c:pt idx="1881">
                  <c:v>45939</c:v>
                </c:pt>
                <c:pt idx="1882">
                  <c:v>45940</c:v>
                </c:pt>
                <c:pt idx="1883">
                  <c:v>45943</c:v>
                </c:pt>
                <c:pt idx="1884">
                  <c:v>45944</c:v>
                </c:pt>
                <c:pt idx="1885">
                  <c:v>45945</c:v>
                </c:pt>
                <c:pt idx="1886">
                  <c:v>45946</c:v>
                </c:pt>
                <c:pt idx="1887">
                  <c:v>45947</c:v>
                </c:pt>
                <c:pt idx="1888">
                  <c:v>45950</c:v>
                </c:pt>
                <c:pt idx="1889">
                  <c:v>45951</c:v>
                </c:pt>
                <c:pt idx="1890">
                  <c:v>45952</c:v>
                </c:pt>
                <c:pt idx="1891">
                  <c:v>45953</c:v>
                </c:pt>
                <c:pt idx="1892">
                  <c:v>45954</c:v>
                </c:pt>
                <c:pt idx="1893">
                  <c:v>45957</c:v>
                </c:pt>
                <c:pt idx="1894">
                  <c:v>45958</c:v>
                </c:pt>
                <c:pt idx="1895">
                  <c:v>45959</c:v>
                </c:pt>
                <c:pt idx="1896">
                  <c:v>45960</c:v>
                </c:pt>
                <c:pt idx="1897">
                  <c:v>45961</c:v>
                </c:pt>
                <c:pt idx="1898">
                  <c:v>45964</c:v>
                </c:pt>
                <c:pt idx="1899">
                  <c:v>45965</c:v>
                </c:pt>
                <c:pt idx="1900">
                  <c:v>45966</c:v>
                </c:pt>
                <c:pt idx="1901">
                  <c:v>45967</c:v>
                </c:pt>
                <c:pt idx="1902">
                  <c:v>45968</c:v>
                </c:pt>
                <c:pt idx="1903">
                  <c:v>45971</c:v>
                </c:pt>
                <c:pt idx="1904">
                  <c:v>45972</c:v>
                </c:pt>
                <c:pt idx="1905">
                  <c:v>45973</c:v>
                </c:pt>
                <c:pt idx="1906">
                  <c:v>45974</c:v>
                </c:pt>
                <c:pt idx="1907">
                  <c:v>45975</c:v>
                </c:pt>
                <c:pt idx="1908">
                  <c:v>45978</c:v>
                </c:pt>
                <c:pt idx="1909">
                  <c:v>45979</c:v>
                </c:pt>
                <c:pt idx="1910">
                  <c:v>45980</c:v>
                </c:pt>
                <c:pt idx="1911">
                  <c:v>45981</c:v>
                </c:pt>
                <c:pt idx="1912">
                  <c:v>45982</c:v>
                </c:pt>
                <c:pt idx="1913">
                  <c:v>45985</c:v>
                </c:pt>
                <c:pt idx="1914">
                  <c:v>45986</c:v>
                </c:pt>
                <c:pt idx="1915">
                  <c:v>45987</c:v>
                </c:pt>
                <c:pt idx="1916">
                  <c:v>45988</c:v>
                </c:pt>
                <c:pt idx="1917">
                  <c:v>45989</c:v>
                </c:pt>
                <c:pt idx="1918">
                  <c:v>45992</c:v>
                </c:pt>
                <c:pt idx="1919">
                  <c:v>45993</c:v>
                </c:pt>
                <c:pt idx="1920">
                  <c:v>45994</c:v>
                </c:pt>
                <c:pt idx="1921">
                  <c:v>45995</c:v>
                </c:pt>
                <c:pt idx="1922">
                  <c:v>45996</c:v>
                </c:pt>
                <c:pt idx="1923">
                  <c:v>45999</c:v>
                </c:pt>
                <c:pt idx="1924">
                  <c:v>46000</c:v>
                </c:pt>
                <c:pt idx="1925">
                  <c:v>46001</c:v>
                </c:pt>
                <c:pt idx="1926">
                  <c:v>46002</c:v>
                </c:pt>
                <c:pt idx="1927">
                  <c:v>46003</c:v>
                </c:pt>
                <c:pt idx="1928">
                  <c:v>46006</c:v>
                </c:pt>
                <c:pt idx="1929">
                  <c:v>46007</c:v>
                </c:pt>
                <c:pt idx="1930">
                  <c:v>46008</c:v>
                </c:pt>
                <c:pt idx="1931">
                  <c:v>46009</c:v>
                </c:pt>
                <c:pt idx="1932">
                  <c:v>46010</c:v>
                </c:pt>
                <c:pt idx="1933">
                  <c:v>46013</c:v>
                </c:pt>
                <c:pt idx="1934">
                  <c:v>46014</c:v>
                </c:pt>
                <c:pt idx="1935">
                  <c:v>46015</c:v>
                </c:pt>
                <c:pt idx="1936">
                  <c:v>46020</c:v>
                </c:pt>
                <c:pt idx="1937">
                  <c:v>46021</c:v>
                </c:pt>
                <c:pt idx="1938">
                  <c:v>46024</c:v>
                </c:pt>
                <c:pt idx="1939">
                  <c:v>46027</c:v>
                </c:pt>
                <c:pt idx="1940">
                  <c:v>46028</c:v>
                </c:pt>
                <c:pt idx="1941">
                  <c:v>46029</c:v>
                </c:pt>
                <c:pt idx="1942">
                  <c:v>46030</c:v>
                </c:pt>
                <c:pt idx="1943">
                  <c:v>46031</c:v>
                </c:pt>
                <c:pt idx="1944">
                  <c:v>46034</c:v>
                </c:pt>
                <c:pt idx="1945">
                  <c:v>46035</c:v>
                </c:pt>
                <c:pt idx="1946">
                  <c:v>46036</c:v>
                </c:pt>
                <c:pt idx="1947">
                  <c:v>46037</c:v>
                </c:pt>
                <c:pt idx="1948">
                  <c:v>46041</c:v>
                </c:pt>
                <c:pt idx="1949">
                  <c:v>46042</c:v>
                </c:pt>
                <c:pt idx="1950">
                  <c:v>46043</c:v>
                </c:pt>
                <c:pt idx="1951">
                  <c:v>46044</c:v>
                </c:pt>
                <c:pt idx="1952">
                  <c:v>46045</c:v>
                </c:pt>
                <c:pt idx="1953">
                  <c:v>46048</c:v>
                </c:pt>
                <c:pt idx="1954">
                  <c:v>46049</c:v>
                </c:pt>
                <c:pt idx="1955">
                  <c:v>46050</c:v>
                </c:pt>
                <c:pt idx="1956">
                  <c:v>46051</c:v>
                </c:pt>
                <c:pt idx="1957">
                  <c:v>46052</c:v>
                </c:pt>
                <c:pt idx="1958">
                  <c:v>46055</c:v>
                </c:pt>
                <c:pt idx="1959">
                  <c:v>46056</c:v>
                </c:pt>
                <c:pt idx="1960">
                  <c:v>46057</c:v>
                </c:pt>
                <c:pt idx="1961">
                  <c:v>46058</c:v>
                </c:pt>
                <c:pt idx="1962">
                  <c:v>46059</c:v>
                </c:pt>
                <c:pt idx="1963">
                  <c:v>46062</c:v>
                </c:pt>
                <c:pt idx="1964">
                  <c:v>46063</c:v>
                </c:pt>
                <c:pt idx="1965">
                  <c:v>46064</c:v>
                </c:pt>
                <c:pt idx="1966">
                  <c:v>46065</c:v>
                </c:pt>
                <c:pt idx="1967">
                  <c:v>46066</c:v>
                </c:pt>
                <c:pt idx="1968">
                  <c:v>46071</c:v>
                </c:pt>
                <c:pt idx="1969">
                  <c:v>46072</c:v>
                </c:pt>
                <c:pt idx="1970">
                  <c:v>46073</c:v>
                </c:pt>
                <c:pt idx="1971">
                  <c:v>46076</c:v>
                </c:pt>
                <c:pt idx="1972">
                  <c:v>46077</c:v>
                </c:pt>
                <c:pt idx="1973">
                  <c:v>46078</c:v>
                </c:pt>
                <c:pt idx="1974">
                  <c:v>46079</c:v>
                </c:pt>
                <c:pt idx="1975">
                  <c:v>46080</c:v>
                </c:pt>
                <c:pt idx="1976">
                  <c:v>46083</c:v>
                </c:pt>
                <c:pt idx="1977">
                  <c:v>46084</c:v>
                </c:pt>
                <c:pt idx="1978">
                  <c:v>46085</c:v>
                </c:pt>
                <c:pt idx="1979">
                  <c:v>46086</c:v>
                </c:pt>
                <c:pt idx="1980">
                  <c:v>46087</c:v>
                </c:pt>
                <c:pt idx="1981">
                  <c:v>46090</c:v>
                </c:pt>
                <c:pt idx="1982">
                  <c:v>46091</c:v>
                </c:pt>
                <c:pt idx="1983">
                  <c:v>46092</c:v>
                </c:pt>
                <c:pt idx="1984">
                  <c:v>46093</c:v>
                </c:pt>
                <c:pt idx="1985">
                  <c:v>46094</c:v>
                </c:pt>
                <c:pt idx="1986">
                  <c:v>46097</c:v>
                </c:pt>
                <c:pt idx="1987">
                  <c:v>46098</c:v>
                </c:pt>
                <c:pt idx="1988">
                  <c:v>46106</c:v>
                </c:pt>
                <c:pt idx="1989">
                  <c:v>46107</c:v>
                </c:pt>
                <c:pt idx="1990">
                  <c:v>46108</c:v>
                </c:pt>
                <c:pt idx="1991">
                  <c:v>46111</c:v>
                </c:pt>
                <c:pt idx="1992">
                  <c:v>46112</c:v>
                </c:pt>
                <c:pt idx="1993">
                  <c:v>46113</c:v>
                </c:pt>
                <c:pt idx="1994">
                  <c:v>46114</c:v>
                </c:pt>
                <c:pt idx="1995">
                  <c:v>46118</c:v>
                </c:pt>
                <c:pt idx="1996">
                  <c:v>46119</c:v>
                </c:pt>
                <c:pt idx="1997">
                  <c:v>46120</c:v>
                </c:pt>
                <c:pt idx="1998">
                  <c:v>46121</c:v>
                </c:pt>
                <c:pt idx="1999">
                  <c:v>46122</c:v>
                </c:pt>
                <c:pt idx="2000" formatCode="d\-mmm\-yy">
                  <c:v>46125</c:v>
                </c:pt>
                <c:pt idx="2001" formatCode="d\-mmm\-yy">
                  <c:v>46126</c:v>
                </c:pt>
                <c:pt idx="2002" formatCode="d\-mmm\-yy">
                  <c:v>46127</c:v>
                </c:pt>
                <c:pt idx="2003" formatCode="d\-mmm\-yy">
                  <c:v>46128</c:v>
                </c:pt>
                <c:pt idx="2004" formatCode="d\-mmm\-yy">
                  <c:v>46129</c:v>
                </c:pt>
                <c:pt idx="2005" formatCode="d\-mmm\-yy">
                  <c:v>46132</c:v>
                </c:pt>
                <c:pt idx="2006" formatCode="d\-mmm\-yy">
                  <c:v>46133</c:v>
                </c:pt>
                <c:pt idx="2007" formatCode="d\-mmm\-yy">
                  <c:v>46134</c:v>
                </c:pt>
                <c:pt idx="2008" formatCode="d\-mmm\-yy">
                  <c:v>46135</c:v>
                </c:pt>
                <c:pt idx="2009" formatCode="d\-mmm\-yy">
                  <c:v>46136</c:v>
                </c:pt>
                <c:pt idx="2010" formatCode="d\-mmm\-yy">
                  <c:v>46139</c:v>
                </c:pt>
                <c:pt idx="2011" formatCode="d\-mmm\-yy">
                  <c:v>46140</c:v>
                </c:pt>
                <c:pt idx="2012" formatCode="d\-mmm\-yy">
                  <c:v>46141</c:v>
                </c:pt>
                <c:pt idx="2013" formatCode="d\-mmm\-yy">
                  <c:v>46142</c:v>
                </c:pt>
                <c:pt idx="2014" formatCode="d\-mmm\-yy">
                  <c:v>46147</c:v>
                </c:pt>
                <c:pt idx="2015" formatCode="d\-mmm\-yy">
                  <c:v>46148</c:v>
                </c:pt>
                <c:pt idx="2016" formatCode="d\-mmm\-yy">
                  <c:v>46149</c:v>
                </c:pt>
                <c:pt idx="2017" formatCode="d\-mmm\-yy">
                  <c:v>46150</c:v>
                </c:pt>
                <c:pt idx="2018" formatCode="d\-mmm\-yy">
                  <c:v>46153</c:v>
                </c:pt>
                <c:pt idx="2019" formatCode="d\-mmm\-yy">
                  <c:v>46154</c:v>
                </c:pt>
                <c:pt idx="2020" formatCode="d\-mmm\-yy">
                  <c:v>46155</c:v>
                </c:pt>
                <c:pt idx="2021" formatCode="d\-mmm\-yy">
                  <c:v>46160</c:v>
                </c:pt>
                <c:pt idx="2022" formatCode="d\-mmm\-yy">
                  <c:v>46161</c:v>
                </c:pt>
                <c:pt idx="2023" formatCode="d\-mmm\-yy">
                  <c:v>46162</c:v>
                </c:pt>
                <c:pt idx="2024" formatCode="d\-mmm\-yy">
                  <c:v>46163</c:v>
                </c:pt>
                <c:pt idx="2025" formatCode="d\-mmm\-yy">
                  <c:v>46164</c:v>
                </c:pt>
                <c:pt idx="2026" formatCode="d\-mmm\-yy">
                  <c:v>46167</c:v>
                </c:pt>
                <c:pt idx="2027" formatCode="d\-mmm\-yy">
                  <c:v>46168</c:v>
                </c:pt>
                <c:pt idx="2028" formatCode="d\-mmm\-yy">
                  <c:v>46171</c:v>
                </c:pt>
                <c:pt idx="2029" formatCode="d\-mmm\-yy">
                  <c:v>46175</c:v>
                </c:pt>
                <c:pt idx="2030" formatCode="d\-mmm\-yy">
                  <c:v>46176</c:v>
                </c:pt>
                <c:pt idx="2031" formatCode="d\-mmm\-yy">
                  <c:v>46177</c:v>
                </c:pt>
                <c:pt idx="2032" formatCode="d\-mmm\-yy">
                  <c:v>46178</c:v>
                </c:pt>
                <c:pt idx="2033" formatCode="d\-mmm\-yy">
                  <c:v>46181</c:v>
                </c:pt>
                <c:pt idx="2034" formatCode="d\-mmm\-yy">
                  <c:v>46182</c:v>
                </c:pt>
                <c:pt idx="2035" formatCode="d\-mmm\-yy">
                  <c:v>46183</c:v>
                </c:pt>
                <c:pt idx="2036" formatCode="d\-mmm\-yy">
                  <c:v>46184</c:v>
                </c:pt>
                <c:pt idx="2037" formatCode="d\-mmm\-yy">
                  <c:v>46185</c:v>
                </c:pt>
                <c:pt idx="2038" formatCode="d\-mmm\-yy">
                  <c:v>46188</c:v>
                </c:pt>
                <c:pt idx="2039" formatCode="d\-mmm\-yy">
                  <c:v>46190</c:v>
                </c:pt>
                <c:pt idx="2040" formatCode="d\-mmm\-yy">
                  <c:v>46191</c:v>
                </c:pt>
                <c:pt idx="2041" formatCode="d\-mmm\-yy">
                  <c:v>46192</c:v>
                </c:pt>
                <c:pt idx="2042" formatCode="d\-mmm\-yy">
                  <c:v>46195</c:v>
                </c:pt>
                <c:pt idx="2043" formatCode="d\-mmm\-yy">
                  <c:v>46196</c:v>
                </c:pt>
                <c:pt idx="2044" formatCode="d\-mmm\-yy">
                  <c:v>46197</c:v>
                </c:pt>
                <c:pt idx="2045" formatCode="d\-mmm\-yy">
                  <c:v>46198</c:v>
                </c:pt>
                <c:pt idx="2046" formatCode="d\-mmm\-yy">
                  <c:v>46199</c:v>
                </c:pt>
                <c:pt idx="2047" formatCode="d\-mmm\-yy">
                  <c:v>46202</c:v>
                </c:pt>
                <c:pt idx="2048" formatCode="d\-mmm\-yy">
                  <c:v>46203</c:v>
                </c:pt>
                <c:pt idx="2049" formatCode="d\-mmm\-yy">
                  <c:v>46204</c:v>
                </c:pt>
                <c:pt idx="2050" formatCode="d\-mmm\-yy">
                  <c:v>46205</c:v>
                </c:pt>
                <c:pt idx="2051" formatCode="d\-mmm\-yy">
                  <c:v>46206</c:v>
                </c:pt>
                <c:pt idx="2052" formatCode="d\-mmm\-yy">
                  <c:v>46209</c:v>
                </c:pt>
                <c:pt idx="2053" formatCode="d\-mmm\-yy">
                  <c:v>46210</c:v>
                </c:pt>
                <c:pt idx="2054" formatCode="d\-mmm\-yy">
                  <c:v>46211</c:v>
                </c:pt>
                <c:pt idx="2055" formatCode="d\-mmm\-yy">
                  <c:v>46212</c:v>
                </c:pt>
                <c:pt idx="2056" formatCode="d\-mmm\-yy">
                  <c:v>46213</c:v>
                </c:pt>
                <c:pt idx="2057" formatCode="d\-mmm\-yy">
                  <c:v>46216</c:v>
                </c:pt>
                <c:pt idx="2058" formatCode="d\-mmm\-yy">
                  <c:v>46217</c:v>
                </c:pt>
                <c:pt idx="2059" formatCode="d\-mmm\-yy">
                  <c:v>46218</c:v>
                </c:pt>
                <c:pt idx="2060" formatCode="d\-mmm\-yy">
                  <c:v>46219</c:v>
                </c:pt>
                <c:pt idx="2061" formatCode="d\-mmm\-yy">
                  <c:v>46220</c:v>
                </c:pt>
                <c:pt idx="2062" formatCode="d\-mmm\-yy">
                  <c:v>46223</c:v>
                </c:pt>
                <c:pt idx="2063" formatCode="d\-mmm\-yy">
                  <c:v>46224</c:v>
                </c:pt>
                <c:pt idx="2064" formatCode="d\-mmm\-yy">
                  <c:v>46225</c:v>
                </c:pt>
                <c:pt idx="2065" formatCode="d\-mmm\-yy">
                  <c:v>46226</c:v>
                </c:pt>
                <c:pt idx="2066" formatCode="d\-mmm\-yy">
                  <c:v>46227</c:v>
                </c:pt>
                <c:pt idx="2067" formatCode="d\-mmm\-yy">
                  <c:v>46230</c:v>
                </c:pt>
                <c:pt idx="2068" formatCode="d\-mmm\-yy">
                  <c:v>46231</c:v>
                </c:pt>
                <c:pt idx="2069" formatCode="d\-mmm\-yy">
                  <c:v>46232</c:v>
                </c:pt>
                <c:pt idx="2070" formatCode="d\-mmm\-yy">
                  <c:v>46233</c:v>
                </c:pt>
                <c:pt idx="2071" formatCode="d\-mmm\-yy">
                  <c:v>46234</c:v>
                </c:pt>
                <c:pt idx="2072" formatCode="d\-mmm\-yy">
                  <c:v>46237</c:v>
                </c:pt>
                <c:pt idx="2073" formatCode="d\-mmm\-yy">
                  <c:v>46238</c:v>
                </c:pt>
                <c:pt idx="2074" formatCode="d\-mmm\-yy">
                  <c:v>46239</c:v>
                </c:pt>
                <c:pt idx="2075" formatCode="d\-mmm\-yy">
                  <c:v>46240</c:v>
                </c:pt>
                <c:pt idx="2076" formatCode="d\-mmm\-yy">
                  <c:v>46241</c:v>
                </c:pt>
                <c:pt idx="2077" formatCode="d\-mmm\-yy">
                  <c:v>46244</c:v>
                </c:pt>
                <c:pt idx="2078" formatCode="d\-mmm\-yy">
                  <c:v>46245</c:v>
                </c:pt>
                <c:pt idx="2079" formatCode="d\-mmm\-yy">
                  <c:v>46246</c:v>
                </c:pt>
                <c:pt idx="2080" formatCode="d\-mmm\-yy">
                  <c:v>46247</c:v>
                </c:pt>
                <c:pt idx="2081" formatCode="d\-mmm\-yy">
                  <c:v>46248</c:v>
                </c:pt>
                <c:pt idx="2082" formatCode="d\-mmm\-yy">
                  <c:v>46252</c:v>
                </c:pt>
                <c:pt idx="2083" formatCode="d\-mmm\-yy">
                  <c:v>46253</c:v>
                </c:pt>
                <c:pt idx="2084" formatCode="d\-mmm\-yy">
                  <c:v>46254</c:v>
                </c:pt>
                <c:pt idx="2085" formatCode="d\-mmm\-yy">
                  <c:v>46255</c:v>
                </c:pt>
                <c:pt idx="2086" formatCode="d\-mmm\-yy">
                  <c:v>46258</c:v>
                </c:pt>
                <c:pt idx="2087" formatCode="d\-mmm\-yy">
                  <c:v>46260</c:v>
                </c:pt>
                <c:pt idx="2088" formatCode="d\-mmm\-yy">
                  <c:v>46261</c:v>
                </c:pt>
                <c:pt idx="2089" formatCode="d\-mmm\-yy">
                  <c:v>46262</c:v>
                </c:pt>
                <c:pt idx="2090" formatCode="d\-mmm\-yy">
                  <c:v>46265</c:v>
                </c:pt>
                <c:pt idx="2091" formatCode="d\-mmm\-yy">
                  <c:v>46266</c:v>
                </c:pt>
                <c:pt idx="2092" formatCode="d\-mmm\-yy">
                  <c:v>46267</c:v>
                </c:pt>
                <c:pt idx="2093" formatCode="d\-mmm\-yy">
                  <c:v>46268</c:v>
                </c:pt>
                <c:pt idx="2094" formatCode="d\-mmm\-yy">
                  <c:v>46269</c:v>
                </c:pt>
                <c:pt idx="2095" formatCode="d\-mmm\-yy">
                  <c:v>46272</c:v>
                </c:pt>
                <c:pt idx="2096" formatCode="d\-mmm\-yy">
                  <c:v>46273</c:v>
                </c:pt>
                <c:pt idx="2097" formatCode="d\-mmm\-yy">
                  <c:v>46274</c:v>
                </c:pt>
                <c:pt idx="2098" formatCode="d\-mmm\-yy">
                  <c:v>46275</c:v>
                </c:pt>
                <c:pt idx="2099" formatCode="d\-mmm\-yy">
                  <c:v>46276</c:v>
                </c:pt>
                <c:pt idx="2100" formatCode="d\-mmm\-yy">
                  <c:v>46279</c:v>
                </c:pt>
                <c:pt idx="2101" formatCode="d\-mmm\-yy">
                  <c:v>46280</c:v>
                </c:pt>
                <c:pt idx="2102" formatCode="d\-mmm\-yy">
                  <c:v>46281</c:v>
                </c:pt>
                <c:pt idx="2103" formatCode="d\-mmm\-yy">
                  <c:v>46282</c:v>
                </c:pt>
                <c:pt idx="2104" formatCode="d\-mmm\-yy">
                  <c:v>46283</c:v>
                </c:pt>
                <c:pt idx="2105" formatCode="d\-mmm\-yy">
                  <c:v>46286</c:v>
                </c:pt>
                <c:pt idx="2106" formatCode="d\-mmm\-yy">
                  <c:v>46287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2E-444B-85AF-4B3E20BBB3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6895424"/>
        <c:axId val="1496903488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Bloomberg Risk Premium</c:v>
                </c:pt>
              </c:strCache>
            </c:strRef>
          </c:tx>
          <c:spPr>
            <a:ln w="25400" cap="rnd">
              <a:solidFill>
                <a:schemeClr val="accent2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2105"/>
              <c:layout>
                <c:manualLayout>
                  <c:x val="0"/>
                  <c:y val="2.58823769174404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06E-4BEE-85D9-D29AE55A8830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Sheet1!$A$2:$A$2108</c:f>
              <c:numCache>
                <c:formatCode>m/d/yyyy</c:formatCode>
                <c:ptCount val="2107"/>
                <c:pt idx="0">
                  <c:v>43089</c:v>
                </c:pt>
                <c:pt idx="1">
                  <c:v>43090</c:v>
                </c:pt>
                <c:pt idx="2">
                  <c:v>43091</c:v>
                </c:pt>
                <c:pt idx="3">
                  <c:v>43096</c:v>
                </c:pt>
                <c:pt idx="4">
                  <c:v>43097</c:v>
                </c:pt>
                <c:pt idx="5">
                  <c:v>43098</c:v>
                </c:pt>
                <c:pt idx="6">
                  <c:v>43102</c:v>
                </c:pt>
                <c:pt idx="7">
                  <c:v>43103</c:v>
                </c:pt>
                <c:pt idx="8">
                  <c:v>43104</c:v>
                </c:pt>
                <c:pt idx="9">
                  <c:v>43105</c:v>
                </c:pt>
                <c:pt idx="10">
                  <c:v>43108</c:v>
                </c:pt>
                <c:pt idx="11">
                  <c:v>43109</c:v>
                </c:pt>
                <c:pt idx="12">
                  <c:v>43110</c:v>
                </c:pt>
                <c:pt idx="13">
                  <c:v>43111</c:v>
                </c:pt>
                <c:pt idx="14">
                  <c:v>43112</c:v>
                </c:pt>
                <c:pt idx="15">
                  <c:v>43115</c:v>
                </c:pt>
                <c:pt idx="16">
                  <c:v>43116</c:v>
                </c:pt>
                <c:pt idx="17">
                  <c:v>43117</c:v>
                </c:pt>
                <c:pt idx="18">
                  <c:v>43118</c:v>
                </c:pt>
                <c:pt idx="19">
                  <c:v>43119</c:v>
                </c:pt>
                <c:pt idx="20">
                  <c:v>43122</c:v>
                </c:pt>
                <c:pt idx="21">
                  <c:v>43123</c:v>
                </c:pt>
                <c:pt idx="22">
                  <c:v>43124</c:v>
                </c:pt>
                <c:pt idx="23">
                  <c:v>43125</c:v>
                </c:pt>
                <c:pt idx="24">
                  <c:v>43126</c:v>
                </c:pt>
                <c:pt idx="25">
                  <c:v>43129</c:v>
                </c:pt>
                <c:pt idx="26">
                  <c:v>43130</c:v>
                </c:pt>
                <c:pt idx="27">
                  <c:v>43131</c:v>
                </c:pt>
                <c:pt idx="28">
                  <c:v>43132</c:v>
                </c:pt>
                <c:pt idx="29">
                  <c:v>43133</c:v>
                </c:pt>
                <c:pt idx="30">
                  <c:v>43136</c:v>
                </c:pt>
                <c:pt idx="31">
                  <c:v>43137</c:v>
                </c:pt>
                <c:pt idx="32">
                  <c:v>43138</c:v>
                </c:pt>
                <c:pt idx="33">
                  <c:v>43139</c:v>
                </c:pt>
                <c:pt idx="34">
                  <c:v>43140</c:v>
                </c:pt>
                <c:pt idx="35">
                  <c:v>43143</c:v>
                </c:pt>
                <c:pt idx="36">
                  <c:v>43144</c:v>
                </c:pt>
                <c:pt idx="37">
                  <c:v>43145</c:v>
                </c:pt>
                <c:pt idx="38">
                  <c:v>43146</c:v>
                </c:pt>
                <c:pt idx="39">
                  <c:v>43150</c:v>
                </c:pt>
                <c:pt idx="40">
                  <c:v>43151</c:v>
                </c:pt>
                <c:pt idx="41">
                  <c:v>43152</c:v>
                </c:pt>
                <c:pt idx="42">
                  <c:v>43153</c:v>
                </c:pt>
                <c:pt idx="43">
                  <c:v>43154</c:v>
                </c:pt>
                <c:pt idx="44">
                  <c:v>43157</c:v>
                </c:pt>
                <c:pt idx="45">
                  <c:v>43158</c:v>
                </c:pt>
                <c:pt idx="46">
                  <c:v>43159</c:v>
                </c:pt>
                <c:pt idx="47">
                  <c:v>43160</c:v>
                </c:pt>
                <c:pt idx="48">
                  <c:v>43161</c:v>
                </c:pt>
                <c:pt idx="49">
                  <c:v>43164</c:v>
                </c:pt>
                <c:pt idx="50">
                  <c:v>43165</c:v>
                </c:pt>
                <c:pt idx="51">
                  <c:v>43166</c:v>
                </c:pt>
                <c:pt idx="52">
                  <c:v>43167</c:v>
                </c:pt>
                <c:pt idx="53">
                  <c:v>43168</c:v>
                </c:pt>
                <c:pt idx="54">
                  <c:v>43171</c:v>
                </c:pt>
                <c:pt idx="55">
                  <c:v>43172</c:v>
                </c:pt>
                <c:pt idx="56">
                  <c:v>43173</c:v>
                </c:pt>
                <c:pt idx="57">
                  <c:v>43174</c:v>
                </c:pt>
                <c:pt idx="58">
                  <c:v>43175</c:v>
                </c:pt>
                <c:pt idx="59">
                  <c:v>43178</c:v>
                </c:pt>
                <c:pt idx="60">
                  <c:v>43179</c:v>
                </c:pt>
                <c:pt idx="61">
                  <c:v>43180</c:v>
                </c:pt>
                <c:pt idx="62">
                  <c:v>43181</c:v>
                </c:pt>
                <c:pt idx="63">
                  <c:v>43182</c:v>
                </c:pt>
                <c:pt idx="64">
                  <c:v>43185</c:v>
                </c:pt>
                <c:pt idx="65">
                  <c:v>43186</c:v>
                </c:pt>
                <c:pt idx="66">
                  <c:v>43187</c:v>
                </c:pt>
                <c:pt idx="67">
                  <c:v>43188</c:v>
                </c:pt>
                <c:pt idx="68">
                  <c:v>43192</c:v>
                </c:pt>
                <c:pt idx="69">
                  <c:v>43193</c:v>
                </c:pt>
                <c:pt idx="70">
                  <c:v>43194</c:v>
                </c:pt>
                <c:pt idx="71">
                  <c:v>43195</c:v>
                </c:pt>
                <c:pt idx="72">
                  <c:v>43196</c:v>
                </c:pt>
                <c:pt idx="73">
                  <c:v>43199</c:v>
                </c:pt>
                <c:pt idx="74">
                  <c:v>43200</c:v>
                </c:pt>
                <c:pt idx="75">
                  <c:v>43201</c:v>
                </c:pt>
                <c:pt idx="76">
                  <c:v>43202</c:v>
                </c:pt>
                <c:pt idx="77">
                  <c:v>43203</c:v>
                </c:pt>
                <c:pt idx="78">
                  <c:v>43206</c:v>
                </c:pt>
                <c:pt idx="79">
                  <c:v>43207</c:v>
                </c:pt>
                <c:pt idx="80">
                  <c:v>43208</c:v>
                </c:pt>
                <c:pt idx="81">
                  <c:v>43209</c:v>
                </c:pt>
                <c:pt idx="82">
                  <c:v>43210</c:v>
                </c:pt>
                <c:pt idx="83">
                  <c:v>43213</c:v>
                </c:pt>
                <c:pt idx="84">
                  <c:v>43214</c:v>
                </c:pt>
                <c:pt idx="85">
                  <c:v>43215</c:v>
                </c:pt>
                <c:pt idx="86">
                  <c:v>43216</c:v>
                </c:pt>
                <c:pt idx="87">
                  <c:v>43217</c:v>
                </c:pt>
                <c:pt idx="88">
                  <c:v>43220</c:v>
                </c:pt>
                <c:pt idx="89">
                  <c:v>43222</c:v>
                </c:pt>
                <c:pt idx="90">
                  <c:v>43223</c:v>
                </c:pt>
                <c:pt idx="91">
                  <c:v>43224</c:v>
                </c:pt>
                <c:pt idx="92">
                  <c:v>43227</c:v>
                </c:pt>
                <c:pt idx="93">
                  <c:v>43228</c:v>
                </c:pt>
                <c:pt idx="94">
                  <c:v>43229</c:v>
                </c:pt>
                <c:pt idx="95">
                  <c:v>43231</c:v>
                </c:pt>
                <c:pt idx="96">
                  <c:v>43234</c:v>
                </c:pt>
                <c:pt idx="97">
                  <c:v>43235</c:v>
                </c:pt>
                <c:pt idx="98">
                  <c:v>43236</c:v>
                </c:pt>
                <c:pt idx="99">
                  <c:v>43237</c:v>
                </c:pt>
                <c:pt idx="100">
                  <c:v>43238</c:v>
                </c:pt>
                <c:pt idx="101">
                  <c:v>43241</c:v>
                </c:pt>
                <c:pt idx="102">
                  <c:v>43242</c:v>
                </c:pt>
                <c:pt idx="103">
                  <c:v>43243</c:v>
                </c:pt>
                <c:pt idx="104">
                  <c:v>43244</c:v>
                </c:pt>
                <c:pt idx="105">
                  <c:v>43245</c:v>
                </c:pt>
                <c:pt idx="106">
                  <c:v>43248</c:v>
                </c:pt>
                <c:pt idx="107">
                  <c:v>43250</c:v>
                </c:pt>
                <c:pt idx="108">
                  <c:v>43251</c:v>
                </c:pt>
                <c:pt idx="109">
                  <c:v>43255</c:v>
                </c:pt>
                <c:pt idx="110">
                  <c:v>43256</c:v>
                </c:pt>
                <c:pt idx="111">
                  <c:v>43257</c:v>
                </c:pt>
                <c:pt idx="112">
                  <c:v>43258</c:v>
                </c:pt>
                <c:pt idx="113">
                  <c:v>43259</c:v>
                </c:pt>
                <c:pt idx="114">
                  <c:v>43271</c:v>
                </c:pt>
                <c:pt idx="115">
                  <c:v>43272</c:v>
                </c:pt>
                <c:pt idx="116">
                  <c:v>43273</c:v>
                </c:pt>
                <c:pt idx="117">
                  <c:v>43276</c:v>
                </c:pt>
                <c:pt idx="118">
                  <c:v>43277</c:v>
                </c:pt>
                <c:pt idx="119">
                  <c:v>43278</c:v>
                </c:pt>
                <c:pt idx="120">
                  <c:v>43279</c:v>
                </c:pt>
                <c:pt idx="121">
                  <c:v>43280</c:v>
                </c:pt>
                <c:pt idx="122">
                  <c:v>43283</c:v>
                </c:pt>
                <c:pt idx="123">
                  <c:v>43284</c:v>
                </c:pt>
                <c:pt idx="124">
                  <c:v>43285</c:v>
                </c:pt>
                <c:pt idx="125">
                  <c:v>43286</c:v>
                </c:pt>
                <c:pt idx="126">
                  <c:v>43287</c:v>
                </c:pt>
                <c:pt idx="127">
                  <c:v>43290</c:v>
                </c:pt>
                <c:pt idx="128">
                  <c:v>43291</c:v>
                </c:pt>
                <c:pt idx="129">
                  <c:v>43292</c:v>
                </c:pt>
                <c:pt idx="130">
                  <c:v>43293</c:v>
                </c:pt>
                <c:pt idx="131">
                  <c:v>43294</c:v>
                </c:pt>
                <c:pt idx="132">
                  <c:v>43297</c:v>
                </c:pt>
                <c:pt idx="133">
                  <c:v>43298</c:v>
                </c:pt>
                <c:pt idx="134">
                  <c:v>43299</c:v>
                </c:pt>
                <c:pt idx="135">
                  <c:v>43300</c:v>
                </c:pt>
                <c:pt idx="136">
                  <c:v>43301</c:v>
                </c:pt>
                <c:pt idx="137">
                  <c:v>43304</c:v>
                </c:pt>
                <c:pt idx="138">
                  <c:v>43305</c:v>
                </c:pt>
                <c:pt idx="139">
                  <c:v>43306</c:v>
                </c:pt>
                <c:pt idx="140">
                  <c:v>43307</c:v>
                </c:pt>
                <c:pt idx="141">
                  <c:v>43308</c:v>
                </c:pt>
                <c:pt idx="142">
                  <c:v>43311</c:v>
                </c:pt>
                <c:pt idx="143">
                  <c:v>43312</c:v>
                </c:pt>
                <c:pt idx="144">
                  <c:v>43313</c:v>
                </c:pt>
                <c:pt idx="145">
                  <c:v>43314</c:v>
                </c:pt>
                <c:pt idx="146">
                  <c:v>43315</c:v>
                </c:pt>
                <c:pt idx="147">
                  <c:v>43318</c:v>
                </c:pt>
                <c:pt idx="148">
                  <c:v>43319</c:v>
                </c:pt>
                <c:pt idx="149">
                  <c:v>43320</c:v>
                </c:pt>
                <c:pt idx="150">
                  <c:v>43321</c:v>
                </c:pt>
                <c:pt idx="151">
                  <c:v>43322</c:v>
                </c:pt>
                <c:pt idx="152">
                  <c:v>43325</c:v>
                </c:pt>
                <c:pt idx="153">
                  <c:v>43326</c:v>
                </c:pt>
                <c:pt idx="154">
                  <c:v>43327</c:v>
                </c:pt>
                <c:pt idx="155">
                  <c:v>43328</c:v>
                </c:pt>
                <c:pt idx="156">
                  <c:v>43332</c:v>
                </c:pt>
                <c:pt idx="157">
                  <c:v>43333</c:v>
                </c:pt>
                <c:pt idx="158">
                  <c:v>43335</c:v>
                </c:pt>
                <c:pt idx="159">
                  <c:v>43336</c:v>
                </c:pt>
                <c:pt idx="160">
                  <c:v>43339</c:v>
                </c:pt>
                <c:pt idx="161">
                  <c:v>43340</c:v>
                </c:pt>
                <c:pt idx="162">
                  <c:v>43341</c:v>
                </c:pt>
                <c:pt idx="163">
                  <c:v>43342</c:v>
                </c:pt>
                <c:pt idx="164">
                  <c:v>43343</c:v>
                </c:pt>
                <c:pt idx="165">
                  <c:v>43346</c:v>
                </c:pt>
                <c:pt idx="166">
                  <c:v>43347</c:v>
                </c:pt>
                <c:pt idx="167">
                  <c:v>43348</c:v>
                </c:pt>
                <c:pt idx="168">
                  <c:v>43349</c:v>
                </c:pt>
                <c:pt idx="169">
                  <c:v>43350</c:v>
                </c:pt>
                <c:pt idx="170">
                  <c:v>43353</c:v>
                </c:pt>
                <c:pt idx="171">
                  <c:v>43355</c:v>
                </c:pt>
                <c:pt idx="172">
                  <c:v>43356</c:v>
                </c:pt>
                <c:pt idx="173">
                  <c:v>43357</c:v>
                </c:pt>
                <c:pt idx="174">
                  <c:v>43360</c:v>
                </c:pt>
                <c:pt idx="175">
                  <c:v>43361</c:v>
                </c:pt>
                <c:pt idx="176">
                  <c:v>43362</c:v>
                </c:pt>
                <c:pt idx="177">
                  <c:v>43363</c:v>
                </c:pt>
                <c:pt idx="178">
                  <c:v>43364</c:v>
                </c:pt>
                <c:pt idx="179">
                  <c:v>43367</c:v>
                </c:pt>
                <c:pt idx="180">
                  <c:v>43368</c:v>
                </c:pt>
                <c:pt idx="181">
                  <c:v>43369</c:v>
                </c:pt>
                <c:pt idx="182">
                  <c:v>43370</c:v>
                </c:pt>
                <c:pt idx="183">
                  <c:v>43371</c:v>
                </c:pt>
                <c:pt idx="184">
                  <c:v>43374</c:v>
                </c:pt>
                <c:pt idx="185">
                  <c:v>43375</c:v>
                </c:pt>
                <c:pt idx="186">
                  <c:v>43376</c:v>
                </c:pt>
                <c:pt idx="187">
                  <c:v>43377</c:v>
                </c:pt>
                <c:pt idx="188">
                  <c:v>43378</c:v>
                </c:pt>
                <c:pt idx="189">
                  <c:v>43381</c:v>
                </c:pt>
                <c:pt idx="190">
                  <c:v>43382</c:v>
                </c:pt>
                <c:pt idx="191">
                  <c:v>43383</c:v>
                </c:pt>
                <c:pt idx="192">
                  <c:v>43384</c:v>
                </c:pt>
                <c:pt idx="193">
                  <c:v>43385</c:v>
                </c:pt>
                <c:pt idx="194">
                  <c:v>43388</c:v>
                </c:pt>
                <c:pt idx="195">
                  <c:v>43389</c:v>
                </c:pt>
                <c:pt idx="196">
                  <c:v>43390</c:v>
                </c:pt>
                <c:pt idx="197">
                  <c:v>43391</c:v>
                </c:pt>
                <c:pt idx="198">
                  <c:v>43392</c:v>
                </c:pt>
                <c:pt idx="199">
                  <c:v>43395</c:v>
                </c:pt>
                <c:pt idx="200">
                  <c:v>43396</c:v>
                </c:pt>
                <c:pt idx="201">
                  <c:v>43397</c:v>
                </c:pt>
                <c:pt idx="202">
                  <c:v>43398</c:v>
                </c:pt>
                <c:pt idx="203">
                  <c:v>43399</c:v>
                </c:pt>
                <c:pt idx="204">
                  <c:v>43402</c:v>
                </c:pt>
                <c:pt idx="205">
                  <c:v>43403</c:v>
                </c:pt>
                <c:pt idx="206">
                  <c:v>43404</c:v>
                </c:pt>
                <c:pt idx="207">
                  <c:v>43405</c:v>
                </c:pt>
                <c:pt idx="208">
                  <c:v>43406</c:v>
                </c:pt>
                <c:pt idx="209">
                  <c:v>43409</c:v>
                </c:pt>
                <c:pt idx="210">
                  <c:v>43410</c:v>
                </c:pt>
                <c:pt idx="211">
                  <c:v>43411</c:v>
                </c:pt>
                <c:pt idx="212">
                  <c:v>43412</c:v>
                </c:pt>
                <c:pt idx="213">
                  <c:v>43413</c:v>
                </c:pt>
                <c:pt idx="214">
                  <c:v>43416</c:v>
                </c:pt>
                <c:pt idx="215">
                  <c:v>43417</c:v>
                </c:pt>
                <c:pt idx="216">
                  <c:v>43418</c:v>
                </c:pt>
                <c:pt idx="217">
                  <c:v>43419</c:v>
                </c:pt>
                <c:pt idx="218">
                  <c:v>43420</c:v>
                </c:pt>
                <c:pt idx="219">
                  <c:v>43423</c:v>
                </c:pt>
                <c:pt idx="220">
                  <c:v>43425</c:v>
                </c:pt>
                <c:pt idx="221">
                  <c:v>43426</c:v>
                </c:pt>
                <c:pt idx="222">
                  <c:v>43427</c:v>
                </c:pt>
                <c:pt idx="223">
                  <c:v>43430</c:v>
                </c:pt>
                <c:pt idx="224">
                  <c:v>43431</c:v>
                </c:pt>
                <c:pt idx="225">
                  <c:v>43432</c:v>
                </c:pt>
                <c:pt idx="226">
                  <c:v>43433</c:v>
                </c:pt>
                <c:pt idx="227">
                  <c:v>43434</c:v>
                </c:pt>
                <c:pt idx="228">
                  <c:v>43437</c:v>
                </c:pt>
                <c:pt idx="229">
                  <c:v>43438</c:v>
                </c:pt>
                <c:pt idx="230">
                  <c:v>43439</c:v>
                </c:pt>
                <c:pt idx="231">
                  <c:v>43440</c:v>
                </c:pt>
                <c:pt idx="232">
                  <c:v>43441</c:v>
                </c:pt>
                <c:pt idx="233">
                  <c:v>43444</c:v>
                </c:pt>
                <c:pt idx="234">
                  <c:v>43445</c:v>
                </c:pt>
                <c:pt idx="235">
                  <c:v>43446</c:v>
                </c:pt>
                <c:pt idx="236">
                  <c:v>43447</c:v>
                </c:pt>
                <c:pt idx="237">
                  <c:v>43448</c:v>
                </c:pt>
                <c:pt idx="238">
                  <c:v>43451</c:v>
                </c:pt>
                <c:pt idx="239">
                  <c:v>43452</c:v>
                </c:pt>
                <c:pt idx="240">
                  <c:v>43453</c:v>
                </c:pt>
                <c:pt idx="241">
                  <c:v>43454</c:v>
                </c:pt>
                <c:pt idx="242">
                  <c:v>43455</c:v>
                </c:pt>
                <c:pt idx="243">
                  <c:v>43460</c:v>
                </c:pt>
                <c:pt idx="244">
                  <c:v>43461</c:v>
                </c:pt>
                <c:pt idx="245">
                  <c:v>43462</c:v>
                </c:pt>
                <c:pt idx="246">
                  <c:v>43467</c:v>
                </c:pt>
                <c:pt idx="247">
                  <c:v>43468</c:v>
                </c:pt>
                <c:pt idx="248">
                  <c:v>43469</c:v>
                </c:pt>
                <c:pt idx="249">
                  <c:v>43472</c:v>
                </c:pt>
                <c:pt idx="250">
                  <c:v>43473</c:v>
                </c:pt>
                <c:pt idx="251">
                  <c:v>43474</c:v>
                </c:pt>
                <c:pt idx="252">
                  <c:v>43475</c:v>
                </c:pt>
                <c:pt idx="253">
                  <c:v>43476</c:v>
                </c:pt>
                <c:pt idx="254">
                  <c:v>43479</c:v>
                </c:pt>
                <c:pt idx="255">
                  <c:v>43480</c:v>
                </c:pt>
                <c:pt idx="256">
                  <c:v>43481</c:v>
                </c:pt>
                <c:pt idx="257">
                  <c:v>43482</c:v>
                </c:pt>
                <c:pt idx="258">
                  <c:v>43483</c:v>
                </c:pt>
                <c:pt idx="259">
                  <c:v>43486</c:v>
                </c:pt>
                <c:pt idx="260">
                  <c:v>43487</c:v>
                </c:pt>
                <c:pt idx="261">
                  <c:v>43488</c:v>
                </c:pt>
                <c:pt idx="262">
                  <c:v>43489</c:v>
                </c:pt>
                <c:pt idx="263">
                  <c:v>43490</c:v>
                </c:pt>
                <c:pt idx="264">
                  <c:v>43493</c:v>
                </c:pt>
                <c:pt idx="265">
                  <c:v>43494</c:v>
                </c:pt>
                <c:pt idx="266">
                  <c:v>43495</c:v>
                </c:pt>
                <c:pt idx="267">
                  <c:v>43496</c:v>
                </c:pt>
                <c:pt idx="268">
                  <c:v>43497</c:v>
                </c:pt>
                <c:pt idx="269">
                  <c:v>43500</c:v>
                </c:pt>
                <c:pt idx="270">
                  <c:v>43502</c:v>
                </c:pt>
                <c:pt idx="271">
                  <c:v>43503</c:v>
                </c:pt>
                <c:pt idx="272">
                  <c:v>43504</c:v>
                </c:pt>
                <c:pt idx="273">
                  <c:v>43507</c:v>
                </c:pt>
                <c:pt idx="274">
                  <c:v>43508</c:v>
                </c:pt>
                <c:pt idx="275">
                  <c:v>43509</c:v>
                </c:pt>
                <c:pt idx="276">
                  <c:v>43510</c:v>
                </c:pt>
                <c:pt idx="277">
                  <c:v>43511</c:v>
                </c:pt>
                <c:pt idx="278">
                  <c:v>43514</c:v>
                </c:pt>
                <c:pt idx="279">
                  <c:v>43515</c:v>
                </c:pt>
                <c:pt idx="280">
                  <c:v>43516</c:v>
                </c:pt>
                <c:pt idx="281">
                  <c:v>43517</c:v>
                </c:pt>
                <c:pt idx="282">
                  <c:v>43518</c:v>
                </c:pt>
                <c:pt idx="283">
                  <c:v>43521</c:v>
                </c:pt>
                <c:pt idx="284">
                  <c:v>43522</c:v>
                </c:pt>
                <c:pt idx="285">
                  <c:v>43523</c:v>
                </c:pt>
                <c:pt idx="286">
                  <c:v>43524</c:v>
                </c:pt>
                <c:pt idx="287">
                  <c:v>43525</c:v>
                </c:pt>
                <c:pt idx="288">
                  <c:v>43528</c:v>
                </c:pt>
                <c:pt idx="289">
                  <c:v>43529</c:v>
                </c:pt>
                <c:pt idx="290">
                  <c:v>43530</c:v>
                </c:pt>
                <c:pt idx="291">
                  <c:v>43532</c:v>
                </c:pt>
                <c:pt idx="292">
                  <c:v>43535</c:v>
                </c:pt>
                <c:pt idx="293">
                  <c:v>43536</c:v>
                </c:pt>
                <c:pt idx="294">
                  <c:v>43537</c:v>
                </c:pt>
                <c:pt idx="295">
                  <c:v>43538</c:v>
                </c:pt>
                <c:pt idx="296">
                  <c:v>43539</c:v>
                </c:pt>
                <c:pt idx="297">
                  <c:v>43542</c:v>
                </c:pt>
                <c:pt idx="298">
                  <c:v>43543</c:v>
                </c:pt>
                <c:pt idx="299">
                  <c:v>43544</c:v>
                </c:pt>
                <c:pt idx="300">
                  <c:v>43545</c:v>
                </c:pt>
                <c:pt idx="301">
                  <c:v>43546</c:v>
                </c:pt>
                <c:pt idx="302">
                  <c:v>43549</c:v>
                </c:pt>
                <c:pt idx="303">
                  <c:v>43550</c:v>
                </c:pt>
                <c:pt idx="304">
                  <c:v>43551</c:v>
                </c:pt>
                <c:pt idx="305">
                  <c:v>43552</c:v>
                </c:pt>
                <c:pt idx="306">
                  <c:v>43553</c:v>
                </c:pt>
                <c:pt idx="307">
                  <c:v>43556</c:v>
                </c:pt>
                <c:pt idx="308">
                  <c:v>43557</c:v>
                </c:pt>
                <c:pt idx="309">
                  <c:v>43559</c:v>
                </c:pt>
                <c:pt idx="310">
                  <c:v>43560</c:v>
                </c:pt>
                <c:pt idx="311">
                  <c:v>43563</c:v>
                </c:pt>
                <c:pt idx="312">
                  <c:v>43564</c:v>
                </c:pt>
                <c:pt idx="313">
                  <c:v>43565</c:v>
                </c:pt>
                <c:pt idx="314">
                  <c:v>43566</c:v>
                </c:pt>
                <c:pt idx="315">
                  <c:v>43567</c:v>
                </c:pt>
                <c:pt idx="316">
                  <c:v>43570</c:v>
                </c:pt>
                <c:pt idx="317">
                  <c:v>43571</c:v>
                </c:pt>
                <c:pt idx="318">
                  <c:v>43573</c:v>
                </c:pt>
                <c:pt idx="319">
                  <c:v>43577</c:v>
                </c:pt>
                <c:pt idx="320">
                  <c:v>43578</c:v>
                </c:pt>
                <c:pt idx="321">
                  <c:v>43579</c:v>
                </c:pt>
                <c:pt idx="322">
                  <c:v>43580</c:v>
                </c:pt>
                <c:pt idx="323">
                  <c:v>43581</c:v>
                </c:pt>
                <c:pt idx="324">
                  <c:v>43584</c:v>
                </c:pt>
                <c:pt idx="325">
                  <c:v>43585</c:v>
                </c:pt>
                <c:pt idx="326">
                  <c:v>43587</c:v>
                </c:pt>
                <c:pt idx="327">
                  <c:v>43588</c:v>
                </c:pt>
                <c:pt idx="328">
                  <c:v>43591</c:v>
                </c:pt>
                <c:pt idx="329">
                  <c:v>43592</c:v>
                </c:pt>
                <c:pt idx="330">
                  <c:v>43593</c:v>
                </c:pt>
                <c:pt idx="331">
                  <c:v>43594</c:v>
                </c:pt>
                <c:pt idx="332">
                  <c:v>43595</c:v>
                </c:pt>
                <c:pt idx="333">
                  <c:v>43598</c:v>
                </c:pt>
                <c:pt idx="334">
                  <c:v>43599</c:v>
                </c:pt>
                <c:pt idx="335">
                  <c:v>43600</c:v>
                </c:pt>
                <c:pt idx="336">
                  <c:v>43601</c:v>
                </c:pt>
                <c:pt idx="337">
                  <c:v>43602</c:v>
                </c:pt>
                <c:pt idx="338">
                  <c:v>43605</c:v>
                </c:pt>
                <c:pt idx="339">
                  <c:v>43606</c:v>
                </c:pt>
                <c:pt idx="340">
                  <c:v>43607</c:v>
                </c:pt>
                <c:pt idx="341">
                  <c:v>43608</c:v>
                </c:pt>
                <c:pt idx="342">
                  <c:v>43609</c:v>
                </c:pt>
                <c:pt idx="343">
                  <c:v>43612</c:v>
                </c:pt>
                <c:pt idx="344">
                  <c:v>43613</c:v>
                </c:pt>
                <c:pt idx="345">
                  <c:v>43614</c:v>
                </c:pt>
                <c:pt idx="346">
                  <c:v>43616</c:v>
                </c:pt>
                <c:pt idx="347">
                  <c:v>43626</c:v>
                </c:pt>
                <c:pt idx="348">
                  <c:v>43627</c:v>
                </c:pt>
                <c:pt idx="349">
                  <c:v>43628</c:v>
                </c:pt>
                <c:pt idx="350">
                  <c:v>43629</c:v>
                </c:pt>
                <c:pt idx="351">
                  <c:v>43630</c:v>
                </c:pt>
                <c:pt idx="352">
                  <c:v>43633</c:v>
                </c:pt>
                <c:pt idx="353">
                  <c:v>43634</c:v>
                </c:pt>
                <c:pt idx="354">
                  <c:v>43635</c:v>
                </c:pt>
                <c:pt idx="355">
                  <c:v>43636</c:v>
                </c:pt>
                <c:pt idx="356">
                  <c:v>43637</c:v>
                </c:pt>
                <c:pt idx="357">
                  <c:v>43640</c:v>
                </c:pt>
                <c:pt idx="358">
                  <c:v>43641</c:v>
                </c:pt>
                <c:pt idx="359">
                  <c:v>43642</c:v>
                </c:pt>
                <c:pt idx="360">
                  <c:v>43643</c:v>
                </c:pt>
                <c:pt idx="361">
                  <c:v>43644</c:v>
                </c:pt>
                <c:pt idx="362">
                  <c:v>43647</c:v>
                </c:pt>
                <c:pt idx="363">
                  <c:v>43648</c:v>
                </c:pt>
                <c:pt idx="364">
                  <c:v>43649</c:v>
                </c:pt>
                <c:pt idx="365">
                  <c:v>43650</c:v>
                </c:pt>
                <c:pt idx="366">
                  <c:v>43651</c:v>
                </c:pt>
                <c:pt idx="367">
                  <c:v>43654</c:v>
                </c:pt>
                <c:pt idx="368">
                  <c:v>43655</c:v>
                </c:pt>
                <c:pt idx="369">
                  <c:v>43656</c:v>
                </c:pt>
                <c:pt idx="370">
                  <c:v>43657</c:v>
                </c:pt>
                <c:pt idx="371">
                  <c:v>43658</c:v>
                </c:pt>
                <c:pt idx="372">
                  <c:v>43661</c:v>
                </c:pt>
                <c:pt idx="373">
                  <c:v>43662</c:v>
                </c:pt>
                <c:pt idx="374">
                  <c:v>43663</c:v>
                </c:pt>
                <c:pt idx="375">
                  <c:v>43664</c:v>
                </c:pt>
                <c:pt idx="376">
                  <c:v>43665</c:v>
                </c:pt>
                <c:pt idx="377">
                  <c:v>43668</c:v>
                </c:pt>
                <c:pt idx="378">
                  <c:v>43669</c:v>
                </c:pt>
                <c:pt idx="379">
                  <c:v>43670</c:v>
                </c:pt>
                <c:pt idx="380">
                  <c:v>43671</c:v>
                </c:pt>
                <c:pt idx="381">
                  <c:v>43672</c:v>
                </c:pt>
                <c:pt idx="382">
                  <c:v>43675</c:v>
                </c:pt>
                <c:pt idx="383">
                  <c:v>43676</c:v>
                </c:pt>
                <c:pt idx="384">
                  <c:v>43677</c:v>
                </c:pt>
                <c:pt idx="385">
                  <c:v>43678</c:v>
                </c:pt>
                <c:pt idx="386">
                  <c:v>43679</c:v>
                </c:pt>
                <c:pt idx="387">
                  <c:v>43682</c:v>
                </c:pt>
                <c:pt idx="388">
                  <c:v>43683</c:v>
                </c:pt>
                <c:pt idx="389">
                  <c:v>43684</c:v>
                </c:pt>
                <c:pt idx="390">
                  <c:v>43685</c:v>
                </c:pt>
                <c:pt idx="391">
                  <c:v>43686</c:v>
                </c:pt>
                <c:pt idx="392">
                  <c:v>43689</c:v>
                </c:pt>
                <c:pt idx="393">
                  <c:v>43690</c:v>
                </c:pt>
                <c:pt idx="394">
                  <c:v>43691</c:v>
                </c:pt>
                <c:pt idx="395">
                  <c:v>43692</c:v>
                </c:pt>
                <c:pt idx="396">
                  <c:v>43693</c:v>
                </c:pt>
                <c:pt idx="397">
                  <c:v>43696</c:v>
                </c:pt>
                <c:pt idx="398">
                  <c:v>43697</c:v>
                </c:pt>
                <c:pt idx="399">
                  <c:v>43698</c:v>
                </c:pt>
                <c:pt idx="400">
                  <c:v>43699</c:v>
                </c:pt>
                <c:pt idx="401">
                  <c:v>43700</c:v>
                </c:pt>
                <c:pt idx="402">
                  <c:v>43703</c:v>
                </c:pt>
                <c:pt idx="403">
                  <c:v>43704</c:v>
                </c:pt>
                <c:pt idx="404">
                  <c:v>43705</c:v>
                </c:pt>
                <c:pt idx="405">
                  <c:v>43706</c:v>
                </c:pt>
                <c:pt idx="406">
                  <c:v>43707</c:v>
                </c:pt>
                <c:pt idx="407">
                  <c:v>43710</c:v>
                </c:pt>
                <c:pt idx="408">
                  <c:v>43711</c:v>
                </c:pt>
                <c:pt idx="409">
                  <c:v>43712</c:v>
                </c:pt>
                <c:pt idx="410">
                  <c:v>43713</c:v>
                </c:pt>
                <c:pt idx="411">
                  <c:v>43714</c:v>
                </c:pt>
                <c:pt idx="412">
                  <c:v>43717</c:v>
                </c:pt>
                <c:pt idx="413">
                  <c:v>43718</c:v>
                </c:pt>
                <c:pt idx="414">
                  <c:v>43719</c:v>
                </c:pt>
                <c:pt idx="415">
                  <c:v>43720</c:v>
                </c:pt>
                <c:pt idx="416">
                  <c:v>43721</c:v>
                </c:pt>
                <c:pt idx="417">
                  <c:v>43724</c:v>
                </c:pt>
                <c:pt idx="418">
                  <c:v>43725</c:v>
                </c:pt>
                <c:pt idx="419">
                  <c:v>43726</c:v>
                </c:pt>
                <c:pt idx="420">
                  <c:v>43727</c:v>
                </c:pt>
                <c:pt idx="421">
                  <c:v>43728</c:v>
                </c:pt>
                <c:pt idx="422">
                  <c:v>43731</c:v>
                </c:pt>
                <c:pt idx="423">
                  <c:v>43732</c:v>
                </c:pt>
                <c:pt idx="424">
                  <c:v>43733</c:v>
                </c:pt>
                <c:pt idx="425">
                  <c:v>43734</c:v>
                </c:pt>
                <c:pt idx="426">
                  <c:v>43735</c:v>
                </c:pt>
                <c:pt idx="427">
                  <c:v>43738</c:v>
                </c:pt>
                <c:pt idx="428">
                  <c:v>43739</c:v>
                </c:pt>
                <c:pt idx="429">
                  <c:v>43740</c:v>
                </c:pt>
                <c:pt idx="430">
                  <c:v>43741</c:v>
                </c:pt>
                <c:pt idx="431">
                  <c:v>43742</c:v>
                </c:pt>
                <c:pt idx="432">
                  <c:v>43745</c:v>
                </c:pt>
                <c:pt idx="433">
                  <c:v>43746</c:v>
                </c:pt>
                <c:pt idx="434">
                  <c:v>43747</c:v>
                </c:pt>
                <c:pt idx="435">
                  <c:v>43748</c:v>
                </c:pt>
                <c:pt idx="436">
                  <c:v>43749</c:v>
                </c:pt>
                <c:pt idx="437">
                  <c:v>43752</c:v>
                </c:pt>
                <c:pt idx="438">
                  <c:v>43753</c:v>
                </c:pt>
                <c:pt idx="439">
                  <c:v>43754</c:v>
                </c:pt>
                <c:pt idx="440">
                  <c:v>43755</c:v>
                </c:pt>
                <c:pt idx="441">
                  <c:v>43756</c:v>
                </c:pt>
                <c:pt idx="442">
                  <c:v>43759</c:v>
                </c:pt>
                <c:pt idx="443">
                  <c:v>43760</c:v>
                </c:pt>
                <c:pt idx="444">
                  <c:v>43761</c:v>
                </c:pt>
                <c:pt idx="445">
                  <c:v>43762</c:v>
                </c:pt>
                <c:pt idx="446">
                  <c:v>43763</c:v>
                </c:pt>
                <c:pt idx="447">
                  <c:v>43766</c:v>
                </c:pt>
                <c:pt idx="448">
                  <c:v>43767</c:v>
                </c:pt>
                <c:pt idx="449">
                  <c:v>43768</c:v>
                </c:pt>
                <c:pt idx="450">
                  <c:v>43769</c:v>
                </c:pt>
                <c:pt idx="451">
                  <c:v>43770</c:v>
                </c:pt>
                <c:pt idx="452">
                  <c:v>43773</c:v>
                </c:pt>
                <c:pt idx="453">
                  <c:v>43774</c:v>
                </c:pt>
                <c:pt idx="454">
                  <c:v>43775</c:v>
                </c:pt>
                <c:pt idx="455">
                  <c:v>43776</c:v>
                </c:pt>
                <c:pt idx="456">
                  <c:v>43777</c:v>
                </c:pt>
                <c:pt idx="457">
                  <c:v>43780</c:v>
                </c:pt>
                <c:pt idx="458">
                  <c:v>43781</c:v>
                </c:pt>
                <c:pt idx="459">
                  <c:v>43782</c:v>
                </c:pt>
                <c:pt idx="460">
                  <c:v>43783</c:v>
                </c:pt>
                <c:pt idx="461">
                  <c:v>43784</c:v>
                </c:pt>
                <c:pt idx="462">
                  <c:v>43787</c:v>
                </c:pt>
                <c:pt idx="463">
                  <c:v>43788</c:v>
                </c:pt>
                <c:pt idx="464">
                  <c:v>43789</c:v>
                </c:pt>
                <c:pt idx="465">
                  <c:v>43790</c:v>
                </c:pt>
                <c:pt idx="466">
                  <c:v>43791</c:v>
                </c:pt>
                <c:pt idx="467">
                  <c:v>43794</c:v>
                </c:pt>
                <c:pt idx="468">
                  <c:v>43795</c:v>
                </c:pt>
                <c:pt idx="469">
                  <c:v>43796</c:v>
                </c:pt>
                <c:pt idx="470">
                  <c:v>43797</c:v>
                </c:pt>
                <c:pt idx="471">
                  <c:v>43798</c:v>
                </c:pt>
                <c:pt idx="472">
                  <c:v>43801</c:v>
                </c:pt>
                <c:pt idx="473">
                  <c:v>43802</c:v>
                </c:pt>
                <c:pt idx="474">
                  <c:v>43803</c:v>
                </c:pt>
                <c:pt idx="475">
                  <c:v>43804</c:v>
                </c:pt>
                <c:pt idx="476">
                  <c:v>43805</c:v>
                </c:pt>
                <c:pt idx="477">
                  <c:v>43808</c:v>
                </c:pt>
                <c:pt idx="478">
                  <c:v>43809</c:v>
                </c:pt>
                <c:pt idx="479">
                  <c:v>43810</c:v>
                </c:pt>
                <c:pt idx="480">
                  <c:v>43811</c:v>
                </c:pt>
                <c:pt idx="481">
                  <c:v>43812</c:v>
                </c:pt>
                <c:pt idx="482">
                  <c:v>43815</c:v>
                </c:pt>
                <c:pt idx="483">
                  <c:v>43816</c:v>
                </c:pt>
                <c:pt idx="484">
                  <c:v>43817</c:v>
                </c:pt>
                <c:pt idx="485">
                  <c:v>43818</c:v>
                </c:pt>
                <c:pt idx="486">
                  <c:v>43819</c:v>
                </c:pt>
                <c:pt idx="487">
                  <c:v>43822</c:v>
                </c:pt>
                <c:pt idx="488">
                  <c:v>43825</c:v>
                </c:pt>
                <c:pt idx="489">
                  <c:v>43826</c:v>
                </c:pt>
                <c:pt idx="490">
                  <c:v>43829</c:v>
                </c:pt>
                <c:pt idx="491">
                  <c:v>43832</c:v>
                </c:pt>
                <c:pt idx="492">
                  <c:v>43833</c:v>
                </c:pt>
                <c:pt idx="493">
                  <c:v>43836</c:v>
                </c:pt>
                <c:pt idx="494">
                  <c:v>43837</c:v>
                </c:pt>
                <c:pt idx="495">
                  <c:v>43838</c:v>
                </c:pt>
                <c:pt idx="496">
                  <c:v>43839</c:v>
                </c:pt>
                <c:pt idx="497">
                  <c:v>43840</c:v>
                </c:pt>
                <c:pt idx="498">
                  <c:v>43843</c:v>
                </c:pt>
                <c:pt idx="499">
                  <c:v>43844</c:v>
                </c:pt>
                <c:pt idx="500">
                  <c:v>43845</c:v>
                </c:pt>
                <c:pt idx="501">
                  <c:v>43846</c:v>
                </c:pt>
                <c:pt idx="502">
                  <c:v>43847</c:v>
                </c:pt>
                <c:pt idx="503">
                  <c:v>43850</c:v>
                </c:pt>
                <c:pt idx="504">
                  <c:v>43851</c:v>
                </c:pt>
                <c:pt idx="505">
                  <c:v>43852</c:v>
                </c:pt>
                <c:pt idx="506">
                  <c:v>43853</c:v>
                </c:pt>
                <c:pt idx="507">
                  <c:v>43854</c:v>
                </c:pt>
                <c:pt idx="508">
                  <c:v>43857</c:v>
                </c:pt>
                <c:pt idx="509">
                  <c:v>43858</c:v>
                </c:pt>
                <c:pt idx="510">
                  <c:v>43859</c:v>
                </c:pt>
                <c:pt idx="511">
                  <c:v>43860</c:v>
                </c:pt>
                <c:pt idx="512">
                  <c:v>43861</c:v>
                </c:pt>
                <c:pt idx="513">
                  <c:v>43864</c:v>
                </c:pt>
                <c:pt idx="514">
                  <c:v>43865</c:v>
                </c:pt>
                <c:pt idx="515">
                  <c:v>43866</c:v>
                </c:pt>
                <c:pt idx="516">
                  <c:v>43867</c:v>
                </c:pt>
                <c:pt idx="517">
                  <c:v>43868</c:v>
                </c:pt>
                <c:pt idx="518">
                  <c:v>43871</c:v>
                </c:pt>
                <c:pt idx="519">
                  <c:v>43872</c:v>
                </c:pt>
                <c:pt idx="520">
                  <c:v>43873</c:v>
                </c:pt>
                <c:pt idx="521">
                  <c:v>43874</c:v>
                </c:pt>
                <c:pt idx="522">
                  <c:v>43875</c:v>
                </c:pt>
                <c:pt idx="523">
                  <c:v>43878</c:v>
                </c:pt>
                <c:pt idx="524">
                  <c:v>43879</c:v>
                </c:pt>
                <c:pt idx="525">
                  <c:v>43880</c:v>
                </c:pt>
                <c:pt idx="526">
                  <c:v>43881</c:v>
                </c:pt>
                <c:pt idx="527">
                  <c:v>43882</c:v>
                </c:pt>
                <c:pt idx="528">
                  <c:v>43885</c:v>
                </c:pt>
                <c:pt idx="529">
                  <c:v>43886</c:v>
                </c:pt>
                <c:pt idx="530">
                  <c:v>43887</c:v>
                </c:pt>
                <c:pt idx="531">
                  <c:v>43888</c:v>
                </c:pt>
                <c:pt idx="532">
                  <c:v>43889</c:v>
                </c:pt>
                <c:pt idx="533">
                  <c:v>43892</c:v>
                </c:pt>
                <c:pt idx="534">
                  <c:v>43893</c:v>
                </c:pt>
                <c:pt idx="535">
                  <c:v>43894</c:v>
                </c:pt>
                <c:pt idx="536">
                  <c:v>43895</c:v>
                </c:pt>
                <c:pt idx="537">
                  <c:v>43896</c:v>
                </c:pt>
                <c:pt idx="538">
                  <c:v>43899</c:v>
                </c:pt>
                <c:pt idx="539">
                  <c:v>43900</c:v>
                </c:pt>
                <c:pt idx="540">
                  <c:v>43901</c:v>
                </c:pt>
                <c:pt idx="541">
                  <c:v>43902</c:v>
                </c:pt>
                <c:pt idx="542">
                  <c:v>43903</c:v>
                </c:pt>
                <c:pt idx="543">
                  <c:v>43906</c:v>
                </c:pt>
                <c:pt idx="544">
                  <c:v>43907</c:v>
                </c:pt>
                <c:pt idx="545">
                  <c:v>43908</c:v>
                </c:pt>
                <c:pt idx="546">
                  <c:v>43909</c:v>
                </c:pt>
                <c:pt idx="547">
                  <c:v>43910</c:v>
                </c:pt>
                <c:pt idx="548">
                  <c:v>43913</c:v>
                </c:pt>
                <c:pt idx="549">
                  <c:v>43914</c:v>
                </c:pt>
                <c:pt idx="550">
                  <c:v>43916</c:v>
                </c:pt>
                <c:pt idx="551">
                  <c:v>43917</c:v>
                </c:pt>
                <c:pt idx="552">
                  <c:v>43920</c:v>
                </c:pt>
                <c:pt idx="553">
                  <c:v>43921</c:v>
                </c:pt>
                <c:pt idx="554">
                  <c:v>43922</c:v>
                </c:pt>
                <c:pt idx="555">
                  <c:v>43923</c:v>
                </c:pt>
                <c:pt idx="556">
                  <c:v>43924</c:v>
                </c:pt>
                <c:pt idx="557">
                  <c:v>43927</c:v>
                </c:pt>
                <c:pt idx="558">
                  <c:v>43928</c:v>
                </c:pt>
                <c:pt idx="559">
                  <c:v>43929</c:v>
                </c:pt>
                <c:pt idx="560">
                  <c:v>43930</c:v>
                </c:pt>
                <c:pt idx="561">
                  <c:v>43934</c:v>
                </c:pt>
                <c:pt idx="562">
                  <c:v>43935</c:v>
                </c:pt>
                <c:pt idx="563">
                  <c:v>43936</c:v>
                </c:pt>
                <c:pt idx="564">
                  <c:v>43937</c:v>
                </c:pt>
                <c:pt idx="565">
                  <c:v>43938</c:v>
                </c:pt>
                <c:pt idx="566">
                  <c:v>43941</c:v>
                </c:pt>
                <c:pt idx="567">
                  <c:v>43942</c:v>
                </c:pt>
                <c:pt idx="568">
                  <c:v>43943</c:v>
                </c:pt>
                <c:pt idx="569">
                  <c:v>43944</c:v>
                </c:pt>
                <c:pt idx="570">
                  <c:v>43945</c:v>
                </c:pt>
                <c:pt idx="571">
                  <c:v>43948</c:v>
                </c:pt>
                <c:pt idx="572">
                  <c:v>43949</c:v>
                </c:pt>
                <c:pt idx="573">
                  <c:v>43950</c:v>
                </c:pt>
                <c:pt idx="574">
                  <c:v>43951</c:v>
                </c:pt>
                <c:pt idx="575">
                  <c:v>43955</c:v>
                </c:pt>
                <c:pt idx="576">
                  <c:v>43956</c:v>
                </c:pt>
                <c:pt idx="577">
                  <c:v>43957</c:v>
                </c:pt>
                <c:pt idx="578">
                  <c:v>43959</c:v>
                </c:pt>
                <c:pt idx="579">
                  <c:v>43962</c:v>
                </c:pt>
                <c:pt idx="580">
                  <c:v>43963</c:v>
                </c:pt>
                <c:pt idx="581">
                  <c:v>43964</c:v>
                </c:pt>
                <c:pt idx="582">
                  <c:v>43965</c:v>
                </c:pt>
                <c:pt idx="583">
                  <c:v>43966</c:v>
                </c:pt>
                <c:pt idx="584">
                  <c:v>43969</c:v>
                </c:pt>
                <c:pt idx="585">
                  <c:v>43970</c:v>
                </c:pt>
                <c:pt idx="586">
                  <c:v>43971</c:v>
                </c:pt>
                <c:pt idx="587">
                  <c:v>43977</c:v>
                </c:pt>
                <c:pt idx="588">
                  <c:v>43978</c:v>
                </c:pt>
                <c:pt idx="589">
                  <c:v>43979</c:v>
                </c:pt>
                <c:pt idx="590">
                  <c:v>43980</c:v>
                </c:pt>
                <c:pt idx="591">
                  <c:v>43984</c:v>
                </c:pt>
                <c:pt idx="592">
                  <c:v>43985</c:v>
                </c:pt>
                <c:pt idx="593">
                  <c:v>43986</c:v>
                </c:pt>
                <c:pt idx="594">
                  <c:v>43987</c:v>
                </c:pt>
                <c:pt idx="595">
                  <c:v>43990</c:v>
                </c:pt>
                <c:pt idx="596">
                  <c:v>43991</c:v>
                </c:pt>
                <c:pt idx="597">
                  <c:v>43992</c:v>
                </c:pt>
                <c:pt idx="598">
                  <c:v>43993</c:v>
                </c:pt>
                <c:pt idx="599">
                  <c:v>43994</c:v>
                </c:pt>
                <c:pt idx="600">
                  <c:v>43997</c:v>
                </c:pt>
                <c:pt idx="601">
                  <c:v>43998</c:v>
                </c:pt>
                <c:pt idx="602">
                  <c:v>43999</c:v>
                </c:pt>
                <c:pt idx="603">
                  <c:v>44000</c:v>
                </c:pt>
                <c:pt idx="604">
                  <c:v>44001</c:v>
                </c:pt>
                <c:pt idx="605">
                  <c:v>44004</c:v>
                </c:pt>
                <c:pt idx="606">
                  <c:v>44005</c:v>
                </c:pt>
                <c:pt idx="607">
                  <c:v>44006</c:v>
                </c:pt>
                <c:pt idx="608">
                  <c:v>44007</c:v>
                </c:pt>
                <c:pt idx="609">
                  <c:v>44008</c:v>
                </c:pt>
                <c:pt idx="610">
                  <c:v>44011</c:v>
                </c:pt>
                <c:pt idx="611">
                  <c:v>44012</c:v>
                </c:pt>
                <c:pt idx="612">
                  <c:v>44013</c:v>
                </c:pt>
                <c:pt idx="613">
                  <c:v>44014</c:v>
                </c:pt>
                <c:pt idx="614">
                  <c:v>44015</c:v>
                </c:pt>
                <c:pt idx="615">
                  <c:v>44018</c:v>
                </c:pt>
                <c:pt idx="616">
                  <c:v>44019</c:v>
                </c:pt>
                <c:pt idx="617">
                  <c:v>44020</c:v>
                </c:pt>
                <c:pt idx="618">
                  <c:v>44021</c:v>
                </c:pt>
                <c:pt idx="619">
                  <c:v>44022</c:v>
                </c:pt>
                <c:pt idx="620">
                  <c:v>44025</c:v>
                </c:pt>
                <c:pt idx="621">
                  <c:v>44026</c:v>
                </c:pt>
                <c:pt idx="622">
                  <c:v>44027</c:v>
                </c:pt>
                <c:pt idx="623">
                  <c:v>44028</c:v>
                </c:pt>
                <c:pt idx="624">
                  <c:v>44029</c:v>
                </c:pt>
                <c:pt idx="625">
                  <c:v>44032</c:v>
                </c:pt>
                <c:pt idx="626">
                  <c:v>44033</c:v>
                </c:pt>
                <c:pt idx="627">
                  <c:v>44034</c:v>
                </c:pt>
                <c:pt idx="628">
                  <c:v>44035</c:v>
                </c:pt>
                <c:pt idx="629">
                  <c:v>44036</c:v>
                </c:pt>
                <c:pt idx="630">
                  <c:v>44039</c:v>
                </c:pt>
                <c:pt idx="631">
                  <c:v>44040</c:v>
                </c:pt>
                <c:pt idx="632">
                  <c:v>44041</c:v>
                </c:pt>
                <c:pt idx="633">
                  <c:v>44042</c:v>
                </c:pt>
                <c:pt idx="634">
                  <c:v>44046</c:v>
                </c:pt>
                <c:pt idx="635">
                  <c:v>44047</c:v>
                </c:pt>
                <c:pt idx="636">
                  <c:v>44048</c:v>
                </c:pt>
                <c:pt idx="637">
                  <c:v>44049</c:v>
                </c:pt>
                <c:pt idx="638">
                  <c:v>44050</c:v>
                </c:pt>
                <c:pt idx="639">
                  <c:v>44053</c:v>
                </c:pt>
                <c:pt idx="640">
                  <c:v>44054</c:v>
                </c:pt>
                <c:pt idx="641">
                  <c:v>44055</c:v>
                </c:pt>
                <c:pt idx="642">
                  <c:v>44056</c:v>
                </c:pt>
                <c:pt idx="643">
                  <c:v>44057</c:v>
                </c:pt>
                <c:pt idx="644">
                  <c:v>44061</c:v>
                </c:pt>
                <c:pt idx="645">
                  <c:v>44062</c:v>
                </c:pt>
                <c:pt idx="646">
                  <c:v>44067</c:v>
                </c:pt>
                <c:pt idx="647">
                  <c:v>44068</c:v>
                </c:pt>
                <c:pt idx="648">
                  <c:v>44069</c:v>
                </c:pt>
                <c:pt idx="649">
                  <c:v>44070</c:v>
                </c:pt>
                <c:pt idx="650">
                  <c:v>44071</c:v>
                </c:pt>
                <c:pt idx="651">
                  <c:v>44074</c:v>
                </c:pt>
                <c:pt idx="652">
                  <c:v>44075</c:v>
                </c:pt>
                <c:pt idx="653">
                  <c:v>44076</c:v>
                </c:pt>
                <c:pt idx="654">
                  <c:v>44077</c:v>
                </c:pt>
                <c:pt idx="655">
                  <c:v>44078</c:v>
                </c:pt>
                <c:pt idx="656">
                  <c:v>44081</c:v>
                </c:pt>
                <c:pt idx="657">
                  <c:v>44082</c:v>
                </c:pt>
                <c:pt idx="658">
                  <c:v>44083</c:v>
                </c:pt>
                <c:pt idx="659">
                  <c:v>44084</c:v>
                </c:pt>
                <c:pt idx="660">
                  <c:v>44085</c:v>
                </c:pt>
                <c:pt idx="661">
                  <c:v>44088</c:v>
                </c:pt>
                <c:pt idx="662">
                  <c:v>44089</c:v>
                </c:pt>
                <c:pt idx="663">
                  <c:v>44090</c:v>
                </c:pt>
                <c:pt idx="664">
                  <c:v>44091</c:v>
                </c:pt>
                <c:pt idx="665">
                  <c:v>44092</c:v>
                </c:pt>
                <c:pt idx="666">
                  <c:v>44095</c:v>
                </c:pt>
                <c:pt idx="667">
                  <c:v>44096</c:v>
                </c:pt>
                <c:pt idx="668">
                  <c:v>44097</c:v>
                </c:pt>
                <c:pt idx="669">
                  <c:v>44098</c:v>
                </c:pt>
                <c:pt idx="670">
                  <c:v>44099</c:v>
                </c:pt>
                <c:pt idx="671">
                  <c:v>44102</c:v>
                </c:pt>
                <c:pt idx="672">
                  <c:v>44103</c:v>
                </c:pt>
                <c:pt idx="673">
                  <c:v>44104</c:v>
                </c:pt>
                <c:pt idx="674">
                  <c:v>44105</c:v>
                </c:pt>
                <c:pt idx="675">
                  <c:v>44106</c:v>
                </c:pt>
                <c:pt idx="676">
                  <c:v>44109</c:v>
                </c:pt>
                <c:pt idx="677">
                  <c:v>44110</c:v>
                </c:pt>
                <c:pt idx="678">
                  <c:v>44111</c:v>
                </c:pt>
                <c:pt idx="679">
                  <c:v>44112</c:v>
                </c:pt>
                <c:pt idx="680">
                  <c:v>44113</c:v>
                </c:pt>
                <c:pt idx="681">
                  <c:v>44116</c:v>
                </c:pt>
                <c:pt idx="682">
                  <c:v>44117</c:v>
                </c:pt>
                <c:pt idx="683">
                  <c:v>44118</c:v>
                </c:pt>
                <c:pt idx="684">
                  <c:v>44119</c:v>
                </c:pt>
                <c:pt idx="685">
                  <c:v>44120</c:v>
                </c:pt>
                <c:pt idx="686">
                  <c:v>44123</c:v>
                </c:pt>
                <c:pt idx="687">
                  <c:v>44124</c:v>
                </c:pt>
                <c:pt idx="688">
                  <c:v>44125</c:v>
                </c:pt>
                <c:pt idx="689">
                  <c:v>44126</c:v>
                </c:pt>
                <c:pt idx="690">
                  <c:v>44127</c:v>
                </c:pt>
                <c:pt idx="691">
                  <c:v>44130</c:v>
                </c:pt>
                <c:pt idx="692">
                  <c:v>44131</c:v>
                </c:pt>
                <c:pt idx="693">
                  <c:v>44137</c:v>
                </c:pt>
                <c:pt idx="694">
                  <c:v>44138</c:v>
                </c:pt>
                <c:pt idx="695">
                  <c:v>44139</c:v>
                </c:pt>
                <c:pt idx="696">
                  <c:v>44140</c:v>
                </c:pt>
                <c:pt idx="697">
                  <c:v>44141</c:v>
                </c:pt>
                <c:pt idx="698">
                  <c:v>44144</c:v>
                </c:pt>
                <c:pt idx="699">
                  <c:v>44145</c:v>
                </c:pt>
                <c:pt idx="700">
                  <c:v>44146</c:v>
                </c:pt>
                <c:pt idx="701">
                  <c:v>44147</c:v>
                </c:pt>
                <c:pt idx="702">
                  <c:v>44148</c:v>
                </c:pt>
                <c:pt idx="703">
                  <c:v>44151</c:v>
                </c:pt>
                <c:pt idx="704">
                  <c:v>44152</c:v>
                </c:pt>
                <c:pt idx="705">
                  <c:v>44153</c:v>
                </c:pt>
                <c:pt idx="706">
                  <c:v>44154</c:v>
                </c:pt>
                <c:pt idx="707">
                  <c:v>44155</c:v>
                </c:pt>
                <c:pt idx="708">
                  <c:v>44158</c:v>
                </c:pt>
                <c:pt idx="709">
                  <c:v>44159</c:v>
                </c:pt>
                <c:pt idx="710">
                  <c:v>44160</c:v>
                </c:pt>
                <c:pt idx="711">
                  <c:v>44161</c:v>
                </c:pt>
                <c:pt idx="712">
                  <c:v>44162</c:v>
                </c:pt>
                <c:pt idx="713">
                  <c:v>44165</c:v>
                </c:pt>
                <c:pt idx="714">
                  <c:v>44166</c:v>
                </c:pt>
                <c:pt idx="715">
                  <c:v>44167</c:v>
                </c:pt>
                <c:pt idx="716">
                  <c:v>44168</c:v>
                </c:pt>
                <c:pt idx="717">
                  <c:v>44169</c:v>
                </c:pt>
                <c:pt idx="718">
                  <c:v>44172</c:v>
                </c:pt>
                <c:pt idx="719">
                  <c:v>44173</c:v>
                </c:pt>
                <c:pt idx="720">
                  <c:v>44175</c:v>
                </c:pt>
                <c:pt idx="721">
                  <c:v>44176</c:v>
                </c:pt>
                <c:pt idx="722">
                  <c:v>44179</c:v>
                </c:pt>
                <c:pt idx="723">
                  <c:v>44180</c:v>
                </c:pt>
                <c:pt idx="724">
                  <c:v>44181</c:v>
                </c:pt>
                <c:pt idx="725">
                  <c:v>44182</c:v>
                </c:pt>
                <c:pt idx="726">
                  <c:v>44183</c:v>
                </c:pt>
                <c:pt idx="727">
                  <c:v>44186</c:v>
                </c:pt>
                <c:pt idx="728">
                  <c:v>44187</c:v>
                </c:pt>
                <c:pt idx="729">
                  <c:v>44188</c:v>
                </c:pt>
                <c:pt idx="730">
                  <c:v>44193</c:v>
                </c:pt>
                <c:pt idx="731">
                  <c:v>44194</c:v>
                </c:pt>
                <c:pt idx="732">
                  <c:v>44195</c:v>
                </c:pt>
                <c:pt idx="733">
                  <c:v>44200</c:v>
                </c:pt>
                <c:pt idx="734">
                  <c:v>44201</c:v>
                </c:pt>
                <c:pt idx="735">
                  <c:v>44202</c:v>
                </c:pt>
                <c:pt idx="736">
                  <c:v>44203</c:v>
                </c:pt>
                <c:pt idx="737">
                  <c:v>44204</c:v>
                </c:pt>
                <c:pt idx="738">
                  <c:v>44207</c:v>
                </c:pt>
                <c:pt idx="739">
                  <c:v>44208</c:v>
                </c:pt>
                <c:pt idx="740">
                  <c:v>44209</c:v>
                </c:pt>
                <c:pt idx="741">
                  <c:v>44210</c:v>
                </c:pt>
                <c:pt idx="742">
                  <c:v>44211</c:v>
                </c:pt>
                <c:pt idx="743">
                  <c:v>44214</c:v>
                </c:pt>
                <c:pt idx="744">
                  <c:v>44215</c:v>
                </c:pt>
                <c:pt idx="745">
                  <c:v>44216</c:v>
                </c:pt>
                <c:pt idx="746">
                  <c:v>44217</c:v>
                </c:pt>
                <c:pt idx="747">
                  <c:v>44218</c:v>
                </c:pt>
                <c:pt idx="748">
                  <c:v>44221</c:v>
                </c:pt>
                <c:pt idx="749">
                  <c:v>44222</c:v>
                </c:pt>
                <c:pt idx="750">
                  <c:v>44223</c:v>
                </c:pt>
                <c:pt idx="751">
                  <c:v>44224</c:v>
                </c:pt>
                <c:pt idx="752">
                  <c:v>44225</c:v>
                </c:pt>
                <c:pt idx="753">
                  <c:v>44228</c:v>
                </c:pt>
                <c:pt idx="754">
                  <c:v>44229</c:v>
                </c:pt>
                <c:pt idx="755">
                  <c:v>44230</c:v>
                </c:pt>
                <c:pt idx="756">
                  <c:v>44231</c:v>
                </c:pt>
                <c:pt idx="757">
                  <c:v>44232</c:v>
                </c:pt>
                <c:pt idx="758">
                  <c:v>44235</c:v>
                </c:pt>
                <c:pt idx="759">
                  <c:v>44236</c:v>
                </c:pt>
                <c:pt idx="760">
                  <c:v>44237</c:v>
                </c:pt>
                <c:pt idx="761">
                  <c:v>44238</c:v>
                </c:pt>
                <c:pt idx="762">
                  <c:v>44242</c:v>
                </c:pt>
                <c:pt idx="763">
                  <c:v>44243</c:v>
                </c:pt>
                <c:pt idx="764">
                  <c:v>44244</c:v>
                </c:pt>
                <c:pt idx="765">
                  <c:v>44245</c:v>
                </c:pt>
                <c:pt idx="766">
                  <c:v>44246</c:v>
                </c:pt>
                <c:pt idx="767">
                  <c:v>44249</c:v>
                </c:pt>
                <c:pt idx="768">
                  <c:v>44250</c:v>
                </c:pt>
                <c:pt idx="769">
                  <c:v>44251</c:v>
                </c:pt>
                <c:pt idx="770">
                  <c:v>44252</c:v>
                </c:pt>
                <c:pt idx="771">
                  <c:v>44253</c:v>
                </c:pt>
                <c:pt idx="772">
                  <c:v>44256</c:v>
                </c:pt>
                <c:pt idx="773">
                  <c:v>44257</c:v>
                </c:pt>
                <c:pt idx="774">
                  <c:v>44258</c:v>
                </c:pt>
                <c:pt idx="775">
                  <c:v>44259</c:v>
                </c:pt>
                <c:pt idx="776">
                  <c:v>44260</c:v>
                </c:pt>
                <c:pt idx="777">
                  <c:v>44263</c:v>
                </c:pt>
                <c:pt idx="778">
                  <c:v>44264</c:v>
                </c:pt>
                <c:pt idx="779">
                  <c:v>44265</c:v>
                </c:pt>
                <c:pt idx="780">
                  <c:v>44267</c:v>
                </c:pt>
                <c:pt idx="781">
                  <c:v>44270</c:v>
                </c:pt>
                <c:pt idx="782">
                  <c:v>44271</c:v>
                </c:pt>
                <c:pt idx="783">
                  <c:v>44272</c:v>
                </c:pt>
                <c:pt idx="784">
                  <c:v>44273</c:v>
                </c:pt>
                <c:pt idx="785">
                  <c:v>44274</c:v>
                </c:pt>
                <c:pt idx="786">
                  <c:v>44277</c:v>
                </c:pt>
                <c:pt idx="787">
                  <c:v>44278</c:v>
                </c:pt>
                <c:pt idx="788">
                  <c:v>44279</c:v>
                </c:pt>
                <c:pt idx="789">
                  <c:v>44280</c:v>
                </c:pt>
                <c:pt idx="790">
                  <c:v>44281</c:v>
                </c:pt>
                <c:pt idx="791">
                  <c:v>44284</c:v>
                </c:pt>
                <c:pt idx="792">
                  <c:v>44285</c:v>
                </c:pt>
                <c:pt idx="793">
                  <c:v>44286</c:v>
                </c:pt>
                <c:pt idx="794">
                  <c:v>44287</c:v>
                </c:pt>
                <c:pt idx="795">
                  <c:v>44291</c:v>
                </c:pt>
                <c:pt idx="796">
                  <c:v>44292</c:v>
                </c:pt>
                <c:pt idx="797">
                  <c:v>44293</c:v>
                </c:pt>
                <c:pt idx="798">
                  <c:v>44294</c:v>
                </c:pt>
                <c:pt idx="799">
                  <c:v>44295</c:v>
                </c:pt>
                <c:pt idx="800">
                  <c:v>44298</c:v>
                </c:pt>
                <c:pt idx="801">
                  <c:v>44299</c:v>
                </c:pt>
                <c:pt idx="802">
                  <c:v>44300</c:v>
                </c:pt>
                <c:pt idx="803">
                  <c:v>44301</c:v>
                </c:pt>
                <c:pt idx="804">
                  <c:v>44302</c:v>
                </c:pt>
                <c:pt idx="805">
                  <c:v>44305</c:v>
                </c:pt>
                <c:pt idx="806">
                  <c:v>44306</c:v>
                </c:pt>
                <c:pt idx="807">
                  <c:v>44307</c:v>
                </c:pt>
                <c:pt idx="808">
                  <c:v>44308</c:v>
                </c:pt>
                <c:pt idx="809">
                  <c:v>44309</c:v>
                </c:pt>
                <c:pt idx="810">
                  <c:v>44312</c:v>
                </c:pt>
                <c:pt idx="811">
                  <c:v>44313</c:v>
                </c:pt>
                <c:pt idx="812">
                  <c:v>44314</c:v>
                </c:pt>
                <c:pt idx="813">
                  <c:v>44315</c:v>
                </c:pt>
                <c:pt idx="814">
                  <c:v>44316</c:v>
                </c:pt>
                <c:pt idx="815">
                  <c:v>44319</c:v>
                </c:pt>
                <c:pt idx="816">
                  <c:v>44320</c:v>
                </c:pt>
                <c:pt idx="817">
                  <c:v>44321</c:v>
                </c:pt>
                <c:pt idx="818">
                  <c:v>44322</c:v>
                </c:pt>
                <c:pt idx="819">
                  <c:v>44323</c:v>
                </c:pt>
                <c:pt idx="820">
                  <c:v>44326</c:v>
                </c:pt>
                <c:pt idx="821">
                  <c:v>44327</c:v>
                </c:pt>
                <c:pt idx="822">
                  <c:v>44333</c:v>
                </c:pt>
                <c:pt idx="823">
                  <c:v>44334</c:v>
                </c:pt>
                <c:pt idx="824">
                  <c:v>44335</c:v>
                </c:pt>
                <c:pt idx="825">
                  <c:v>44336</c:v>
                </c:pt>
                <c:pt idx="826">
                  <c:v>44337</c:v>
                </c:pt>
                <c:pt idx="827">
                  <c:v>44340</c:v>
                </c:pt>
                <c:pt idx="828">
                  <c:v>44341</c:v>
                </c:pt>
                <c:pt idx="829">
                  <c:v>44343</c:v>
                </c:pt>
                <c:pt idx="830">
                  <c:v>44344</c:v>
                </c:pt>
                <c:pt idx="831">
                  <c:v>44347</c:v>
                </c:pt>
                <c:pt idx="832">
                  <c:v>44349</c:v>
                </c:pt>
                <c:pt idx="833">
                  <c:v>44350</c:v>
                </c:pt>
                <c:pt idx="834">
                  <c:v>44351</c:v>
                </c:pt>
                <c:pt idx="835">
                  <c:v>44354</c:v>
                </c:pt>
                <c:pt idx="836">
                  <c:v>44355</c:v>
                </c:pt>
                <c:pt idx="837">
                  <c:v>44356</c:v>
                </c:pt>
                <c:pt idx="838">
                  <c:v>44357</c:v>
                </c:pt>
                <c:pt idx="839">
                  <c:v>44358</c:v>
                </c:pt>
                <c:pt idx="840">
                  <c:v>44361</c:v>
                </c:pt>
                <c:pt idx="841">
                  <c:v>44362</c:v>
                </c:pt>
                <c:pt idx="842">
                  <c:v>44363</c:v>
                </c:pt>
                <c:pt idx="843">
                  <c:v>44364</c:v>
                </c:pt>
                <c:pt idx="844">
                  <c:v>44365</c:v>
                </c:pt>
                <c:pt idx="845">
                  <c:v>44368</c:v>
                </c:pt>
                <c:pt idx="846">
                  <c:v>44369</c:v>
                </c:pt>
                <c:pt idx="847">
                  <c:v>44370</c:v>
                </c:pt>
                <c:pt idx="848">
                  <c:v>44371</c:v>
                </c:pt>
                <c:pt idx="849">
                  <c:v>44372</c:v>
                </c:pt>
                <c:pt idx="850">
                  <c:v>44375</c:v>
                </c:pt>
                <c:pt idx="851">
                  <c:v>44376</c:v>
                </c:pt>
                <c:pt idx="852">
                  <c:v>44377</c:v>
                </c:pt>
                <c:pt idx="853">
                  <c:v>44378</c:v>
                </c:pt>
                <c:pt idx="854">
                  <c:v>44379</c:v>
                </c:pt>
                <c:pt idx="855">
                  <c:v>44382</c:v>
                </c:pt>
                <c:pt idx="856">
                  <c:v>44383</c:v>
                </c:pt>
                <c:pt idx="857">
                  <c:v>44384</c:v>
                </c:pt>
                <c:pt idx="858">
                  <c:v>44385</c:v>
                </c:pt>
                <c:pt idx="859">
                  <c:v>44386</c:v>
                </c:pt>
                <c:pt idx="860">
                  <c:v>44389</c:v>
                </c:pt>
                <c:pt idx="861">
                  <c:v>44390</c:v>
                </c:pt>
                <c:pt idx="862">
                  <c:v>44391</c:v>
                </c:pt>
                <c:pt idx="863">
                  <c:v>44392</c:v>
                </c:pt>
                <c:pt idx="864">
                  <c:v>44393</c:v>
                </c:pt>
                <c:pt idx="865">
                  <c:v>44396</c:v>
                </c:pt>
                <c:pt idx="866">
                  <c:v>44398</c:v>
                </c:pt>
                <c:pt idx="867">
                  <c:v>44399</c:v>
                </c:pt>
                <c:pt idx="868">
                  <c:v>44400</c:v>
                </c:pt>
                <c:pt idx="869">
                  <c:v>44403</c:v>
                </c:pt>
                <c:pt idx="870">
                  <c:v>44404</c:v>
                </c:pt>
                <c:pt idx="871">
                  <c:v>44405</c:v>
                </c:pt>
                <c:pt idx="872">
                  <c:v>44406</c:v>
                </c:pt>
                <c:pt idx="873">
                  <c:v>44407</c:v>
                </c:pt>
                <c:pt idx="874">
                  <c:v>44410</c:v>
                </c:pt>
                <c:pt idx="875">
                  <c:v>44411</c:v>
                </c:pt>
                <c:pt idx="876">
                  <c:v>44412</c:v>
                </c:pt>
                <c:pt idx="877">
                  <c:v>44413</c:v>
                </c:pt>
                <c:pt idx="878">
                  <c:v>44414</c:v>
                </c:pt>
                <c:pt idx="879">
                  <c:v>44417</c:v>
                </c:pt>
                <c:pt idx="880">
                  <c:v>44418</c:v>
                </c:pt>
                <c:pt idx="881">
                  <c:v>44420</c:v>
                </c:pt>
                <c:pt idx="882">
                  <c:v>44421</c:v>
                </c:pt>
                <c:pt idx="883">
                  <c:v>44424</c:v>
                </c:pt>
                <c:pt idx="884">
                  <c:v>44426</c:v>
                </c:pt>
                <c:pt idx="885">
                  <c:v>44427</c:v>
                </c:pt>
                <c:pt idx="886">
                  <c:v>44428</c:v>
                </c:pt>
                <c:pt idx="887">
                  <c:v>44431</c:v>
                </c:pt>
                <c:pt idx="888">
                  <c:v>44432</c:v>
                </c:pt>
                <c:pt idx="889">
                  <c:v>44433</c:v>
                </c:pt>
                <c:pt idx="890">
                  <c:v>44434</c:v>
                </c:pt>
                <c:pt idx="891">
                  <c:v>44435</c:v>
                </c:pt>
                <c:pt idx="892">
                  <c:v>44438</c:v>
                </c:pt>
                <c:pt idx="893">
                  <c:v>44439</c:v>
                </c:pt>
                <c:pt idx="894">
                  <c:v>44440</c:v>
                </c:pt>
                <c:pt idx="895">
                  <c:v>44441</c:v>
                </c:pt>
                <c:pt idx="896">
                  <c:v>44442</c:v>
                </c:pt>
                <c:pt idx="897">
                  <c:v>44445</c:v>
                </c:pt>
                <c:pt idx="898">
                  <c:v>44446</c:v>
                </c:pt>
                <c:pt idx="899">
                  <c:v>44447</c:v>
                </c:pt>
                <c:pt idx="900">
                  <c:v>44448</c:v>
                </c:pt>
                <c:pt idx="901">
                  <c:v>44449</c:v>
                </c:pt>
                <c:pt idx="902">
                  <c:v>44452</c:v>
                </c:pt>
                <c:pt idx="903">
                  <c:v>44453</c:v>
                </c:pt>
                <c:pt idx="904">
                  <c:v>44454</c:v>
                </c:pt>
                <c:pt idx="905">
                  <c:v>44455</c:v>
                </c:pt>
                <c:pt idx="906">
                  <c:v>44456</c:v>
                </c:pt>
                <c:pt idx="907">
                  <c:v>44459</c:v>
                </c:pt>
                <c:pt idx="908">
                  <c:v>44460</c:v>
                </c:pt>
                <c:pt idx="909">
                  <c:v>44461</c:v>
                </c:pt>
                <c:pt idx="910">
                  <c:v>44462</c:v>
                </c:pt>
                <c:pt idx="911">
                  <c:v>44463</c:v>
                </c:pt>
                <c:pt idx="912">
                  <c:v>44466</c:v>
                </c:pt>
                <c:pt idx="913">
                  <c:v>44467</c:v>
                </c:pt>
                <c:pt idx="914">
                  <c:v>44468</c:v>
                </c:pt>
                <c:pt idx="915">
                  <c:v>44469</c:v>
                </c:pt>
                <c:pt idx="916">
                  <c:v>44470</c:v>
                </c:pt>
                <c:pt idx="917">
                  <c:v>44473</c:v>
                </c:pt>
                <c:pt idx="918">
                  <c:v>44474</c:v>
                </c:pt>
                <c:pt idx="919">
                  <c:v>44475</c:v>
                </c:pt>
                <c:pt idx="920">
                  <c:v>44476</c:v>
                </c:pt>
                <c:pt idx="921">
                  <c:v>44477</c:v>
                </c:pt>
                <c:pt idx="922">
                  <c:v>44480</c:v>
                </c:pt>
                <c:pt idx="923">
                  <c:v>44481</c:v>
                </c:pt>
                <c:pt idx="924">
                  <c:v>44482</c:v>
                </c:pt>
                <c:pt idx="925">
                  <c:v>44483</c:v>
                </c:pt>
                <c:pt idx="926">
                  <c:v>44484</c:v>
                </c:pt>
                <c:pt idx="927">
                  <c:v>44487</c:v>
                </c:pt>
                <c:pt idx="928">
                  <c:v>44488</c:v>
                </c:pt>
                <c:pt idx="929">
                  <c:v>44490</c:v>
                </c:pt>
                <c:pt idx="930">
                  <c:v>44491</c:v>
                </c:pt>
                <c:pt idx="931">
                  <c:v>44494</c:v>
                </c:pt>
                <c:pt idx="932">
                  <c:v>44495</c:v>
                </c:pt>
                <c:pt idx="933">
                  <c:v>44496</c:v>
                </c:pt>
                <c:pt idx="934">
                  <c:v>44497</c:v>
                </c:pt>
                <c:pt idx="935">
                  <c:v>44498</c:v>
                </c:pt>
                <c:pt idx="936">
                  <c:v>44501</c:v>
                </c:pt>
                <c:pt idx="937">
                  <c:v>44502</c:v>
                </c:pt>
                <c:pt idx="938">
                  <c:v>44503</c:v>
                </c:pt>
                <c:pt idx="939">
                  <c:v>44504</c:v>
                </c:pt>
                <c:pt idx="940">
                  <c:v>44505</c:v>
                </c:pt>
                <c:pt idx="941">
                  <c:v>44508</c:v>
                </c:pt>
                <c:pt idx="942">
                  <c:v>44509</c:v>
                </c:pt>
                <c:pt idx="943">
                  <c:v>44510</c:v>
                </c:pt>
                <c:pt idx="944">
                  <c:v>44511</c:v>
                </c:pt>
                <c:pt idx="945">
                  <c:v>44512</c:v>
                </c:pt>
                <c:pt idx="946">
                  <c:v>44515</c:v>
                </c:pt>
                <c:pt idx="947">
                  <c:v>44516</c:v>
                </c:pt>
                <c:pt idx="948">
                  <c:v>44517</c:v>
                </c:pt>
                <c:pt idx="949">
                  <c:v>44518</c:v>
                </c:pt>
                <c:pt idx="950">
                  <c:v>44519</c:v>
                </c:pt>
                <c:pt idx="951">
                  <c:v>44522</c:v>
                </c:pt>
                <c:pt idx="952">
                  <c:v>44523</c:v>
                </c:pt>
                <c:pt idx="953">
                  <c:v>44524</c:v>
                </c:pt>
                <c:pt idx="954">
                  <c:v>44525</c:v>
                </c:pt>
                <c:pt idx="955">
                  <c:v>44526</c:v>
                </c:pt>
                <c:pt idx="956">
                  <c:v>44529</c:v>
                </c:pt>
                <c:pt idx="957">
                  <c:v>44530</c:v>
                </c:pt>
                <c:pt idx="958">
                  <c:v>44531</c:v>
                </c:pt>
                <c:pt idx="959">
                  <c:v>44532</c:v>
                </c:pt>
                <c:pt idx="960">
                  <c:v>44533</c:v>
                </c:pt>
                <c:pt idx="961">
                  <c:v>44536</c:v>
                </c:pt>
                <c:pt idx="962">
                  <c:v>44537</c:v>
                </c:pt>
                <c:pt idx="963">
                  <c:v>44538</c:v>
                </c:pt>
                <c:pt idx="964">
                  <c:v>44539</c:v>
                </c:pt>
                <c:pt idx="965">
                  <c:v>44540</c:v>
                </c:pt>
                <c:pt idx="966">
                  <c:v>44543</c:v>
                </c:pt>
                <c:pt idx="967">
                  <c:v>44544</c:v>
                </c:pt>
                <c:pt idx="968">
                  <c:v>44545</c:v>
                </c:pt>
                <c:pt idx="969">
                  <c:v>44546</c:v>
                </c:pt>
                <c:pt idx="970">
                  <c:v>44547</c:v>
                </c:pt>
                <c:pt idx="971">
                  <c:v>44550</c:v>
                </c:pt>
                <c:pt idx="972">
                  <c:v>44551</c:v>
                </c:pt>
                <c:pt idx="973">
                  <c:v>44552</c:v>
                </c:pt>
                <c:pt idx="974">
                  <c:v>44553</c:v>
                </c:pt>
                <c:pt idx="975">
                  <c:v>44554</c:v>
                </c:pt>
                <c:pt idx="976">
                  <c:v>44557</c:v>
                </c:pt>
                <c:pt idx="977">
                  <c:v>44558</c:v>
                </c:pt>
                <c:pt idx="978">
                  <c:v>44559</c:v>
                </c:pt>
                <c:pt idx="979">
                  <c:v>44560</c:v>
                </c:pt>
                <c:pt idx="980">
                  <c:v>44564</c:v>
                </c:pt>
                <c:pt idx="981">
                  <c:v>44565</c:v>
                </c:pt>
                <c:pt idx="982">
                  <c:v>44566</c:v>
                </c:pt>
                <c:pt idx="983">
                  <c:v>44567</c:v>
                </c:pt>
                <c:pt idx="984">
                  <c:v>44568</c:v>
                </c:pt>
                <c:pt idx="985">
                  <c:v>44571</c:v>
                </c:pt>
                <c:pt idx="986">
                  <c:v>44572</c:v>
                </c:pt>
                <c:pt idx="987">
                  <c:v>44573</c:v>
                </c:pt>
                <c:pt idx="988">
                  <c:v>44574</c:v>
                </c:pt>
                <c:pt idx="989">
                  <c:v>44575</c:v>
                </c:pt>
                <c:pt idx="990">
                  <c:v>44578</c:v>
                </c:pt>
                <c:pt idx="991">
                  <c:v>44579</c:v>
                </c:pt>
                <c:pt idx="992">
                  <c:v>44580</c:v>
                </c:pt>
                <c:pt idx="993">
                  <c:v>44581</c:v>
                </c:pt>
                <c:pt idx="994">
                  <c:v>44582</c:v>
                </c:pt>
                <c:pt idx="995">
                  <c:v>44585</c:v>
                </c:pt>
                <c:pt idx="996">
                  <c:v>44586</c:v>
                </c:pt>
                <c:pt idx="997">
                  <c:v>44587</c:v>
                </c:pt>
                <c:pt idx="998">
                  <c:v>44588</c:v>
                </c:pt>
                <c:pt idx="999">
                  <c:v>44589</c:v>
                </c:pt>
                <c:pt idx="1000">
                  <c:v>44592</c:v>
                </c:pt>
                <c:pt idx="1001">
                  <c:v>44594</c:v>
                </c:pt>
                <c:pt idx="1002">
                  <c:v>44595</c:v>
                </c:pt>
                <c:pt idx="1003">
                  <c:v>44596</c:v>
                </c:pt>
                <c:pt idx="1004">
                  <c:v>44599</c:v>
                </c:pt>
                <c:pt idx="1005">
                  <c:v>44600</c:v>
                </c:pt>
                <c:pt idx="1006">
                  <c:v>44601</c:v>
                </c:pt>
                <c:pt idx="1007">
                  <c:v>44602</c:v>
                </c:pt>
                <c:pt idx="1008">
                  <c:v>44603</c:v>
                </c:pt>
                <c:pt idx="1009">
                  <c:v>44606</c:v>
                </c:pt>
                <c:pt idx="1010">
                  <c:v>44607</c:v>
                </c:pt>
                <c:pt idx="1011">
                  <c:v>44608</c:v>
                </c:pt>
                <c:pt idx="1012">
                  <c:v>44609</c:v>
                </c:pt>
                <c:pt idx="1013">
                  <c:v>44610</c:v>
                </c:pt>
                <c:pt idx="1014">
                  <c:v>44613</c:v>
                </c:pt>
                <c:pt idx="1015">
                  <c:v>44614</c:v>
                </c:pt>
                <c:pt idx="1016">
                  <c:v>44615</c:v>
                </c:pt>
                <c:pt idx="1017">
                  <c:v>44616</c:v>
                </c:pt>
                <c:pt idx="1018">
                  <c:v>44617</c:v>
                </c:pt>
                <c:pt idx="1019">
                  <c:v>44621</c:v>
                </c:pt>
                <c:pt idx="1020">
                  <c:v>44622</c:v>
                </c:pt>
                <c:pt idx="1021">
                  <c:v>44624</c:v>
                </c:pt>
                <c:pt idx="1022">
                  <c:v>44627</c:v>
                </c:pt>
                <c:pt idx="1023">
                  <c:v>44628</c:v>
                </c:pt>
                <c:pt idx="1024">
                  <c:v>44629</c:v>
                </c:pt>
                <c:pt idx="1025">
                  <c:v>44630</c:v>
                </c:pt>
                <c:pt idx="1026">
                  <c:v>44631</c:v>
                </c:pt>
                <c:pt idx="1027">
                  <c:v>44634</c:v>
                </c:pt>
                <c:pt idx="1028">
                  <c:v>44635</c:v>
                </c:pt>
                <c:pt idx="1029">
                  <c:v>44636</c:v>
                </c:pt>
                <c:pt idx="1030">
                  <c:v>44637</c:v>
                </c:pt>
                <c:pt idx="1031">
                  <c:v>44638</c:v>
                </c:pt>
                <c:pt idx="1032">
                  <c:v>44641</c:v>
                </c:pt>
                <c:pt idx="1033">
                  <c:v>44642</c:v>
                </c:pt>
                <c:pt idx="1034">
                  <c:v>44643</c:v>
                </c:pt>
                <c:pt idx="1035">
                  <c:v>44644</c:v>
                </c:pt>
                <c:pt idx="1036">
                  <c:v>44645</c:v>
                </c:pt>
                <c:pt idx="1037">
                  <c:v>44648</c:v>
                </c:pt>
                <c:pt idx="1038">
                  <c:v>44649</c:v>
                </c:pt>
                <c:pt idx="1039">
                  <c:v>44650</c:v>
                </c:pt>
                <c:pt idx="1040">
                  <c:v>44651</c:v>
                </c:pt>
                <c:pt idx="1041">
                  <c:v>44652</c:v>
                </c:pt>
                <c:pt idx="1042">
                  <c:v>44655</c:v>
                </c:pt>
                <c:pt idx="1043">
                  <c:v>44656</c:v>
                </c:pt>
                <c:pt idx="1044">
                  <c:v>44657</c:v>
                </c:pt>
                <c:pt idx="1045">
                  <c:v>44658</c:v>
                </c:pt>
                <c:pt idx="1046">
                  <c:v>44659</c:v>
                </c:pt>
                <c:pt idx="1047">
                  <c:v>44662</c:v>
                </c:pt>
                <c:pt idx="1048">
                  <c:v>44663</c:v>
                </c:pt>
                <c:pt idx="1049">
                  <c:v>44664</c:v>
                </c:pt>
                <c:pt idx="1050">
                  <c:v>44665</c:v>
                </c:pt>
                <c:pt idx="1051">
                  <c:v>44669</c:v>
                </c:pt>
                <c:pt idx="1052">
                  <c:v>44670</c:v>
                </c:pt>
                <c:pt idx="1053">
                  <c:v>44671</c:v>
                </c:pt>
                <c:pt idx="1054">
                  <c:v>44672</c:v>
                </c:pt>
                <c:pt idx="1055">
                  <c:v>44673</c:v>
                </c:pt>
                <c:pt idx="1056">
                  <c:v>44676</c:v>
                </c:pt>
                <c:pt idx="1057">
                  <c:v>44677</c:v>
                </c:pt>
                <c:pt idx="1058">
                  <c:v>44678</c:v>
                </c:pt>
                <c:pt idx="1059">
                  <c:v>44679</c:v>
                </c:pt>
                <c:pt idx="1060">
                  <c:v>44690</c:v>
                </c:pt>
                <c:pt idx="1061">
                  <c:v>44691</c:v>
                </c:pt>
                <c:pt idx="1062">
                  <c:v>44692</c:v>
                </c:pt>
                <c:pt idx="1063">
                  <c:v>44693</c:v>
                </c:pt>
                <c:pt idx="1064">
                  <c:v>44694</c:v>
                </c:pt>
                <c:pt idx="1065">
                  <c:v>44698</c:v>
                </c:pt>
                <c:pt idx="1066">
                  <c:v>44699</c:v>
                </c:pt>
                <c:pt idx="1067">
                  <c:v>44700</c:v>
                </c:pt>
                <c:pt idx="1068">
                  <c:v>44701</c:v>
                </c:pt>
                <c:pt idx="1069">
                  <c:v>44704</c:v>
                </c:pt>
                <c:pt idx="1070">
                  <c:v>44705</c:v>
                </c:pt>
                <c:pt idx="1071">
                  <c:v>44706</c:v>
                </c:pt>
                <c:pt idx="1072">
                  <c:v>44708</c:v>
                </c:pt>
                <c:pt idx="1073">
                  <c:v>44711</c:v>
                </c:pt>
                <c:pt idx="1074">
                  <c:v>44712</c:v>
                </c:pt>
                <c:pt idx="1075">
                  <c:v>44714</c:v>
                </c:pt>
                <c:pt idx="1076">
                  <c:v>44715</c:v>
                </c:pt>
                <c:pt idx="1077">
                  <c:v>44718</c:v>
                </c:pt>
                <c:pt idx="1078">
                  <c:v>44719</c:v>
                </c:pt>
                <c:pt idx="1079">
                  <c:v>44720</c:v>
                </c:pt>
                <c:pt idx="1080">
                  <c:v>44721</c:v>
                </c:pt>
                <c:pt idx="1081">
                  <c:v>44722</c:v>
                </c:pt>
                <c:pt idx="1082">
                  <c:v>44725</c:v>
                </c:pt>
                <c:pt idx="1083">
                  <c:v>44726</c:v>
                </c:pt>
                <c:pt idx="1084">
                  <c:v>44727</c:v>
                </c:pt>
                <c:pt idx="1085">
                  <c:v>44728</c:v>
                </c:pt>
                <c:pt idx="1086">
                  <c:v>44729</c:v>
                </c:pt>
                <c:pt idx="1087">
                  <c:v>44732</c:v>
                </c:pt>
                <c:pt idx="1088">
                  <c:v>44733</c:v>
                </c:pt>
                <c:pt idx="1089">
                  <c:v>44734</c:v>
                </c:pt>
                <c:pt idx="1090">
                  <c:v>44735</c:v>
                </c:pt>
                <c:pt idx="1091">
                  <c:v>44736</c:v>
                </c:pt>
                <c:pt idx="1092">
                  <c:v>44739</c:v>
                </c:pt>
                <c:pt idx="1093">
                  <c:v>44740</c:v>
                </c:pt>
                <c:pt idx="1094">
                  <c:v>44741</c:v>
                </c:pt>
                <c:pt idx="1095">
                  <c:v>44742</c:v>
                </c:pt>
                <c:pt idx="1096">
                  <c:v>44743</c:v>
                </c:pt>
                <c:pt idx="1097">
                  <c:v>44746</c:v>
                </c:pt>
                <c:pt idx="1098">
                  <c:v>44747</c:v>
                </c:pt>
                <c:pt idx="1099">
                  <c:v>44748</c:v>
                </c:pt>
                <c:pt idx="1100">
                  <c:v>44749</c:v>
                </c:pt>
                <c:pt idx="1101">
                  <c:v>44750</c:v>
                </c:pt>
                <c:pt idx="1102">
                  <c:v>44753</c:v>
                </c:pt>
                <c:pt idx="1103">
                  <c:v>44754</c:v>
                </c:pt>
                <c:pt idx="1104">
                  <c:v>44755</c:v>
                </c:pt>
                <c:pt idx="1105">
                  <c:v>44756</c:v>
                </c:pt>
                <c:pt idx="1106">
                  <c:v>44757</c:v>
                </c:pt>
                <c:pt idx="1107">
                  <c:v>44760</c:v>
                </c:pt>
                <c:pt idx="1108">
                  <c:v>44761</c:v>
                </c:pt>
                <c:pt idx="1109">
                  <c:v>44762</c:v>
                </c:pt>
                <c:pt idx="1110">
                  <c:v>44763</c:v>
                </c:pt>
                <c:pt idx="1111">
                  <c:v>44764</c:v>
                </c:pt>
                <c:pt idx="1112">
                  <c:v>44767</c:v>
                </c:pt>
                <c:pt idx="1113">
                  <c:v>44768</c:v>
                </c:pt>
                <c:pt idx="1114">
                  <c:v>44769</c:v>
                </c:pt>
                <c:pt idx="1115">
                  <c:v>44770</c:v>
                </c:pt>
                <c:pt idx="1116">
                  <c:v>44771</c:v>
                </c:pt>
                <c:pt idx="1117">
                  <c:v>44774</c:v>
                </c:pt>
                <c:pt idx="1118">
                  <c:v>44775</c:v>
                </c:pt>
                <c:pt idx="1119">
                  <c:v>44776</c:v>
                </c:pt>
                <c:pt idx="1120">
                  <c:v>44777</c:v>
                </c:pt>
                <c:pt idx="1121">
                  <c:v>44778</c:v>
                </c:pt>
                <c:pt idx="1122">
                  <c:v>44781</c:v>
                </c:pt>
                <c:pt idx="1123">
                  <c:v>44782</c:v>
                </c:pt>
                <c:pt idx="1124">
                  <c:v>44783</c:v>
                </c:pt>
                <c:pt idx="1125">
                  <c:v>44784</c:v>
                </c:pt>
                <c:pt idx="1126">
                  <c:v>44785</c:v>
                </c:pt>
                <c:pt idx="1127">
                  <c:v>44788</c:v>
                </c:pt>
                <c:pt idx="1128">
                  <c:v>44789</c:v>
                </c:pt>
                <c:pt idx="1129">
                  <c:v>44791</c:v>
                </c:pt>
                <c:pt idx="1130">
                  <c:v>44792</c:v>
                </c:pt>
                <c:pt idx="1131">
                  <c:v>44795</c:v>
                </c:pt>
                <c:pt idx="1132">
                  <c:v>44796</c:v>
                </c:pt>
                <c:pt idx="1133">
                  <c:v>44797</c:v>
                </c:pt>
                <c:pt idx="1134">
                  <c:v>44798</c:v>
                </c:pt>
                <c:pt idx="1135">
                  <c:v>44799</c:v>
                </c:pt>
                <c:pt idx="1136">
                  <c:v>44802</c:v>
                </c:pt>
                <c:pt idx="1137">
                  <c:v>44803</c:v>
                </c:pt>
                <c:pt idx="1138">
                  <c:v>44804</c:v>
                </c:pt>
                <c:pt idx="1139">
                  <c:v>44805</c:v>
                </c:pt>
                <c:pt idx="1140">
                  <c:v>44806</c:v>
                </c:pt>
                <c:pt idx="1141">
                  <c:v>44809</c:v>
                </c:pt>
                <c:pt idx="1142">
                  <c:v>44810</c:v>
                </c:pt>
                <c:pt idx="1143">
                  <c:v>44811</c:v>
                </c:pt>
                <c:pt idx="1144">
                  <c:v>44812</c:v>
                </c:pt>
                <c:pt idx="1145">
                  <c:v>44813</c:v>
                </c:pt>
                <c:pt idx="1146">
                  <c:v>44816</c:v>
                </c:pt>
                <c:pt idx="1147">
                  <c:v>44817</c:v>
                </c:pt>
                <c:pt idx="1148">
                  <c:v>44818</c:v>
                </c:pt>
                <c:pt idx="1149">
                  <c:v>44819</c:v>
                </c:pt>
                <c:pt idx="1150">
                  <c:v>44820</c:v>
                </c:pt>
                <c:pt idx="1151">
                  <c:v>44823</c:v>
                </c:pt>
                <c:pt idx="1152">
                  <c:v>44824</c:v>
                </c:pt>
                <c:pt idx="1153">
                  <c:v>44825</c:v>
                </c:pt>
                <c:pt idx="1154">
                  <c:v>44826</c:v>
                </c:pt>
                <c:pt idx="1155">
                  <c:v>44827</c:v>
                </c:pt>
                <c:pt idx="1156">
                  <c:v>44830</c:v>
                </c:pt>
                <c:pt idx="1157">
                  <c:v>44831</c:v>
                </c:pt>
                <c:pt idx="1158">
                  <c:v>44832</c:v>
                </c:pt>
                <c:pt idx="1159">
                  <c:v>44833</c:v>
                </c:pt>
                <c:pt idx="1160">
                  <c:v>44834</c:v>
                </c:pt>
                <c:pt idx="1161">
                  <c:v>44837</c:v>
                </c:pt>
                <c:pt idx="1162">
                  <c:v>44838</c:v>
                </c:pt>
                <c:pt idx="1163">
                  <c:v>44839</c:v>
                </c:pt>
                <c:pt idx="1164">
                  <c:v>44840</c:v>
                </c:pt>
                <c:pt idx="1165">
                  <c:v>44841</c:v>
                </c:pt>
                <c:pt idx="1166">
                  <c:v>44844</c:v>
                </c:pt>
                <c:pt idx="1167">
                  <c:v>44845</c:v>
                </c:pt>
                <c:pt idx="1168">
                  <c:v>44846</c:v>
                </c:pt>
                <c:pt idx="1169">
                  <c:v>44847</c:v>
                </c:pt>
                <c:pt idx="1170">
                  <c:v>44848</c:v>
                </c:pt>
                <c:pt idx="1171">
                  <c:v>44851</c:v>
                </c:pt>
                <c:pt idx="1172">
                  <c:v>44852</c:v>
                </c:pt>
                <c:pt idx="1173">
                  <c:v>44853</c:v>
                </c:pt>
                <c:pt idx="1174">
                  <c:v>44854</c:v>
                </c:pt>
                <c:pt idx="1175">
                  <c:v>44855</c:v>
                </c:pt>
                <c:pt idx="1176">
                  <c:v>44858</c:v>
                </c:pt>
                <c:pt idx="1177">
                  <c:v>44859</c:v>
                </c:pt>
                <c:pt idx="1178">
                  <c:v>44860</c:v>
                </c:pt>
                <c:pt idx="1179">
                  <c:v>44861</c:v>
                </c:pt>
                <c:pt idx="1180">
                  <c:v>44862</c:v>
                </c:pt>
                <c:pt idx="1181">
                  <c:v>44865</c:v>
                </c:pt>
                <c:pt idx="1182">
                  <c:v>44866</c:v>
                </c:pt>
                <c:pt idx="1183">
                  <c:v>44867</c:v>
                </c:pt>
                <c:pt idx="1184">
                  <c:v>44868</c:v>
                </c:pt>
                <c:pt idx="1185">
                  <c:v>44869</c:v>
                </c:pt>
                <c:pt idx="1186">
                  <c:v>44872</c:v>
                </c:pt>
                <c:pt idx="1187">
                  <c:v>44873</c:v>
                </c:pt>
                <c:pt idx="1188">
                  <c:v>44874</c:v>
                </c:pt>
                <c:pt idx="1189">
                  <c:v>44875</c:v>
                </c:pt>
                <c:pt idx="1190">
                  <c:v>44876</c:v>
                </c:pt>
                <c:pt idx="1191">
                  <c:v>44879</c:v>
                </c:pt>
                <c:pt idx="1192">
                  <c:v>44880</c:v>
                </c:pt>
                <c:pt idx="1193">
                  <c:v>44881</c:v>
                </c:pt>
                <c:pt idx="1194">
                  <c:v>44882</c:v>
                </c:pt>
                <c:pt idx="1195">
                  <c:v>44883</c:v>
                </c:pt>
                <c:pt idx="1196">
                  <c:v>44886</c:v>
                </c:pt>
                <c:pt idx="1197">
                  <c:v>44887</c:v>
                </c:pt>
                <c:pt idx="1198">
                  <c:v>44888</c:v>
                </c:pt>
                <c:pt idx="1199">
                  <c:v>44889</c:v>
                </c:pt>
                <c:pt idx="1200">
                  <c:v>44890</c:v>
                </c:pt>
                <c:pt idx="1201">
                  <c:v>44893</c:v>
                </c:pt>
                <c:pt idx="1202">
                  <c:v>44894</c:v>
                </c:pt>
                <c:pt idx="1203">
                  <c:v>44895</c:v>
                </c:pt>
                <c:pt idx="1204">
                  <c:v>44896</c:v>
                </c:pt>
                <c:pt idx="1205">
                  <c:v>44897</c:v>
                </c:pt>
                <c:pt idx="1206">
                  <c:v>44900</c:v>
                </c:pt>
                <c:pt idx="1207">
                  <c:v>44901</c:v>
                </c:pt>
                <c:pt idx="1208">
                  <c:v>44902</c:v>
                </c:pt>
                <c:pt idx="1209">
                  <c:v>44903</c:v>
                </c:pt>
                <c:pt idx="1210">
                  <c:v>44904</c:v>
                </c:pt>
                <c:pt idx="1211">
                  <c:v>44907</c:v>
                </c:pt>
                <c:pt idx="1212">
                  <c:v>44908</c:v>
                </c:pt>
                <c:pt idx="1213">
                  <c:v>44909</c:v>
                </c:pt>
                <c:pt idx="1214">
                  <c:v>44910</c:v>
                </c:pt>
                <c:pt idx="1215">
                  <c:v>44911</c:v>
                </c:pt>
                <c:pt idx="1216">
                  <c:v>44914</c:v>
                </c:pt>
                <c:pt idx="1217">
                  <c:v>44915</c:v>
                </c:pt>
                <c:pt idx="1218">
                  <c:v>44916</c:v>
                </c:pt>
                <c:pt idx="1219">
                  <c:v>44917</c:v>
                </c:pt>
                <c:pt idx="1220">
                  <c:v>44918</c:v>
                </c:pt>
                <c:pt idx="1221">
                  <c:v>44921</c:v>
                </c:pt>
                <c:pt idx="1222">
                  <c:v>44922</c:v>
                </c:pt>
                <c:pt idx="1223">
                  <c:v>44923</c:v>
                </c:pt>
                <c:pt idx="1224">
                  <c:v>44924</c:v>
                </c:pt>
                <c:pt idx="1225">
                  <c:v>44925</c:v>
                </c:pt>
                <c:pt idx="1226">
                  <c:v>44928</c:v>
                </c:pt>
                <c:pt idx="1227">
                  <c:v>44929</c:v>
                </c:pt>
                <c:pt idx="1228">
                  <c:v>44930</c:v>
                </c:pt>
                <c:pt idx="1229">
                  <c:v>44931</c:v>
                </c:pt>
                <c:pt idx="1230">
                  <c:v>44932</c:v>
                </c:pt>
                <c:pt idx="1231">
                  <c:v>44935</c:v>
                </c:pt>
                <c:pt idx="1232">
                  <c:v>44936</c:v>
                </c:pt>
                <c:pt idx="1233">
                  <c:v>44937</c:v>
                </c:pt>
                <c:pt idx="1234">
                  <c:v>44938</c:v>
                </c:pt>
                <c:pt idx="1235">
                  <c:v>44939</c:v>
                </c:pt>
                <c:pt idx="1236">
                  <c:v>44942</c:v>
                </c:pt>
                <c:pt idx="1237">
                  <c:v>44943</c:v>
                </c:pt>
                <c:pt idx="1238">
                  <c:v>44944</c:v>
                </c:pt>
                <c:pt idx="1239">
                  <c:v>44945</c:v>
                </c:pt>
                <c:pt idx="1240">
                  <c:v>44946</c:v>
                </c:pt>
                <c:pt idx="1241">
                  <c:v>44950</c:v>
                </c:pt>
                <c:pt idx="1242">
                  <c:v>44951</c:v>
                </c:pt>
                <c:pt idx="1243">
                  <c:v>44952</c:v>
                </c:pt>
                <c:pt idx="1244">
                  <c:v>44953</c:v>
                </c:pt>
                <c:pt idx="1245">
                  <c:v>44956</c:v>
                </c:pt>
                <c:pt idx="1246">
                  <c:v>44957</c:v>
                </c:pt>
                <c:pt idx="1247">
                  <c:v>44958</c:v>
                </c:pt>
                <c:pt idx="1248">
                  <c:v>44959</c:v>
                </c:pt>
                <c:pt idx="1249">
                  <c:v>44960</c:v>
                </c:pt>
                <c:pt idx="1250">
                  <c:v>44963</c:v>
                </c:pt>
                <c:pt idx="1251">
                  <c:v>44964</c:v>
                </c:pt>
                <c:pt idx="1252">
                  <c:v>44965</c:v>
                </c:pt>
                <c:pt idx="1253">
                  <c:v>44966</c:v>
                </c:pt>
                <c:pt idx="1254">
                  <c:v>44967</c:v>
                </c:pt>
                <c:pt idx="1255">
                  <c:v>44970</c:v>
                </c:pt>
                <c:pt idx="1256">
                  <c:v>44971</c:v>
                </c:pt>
                <c:pt idx="1257">
                  <c:v>44972</c:v>
                </c:pt>
                <c:pt idx="1258">
                  <c:v>44973</c:v>
                </c:pt>
                <c:pt idx="1259">
                  <c:v>44974</c:v>
                </c:pt>
                <c:pt idx="1260">
                  <c:v>44977</c:v>
                </c:pt>
                <c:pt idx="1261">
                  <c:v>44978</c:v>
                </c:pt>
                <c:pt idx="1262">
                  <c:v>44979</c:v>
                </c:pt>
                <c:pt idx="1263">
                  <c:v>44980</c:v>
                </c:pt>
                <c:pt idx="1264">
                  <c:v>44981</c:v>
                </c:pt>
                <c:pt idx="1265">
                  <c:v>44984</c:v>
                </c:pt>
                <c:pt idx="1266">
                  <c:v>44985</c:v>
                </c:pt>
                <c:pt idx="1267">
                  <c:v>44986</c:v>
                </c:pt>
                <c:pt idx="1268">
                  <c:v>44987</c:v>
                </c:pt>
                <c:pt idx="1269">
                  <c:v>44988</c:v>
                </c:pt>
                <c:pt idx="1270">
                  <c:v>44991</c:v>
                </c:pt>
                <c:pt idx="1271">
                  <c:v>44992</c:v>
                </c:pt>
                <c:pt idx="1272">
                  <c:v>44993</c:v>
                </c:pt>
                <c:pt idx="1273">
                  <c:v>44994</c:v>
                </c:pt>
                <c:pt idx="1274">
                  <c:v>44995</c:v>
                </c:pt>
                <c:pt idx="1275">
                  <c:v>44998</c:v>
                </c:pt>
                <c:pt idx="1276">
                  <c:v>44999</c:v>
                </c:pt>
                <c:pt idx="1277">
                  <c:v>45000</c:v>
                </c:pt>
                <c:pt idx="1278">
                  <c:v>45001</c:v>
                </c:pt>
                <c:pt idx="1279">
                  <c:v>45002</c:v>
                </c:pt>
                <c:pt idx="1280">
                  <c:v>45005</c:v>
                </c:pt>
                <c:pt idx="1281">
                  <c:v>45006</c:v>
                </c:pt>
                <c:pt idx="1282">
                  <c:v>45009</c:v>
                </c:pt>
                <c:pt idx="1283">
                  <c:v>45012</c:v>
                </c:pt>
                <c:pt idx="1284">
                  <c:v>45013</c:v>
                </c:pt>
                <c:pt idx="1285">
                  <c:v>45014</c:v>
                </c:pt>
                <c:pt idx="1286">
                  <c:v>45015</c:v>
                </c:pt>
                <c:pt idx="1287">
                  <c:v>45016</c:v>
                </c:pt>
                <c:pt idx="1288">
                  <c:v>45019</c:v>
                </c:pt>
                <c:pt idx="1289">
                  <c:v>45020</c:v>
                </c:pt>
                <c:pt idx="1290">
                  <c:v>45021</c:v>
                </c:pt>
                <c:pt idx="1291">
                  <c:v>45022</c:v>
                </c:pt>
                <c:pt idx="1292">
                  <c:v>45026</c:v>
                </c:pt>
                <c:pt idx="1293">
                  <c:v>45027</c:v>
                </c:pt>
                <c:pt idx="1294">
                  <c:v>45028</c:v>
                </c:pt>
                <c:pt idx="1295">
                  <c:v>45029</c:v>
                </c:pt>
                <c:pt idx="1296">
                  <c:v>45030</c:v>
                </c:pt>
                <c:pt idx="1297">
                  <c:v>45033</c:v>
                </c:pt>
                <c:pt idx="1298">
                  <c:v>45034</c:v>
                </c:pt>
                <c:pt idx="1299">
                  <c:v>45042</c:v>
                </c:pt>
                <c:pt idx="1300">
                  <c:v>45043</c:v>
                </c:pt>
                <c:pt idx="1301">
                  <c:v>45044</c:v>
                </c:pt>
                <c:pt idx="1302">
                  <c:v>45048</c:v>
                </c:pt>
                <c:pt idx="1303">
                  <c:v>45049</c:v>
                </c:pt>
                <c:pt idx="1304">
                  <c:v>45050</c:v>
                </c:pt>
                <c:pt idx="1305">
                  <c:v>45051</c:v>
                </c:pt>
                <c:pt idx="1306">
                  <c:v>45054</c:v>
                </c:pt>
                <c:pt idx="1307">
                  <c:v>45055</c:v>
                </c:pt>
                <c:pt idx="1308">
                  <c:v>45056</c:v>
                </c:pt>
                <c:pt idx="1309">
                  <c:v>45057</c:v>
                </c:pt>
                <c:pt idx="1310">
                  <c:v>45058</c:v>
                </c:pt>
                <c:pt idx="1311">
                  <c:v>45061</c:v>
                </c:pt>
                <c:pt idx="1312">
                  <c:v>45062</c:v>
                </c:pt>
                <c:pt idx="1313">
                  <c:v>45063</c:v>
                </c:pt>
                <c:pt idx="1314">
                  <c:v>45065</c:v>
                </c:pt>
                <c:pt idx="1315">
                  <c:v>45068</c:v>
                </c:pt>
                <c:pt idx="1316">
                  <c:v>45069</c:v>
                </c:pt>
                <c:pt idx="1317">
                  <c:v>45070</c:v>
                </c:pt>
                <c:pt idx="1318">
                  <c:v>45071</c:v>
                </c:pt>
                <c:pt idx="1319">
                  <c:v>45072</c:v>
                </c:pt>
                <c:pt idx="1320">
                  <c:v>45075</c:v>
                </c:pt>
                <c:pt idx="1321">
                  <c:v>45076</c:v>
                </c:pt>
                <c:pt idx="1322">
                  <c:v>45077</c:v>
                </c:pt>
                <c:pt idx="1323">
                  <c:v>45082</c:v>
                </c:pt>
                <c:pt idx="1324">
                  <c:v>45083</c:v>
                </c:pt>
                <c:pt idx="1325">
                  <c:v>45084</c:v>
                </c:pt>
                <c:pt idx="1326">
                  <c:v>45085</c:v>
                </c:pt>
                <c:pt idx="1327">
                  <c:v>45086</c:v>
                </c:pt>
                <c:pt idx="1328">
                  <c:v>45089</c:v>
                </c:pt>
                <c:pt idx="1329">
                  <c:v>45090</c:v>
                </c:pt>
                <c:pt idx="1330">
                  <c:v>45091</c:v>
                </c:pt>
                <c:pt idx="1331">
                  <c:v>45092</c:v>
                </c:pt>
                <c:pt idx="1332">
                  <c:v>45093</c:v>
                </c:pt>
                <c:pt idx="1333">
                  <c:v>45096</c:v>
                </c:pt>
                <c:pt idx="1334">
                  <c:v>45097</c:v>
                </c:pt>
                <c:pt idx="1335">
                  <c:v>45098</c:v>
                </c:pt>
                <c:pt idx="1336">
                  <c:v>45099</c:v>
                </c:pt>
                <c:pt idx="1337">
                  <c:v>45100</c:v>
                </c:pt>
                <c:pt idx="1338">
                  <c:v>45103</c:v>
                </c:pt>
                <c:pt idx="1339">
                  <c:v>45104</c:v>
                </c:pt>
                <c:pt idx="1340">
                  <c:v>45110</c:v>
                </c:pt>
                <c:pt idx="1341">
                  <c:v>45111</c:v>
                </c:pt>
                <c:pt idx="1342">
                  <c:v>45112</c:v>
                </c:pt>
                <c:pt idx="1343">
                  <c:v>45113</c:v>
                </c:pt>
                <c:pt idx="1344">
                  <c:v>45114</c:v>
                </c:pt>
                <c:pt idx="1345">
                  <c:v>45117</c:v>
                </c:pt>
                <c:pt idx="1346">
                  <c:v>45118</c:v>
                </c:pt>
                <c:pt idx="1347">
                  <c:v>45119</c:v>
                </c:pt>
                <c:pt idx="1348">
                  <c:v>45120</c:v>
                </c:pt>
                <c:pt idx="1349">
                  <c:v>45121</c:v>
                </c:pt>
                <c:pt idx="1350">
                  <c:v>45124</c:v>
                </c:pt>
                <c:pt idx="1351">
                  <c:v>45125</c:v>
                </c:pt>
                <c:pt idx="1352">
                  <c:v>45127</c:v>
                </c:pt>
                <c:pt idx="1353">
                  <c:v>45128</c:v>
                </c:pt>
                <c:pt idx="1354">
                  <c:v>45131</c:v>
                </c:pt>
                <c:pt idx="1355">
                  <c:v>45132</c:v>
                </c:pt>
                <c:pt idx="1356">
                  <c:v>45133</c:v>
                </c:pt>
                <c:pt idx="1357">
                  <c:v>45134</c:v>
                </c:pt>
                <c:pt idx="1358">
                  <c:v>45135</c:v>
                </c:pt>
                <c:pt idx="1359">
                  <c:v>45138</c:v>
                </c:pt>
                <c:pt idx="1360">
                  <c:v>45139</c:v>
                </c:pt>
                <c:pt idx="1361">
                  <c:v>45140</c:v>
                </c:pt>
                <c:pt idx="1362">
                  <c:v>45141</c:v>
                </c:pt>
                <c:pt idx="1363">
                  <c:v>45142</c:v>
                </c:pt>
                <c:pt idx="1364">
                  <c:v>45145</c:v>
                </c:pt>
                <c:pt idx="1365">
                  <c:v>45146</c:v>
                </c:pt>
                <c:pt idx="1366">
                  <c:v>45147</c:v>
                </c:pt>
                <c:pt idx="1367">
                  <c:v>45148</c:v>
                </c:pt>
                <c:pt idx="1368">
                  <c:v>45149</c:v>
                </c:pt>
                <c:pt idx="1369">
                  <c:v>45152</c:v>
                </c:pt>
                <c:pt idx="1370">
                  <c:v>45153</c:v>
                </c:pt>
                <c:pt idx="1371">
                  <c:v>45154</c:v>
                </c:pt>
                <c:pt idx="1372">
                  <c:v>45156</c:v>
                </c:pt>
                <c:pt idx="1373">
                  <c:v>45159</c:v>
                </c:pt>
                <c:pt idx="1374">
                  <c:v>45160</c:v>
                </c:pt>
                <c:pt idx="1375">
                  <c:v>45161</c:v>
                </c:pt>
                <c:pt idx="1376">
                  <c:v>45162</c:v>
                </c:pt>
                <c:pt idx="1377">
                  <c:v>45163</c:v>
                </c:pt>
                <c:pt idx="1378">
                  <c:v>45166</c:v>
                </c:pt>
                <c:pt idx="1379">
                  <c:v>45167</c:v>
                </c:pt>
                <c:pt idx="1380">
                  <c:v>45168</c:v>
                </c:pt>
                <c:pt idx="1381">
                  <c:v>45169</c:v>
                </c:pt>
                <c:pt idx="1382">
                  <c:v>45170</c:v>
                </c:pt>
                <c:pt idx="1383">
                  <c:v>45173</c:v>
                </c:pt>
                <c:pt idx="1384">
                  <c:v>45174</c:v>
                </c:pt>
                <c:pt idx="1385">
                  <c:v>45175</c:v>
                </c:pt>
                <c:pt idx="1386">
                  <c:v>45176</c:v>
                </c:pt>
                <c:pt idx="1387">
                  <c:v>45177</c:v>
                </c:pt>
                <c:pt idx="1388">
                  <c:v>45180</c:v>
                </c:pt>
                <c:pt idx="1389">
                  <c:v>45181</c:v>
                </c:pt>
                <c:pt idx="1390">
                  <c:v>45182</c:v>
                </c:pt>
                <c:pt idx="1391">
                  <c:v>45183</c:v>
                </c:pt>
                <c:pt idx="1392">
                  <c:v>45184</c:v>
                </c:pt>
                <c:pt idx="1393">
                  <c:v>45187</c:v>
                </c:pt>
                <c:pt idx="1394">
                  <c:v>45188</c:v>
                </c:pt>
                <c:pt idx="1395">
                  <c:v>45189</c:v>
                </c:pt>
                <c:pt idx="1396">
                  <c:v>45190</c:v>
                </c:pt>
                <c:pt idx="1397">
                  <c:v>45191</c:v>
                </c:pt>
                <c:pt idx="1398">
                  <c:v>45194</c:v>
                </c:pt>
                <c:pt idx="1399">
                  <c:v>45195</c:v>
                </c:pt>
                <c:pt idx="1400">
                  <c:v>45196</c:v>
                </c:pt>
                <c:pt idx="1401">
                  <c:v>45198</c:v>
                </c:pt>
                <c:pt idx="1402">
                  <c:v>45201</c:v>
                </c:pt>
                <c:pt idx="1403">
                  <c:v>45202</c:v>
                </c:pt>
                <c:pt idx="1404">
                  <c:v>45203</c:v>
                </c:pt>
                <c:pt idx="1405">
                  <c:v>45204</c:v>
                </c:pt>
                <c:pt idx="1406">
                  <c:v>45205</c:v>
                </c:pt>
                <c:pt idx="1407">
                  <c:v>45208</c:v>
                </c:pt>
                <c:pt idx="1408">
                  <c:v>45209</c:v>
                </c:pt>
                <c:pt idx="1409">
                  <c:v>45210</c:v>
                </c:pt>
                <c:pt idx="1410">
                  <c:v>45211</c:v>
                </c:pt>
                <c:pt idx="1411">
                  <c:v>45212</c:v>
                </c:pt>
                <c:pt idx="1412">
                  <c:v>45215</c:v>
                </c:pt>
                <c:pt idx="1413">
                  <c:v>45216</c:v>
                </c:pt>
                <c:pt idx="1414">
                  <c:v>45217</c:v>
                </c:pt>
                <c:pt idx="1415">
                  <c:v>45218</c:v>
                </c:pt>
                <c:pt idx="1416">
                  <c:v>45219</c:v>
                </c:pt>
                <c:pt idx="1417">
                  <c:v>45222</c:v>
                </c:pt>
                <c:pt idx="1418">
                  <c:v>45223</c:v>
                </c:pt>
                <c:pt idx="1419">
                  <c:v>45224</c:v>
                </c:pt>
                <c:pt idx="1420">
                  <c:v>45225</c:v>
                </c:pt>
                <c:pt idx="1421">
                  <c:v>45226</c:v>
                </c:pt>
                <c:pt idx="1422">
                  <c:v>45229</c:v>
                </c:pt>
                <c:pt idx="1423">
                  <c:v>45230</c:v>
                </c:pt>
                <c:pt idx="1424">
                  <c:v>45231</c:v>
                </c:pt>
                <c:pt idx="1425">
                  <c:v>45232</c:v>
                </c:pt>
                <c:pt idx="1426">
                  <c:v>45233</c:v>
                </c:pt>
                <c:pt idx="1427">
                  <c:v>45236</c:v>
                </c:pt>
                <c:pt idx="1428">
                  <c:v>45237</c:v>
                </c:pt>
                <c:pt idx="1429">
                  <c:v>45238</c:v>
                </c:pt>
                <c:pt idx="1430">
                  <c:v>45239</c:v>
                </c:pt>
                <c:pt idx="1431">
                  <c:v>45240</c:v>
                </c:pt>
                <c:pt idx="1432">
                  <c:v>45243</c:v>
                </c:pt>
                <c:pt idx="1433">
                  <c:v>45244</c:v>
                </c:pt>
                <c:pt idx="1434">
                  <c:v>45245</c:v>
                </c:pt>
                <c:pt idx="1435">
                  <c:v>45246</c:v>
                </c:pt>
                <c:pt idx="1436">
                  <c:v>45247</c:v>
                </c:pt>
                <c:pt idx="1437">
                  <c:v>45250</c:v>
                </c:pt>
                <c:pt idx="1438">
                  <c:v>45251</c:v>
                </c:pt>
                <c:pt idx="1439">
                  <c:v>45252</c:v>
                </c:pt>
                <c:pt idx="1440">
                  <c:v>45253</c:v>
                </c:pt>
                <c:pt idx="1441">
                  <c:v>45254</c:v>
                </c:pt>
                <c:pt idx="1442">
                  <c:v>45257</c:v>
                </c:pt>
                <c:pt idx="1443">
                  <c:v>45258</c:v>
                </c:pt>
                <c:pt idx="1444">
                  <c:v>45259</c:v>
                </c:pt>
                <c:pt idx="1445">
                  <c:v>45260</c:v>
                </c:pt>
                <c:pt idx="1446">
                  <c:v>45261</c:v>
                </c:pt>
                <c:pt idx="1447">
                  <c:v>45264</c:v>
                </c:pt>
                <c:pt idx="1448">
                  <c:v>45265</c:v>
                </c:pt>
                <c:pt idx="1449">
                  <c:v>45266</c:v>
                </c:pt>
                <c:pt idx="1450">
                  <c:v>45267</c:v>
                </c:pt>
                <c:pt idx="1451">
                  <c:v>45268</c:v>
                </c:pt>
                <c:pt idx="1452">
                  <c:v>45271</c:v>
                </c:pt>
                <c:pt idx="1453">
                  <c:v>45272</c:v>
                </c:pt>
                <c:pt idx="1454">
                  <c:v>45273</c:v>
                </c:pt>
                <c:pt idx="1455">
                  <c:v>45274</c:v>
                </c:pt>
                <c:pt idx="1456">
                  <c:v>45275</c:v>
                </c:pt>
                <c:pt idx="1457">
                  <c:v>45278</c:v>
                </c:pt>
                <c:pt idx="1458">
                  <c:v>45279</c:v>
                </c:pt>
                <c:pt idx="1459">
                  <c:v>45280</c:v>
                </c:pt>
                <c:pt idx="1460">
                  <c:v>45281</c:v>
                </c:pt>
                <c:pt idx="1461">
                  <c:v>45282</c:v>
                </c:pt>
                <c:pt idx="1462">
                  <c:v>45287</c:v>
                </c:pt>
                <c:pt idx="1463">
                  <c:v>45288</c:v>
                </c:pt>
                <c:pt idx="1464">
                  <c:v>45289</c:v>
                </c:pt>
                <c:pt idx="1465">
                  <c:v>45293</c:v>
                </c:pt>
                <c:pt idx="1466">
                  <c:v>45294</c:v>
                </c:pt>
                <c:pt idx="1467">
                  <c:v>45295</c:v>
                </c:pt>
                <c:pt idx="1468">
                  <c:v>45296</c:v>
                </c:pt>
                <c:pt idx="1469">
                  <c:v>45299</c:v>
                </c:pt>
                <c:pt idx="1470">
                  <c:v>45300</c:v>
                </c:pt>
                <c:pt idx="1471">
                  <c:v>45301</c:v>
                </c:pt>
                <c:pt idx="1472">
                  <c:v>45302</c:v>
                </c:pt>
                <c:pt idx="1473">
                  <c:v>45303</c:v>
                </c:pt>
                <c:pt idx="1474">
                  <c:v>45306</c:v>
                </c:pt>
                <c:pt idx="1475">
                  <c:v>45307</c:v>
                </c:pt>
                <c:pt idx="1476">
                  <c:v>45308</c:v>
                </c:pt>
                <c:pt idx="1477">
                  <c:v>45309</c:v>
                </c:pt>
                <c:pt idx="1478">
                  <c:v>45310</c:v>
                </c:pt>
                <c:pt idx="1479">
                  <c:v>45313</c:v>
                </c:pt>
                <c:pt idx="1480">
                  <c:v>45314</c:v>
                </c:pt>
                <c:pt idx="1481">
                  <c:v>45315</c:v>
                </c:pt>
                <c:pt idx="1482">
                  <c:v>45316</c:v>
                </c:pt>
                <c:pt idx="1483">
                  <c:v>45317</c:v>
                </c:pt>
                <c:pt idx="1484">
                  <c:v>45320</c:v>
                </c:pt>
                <c:pt idx="1485">
                  <c:v>45321</c:v>
                </c:pt>
                <c:pt idx="1486">
                  <c:v>45322</c:v>
                </c:pt>
                <c:pt idx="1487">
                  <c:v>45323</c:v>
                </c:pt>
                <c:pt idx="1488">
                  <c:v>45324</c:v>
                </c:pt>
                <c:pt idx="1489">
                  <c:v>45327</c:v>
                </c:pt>
                <c:pt idx="1490">
                  <c:v>45328</c:v>
                </c:pt>
                <c:pt idx="1491">
                  <c:v>45329</c:v>
                </c:pt>
                <c:pt idx="1492">
                  <c:v>45334</c:v>
                </c:pt>
                <c:pt idx="1493">
                  <c:v>45335</c:v>
                </c:pt>
                <c:pt idx="1494">
                  <c:v>45337</c:v>
                </c:pt>
                <c:pt idx="1495">
                  <c:v>45338</c:v>
                </c:pt>
                <c:pt idx="1496">
                  <c:v>45341</c:v>
                </c:pt>
                <c:pt idx="1497">
                  <c:v>45342</c:v>
                </c:pt>
                <c:pt idx="1498">
                  <c:v>45343</c:v>
                </c:pt>
                <c:pt idx="1499">
                  <c:v>45344</c:v>
                </c:pt>
                <c:pt idx="1500">
                  <c:v>45345</c:v>
                </c:pt>
                <c:pt idx="1501">
                  <c:v>45348</c:v>
                </c:pt>
                <c:pt idx="1502">
                  <c:v>45349</c:v>
                </c:pt>
                <c:pt idx="1503">
                  <c:v>45350</c:v>
                </c:pt>
                <c:pt idx="1504">
                  <c:v>45351</c:v>
                </c:pt>
                <c:pt idx="1505">
                  <c:v>45352</c:v>
                </c:pt>
                <c:pt idx="1506">
                  <c:v>45355</c:v>
                </c:pt>
                <c:pt idx="1507">
                  <c:v>45356</c:v>
                </c:pt>
                <c:pt idx="1508">
                  <c:v>45357</c:v>
                </c:pt>
                <c:pt idx="1509">
                  <c:v>45358</c:v>
                </c:pt>
                <c:pt idx="1510">
                  <c:v>45359</c:v>
                </c:pt>
                <c:pt idx="1511">
                  <c:v>45364</c:v>
                </c:pt>
                <c:pt idx="1512">
                  <c:v>45365</c:v>
                </c:pt>
                <c:pt idx="1513">
                  <c:v>45366</c:v>
                </c:pt>
                <c:pt idx="1514">
                  <c:v>45369</c:v>
                </c:pt>
                <c:pt idx="1515">
                  <c:v>45370</c:v>
                </c:pt>
                <c:pt idx="1516">
                  <c:v>45371</c:v>
                </c:pt>
                <c:pt idx="1517">
                  <c:v>45372</c:v>
                </c:pt>
                <c:pt idx="1518">
                  <c:v>45373</c:v>
                </c:pt>
                <c:pt idx="1519">
                  <c:v>45376</c:v>
                </c:pt>
                <c:pt idx="1520">
                  <c:v>45377</c:v>
                </c:pt>
                <c:pt idx="1521">
                  <c:v>45378</c:v>
                </c:pt>
                <c:pt idx="1522">
                  <c:v>45379</c:v>
                </c:pt>
                <c:pt idx="1523">
                  <c:v>45383</c:v>
                </c:pt>
                <c:pt idx="1524">
                  <c:v>45384</c:v>
                </c:pt>
                <c:pt idx="1525">
                  <c:v>45385</c:v>
                </c:pt>
                <c:pt idx="1526">
                  <c:v>45386</c:v>
                </c:pt>
                <c:pt idx="1527">
                  <c:v>45387</c:v>
                </c:pt>
                <c:pt idx="1528">
                  <c:v>45398</c:v>
                </c:pt>
                <c:pt idx="1529">
                  <c:v>45399</c:v>
                </c:pt>
                <c:pt idx="1530">
                  <c:v>45400</c:v>
                </c:pt>
                <c:pt idx="1531">
                  <c:v>45401</c:v>
                </c:pt>
                <c:pt idx="1532">
                  <c:v>45404</c:v>
                </c:pt>
                <c:pt idx="1533">
                  <c:v>45405</c:v>
                </c:pt>
                <c:pt idx="1534">
                  <c:v>45406</c:v>
                </c:pt>
                <c:pt idx="1535">
                  <c:v>45407</c:v>
                </c:pt>
                <c:pt idx="1536">
                  <c:v>45408</c:v>
                </c:pt>
                <c:pt idx="1537">
                  <c:v>45411</c:v>
                </c:pt>
                <c:pt idx="1538">
                  <c:v>45412</c:v>
                </c:pt>
                <c:pt idx="1539">
                  <c:v>45414</c:v>
                </c:pt>
                <c:pt idx="1540">
                  <c:v>45415</c:v>
                </c:pt>
                <c:pt idx="1541">
                  <c:v>45418</c:v>
                </c:pt>
                <c:pt idx="1542">
                  <c:v>45419</c:v>
                </c:pt>
                <c:pt idx="1543">
                  <c:v>45420</c:v>
                </c:pt>
                <c:pt idx="1544">
                  <c:v>45425</c:v>
                </c:pt>
                <c:pt idx="1545">
                  <c:v>45426</c:v>
                </c:pt>
                <c:pt idx="1546">
                  <c:v>45427</c:v>
                </c:pt>
                <c:pt idx="1547">
                  <c:v>45428</c:v>
                </c:pt>
                <c:pt idx="1548">
                  <c:v>45429</c:v>
                </c:pt>
                <c:pt idx="1549">
                  <c:v>45432</c:v>
                </c:pt>
                <c:pt idx="1550">
                  <c:v>45433</c:v>
                </c:pt>
                <c:pt idx="1551">
                  <c:v>45434</c:v>
                </c:pt>
                <c:pt idx="1552">
                  <c:v>45439</c:v>
                </c:pt>
                <c:pt idx="1553">
                  <c:v>45440</c:v>
                </c:pt>
                <c:pt idx="1554">
                  <c:v>45441</c:v>
                </c:pt>
                <c:pt idx="1555">
                  <c:v>45442</c:v>
                </c:pt>
                <c:pt idx="1556">
                  <c:v>45443</c:v>
                </c:pt>
                <c:pt idx="1557">
                  <c:v>45446</c:v>
                </c:pt>
                <c:pt idx="1558">
                  <c:v>45447</c:v>
                </c:pt>
                <c:pt idx="1559">
                  <c:v>45448</c:v>
                </c:pt>
                <c:pt idx="1560">
                  <c:v>45449</c:v>
                </c:pt>
                <c:pt idx="1561">
                  <c:v>45450</c:v>
                </c:pt>
                <c:pt idx="1562">
                  <c:v>45453</c:v>
                </c:pt>
                <c:pt idx="1563">
                  <c:v>45454</c:v>
                </c:pt>
                <c:pt idx="1564">
                  <c:v>45455</c:v>
                </c:pt>
                <c:pt idx="1565">
                  <c:v>45456</c:v>
                </c:pt>
                <c:pt idx="1566">
                  <c:v>45457</c:v>
                </c:pt>
                <c:pt idx="1567">
                  <c:v>45462</c:v>
                </c:pt>
                <c:pt idx="1568">
                  <c:v>45463</c:v>
                </c:pt>
                <c:pt idx="1569">
                  <c:v>45464</c:v>
                </c:pt>
                <c:pt idx="1570">
                  <c:v>45467</c:v>
                </c:pt>
                <c:pt idx="1571">
                  <c:v>45468</c:v>
                </c:pt>
                <c:pt idx="1572">
                  <c:v>45469</c:v>
                </c:pt>
                <c:pt idx="1573">
                  <c:v>45470</c:v>
                </c:pt>
                <c:pt idx="1574">
                  <c:v>45471</c:v>
                </c:pt>
                <c:pt idx="1575">
                  <c:v>45474</c:v>
                </c:pt>
                <c:pt idx="1576">
                  <c:v>45475</c:v>
                </c:pt>
                <c:pt idx="1577">
                  <c:v>45476</c:v>
                </c:pt>
                <c:pt idx="1578">
                  <c:v>45477</c:v>
                </c:pt>
                <c:pt idx="1579">
                  <c:v>45478</c:v>
                </c:pt>
                <c:pt idx="1580">
                  <c:v>45481</c:v>
                </c:pt>
                <c:pt idx="1581">
                  <c:v>45482</c:v>
                </c:pt>
                <c:pt idx="1582">
                  <c:v>45483</c:v>
                </c:pt>
                <c:pt idx="1583">
                  <c:v>45484</c:v>
                </c:pt>
                <c:pt idx="1584">
                  <c:v>45485</c:v>
                </c:pt>
                <c:pt idx="1585">
                  <c:v>45488</c:v>
                </c:pt>
                <c:pt idx="1586">
                  <c:v>45489</c:v>
                </c:pt>
                <c:pt idx="1587">
                  <c:v>45490</c:v>
                </c:pt>
                <c:pt idx="1588">
                  <c:v>45491</c:v>
                </c:pt>
                <c:pt idx="1589">
                  <c:v>45492</c:v>
                </c:pt>
                <c:pt idx="1590">
                  <c:v>45495</c:v>
                </c:pt>
                <c:pt idx="1591">
                  <c:v>45496</c:v>
                </c:pt>
                <c:pt idx="1592">
                  <c:v>45497</c:v>
                </c:pt>
                <c:pt idx="1593">
                  <c:v>45498</c:v>
                </c:pt>
                <c:pt idx="1594">
                  <c:v>45499</c:v>
                </c:pt>
                <c:pt idx="1595">
                  <c:v>45502</c:v>
                </c:pt>
                <c:pt idx="1596">
                  <c:v>45503</c:v>
                </c:pt>
                <c:pt idx="1597">
                  <c:v>45504</c:v>
                </c:pt>
                <c:pt idx="1598">
                  <c:v>45505</c:v>
                </c:pt>
                <c:pt idx="1599">
                  <c:v>45506</c:v>
                </c:pt>
                <c:pt idx="1600">
                  <c:v>45509</c:v>
                </c:pt>
                <c:pt idx="1601">
                  <c:v>45510</c:v>
                </c:pt>
                <c:pt idx="1602">
                  <c:v>45511</c:v>
                </c:pt>
                <c:pt idx="1603">
                  <c:v>45512</c:v>
                </c:pt>
                <c:pt idx="1604">
                  <c:v>45513</c:v>
                </c:pt>
                <c:pt idx="1605">
                  <c:v>45516</c:v>
                </c:pt>
                <c:pt idx="1606">
                  <c:v>45517</c:v>
                </c:pt>
                <c:pt idx="1607">
                  <c:v>45518</c:v>
                </c:pt>
                <c:pt idx="1608">
                  <c:v>45519</c:v>
                </c:pt>
                <c:pt idx="1609">
                  <c:v>45520</c:v>
                </c:pt>
                <c:pt idx="1610">
                  <c:v>45523</c:v>
                </c:pt>
                <c:pt idx="1611">
                  <c:v>45524</c:v>
                </c:pt>
                <c:pt idx="1612">
                  <c:v>45525</c:v>
                </c:pt>
                <c:pt idx="1613">
                  <c:v>45526</c:v>
                </c:pt>
                <c:pt idx="1614">
                  <c:v>45527</c:v>
                </c:pt>
                <c:pt idx="1615">
                  <c:v>45530</c:v>
                </c:pt>
                <c:pt idx="1616">
                  <c:v>45531</c:v>
                </c:pt>
                <c:pt idx="1617">
                  <c:v>45532</c:v>
                </c:pt>
                <c:pt idx="1618">
                  <c:v>45533</c:v>
                </c:pt>
                <c:pt idx="1619">
                  <c:v>45534</c:v>
                </c:pt>
                <c:pt idx="1620">
                  <c:v>45537</c:v>
                </c:pt>
                <c:pt idx="1621">
                  <c:v>45538</c:v>
                </c:pt>
                <c:pt idx="1622">
                  <c:v>45539</c:v>
                </c:pt>
                <c:pt idx="1623">
                  <c:v>45540</c:v>
                </c:pt>
                <c:pt idx="1624">
                  <c:v>45541</c:v>
                </c:pt>
                <c:pt idx="1625">
                  <c:v>45544</c:v>
                </c:pt>
                <c:pt idx="1626">
                  <c:v>45545</c:v>
                </c:pt>
                <c:pt idx="1627">
                  <c:v>45546</c:v>
                </c:pt>
                <c:pt idx="1628">
                  <c:v>45547</c:v>
                </c:pt>
                <c:pt idx="1629">
                  <c:v>45548</c:v>
                </c:pt>
                <c:pt idx="1630">
                  <c:v>45552</c:v>
                </c:pt>
                <c:pt idx="1631">
                  <c:v>45553</c:v>
                </c:pt>
                <c:pt idx="1632">
                  <c:v>45554</c:v>
                </c:pt>
                <c:pt idx="1633">
                  <c:v>45555</c:v>
                </c:pt>
                <c:pt idx="1634">
                  <c:v>45558</c:v>
                </c:pt>
                <c:pt idx="1635">
                  <c:v>45559</c:v>
                </c:pt>
                <c:pt idx="1636">
                  <c:v>45560</c:v>
                </c:pt>
                <c:pt idx="1637">
                  <c:v>45561</c:v>
                </c:pt>
                <c:pt idx="1638">
                  <c:v>45562</c:v>
                </c:pt>
                <c:pt idx="1639">
                  <c:v>45565</c:v>
                </c:pt>
                <c:pt idx="1640">
                  <c:v>45566</c:v>
                </c:pt>
                <c:pt idx="1641">
                  <c:v>45567</c:v>
                </c:pt>
                <c:pt idx="1642">
                  <c:v>45568</c:v>
                </c:pt>
                <c:pt idx="1643">
                  <c:v>45569</c:v>
                </c:pt>
                <c:pt idx="1644">
                  <c:v>45572</c:v>
                </c:pt>
                <c:pt idx="1645">
                  <c:v>45573</c:v>
                </c:pt>
                <c:pt idx="1646">
                  <c:v>45574</c:v>
                </c:pt>
                <c:pt idx="1647">
                  <c:v>45575</c:v>
                </c:pt>
                <c:pt idx="1648">
                  <c:v>45576</c:v>
                </c:pt>
                <c:pt idx="1649">
                  <c:v>45579</c:v>
                </c:pt>
                <c:pt idx="1650">
                  <c:v>45580</c:v>
                </c:pt>
                <c:pt idx="1651">
                  <c:v>45581</c:v>
                </c:pt>
                <c:pt idx="1652">
                  <c:v>45582</c:v>
                </c:pt>
                <c:pt idx="1653">
                  <c:v>45583</c:v>
                </c:pt>
                <c:pt idx="1654">
                  <c:v>45586</c:v>
                </c:pt>
                <c:pt idx="1655">
                  <c:v>45587</c:v>
                </c:pt>
                <c:pt idx="1656">
                  <c:v>45588</c:v>
                </c:pt>
                <c:pt idx="1657">
                  <c:v>45589</c:v>
                </c:pt>
                <c:pt idx="1658">
                  <c:v>45590</c:v>
                </c:pt>
                <c:pt idx="1659">
                  <c:v>45593</c:v>
                </c:pt>
                <c:pt idx="1660">
                  <c:v>45594</c:v>
                </c:pt>
                <c:pt idx="1661">
                  <c:v>45595</c:v>
                </c:pt>
                <c:pt idx="1662">
                  <c:v>45596</c:v>
                </c:pt>
                <c:pt idx="1663">
                  <c:v>45597</c:v>
                </c:pt>
                <c:pt idx="1664">
                  <c:v>45600</c:v>
                </c:pt>
                <c:pt idx="1665">
                  <c:v>45601</c:v>
                </c:pt>
                <c:pt idx="1666">
                  <c:v>45602</c:v>
                </c:pt>
                <c:pt idx="1667">
                  <c:v>45603</c:v>
                </c:pt>
                <c:pt idx="1668">
                  <c:v>45604</c:v>
                </c:pt>
                <c:pt idx="1669">
                  <c:v>45607</c:v>
                </c:pt>
                <c:pt idx="1670">
                  <c:v>45608</c:v>
                </c:pt>
                <c:pt idx="1671">
                  <c:v>45609</c:v>
                </c:pt>
                <c:pt idx="1672">
                  <c:v>45610</c:v>
                </c:pt>
                <c:pt idx="1673">
                  <c:v>45611</c:v>
                </c:pt>
                <c:pt idx="1674">
                  <c:v>45614</c:v>
                </c:pt>
                <c:pt idx="1675">
                  <c:v>45615</c:v>
                </c:pt>
                <c:pt idx="1676">
                  <c:v>45616</c:v>
                </c:pt>
                <c:pt idx="1677">
                  <c:v>45617</c:v>
                </c:pt>
                <c:pt idx="1678">
                  <c:v>45618</c:v>
                </c:pt>
                <c:pt idx="1679">
                  <c:v>45621</c:v>
                </c:pt>
                <c:pt idx="1680">
                  <c:v>45622</c:v>
                </c:pt>
                <c:pt idx="1681">
                  <c:v>45624</c:v>
                </c:pt>
                <c:pt idx="1682">
                  <c:v>45625</c:v>
                </c:pt>
                <c:pt idx="1683">
                  <c:v>45628</c:v>
                </c:pt>
                <c:pt idx="1684">
                  <c:v>45629</c:v>
                </c:pt>
                <c:pt idx="1685">
                  <c:v>45630</c:v>
                </c:pt>
                <c:pt idx="1686">
                  <c:v>45631</c:v>
                </c:pt>
                <c:pt idx="1687">
                  <c:v>45632</c:v>
                </c:pt>
                <c:pt idx="1688">
                  <c:v>45635</c:v>
                </c:pt>
                <c:pt idx="1689">
                  <c:v>45636</c:v>
                </c:pt>
                <c:pt idx="1690">
                  <c:v>45637</c:v>
                </c:pt>
                <c:pt idx="1691">
                  <c:v>45638</c:v>
                </c:pt>
                <c:pt idx="1692">
                  <c:v>45639</c:v>
                </c:pt>
                <c:pt idx="1693">
                  <c:v>45642</c:v>
                </c:pt>
                <c:pt idx="1694">
                  <c:v>45643</c:v>
                </c:pt>
                <c:pt idx="1695">
                  <c:v>45644</c:v>
                </c:pt>
                <c:pt idx="1696">
                  <c:v>45645</c:v>
                </c:pt>
                <c:pt idx="1697">
                  <c:v>45646</c:v>
                </c:pt>
                <c:pt idx="1698">
                  <c:v>45649</c:v>
                </c:pt>
                <c:pt idx="1699">
                  <c:v>45650</c:v>
                </c:pt>
                <c:pt idx="1700">
                  <c:v>45653</c:v>
                </c:pt>
                <c:pt idx="1701">
                  <c:v>45656</c:v>
                </c:pt>
                <c:pt idx="1702">
                  <c:v>45659</c:v>
                </c:pt>
                <c:pt idx="1703">
                  <c:v>45660</c:v>
                </c:pt>
                <c:pt idx="1704">
                  <c:v>45663</c:v>
                </c:pt>
                <c:pt idx="1705">
                  <c:v>45664</c:v>
                </c:pt>
                <c:pt idx="1706">
                  <c:v>45665</c:v>
                </c:pt>
                <c:pt idx="1707">
                  <c:v>45666</c:v>
                </c:pt>
                <c:pt idx="1708">
                  <c:v>45667</c:v>
                </c:pt>
                <c:pt idx="1709">
                  <c:v>45670</c:v>
                </c:pt>
                <c:pt idx="1710">
                  <c:v>45671</c:v>
                </c:pt>
                <c:pt idx="1711">
                  <c:v>45672</c:v>
                </c:pt>
                <c:pt idx="1712">
                  <c:v>45673</c:v>
                </c:pt>
                <c:pt idx="1713">
                  <c:v>45674</c:v>
                </c:pt>
                <c:pt idx="1714">
                  <c:v>45677</c:v>
                </c:pt>
                <c:pt idx="1715">
                  <c:v>45678</c:v>
                </c:pt>
                <c:pt idx="1716">
                  <c:v>45679</c:v>
                </c:pt>
                <c:pt idx="1717">
                  <c:v>45680</c:v>
                </c:pt>
                <c:pt idx="1718">
                  <c:v>45681</c:v>
                </c:pt>
                <c:pt idx="1719">
                  <c:v>45687</c:v>
                </c:pt>
                <c:pt idx="1720">
                  <c:v>45688</c:v>
                </c:pt>
                <c:pt idx="1721">
                  <c:v>45691</c:v>
                </c:pt>
                <c:pt idx="1722">
                  <c:v>45692</c:v>
                </c:pt>
                <c:pt idx="1723">
                  <c:v>45693</c:v>
                </c:pt>
                <c:pt idx="1724">
                  <c:v>45694</c:v>
                </c:pt>
                <c:pt idx="1725">
                  <c:v>45695</c:v>
                </c:pt>
                <c:pt idx="1726">
                  <c:v>45698</c:v>
                </c:pt>
                <c:pt idx="1727">
                  <c:v>45699</c:v>
                </c:pt>
                <c:pt idx="1728">
                  <c:v>45700</c:v>
                </c:pt>
                <c:pt idx="1729">
                  <c:v>45701</c:v>
                </c:pt>
                <c:pt idx="1730">
                  <c:v>45702</c:v>
                </c:pt>
                <c:pt idx="1731">
                  <c:v>45705</c:v>
                </c:pt>
                <c:pt idx="1732">
                  <c:v>45706</c:v>
                </c:pt>
                <c:pt idx="1733">
                  <c:v>45707</c:v>
                </c:pt>
                <c:pt idx="1734">
                  <c:v>45708</c:v>
                </c:pt>
                <c:pt idx="1735">
                  <c:v>45709</c:v>
                </c:pt>
                <c:pt idx="1736">
                  <c:v>45712</c:v>
                </c:pt>
                <c:pt idx="1737">
                  <c:v>45713</c:v>
                </c:pt>
                <c:pt idx="1738">
                  <c:v>45714</c:v>
                </c:pt>
                <c:pt idx="1739">
                  <c:v>45715</c:v>
                </c:pt>
                <c:pt idx="1740">
                  <c:v>45716</c:v>
                </c:pt>
                <c:pt idx="1741">
                  <c:v>45719</c:v>
                </c:pt>
                <c:pt idx="1742">
                  <c:v>45720</c:v>
                </c:pt>
                <c:pt idx="1743">
                  <c:v>45721</c:v>
                </c:pt>
                <c:pt idx="1744">
                  <c:v>45722</c:v>
                </c:pt>
                <c:pt idx="1745">
                  <c:v>45723</c:v>
                </c:pt>
                <c:pt idx="1746">
                  <c:v>45726</c:v>
                </c:pt>
                <c:pt idx="1747">
                  <c:v>45727</c:v>
                </c:pt>
                <c:pt idx="1748">
                  <c:v>45728</c:v>
                </c:pt>
                <c:pt idx="1749">
                  <c:v>45729</c:v>
                </c:pt>
                <c:pt idx="1750">
                  <c:v>45730</c:v>
                </c:pt>
                <c:pt idx="1751">
                  <c:v>45733</c:v>
                </c:pt>
                <c:pt idx="1752">
                  <c:v>45734</c:v>
                </c:pt>
                <c:pt idx="1753">
                  <c:v>45735</c:v>
                </c:pt>
                <c:pt idx="1754">
                  <c:v>45736</c:v>
                </c:pt>
                <c:pt idx="1755">
                  <c:v>45737</c:v>
                </c:pt>
                <c:pt idx="1756">
                  <c:v>45740</c:v>
                </c:pt>
                <c:pt idx="1757">
                  <c:v>45741</c:v>
                </c:pt>
                <c:pt idx="1758">
                  <c:v>45742</c:v>
                </c:pt>
                <c:pt idx="1759">
                  <c:v>45743</c:v>
                </c:pt>
                <c:pt idx="1760">
                  <c:v>45755</c:v>
                </c:pt>
                <c:pt idx="1761">
                  <c:v>45756</c:v>
                </c:pt>
                <c:pt idx="1762">
                  <c:v>45757</c:v>
                </c:pt>
                <c:pt idx="1763">
                  <c:v>45758</c:v>
                </c:pt>
                <c:pt idx="1764">
                  <c:v>45761</c:v>
                </c:pt>
                <c:pt idx="1765">
                  <c:v>45762</c:v>
                </c:pt>
                <c:pt idx="1766">
                  <c:v>45763</c:v>
                </c:pt>
                <c:pt idx="1767">
                  <c:v>45764</c:v>
                </c:pt>
                <c:pt idx="1768">
                  <c:v>45768</c:v>
                </c:pt>
                <c:pt idx="1769">
                  <c:v>45769</c:v>
                </c:pt>
                <c:pt idx="1770">
                  <c:v>45770</c:v>
                </c:pt>
                <c:pt idx="1771">
                  <c:v>45771</c:v>
                </c:pt>
                <c:pt idx="1772">
                  <c:v>45772</c:v>
                </c:pt>
                <c:pt idx="1773">
                  <c:v>45775</c:v>
                </c:pt>
                <c:pt idx="1774">
                  <c:v>45776</c:v>
                </c:pt>
                <c:pt idx="1775">
                  <c:v>45777</c:v>
                </c:pt>
                <c:pt idx="1776">
                  <c:v>45779</c:v>
                </c:pt>
                <c:pt idx="1777">
                  <c:v>45782</c:v>
                </c:pt>
                <c:pt idx="1778">
                  <c:v>45783</c:v>
                </c:pt>
                <c:pt idx="1779">
                  <c:v>45784</c:v>
                </c:pt>
                <c:pt idx="1780">
                  <c:v>45785</c:v>
                </c:pt>
                <c:pt idx="1781">
                  <c:v>45786</c:v>
                </c:pt>
                <c:pt idx="1782">
                  <c:v>45791</c:v>
                </c:pt>
                <c:pt idx="1783">
                  <c:v>45792</c:v>
                </c:pt>
                <c:pt idx="1784">
                  <c:v>45793</c:v>
                </c:pt>
                <c:pt idx="1785">
                  <c:v>45796</c:v>
                </c:pt>
                <c:pt idx="1786">
                  <c:v>45797</c:v>
                </c:pt>
                <c:pt idx="1787">
                  <c:v>45798</c:v>
                </c:pt>
                <c:pt idx="1788">
                  <c:v>45799</c:v>
                </c:pt>
                <c:pt idx="1789">
                  <c:v>45800</c:v>
                </c:pt>
                <c:pt idx="1790">
                  <c:v>45803</c:v>
                </c:pt>
                <c:pt idx="1791">
                  <c:v>45804</c:v>
                </c:pt>
                <c:pt idx="1792">
                  <c:v>45805</c:v>
                </c:pt>
                <c:pt idx="1793">
                  <c:v>45810</c:v>
                </c:pt>
                <c:pt idx="1794">
                  <c:v>45811</c:v>
                </c:pt>
                <c:pt idx="1795">
                  <c:v>45812</c:v>
                </c:pt>
                <c:pt idx="1796">
                  <c:v>45813</c:v>
                </c:pt>
                <c:pt idx="1797">
                  <c:v>45818</c:v>
                </c:pt>
                <c:pt idx="1798">
                  <c:v>45819</c:v>
                </c:pt>
                <c:pt idx="1799">
                  <c:v>45820</c:v>
                </c:pt>
                <c:pt idx="1800">
                  <c:v>45821</c:v>
                </c:pt>
                <c:pt idx="1801">
                  <c:v>45824</c:v>
                </c:pt>
                <c:pt idx="1802">
                  <c:v>45825</c:v>
                </c:pt>
                <c:pt idx="1803">
                  <c:v>45826</c:v>
                </c:pt>
                <c:pt idx="1804">
                  <c:v>45827</c:v>
                </c:pt>
                <c:pt idx="1805">
                  <c:v>45828</c:v>
                </c:pt>
                <c:pt idx="1806">
                  <c:v>45831</c:v>
                </c:pt>
                <c:pt idx="1807">
                  <c:v>45832</c:v>
                </c:pt>
                <c:pt idx="1808">
                  <c:v>45833</c:v>
                </c:pt>
                <c:pt idx="1809">
                  <c:v>45834</c:v>
                </c:pt>
                <c:pt idx="1810">
                  <c:v>45838</c:v>
                </c:pt>
                <c:pt idx="1811">
                  <c:v>45839</c:v>
                </c:pt>
                <c:pt idx="1812">
                  <c:v>45840</c:v>
                </c:pt>
                <c:pt idx="1813">
                  <c:v>45841</c:v>
                </c:pt>
                <c:pt idx="1814">
                  <c:v>45842</c:v>
                </c:pt>
                <c:pt idx="1815">
                  <c:v>45845</c:v>
                </c:pt>
                <c:pt idx="1816">
                  <c:v>45846</c:v>
                </c:pt>
                <c:pt idx="1817">
                  <c:v>45847</c:v>
                </c:pt>
                <c:pt idx="1818">
                  <c:v>45848</c:v>
                </c:pt>
                <c:pt idx="1819">
                  <c:v>45849</c:v>
                </c:pt>
                <c:pt idx="1820">
                  <c:v>45852</c:v>
                </c:pt>
                <c:pt idx="1821">
                  <c:v>45853</c:v>
                </c:pt>
                <c:pt idx="1822">
                  <c:v>45854</c:v>
                </c:pt>
                <c:pt idx="1823">
                  <c:v>45855</c:v>
                </c:pt>
                <c:pt idx="1824">
                  <c:v>45856</c:v>
                </c:pt>
                <c:pt idx="1825">
                  <c:v>45859</c:v>
                </c:pt>
                <c:pt idx="1826">
                  <c:v>45860</c:v>
                </c:pt>
                <c:pt idx="1827">
                  <c:v>45861</c:v>
                </c:pt>
                <c:pt idx="1828">
                  <c:v>45862</c:v>
                </c:pt>
                <c:pt idx="1829">
                  <c:v>45863</c:v>
                </c:pt>
                <c:pt idx="1830">
                  <c:v>45866</c:v>
                </c:pt>
                <c:pt idx="1831">
                  <c:v>45867</c:v>
                </c:pt>
                <c:pt idx="1832">
                  <c:v>45868</c:v>
                </c:pt>
                <c:pt idx="1833">
                  <c:v>45869</c:v>
                </c:pt>
                <c:pt idx="1834">
                  <c:v>45870</c:v>
                </c:pt>
                <c:pt idx="1835">
                  <c:v>45873</c:v>
                </c:pt>
                <c:pt idx="1836">
                  <c:v>45874</c:v>
                </c:pt>
                <c:pt idx="1837">
                  <c:v>45875</c:v>
                </c:pt>
                <c:pt idx="1838">
                  <c:v>45876</c:v>
                </c:pt>
                <c:pt idx="1839">
                  <c:v>45877</c:v>
                </c:pt>
                <c:pt idx="1840">
                  <c:v>45880</c:v>
                </c:pt>
                <c:pt idx="1841">
                  <c:v>45881</c:v>
                </c:pt>
                <c:pt idx="1842">
                  <c:v>45882</c:v>
                </c:pt>
                <c:pt idx="1843">
                  <c:v>45883</c:v>
                </c:pt>
                <c:pt idx="1844">
                  <c:v>45884</c:v>
                </c:pt>
                <c:pt idx="1845">
                  <c:v>45888</c:v>
                </c:pt>
                <c:pt idx="1846">
                  <c:v>45889</c:v>
                </c:pt>
                <c:pt idx="1847">
                  <c:v>45890</c:v>
                </c:pt>
                <c:pt idx="1848">
                  <c:v>45891</c:v>
                </c:pt>
                <c:pt idx="1849">
                  <c:v>45894</c:v>
                </c:pt>
                <c:pt idx="1850">
                  <c:v>45895</c:v>
                </c:pt>
                <c:pt idx="1851">
                  <c:v>45896</c:v>
                </c:pt>
                <c:pt idx="1852">
                  <c:v>45897</c:v>
                </c:pt>
                <c:pt idx="1853">
                  <c:v>45898</c:v>
                </c:pt>
                <c:pt idx="1854">
                  <c:v>45901</c:v>
                </c:pt>
                <c:pt idx="1855">
                  <c:v>45902</c:v>
                </c:pt>
                <c:pt idx="1856">
                  <c:v>45903</c:v>
                </c:pt>
                <c:pt idx="1857">
                  <c:v>45904</c:v>
                </c:pt>
                <c:pt idx="1858">
                  <c:v>45908</c:v>
                </c:pt>
                <c:pt idx="1859">
                  <c:v>45909</c:v>
                </c:pt>
                <c:pt idx="1860">
                  <c:v>45910</c:v>
                </c:pt>
                <c:pt idx="1861">
                  <c:v>45911</c:v>
                </c:pt>
                <c:pt idx="1862">
                  <c:v>45912</c:v>
                </c:pt>
                <c:pt idx="1863">
                  <c:v>45915</c:v>
                </c:pt>
                <c:pt idx="1864">
                  <c:v>45916</c:v>
                </c:pt>
                <c:pt idx="1865">
                  <c:v>45917</c:v>
                </c:pt>
                <c:pt idx="1866">
                  <c:v>45918</c:v>
                </c:pt>
                <c:pt idx="1867">
                  <c:v>45919</c:v>
                </c:pt>
                <c:pt idx="1868">
                  <c:v>45922</c:v>
                </c:pt>
                <c:pt idx="1869">
                  <c:v>45923</c:v>
                </c:pt>
                <c:pt idx="1870">
                  <c:v>45924</c:v>
                </c:pt>
                <c:pt idx="1871">
                  <c:v>45925</c:v>
                </c:pt>
                <c:pt idx="1872">
                  <c:v>45926</c:v>
                </c:pt>
                <c:pt idx="1873">
                  <c:v>45929</c:v>
                </c:pt>
                <c:pt idx="1874">
                  <c:v>45930</c:v>
                </c:pt>
                <c:pt idx="1875">
                  <c:v>45931</c:v>
                </c:pt>
                <c:pt idx="1876">
                  <c:v>45932</c:v>
                </c:pt>
                <c:pt idx="1877">
                  <c:v>45933</c:v>
                </c:pt>
                <c:pt idx="1878">
                  <c:v>45936</c:v>
                </c:pt>
                <c:pt idx="1879">
                  <c:v>45937</c:v>
                </c:pt>
                <c:pt idx="1880">
                  <c:v>45938</c:v>
                </c:pt>
                <c:pt idx="1881">
                  <c:v>45939</c:v>
                </c:pt>
                <c:pt idx="1882">
                  <c:v>45940</c:v>
                </c:pt>
                <c:pt idx="1883">
                  <c:v>45943</c:v>
                </c:pt>
                <c:pt idx="1884">
                  <c:v>45944</c:v>
                </c:pt>
                <c:pt idx="1885">
                  <c:v>45945</c:v>
                </c:pt>
                <c:pt idx="1886">
                  <c:v>45946</c:v>
                </c:pt>
                <c:pt idx="1887">
                  <c:v>45947</c:v>
                </c:pt>
                <c:pt idx="1888">
                  <c:v>45950</c:v>
                </c:pt>
                <c:pt idx="1889">
                  <c:v>45951</c:v>
                </c:pt>
                <c:pt idx="1890">
                  <c:v>45952</c:v>
                </c:pt>
                <c:pt idx="1891">
                  <c:v>45953</c:v>
                </c:pt>
                <c:pt idx="1892">
                  <c:v>45954</c:v>
                </c:pt>
                <c:pt idx="1893">
                  <c:v>45957</c:v>
                </c:pt>
                <c:pt idx="1894">
                  <c:v>45958</c:v>
                </c:pt>
                <c:pt idx="1895">
                  <c:v>45959</c:v>
                </c:pt>
                <c:pt idx="1896">
                  <c:v>45960</c:v>
                </c:pt>
                <c:pt idx="1897">
                  <c:v>45961</c:v>
                </c:pt>
                <c:pt idx="1898">
                  <c:v>45964</c:v>
                </c:pt>
                <c:pt idx="1899">
                  <c:v>45965</c:v>
                </c:pt>
                <c:pt idx="1900">
                  <c:v>45966</c:v>
                </c:pt>
                <c:pt idx="1901">
                  <c:v>45967</c:v>
                </c:pt>
                <c:pt idx="1902">
                  <c:v>45968</c:v>
                </c:pt>
                <c:pt idx="1903">
                  <c:v>45971</c:v>
                </c:pt>
                <c:pt idx="1904">
                  <c:v>45972</c:v>
                </c:pt>
                <c:pt idx="1905">
                  <c:v>45973</c:v>
                </c:pt>
                <c:pt idx="1906">
                  <c:v>45974</c:v>
                </c:pt>
                <c:pt idx="1907">
                  <c:v>45975</c:v>
                </c:pt>
                <c:pt idx="1908">
                  <c:v>45978</c:v>
                </c:pt>
                <c:pt idx="1909">
                  <c:v>45979</c:v>
                </c:pt>
                <c:pt idx="1910">
                  <c:v>45980</c:v>
                </c:pt>
                <c:pt idx="1911">
                  <c:v>45981</c:v>
                </c:pt>
                <c:pt idx="1912">
                  <c:v>45982</c:v>
                </c:pt>
                <c:pt idx="1913">
                  <c:v>45985</c:v>
                </c:pt>
                <c:pt idx="1914">
                  <c:v>45986</c:v>
                </c:pt>
                <c:pt idx="1915">
                  <c:v>45987</c:v>
                </c:pt>
                <c:pt idx="1916">
                  <c:v>45988</c:v>
                </c:pt>
                <c:pt idx="1917">
                  <c:v>45989</c:v>
                </c:pt>
                <c:pt idx="1918">
                  <c:v>45992</c:v>
                </c:pt>
                <c:pt idx="1919">
                  <c:v>45993</c:v>
                </c:pt>
                <c:pt idx="1920">
                  <c:v>45994</c:v>
                </c:pt>
                <c:pt idx="1921">
                  <c:v>45995</c:v>
                </c:pt>
                <c:pt idx="1922">
                  <c:v>45996</c:v>
                </c:pt>
                <c:pt idx="1923">
                  <c:v>45999</c:v>
                </c:pt>
                <c:pt idx="1924">
                  <c:v>46000</c:v>
                </c:pt>
                <c:pt idx="1925">
                  <c:v>46001</c:v>
                </c:pt>
                <c:pt idx="1926">
                  <c:v>46002</c:v>
                </c:pt>
                <c:pt idx="1927">
                  <c:v>46003</c:v>
                </c:pt>
                <c:pt idx="1928">
                  <c:v>46006</c:v>
                </c:pt>
                <c:pt idx="1929">
                  <c:v>46007</c:v>
                </c:pt>
                <c:pt idx="1930">
                  <c:v>46008</c:v>
                </c:pt>
                <c:pt idx="1931">
                  <c:v>46009</c:v>
                </c:pt>
                <c:pt idx="1932">
                  <c:v>46010</c:v>
                </c:pt>
                <c:pt idx="1933">
                  <c:v>46013</c:v>
                </c:pt>
                <c:pt idx="1934">
                  <c:v>46014</c:v>
                </c:pt>
                <c:pt idx="1935">
                  <c:v>46015</c:v>
                </c:pt>
                <c:pt idx="1936">
                  <c:v>46020</c:v>
                </c:pt>
                <c:pt idx="1937">
                  <c:v>46021</c:v>
                </c:pt>
                <c:pt idx="1938">
                  <c:v>46024</c:v>
                </c:pt>
                <c:pt idx="1939">
                  <c:v>46027</c:v>
                </c:pt>
                <c:pt idx="1940">
                  <c:v>46028</c:v>
                </c:pt>
                <c:pt idx="1941">
                  <c:v>46029</c:v>
                </c:pt>
                <c:pt idx="1942">
                  <c:v>46030</c:v>
                </c:pt>
                <c:pt idx="1943">
                  <c:v>46031</c:v>
                </c:pt>
                <c:pt idx="1944">
                  <c:v>46034</c:v>
                </c:pt>
                <c:pt idx="1945">
                  <c:v>46035</c:v>
                </c:pt>
                <c:pt idx="1946">
                  <c:v>46036</c:v>
                </c:pt>
                <c:pt idx="1947">
                  <c:v>46037</c:v>
                </c:pt>
                <c:pt idx="1948">
                  <c:v>46041</c:v>
                </c:pt>
                <c:pt idx="1949">
                  <c:v>46042</c:v>
                </c:pt>
                <c:pt idx="1950">
                  <c:v>46043</c:v>
                </c:pt>
                <c:pt idx="1951">
                  <c:v>46044</c:v>
                </c:pt>
                <c:pt idx="1952">
                  <c:v>46045</c:v>
                </c:pt>
                <c:pt idx="1953">
                  <c:v>46048</c:v>
                </c:pt>
                <c:pt idx="1954">
                  <c:v>46049</c:v>
                </c:pt>
                <c:pt idx="1955">
                  <c:v>46050</c:v>
                </c:pt>
                <c:pt idx="1956">
                  <c:v>46051</c:v>
                </c:pt>
                <c:pt idx="1957">
                  <c:v>46052</c:v>
                </c:pt>
                <c:pt idx="1958">
                  <c:v>46055</c:v>
                </c:pt>
                <c:pt idx="1959">
                  <c:v>46056</c:v>
                </c:pt>
                <c:pt idx="1960">
                  <c:v>46057</c:v>
                </c:pt>
                <c:pt idx="1961">
                  <c:v>46058</c:v>
                </c:pt>
                <c:pt idx="1962">
                  <c:v>46059</c:v>
                </c:pt>
                <c:pt idx="1963">
                  <c:v>46062</c:v>
                </c:pt>
                <c:pt idx="1964">
                  <c:v>46063</c:v>
                </c:pt>
                <c:pt idx="1965">
                  <c:v>46064</c:v>
                </c:pt>
                <c:pt idx="1966">
                  <c:v>46065</c:v>
                </c:pt>
                <c:pt idx="1967">
                  <c:v>46066</c:v>
                </c:pt>
                <c:pt idx="1968">
                  <c:v>46071</c:v>
                </c:pt>
                <c:pt idx="1969">
                  <c:v>46072</c:v>
                </c:pt>
                <c:pt idx="1970">
                  <c:v>46073</c:v>
                </c:pt>
                <c:pt idx="1971">
                  <c:v>46076</c:v>
                </c:pt>
                <c:pt idx="1972">
                  <c:v>46077</c:v>
                </c:pt>
                <c:pt idx="1973">
                  <c:v>46078</c:v>
                </c:pt>
                <c:pt idx="1974">
                  <c:v>46079</c:v>
                </c:pt>
                <c:pt idx="1975">
                  <c:v>46080</c:v>
                </c:pt>
                <c:pt idx="1976">
                  <c:v>46083</c:v>
                </c:pt>
                <c:pt idx="1977">
                  <c:v>46084</c:v>
                </c:pt>
                <c:pt idx="1978">
                  <c:v>46085</c:v>
                </c:pt>
                <c:pt idx="1979">
                  <c:v>46086</c:v>
                </c:pt>
                <c:pt idx="1980">
                  <c:v>46087</c:v>
                </c:pt>
                <c:pt idx="1981">
                  <c:v>46090</c:v>
                </c:pt>
                <c:pt idx="1982">
                  <c:v>46091</c:v>
                </c:pt>
                <c:pt idx="1983">
                  <c:v>46092</c:v>
                </c:pt>
                <c:pt idx="1984">
                  <c:v>46093</c:v>
                </c:pt>
                <c:pt idx="1985">
                  <c:v>46094</c:v>
                </c:pt>
                <c:pt idx="1986">
                  <c:v>46097</c:v>
                </c:pt>
                <c:pt idx="1987">
                  <c:v>46098</c:v>
                </c:pt>
                <c:pt idx="1988">
                  <c:v>46106</c:v>
                </c:pt>
                <c:pt idx="1989">
                  <c:v>46107</c:v>
                </c:pt>
                <c:pt idx="1990">
                  <c:v>46108</c:v>
                </c:pt>
                <c:pt idx="1991">
                  <c:v>46111</c:v>
                </c:pt>
                <c:pt idx="1992">
                  <c:v>46112</c:v>
                </c:pt>
                <c:pt idx="1993">
                  <c:v>46113</c:v>
                </c:pt>
                <c:pt idx="1994">
                  <c:v>46114</c:v>
                </c:pt>
                <c:pt idx="1995">
                  <c:v>46118</c:v>
                </c:pt>
                <c:pt idx="1996">
                  <c:v>46119</c:v>
                </c:pt>
                <c:pt idx="1997">
                  <c:v>46120</c:v>
                </c:pt>
                <c:pt idx="1998">
                  <c:v>46121</c:v>
                </c:pt>
                <c:pt idx="1999">
                  <c:v>46122</c:v>
                </c:pt>
                <c:pt idx="2000" formatCode="d\-mmm\-yy">
                  <c:v>46125</c:v>
                </c:pt>
                <c:pt idx="2001" formatCode="d\-mmm\-yy">
                  <c:v>46126</c:v>
                </c:pt>
                <c:pt idx="2002" formatCode="d\-mmm\-yy">
                  <c:v>46127</c:v>
                </c:pt>
                <c:pt idx="2003" formatCode="d\-mmm\-yy">
                  <c:v>46128</c:v>
                </c:pt>
                <c:pt idx="2004" formatCode="d\-mmm\-yy">
                  <c:v>46129</c:v>
                </c:pt>
                <c:pt idx="2005" formatCode="d\-mmm\-yy">
                  <c:v>46132</c:v>
                </c:pt>
                <c:pt idx="2006" formatCode="d\-mmm\-yy">
                  <c:v>46133</c:v>
                </c:pt>
                <c:pt idx="2007" formatCode="d\-mmm\-yy">
                  <c:v>46134</c:v>
                </c:pt>
                <c:pt idx="2008" formatCode="d\-mmm\-yy">
                  <c:v>46135</c:v>
                </c:pt>
                <c:pt idx="2009" formatCode="d\-mmm\-yy">
                  <c:v>46136</c:v>
                </c:pt>
                <c:pt idx="2010" formatCode="d\-mmm\-yy">
                  <c:v>46139</c:v>
                </c:pt>
                <c:pt idx="2011" formatCode="d\-mmm\-yy">
                  <c:v>46140</c:v>
                </c:pt>
                <c:pt idx="2012" formatCode="d\-mmm\-yy">
                  <c:v>46141</c:v>
                </c:pt>
                <c:pt idx="2013" formatCode="d\-mmm\-yy">
                  <c:v>46142</c:v>
                </c:pt>
                <c:pt idx="2014" formatCode="d\-mmm\-yy">
                  <c:v>46147</c:v>
                </c:pt>
                <c:pt idx="2015" formatCode="d\-mmm\-yy">
                  <c:v>46148</c:v>
                </c:pt>
                <c:pt idx="2016" formatCode="d\-mmm\-yy">
                  <c:v>46149</c:v>
                </c:pt>
                <c:pt idx="2017" formatCode="d\-mmm\-yy">
                  <c:v>46150</c:v>
                </c:pt>
                <c:pt idx="2018" formatCode="d\-mmm\-yy">
                  <c:v>46153</c:v>
                </c:pt>
                <c:pt idx="2019" formatCode="d\-mmm\-yy">
                  <c:v>46154</c:v>
                </c:pt>
                <c:pt idx="2020" formatCode="d\-mmm\-yy">
                  <c:v>46155</c:v>
                </c:pt>
                <c:pt idx="2021" formatCode="d\-mmm\-yy">
                  <c:v>46160</c:v>
                </c:pt>
                <c:pt idx="2022" formatCode="d\-mmm\-yy">
                  <c:v>46161</c:v>
                </c:pt>
                <c:pt idx="2023" formatCode="d\-mmm\-yy">
                  <c:v>46162</c:v>
                </c:pt>
                <c:pt idx="2024" formatCode="d\-mmm\-yy">
                  <c:v>46163</c:v>
                </c:pt>
                <c:pt idx="2025" formatCode="d\-mmm\-yy">
                  <c:v>46164</c:v>
                </c:pt>
                <c:pt idx="2026" formatCode="d\-mmm\-yy">
                  <c:v>46167</c:v>
                </c:pt>
                <c:pt idx="2027" formatCode="d\-mmm\-yy">
                  <c:v>46168</c:v>
                </c:pt>
                <c:pt idx="2028" formatCode="d\-mmm\-yy">
                  <c:v>46171</c:v>
                </c:pt>
                <c:pt idx="2029" formatCode="d\-mmm\-yy">
                  <c:v>46175</c:v>
                </c:pt>
                <c:pt idx="2030" formatCode="d\-mmm\-yy">
                  <c:v>46176</c:v>
                </c:pt>
                <c:pt idx="2031" formatCode="d\-mmm\-yy">
                  <c:v>46177</c:v>
                </c:pt>
                <c:pt idx="2032" formatCode="d\-mmm\-yy">
                  <c:v>46178</c:v>
                </c:pt>
                <c:pt idx="2033" formatCode="d\-mmm\-yy">
                  <c:v>46181</c:v>
                </c:pt>
                <c:pt idx="2034" formatCode="d\-mmm\-yy">
                  <c:v>46182</c:v>
                </c:pt>
                <c:pt idx="2035" formatCode="d\-mmm\-yy">
                  <c:v>46183</c:v>
                </c:pt>
                <c:pt idx="2036" formatCode="d\-mmm\-yy">
                  <c:v>46184</c:v>
                </c:pt>
                <c:pt idx="2037" formatCode="d\-mmm\-yy">
                  <c:v>46185</c:v>
                </c:pt>
                <c:pt idx="2038" formatCode="d\-mmm\-yy">
                  <c:v>46188</c:v>
                </c:pt>
                <c:pt idx="2039" formatCode="d\-mmm\-yy">
                  <c:v>46190</c:v>
                </c:pt>
                <c:pt idx="2040" formatCode="d\-mmm\-yy">
                  <c:v>46191</c:v>
                </c:pt>
                <c:pt idx="2041" formatCode="d\-mmm\-yy">
                  <c:v>46192</c:v>
                </c:pt>
                <c:pt idx="2042" formatCode="d\-mmm\-yy">
                  <c:v>46195</c:v>
                </c:pt>
                <c:pt idx="2043" formatCode="d\-mmm\-yy">
                  <c:v>46196</c:v>
                </c:pt>
                <c:pt idx="2044" formatCode="d\-mmm\-yy">
                  <c:v>46197</c:v>
                </c:pt>
                <c:pt idx="2045" formatCode="d\-mmm\-yy">
                  <c:v>46198</c:v>
                </c:pt>
                <c:pt idx="2046" formatCode="d\-mmm\-yy">
                  <c:v>46199</c:v>
                </c:pt>
                <c:pt idx="2047" formatCode="d\-mmm\-yy">
                  <c:v>46202</c:v>
                </c:pt>
                <c:pt idx="2048" formatCode="d\-mmm\-yy">
                  <c:v>46203</c:v>
                </c:pt>
                <c:pt idx="2049" formatCode="d\-mmm\-yy">
                  <c:v>46204</c:v>
                </c:pt>
                <c:pt idx="2050" formatCode="d\-mmm\-yy">
                  <c:v>46205</c:v>
                </c:pt>
                <c:pt idx="2051" formatCode="d\-mmm\-yy">
                  <c:v>46206</c:v>
                </c:pt>
                <c:pt idx="2052" formatCode="d\-mmm\-yy">
                  <c:v>46209</c:v>
                </c:pt>
                <c:pt idx="2053" formatCode="d\-mmm\-yy">
                  <c:v>46210</c:v>
                </c:pt>
                <c:pt idx="2054" formatCode="d\-mmm\-yy">
                  <c:v>46211</c:v>
                </c:pt>
                <c:pt idx="2055" formatCode="d\-mmm\-yy">
                  <c:v>46212</c:v>
                </c:pt>
                <c:pt idx="2056" formatCode="d\-mmm\-yy">
                  <c:v>46213</c:v>
                </c:pt>
                <c:pt idx="2057" formatCode="d\-mmm\-yy">
                  <c:v>46216</c:v>
                </c:pt>
                <c:pt idx="2058" formatCode="d\-mmm\-yy">
                  <c:v>46217</c:v>
                </c:pt>
                <c:pt idx="2059" formatCode="d\-mmm\-yy">
                  <c:v>46218</c:v>
                </c:pt>
                <c:pt idx="2060" formatCode="d\-mmm\-yy">
                  <c:v>46219</c:v>
                </c:pt>
                <c:pt idx="2061" formatCode="d\-mmm\-yy">
                  <c:v>46220</c:v>
                </c:pt>
                <c:pt idx="2062" formatCode="d\-mmm\-yy">
                  <c:v>46223</c:v>
                </c:pt>
                <c:pt idx="2063" formatCode="d\-mmm\-yy">
                  <c:v>46224</c:v>
                </c:pt>
                <c:pt idx="2064" formatCode="d\-mmm\-yy">
                  <c:v>46225</c:v>
                </c:pt>
                <c:pt idx="2065" formatCode="d\-mmm\-yy">
                  <c:v>46226</c:v>
                </c:pt>
                <c:pt idx="2066" formatCode="d\-mmm\-yy">
                  <c:v>46227</c:v>
                </c:pt>
                <c:pt idx="2067" formatCode="d\-mmm\-yy">
                  <c:v>46230</c:v>
                </c:pt>
                <c:pt idx="2068" formatCode="d\-mmm\-yy">
                  <c:v>46231</c:v>
                </c:pt>
                <c:pt idx="2069" formatCode="d\-mmm\-yy">
                  <c:v>46232</c:v>
                </c:pt>
                <c:pt idx="2070" formatCode="d\-mmm\-yy">
                  <c:v>46233</c:v>
                </c:pt>
                <c:pt idx="2071" formatCode="d\-mmm\-yy">
                  <c:v>46234</c:v>
                </c:pt>
                <c:pt idx="2072" formatCode="d\-mmm\-yy">
                  <c:v>46237</c:v>
                </c:pt>
                <c:pt idx="2073" formatCode="d\-mmm\-yy">
                  <c:v>46238</c:v>
                </c:pt>
                <c:pt idx="2074" formatCode="d\-mmm\-yy">
                  <c:v>46239</c:v>
                </c:pt>
                <c:pt idx="2075" formatCode="d\-mmm\-yy">
                  <c:v>46240</c:v>
                </c:pt>
                <c:pt idx="2076" formatCode="d\-mmm\-yy">
                  <c:v>46241</c:v>
                </c:pt>
                <c:pt idx="2077" formatCode="d\-mmm\-yy">
                  <c:v>46244</c:v>
                </c:pt>
                <c:pt idx="2078" formatCode="d\-mmm\-yy">
                  <c:v>46245</c:v>
                </c:pt>
                <c:pt idx="2079" formatCode="d\-mmm\-yy">
                  <c:v>46246</c:v>
                </c:pt>
                <c:pt idx="2080" formatCode="d\-mmm\-yy">
                  <c:v>46247</c:v>
                </c:pt>
                <c:pt idx="2081" formatCode="d\-mmm\-yy">
                  <c:v>46248</c:v>
                </c:pt>
                <c:pt idx="2082" formatCode="d\-mmm\-yy">
                  <c:v>46252</c:v>
                </c:pt>
                <c:pt idx="2083" formatCode="d\-mmm\-yy">
                  <c:v>46253</c:v>
                </c:pt>
                <c:pt idx="2084" formatCode="d\-mmm\-yy">
                  <c:v>46254</c:v>
                </c:pt>
                <c:pt idx="2085" formatCode="d\-mmm\-yy">
                  <c:v>46255</c:v>
                </c:pt>
                <c:pt idx="2086" formatCode="d\-mmm\-yy">
                  <c:v>46258</c:v>
                </c:pt>
                <c:pt idx="2087" formatCode="d\-mmm\-yy">
                  <c:v>46260</c:v>
                </c:pt>
                <c:pt idx="2088" formatCode="d\-mmm\-yy">
                  <c:v>46261</c:v>
                </c:pt>
                <c:pt idx="2089" formatCode="d\-mmm\-yy">
                  <c:v>46262</c:v>
                </c:pt>
                <c:pt idx="2090" formatCode="d\-mmm\-yy">
                  <c:v>46265</c:v>
                </c:pt>
                <c:pt idx="2091" formatCode="d\-mmm\-yy">
                  <c:v>46266</c:v>
                </c:pt>
                <c:pt idx="2092" formatCode="d\-mmm\-yy">
                  <c:v>46267</c:v>
                </c:pt>
                <c:pt idx="2093" formatCode="d\-mmm\-yy">
                  <c:v>46268</c:v>
                </c:pt>
                <c:pt idx="2094" formatCode="d\-mmm\-yy">
                  <c:v>46269</c:v>
                </c:pt>
                <c:pt idx="2095" formatCode="d\-mmm\-yy">
                  <c:v>46272</c:v>
                </c:pt>
                <c:pt idx="2096" formatCode="d\-mmm\-yy">
                  <c:v>46273</c:v>
                </c:pt>
                <c:pt idx="2097" formatCode="d\-mmm\-yy">
                  <c:v>46274</c:v>
                </c:pt>
                <c:pt idx="2098" formatCode="d\-mmm\-yy">
                  <c:v>46275</c:v>
                </c:pt>
                <c:pt idx="2099" formatCode="d\-mmm\-yy">
                  <c:v>46276</c:v>
                </c:pt>
                <c:pt idx="2100" formatCode="d\-mmm\-yy">
                  <c:v>46279</c:v>
                </c:pt>
                <c:pt idx="2101" formatCode="d\-mmm\-yy">
                  <c:v>46280</c:v>
                </c:pt>
                <c:pt idx="2102" formatCode="d\-mmm\-yy">
                  <c:v>46281</c:v>
                </c:pt>
                <c:pt idx="2103" formatCode="d\-mmm\-yy">
                  <c:v>46282</c:v>
                </c:pt>
                <c:pt idx="2104" formatCode="d\-mmm\-yy">
                  <c:v>46283</c:v>
                </c:pt>
                <c:pt idx="2105" formatCode="d\-mmm\-yy">
                  <c:v>46286</c:v>
                </c:pt>
                <c:pt idx="2106" formatCode="d\-mmm\-yy">
                  <c:v>46287</c:v>
                </c:pt>
              </c:numCache>
            </c:numRef>
          </c:cat>
          <c:val>
            <c:numRef>
              <c:f>Sheet1!$B$2:$B$2108</c:f>
              <c:numCache>
                <c:formatCode>_(* #,##0.0_);_(* \(#,##0.0\);_(* "-"_);_(@_)</c:formatCode>
                <c:ptCount val="2107"/>
                <c:pt idx="0">
                  <c:v>5.0629999999999997</c:v>
                </c:pt>
                <c:pt idx="1">
                  <c:v>5.0670000000000002</c:v>
                </c:pt>
                <c:pt idx="2">
                  <c:v>5.0330000000000004</c:v>
                </c:pt>
                <c:pt idx="3">
                  <c:v>4.9619999999999997</c:v>
                </c:pt>
                <c:pt idx="4">
                  <c:v>4.9239999999999995</c:v>
                </c:pt>
                <c:pt idx="5">
                  <c:v>4.8849999999999998</c:v>
                </c:pt>
                <c:pt idx="6">
                  <c:v>7.1159999999999997</c:v>
                </c:pt>
                <c:pt idx="7">
                  <c:v>7.6149999999999993</c:v>
                </c:pt>
                <c:pt idx="8">
                  <c:v>7.7189999999999994</c:v>
                </c:pt>
                <c:pt idx="9">
                  <c:v>7.7279999999999998</c:v>
                </c:pt>
                <c:pt idx="10">
                  <c:v>7.7490000000000006</c:v>
                </c:pt>
                <c:pt idx="11">
                  <c:v>7.7219999999999995</c:v>
                </c:pt>
                <c:pt idx="12">
                  <c:v>7.5120000000000005</c:v>
                </c:pt>
                <c:pt idx="13">
                  <c:v>7.4700000000000006</c:v>
                </c:pt>
                <c:pt idx="14">
                  <c:v>7.5179999999999998</c:v>
                </c:pt>
                <c:pt idx="15">
                  <c:v>7.8789999999999996</c:v>
                </c:pt>
                <c:pt idx="16">
                  <c:v>7.99</c:v>
                </c:pt>
                <c:pt idx="17">
                  <c:v>7.9949999999999992</c:v>
                </c:pt>
                <c:pt idx="18">
                  <c:v>7.91</c:v>
                </c:pt>
                <c:pt idx="19">
                  <c:v>7.8780000000000001</c:v>
                </c:pt>
                <c:pt idx="20">
                  <c:v>7.3319999999999999</c:v>
                </c:pt>
                <c:pt idx="21">
                  <c:v>7.6609999999999996</c:v>
                </c:pt>
                <c:pt idx="22">
                  <c:v>7.7560000000000002</c:v>
                </c:pt>
                <c:pt idx="23">
                  <c:v>7.7990000000000004</c:v>
                </c:pt>
                <c:pt idx="24">
                  <c:v>7.7460000000000004</c:v>
                </c:pt>
                <c:pt idx="25">
                  <c:v>7.6340000000000003</c:v>
                </c:pt>
                <c:pt idx="26">
                  <c:v>7.6869999999999994</c:v>
                </c:pt>
                <c:pt idx="27">
                  <c:v>7.4859999999999998</c:v>
                </c:pt>
                <c:pt idx="28">
                  <c:v>7.3069999999999995</c:v>
                </c:pt>
                <c:pt idx="29">
                  <c:v>6.766</c:v>
                </c:pt>
                <c:pt idx="30">
                  <c:v>6.5570000000000004</c:v>
                </c:pt>
                <c:pt idx="31">
                  <c:v>6.5210000000000008</c:v>
                </c:pt>
                <c:pt idx="32">
                  <c:v>6.2839999999999989</c:v>
                </c:pt>
                <c:pt idx="33">
                  <c:v>6.21</c:v>
                </c:pt>
                <c:pt idx="34">
                  <c:v>6.2010000000000005</c:v>
                </c:pt>
                <c:pt idx="35">
                  <c:v>6.1660000000000004</c:v>
                </c:pt>
                <c:pt idx="36">
                  <c:v>5.9889999999999999</c:v>
                </c:pt>
                <c:pt idx="37">
                  <c:v>5.9610000000000003</c:v>
                </c:pt>
                <c:pt idx="38">
                  <c:v>5.9470000000000001</c:v>
                </c:pt>
                <c:pt idx="39">
                  <c:v>5.9159999999999995</c:v>
                </c:pt>
                <c:pt idx="40">
                  <c:v>6.0810000000000004</c:v>
                </c:pt>
                <c:pt idx="41">
                  <c:v>6.1830000000000007</c:v>
                </c:pt>
                <c:pt idx="42">
                  <c:v>6.0440000000000005</c:v>
                </c:pt>
                <c:pt idx="43">
                  <c:v>6.1479999999999997</c:v>
                </c:pt>
                <c:pt idx="44">
                  <c:v>6.18</c:v>
                </c:pt>
                <c:pt idx="45">
                  <c:v>5.6959999999999997</c:v>
                </c:pt>
                <c:pt idx="46">
                  <c:v>5.5289999999999999</c:v>
                </c:pt>
                <c:pt idx="47">
                  <c:v>5.133</c:v>
                </c:pt>
                <c:pt idx="48">
                  <c:v>5.1390000000000002</c:v>
                </c:pt>
                <c:pt idx="49">
                  <c:v>4.9009999999999998</c:v>
                </c:pt>
                <c:pt idx="50">
                  <c:v>4.867</c:v>
                </c:pt>
                <c:pt idx="51">
                  <c:v>5.0259999999999998</c:v>
                </c:pt>
                <c:pt idx="52">
                  <c:v>4.9320000000000004</c:v>
                </c:pt>
                <c:pt idx="53">
                  <c:v>5.0299999999999994</c:v>
                </c:pt>
                <c:pt idx="54">
                  <c:v>4.7930000000000001</c:v>
                </c:pt>
                <c:pt idx="55">
                  <c:v>4.8820000000000006</c:v>
                </c:pt>
                <c:pt idx="56">
                  <c:v>5.0149999999999997</c:v>
                </c:pt>
                <c:pt idx="57">
                  <c:v>4.8099999999999996</c:v>
                </c:pt>
                <c:pt idx="58">
                  <c:v>4.5819999999999999</c:v>
                </c:pt>
                <c:pt idx="59">
                  <c:v>4.3760000000000003</c:v>
                </c:pt>
                <c:pt idx="60">
                  <c:v>4.375</c:v>
                </c:pt>
                <c:pt idx="61">
                  <c:v>4.2489999999999997</c:v>
                </c:pt>
                <c:pt idx="62">
                  <c:v>4.2840000000000007</c:v>
                </c:pt>
                <c:pt idx="63">
                  <c:v>4.2770000000000001</c:v>
                </c:pt>
                <c:pt idx="64">
                  <c:v>4.4039999999999999</c:v>
                </c:pt>
                <c:pt idx="65">
                  <c:v>4.4350000000000005</c:v>
                </c:pt>
                <c:pt idx="66">
                  <c:v>4.4080000000000004</c:v>
                </c:pt>
                <c:pt idx="67">
                  <c:v>4.45</c:v>
                </c:pt>
                <c:pt idx="68">
                  <c:v>4.5270000000000001</c:v>
                </c:pt>
                <c:pt idx="69">
                  <c:v>4.5280000000000005</c:v>
                </c:pt>
                <c:pt idx="70">
                  <c:v>4.7460000000000004</c:v>
                </c:pt>
                <c:pt idx="71">
                  <c:v>4.7600000000000007</c:v>
                </c:pt>
                <c:pt idx="72">
                  <c:v>4.6970000000000001</c:v>
                </c:pt>
                <c:pt idx="73">
                  <c:v>4.6469999999999994</c:v>
                </c:pt>
                <c:pt idx="74">
                  <c:v>4.6370000000000005</c:v>
                </c:pt>
                <c:pt idx="75">
                  <c:v>4.5839999999999996</c:v>
                </c:pt>
                <c:pt idx="76">
                  <c:v>4.6059999999999999</c:v>
                </c:pt>
                <c:pt idx="77">
                  <c:v>4.617</c:v>
                </c:pt>
                <c:pt idx="78">
                  <c:v>3.4489999999999998</c:v>
                </c:pt>
                <c:pt idx="79">
                  <c:v>3.2550000000000003</c:v>
                </c:pt>
                <c:pt idx="80">
                  <c:v>3.1489999999999996</c:v>
                </c:pt>
                <c:pt idx="81">
                  <c:v>3.0569999999999999</c:v>
                </c:pt>
                <c:pt idx="82">
                  <c:v>2.9669999999999996</c:v>
                </c:pt>
                <c:pt idx="83">
                  <c:v>2.8209999999999997</c:v>
                </c:pt>
                <c:pt idx="84">
                  <c:v>2.8490000000000002</c:v>
                </c:pt>
                <c:pt idx="85">
                  <c:v>2.7829999999999999</c:v>
                </c:pt>
                <c:pt idx="86">
                  <c:v>3.08</c:v>
                </c:pt>
                <c:pt idx="87">
                  <c:v>3.2309999999999999</c:v>
                </c:pt>
                <c:pt idx="88">
                  <c:v>3.218</c:v>
                </c:pt>
                <c:pt idx="89">
                  <c:v>3.0949999999999998</c:v>
                </c:pt>
                <c:pt idx="90">
                  <c:v>4.2549999999999999</c:v>
                </c:pt>
                <c:pt idx="91">
                  <c:v>4.5289999999999999</c:v>
                </c:pt>
                <c:pt idx="92">
                  <c:v>4.29</c:v>
                </c:pt>
                <c:pt idx="93">
                  <c:v>4.3010000000000002</c:v>
                </c:pt>
                <c:pt idx="94">
                  <c:v>3.9750000000000001</c:v>
                </c:pt>
                <c:pt idx="95">
                  <c:v>4.1640000000000006</c:v>
                </c:pt>
                <c:pt idx="96">
                  <c:v>4.218</c:v>
                </c:pt>
                <c:pt idx="97">
                  <c:v>4.3389999999999995</c:v>
                </c:pt>
                <c:pt idx="98">
                  <c:v>4.2270000000000003</c:v>
                </c:pt>
                <c:pt idx="99">
                  <c:v>4.3310000000000004</c:v>
                </c:pt>
                <c:pt idx="100">
                  <c:v>4.2160000000000002</c:v>
                </c:pt>
                <c:pt idx="101">
                  <c:v>4.2250000000000005</c:v>
                </c:pt>
                <c:pt idx="102">
                  <c:v>4.0860000000000003</c:v>
                </c:pt>
                <c:pt idx="103">
                  <c:v>3.8420000000000001</c:v>
                </c:pt>
                <c:pt idx="104">
                  <c:v>3.66</c:v>
                </c:pt>
                <c:pt idx="105">
                  <c:v>3.8539999999999996</c:v>
                </c:pt>
                <c:pt idx="106">
                  <c:v>3.9750000000000001</c:v>
                </c:pt>
                <c:pt idx="107">
                  <c:v>4.0599999999999996</c:v>
                </c:pt>
                <c:pt idx="108">
                  <c:v>4.2370000000000001</c:v>
                </c:pt>
                <c:pt idx="109">
                  <c:v>4.2279999999999998</c:v>
                </c:pt>
                <c:pt idx="110">
                  <c:v>4.0469999999999997</c:v>
                </c:pt>
                <c:pt idx="111">
                  <c:v>3.9849999999999994</c:v>
                </c:pt>
                <c:pt idx="112">
                  <c:v>3.8820000000000001</c:v>
                </c:pt>
                <c:pt idx="113">
                  <c:v>3.9660000000000002</c:v>
                </c:pt>
                <c:pt idx="114">
                  <c:v>3.9129999999999998</c:v>
                </c:pt>
                <c:pt idx="115">
                  <c:v>3.8340000000000001</c:v>
                </c:pt>
                <c:pt idx="116">
                  <c:v>3.8039999999999998</c:v>
                </c:pt>
                <c:pt idx="117">
                  <c:v>3.7310000000000003</c:v>
                </c:pt>
                <c:pt idx="118">
                  <c:v>3.6389999999999998</c:v>
                </c:pt>
                <c:pt idx="119">
                  <c:v>3.653</c:v>
                </c:pt>
                <c:pt idx="120">
                  <c:v>3.601</c:v>
                </c:pt>
                <c:pt idx="121">
                  <c:v>3.5470000000000002</c:v>
                </c:pt>
                <c:pt idx="122">
                  <c:v>3.5740000000000003</c:v>
                </c:pt>
                <c:pt idx="123">
                  <c:v>3.61</c:v>
                </c:pt>
                <c:pt idx="124">
                  <c:v>3.5830000000000002</c:v>
                </c:pt>
                <c:pt idx="125">
                  <c:v>3.5909999999999997</c:v>
                </c:pt>
                <c:pt idx="126">
                  <c:v>3.7280000000000002</c:v>
                </c:pt>
                <c:pt idx="127">
                  <c:v>3.9510000000000005</c:v>
                </c:pt>
                <c:pt idx="128">
                  <c:v>4.5979999999999999</c:v>
                </c:pt>
                <c:pt idx="129">
                  <c:v>4.0550000000000006</c:v>
                </c:pt>
                <c:pt idx="130">
                  <c:v>4.0199999999999996</c:v>
                </c:pt>
                <c:pt idx="131">
                  <c:v>4.0259999999999998</c:v>
                </c:pt>
                <c:pt idx="132">
                  <c:v>3.9899999999999998</c:v>
                </c:pt>
                <c:pt idx="133">
                  <c:v>3.9800000000000004</c:v>
                </c:pt>
                <c:pt idx="134">
                  <c:v>3.8330000000000002</c:v>
                </c:pt>
                <c:pt idx="135">
                  <c:v>3.7210000000000001</c:v>
                </c:pt>
                <c:pt idx="136">
                  <c:v>3.5169999999999999</c:v>
                </c:pt>
                <c:pt idx="137">
                  <c:v>3.5180000000000002</c:v>
                </c:pt>
                <c:pt idx="138">
                  <c:v>3.504</c:v>
                </c:pt>
                <c:pt idx="139">
                  <c:v>3.5549999999999997</c:v>
                </c:pt>
                <c:pt idx="140">
                  <c:v>3.5419999999999998</c:v>
                </c:pt>
                <c:pt idx="141">
                  <c:v>3.488</c:v>
                </c:pt>
                <c:pt idx="142">
                  <c:v>3.38</c:v>
                </c:pt>
                <c:pt idx="143">
                  <c:v>3.3099999999999996</c:v>
                </c:pt>
                <c:pt idx="144">
                  <c:v>3.05</c:v>
                </c:pt>
                <c:pt idx="145">
                  <c:v>3.024</c:v>
                </c:pt>
                <c:pt idx="146">
                  <c:v>2.984</c:v>
                </c:pt>
                <c:pt idx="147">
                  <c:v>2.9359999999999999</c:v>
                </c:pt>
                <c:pt idx="148">
                  <c:v>2.9449999999999998</c:v>
                </c:pt>
                <c:pt idx="149">
                  <c:v>3.0179999999999998</c:v>
                </c:pt>
                <c:pt idx="150">
                  <c:v>3.1109999999999998</c:v>
                </c:pt>
                <c:pt idx="151">
                  <c:v>3.0550000000000002</c:v>
                </c:pt>
                <c:pt idx="152">
                  <c:v>3.0300000000000002</c:v>
                </c:pt>
                <c:pt idx="153">
                  <c:v>2.984</c:v>
                </c:pt>
                <c:pt idx="154">
                  <c:v>2.9659999999999997</c:v>
                </c:pt>
                <c:pt idx="155">
                  <c:v>3.0259999999999998</c:v>
                </c:pt>
                <c:pt idx="156">
                  <c:v>2.9990000000000001</c:v>
                </c:pt>
                <c:pt idx="157">
                  <c:v>2.9569999999999999</c:v>
                </c:pt>
                <c:pt idx="158">
                  <c:v>2.839</c:v>
                </c:pt>
                <c:pt idx="159">
                  <c:v>2.835</c:v>
                </c:pt>
                <c:pt idx="160">
                  <c:v>2.7519999999999998</c:v>
                </c:pt>
                <c:pt idx="161">
                  <c:v>2.7269999999999999</c:v>
                </c:pt>
                <c:pt idx="162">
                  <c:v>2.6630000000000003</c:v>
                </c:pt>
                <c:pt idx="163">
                  <c:v>2.633</c:v>
                </c:pt>
                <c:pt idx="164">
                  <c:v>2.444</c:v>
                </c:pt>
                <c:pt idx="165">
                  <c:v>2.4490000000000003</c:v>
                </c:pt>
                <c:pt idx="166">
                  <c:v>2.431</c:v>
                </c:pt>
                <c:pt idx="167">
                  <c:v>2.4039999999999999</c:v>
                </c:pt>
                <c:pt idx="168">
                  <c:v>2.3929999999999998</c:v>
                </c:pt>
                <c:pt idx="169">
                  <c:v>2.375</c:v>
                </c:pt>
                <c:pt idx="170">
                  <c:v>2.27</c:v>
                </c:pt>
                <c:pt idx="171">
                  <c:v>2.222</c:v>
                </c:pt>
                <c:pt idx="172">
                  <c:v>2.2509999999999999</c:v>
                </c:pt>
                <c:pt idx="173">
                  <c:v>2.2749999999999999</c:v>
                </c:pt>
                <c:pt idx="174">
                  <c:v>2.387</c:v>
                </c:pt>
                <c:pt idx="175">
                  <c:v>2.4009999999999998</c:v>
                </c:pt>
                <c:pt idx="176">
                  <c:v>2.4340000000000002</c:v>
                </c:pt>
                <c:pt idx="177">
                  <c:v>2.3810000000000002</c:v>
                </c:pt>
                <c:pt idx="178">
                  <c:v>2.4420000000000002</c:v>
                </c:pt>
                <c:pt idx="179">
                  <c:v>2.492</c:v>
                </c:pt>
                <c:pt idx="180">
                  <c:v>2.4689999999999999</c:v>
                </c:pt>
                <c:pt idx="181">
                  <c:v>2.4929999999999999</c:v>
                </c:pt>
                <c:pt idx="182">
                  <c:v>2.4729999999999999</c:v>
                </c:pt>
                <c:pt idx="183">
                  <c:v>2.5030000000000001</c:v>
                </c:pt>
                <c:pt idx="184">
                  <c:v>2.573</c:v>
                </c:pt>
                <c:pt idx="185">
                  <c:v>2.46</c:v>
                </c:pt>
                <c:pt idx="186">
                  <c:v>2.3660000000000001</c:v>
                </c:pt>
                <c:pt idx="187">
                  <c:v>2.331</c:v>
                </c:pt>
                <c:pt idx="188">
                  <c:v>2.5030000000000001</c:v>
                </c:pt>
                <c:pt idx="189">
                  <c:v>2.1989999999999998</c:v>
                </c:pt>
                <c:pt idx="190">
                  <c:v>2.0070000000000001</c:v>
                </c:pt>
                <c:pt idx="191">
                  <c:v>2.0529999999999999</c:v>
                </c:pt>
                <c:pt idx="192">
                  <c:v>2.0009999999999999</c:v>
                </c:pt>
                <c:pt idx="193">
                  <c:v>1.9140000000000001</c:v>
                </c:pt>
                <c:pt idx="194">
                  <c:v>1.9480000000000002</c:v>
                </c:pt>
                <c:pt idx="195">
                  <c:v>1.94</c:v>
                </c:pt>
                <c:pt idx="196">
                  <c:v>2.032</c:v>
                </c:pt>
                <c:pt idx="197">
                  <c:v>2.1800000000000002</c:v>
                </c:pt>
                <c:pt idx="198">
                  <c:v>2.1110000000000002</c:v>
                </c:pt>
                <c:pt idx="199">
                  <c:v>2.1510000000000002</c:v>
                </c:pt>
                <c:pt idx="200">
                  <c:v>2.17</c:v>
                </c:pt>
                <c:pt idx="201">
                  <c:v>2.3730000000000002</c:v>
                </c:pt>
                <c:pt idx="202">
                  <c:v>2.298</c:v>
                </c:pt>
                <c:pt idx="203">
                  <c:v>2.169</c:v>
                </c:pt>
                <c:pt idx="204">
                  <c:v>2.3879999999999999</c:v>
                </c:pt>
                <c:pt idx="205">
                  <c:v>2.41</c:v>
                </c:pt>
                <c:pt idx="206">
                  <c:v>2.363</c:v>
                </c:pt>
                <c:pt idx="207">
                  <c:v>2.306</c:v>
                </c:pt>
                <c:pt idx="208">
                  <c:v>2.3730000000000002</c:v>
                </c:pt>
                <c:pt idx="209">
                  <c:v>2.1779999999999999</c:v>
                </c:pt>
                <c:pt idx="210">
                  <c:v>2.3359999999999999</c:v>
                </c:pt>
                <c:pt idx="211">
                  <c:v>2.3959999999999999</c:v>
                </c:pt>
                <c:pt idx="212">
                  <c:v>2.411</c:v>
                </c:pt>
                <c:pt idx="213">
                  <c:v>2.4470000000000001</c:v>
                </c:pt>
                <c:pt idx="214">
                  <c:v>2.4299999999999997</c:v>
                </c:pt>
                <c:pt idx="215">
                  <c:v>2.4079999999999999</c:v>
                </c:pt>
                <c:pt idx="216">
                  <c:v>2.4219999999999997</c:v>
                </c:pt>
                <c:pt idx="217">
                  <c:v>2.3290000000000002</c:v>
                </c:pt>
                <c:pt idx="218">
                  <c:v>2.327</c:v>
                </c:pt>
                <c:pt idx="219">
                  <c:v>2.2999999999999998</c:v>
                </c:pt>
                <c:pt idx="220">
                  <c:v>2.391</c:v>
                </c:pt>
                <c:pt idx="221">
                  <c:v>2.3820000000000001</c:v>
                </c:pt>
                <c:pt idx="222">
                  <c:v>2.3929999999999998</c:v>
                </c:pt>
                <c:pt idx="223">
                  <c:v>2.3820000000000001</c:v>
                </c:pt>
                <c:pt idx="224">
                  <c:v>2.4009999999999998</c:v>
                </c:pt>
                <c:pt idx="225">
                  <c:v>2.3650000000000002</c:v>
                </c:pt>
                <c:pt idx="226">
                  <c:v>2.3050000000000002</c:v>
                </c:pt>
                <c:pt idx="227">
                  <c:v>2.3849999999999998</c:v>
                </c:pt>
                <c:pt idx="228">
                  <c:v>2.3720000000000003</c:v>
                </c:pt>
                <c:pt idx="229">
                  <c:v>2.3279999999999998</c:v>
                </c:pt>
                <c:pt idx="230">
                  <c:v>2.27</c:v>
                </c:pt>
                <c:pt idx="231">
                  <c:v>2.2599999999999998</c:v>
                </c:pt>
                <c:pt idx="232">
                  <c:v>2.2589999999999999</c:v>
                </c:pt>
                <c:pt idx="233">
                  <c:v>2.3410000000000002</c:v>
                </c:pt>
                <c:pt idx="234">
                  <c:v>2.2290000000000001</c:v>
                </c:pt>
                <c:pt idx="235">
                  <c:v>2.2849999999999997</c:v>
                </c:pt>
                <c:pt idx="236">
                  <c:v>2.254</c:v>
                </c:pt>
                <c:pt idx="237">
                  <c:v>2.3420000000000001</c:v>
                </c:pt>
                <c:pt idx="238">
                  <c:v>2.407</c:v>
                </c:pt>
                <c:pt idx="239">
                  <c:v>2.4580000000000002</c:v>
                </c:pt>
                <c:pt idx="240">
                  <c:v>2.484</c:v>
                </c:pt>
                <c:pt idx="241">
                  <c:v>2.5100000000000002</c:v>
                </c:pt>
                <c:pt idx="242">
                  <c:v>2.4449999999999998</c:v>
                </c:pt>
                <c:pt idx="243">
                  <c:v>2.488</c:v>
                </c:pt>
                <c:pt idx="244">
                  <c:v>2.4740000000000002</c:v>
                </c:pt>
                <c:pt idx="245">
                  <c:v>2.5059999999999998</c:v>
                </c:pt>
                <c:pt idx="246">
                  <c:v>3.399</c:v>
                </c:pt>
                <c:pt idx="247">
                  <c:v>1.94</c:v>
                </c:pt>
                <c:pt idx="248">
                  <c:v>1.6830000000000001</c:v>
                </c:pt>
                <c:pt idx="249">
                  <c:v>1.879</c:v>
                </c:pt>
                <c:pt idx="250">
                  <c:v>1.857</c:v>
                </c:pt>
                <c:pt idx="251">
                  <c:v>2.5430000000000001</c:v>
                </c:pt>
                <c:pt idx="252">
                  <c:v>2.5940000000000003</c:v>
                </c:pt>
                <c:pt idx="253">
                  <c:v>2.5289999999999999</c:v>
                </c:pt>
                <c:pt idx="254">
                  <c:v>2.4660000000000002</c:v>
                </c:pt>
                <c:pt idx="255">
                  <c:v>2.3890000000000002</c:v>
                </c:pt>
                <c:pt idx="256">
                  <c:v>2.355</c:v>
                </c:pt>
                <c:pt idx="257">
                  <c:v>2.282</c:v>
                </c:pt>
                <c:pt idx="258">
                  <c:v>2.3820000000000001</c:v>
                </c:pt>
                <c:pt idx="259">
                  <c:v>2.2650000000000001</c:v>
                </c:pt>
                <c:pt idx="260">
                  <c:v>2.125</c:v>
                </c:pt>
                <c:pt idx="261">
                  <c:v>2.214</c:v>
                </c:pt>
                <c:pt idx="262">
                  <c:v>2.2190000000000003</c:v>
                </c:pt>
                <c:pt idx="263">
                  <c:v>2.1890000000000001</c:v>
                </c:pt>
                <c:pt idx="264">
                  <c:v>2.2280000000000002</c:v>
                </c:pt>
                <c:pt idx="265">
                  <c:v>2.1779999999999999</c:v>
                </c:pt>
                <c:pt idx="266">
                  <c:v>2.2720000000000002</c:v>
                </c:pt>
                <c:pt idx="267">
                  <c:v>2.379</c:v>
                </c:pt>
                <c:pt idx="268">
                  <c:v>2.5489999999999999</c:v>
                </c:pt>
                <c:pt idx="269">
                  <c:v>2.6950000000000003</c:v>
                </c:pt>
                <c:pt idx="270">
                  <c:v>2.8029999999999999</c:v>
                </c:pt>
                <c:pt idx="271">
                  <c:v>2.74</c:v>
                </c:pt>
                <c:pt idx="272">
                  <c:v>2.6870000000000003</c:v>
                </c:pt>
                <c:pt idx="273">
                  <c:v>2.6669999999999998</c:v>
                </c:pt>
                <c:pt idx="274">
                  <c:v>2.7589999999999999</c:v>
                </c:pt>
                <c:pt idx="275">
                  <c:v>2.8080000000000003</c:v>
                </c:pt>
                <c:pt idx="276">
                  <c:v>2.726</c:v>
                </c:pt>
                <c:pt idx="277">
                  <c:v>2.8220000000000001</c:v>
                </c:pt>
                <c:pt idx="278">
                  <c:v>2.8940000000000001</c:v>
                </c:pt>
                <c:pt idx="279">
                  <c:v>2.7530000000000001</c:v>
                </c:pt>
                <c:pt idx="280">
                  <c:v>2.8039999999999998</c:v>
                </c:pt>
                <c:pt idx="281">
                  <c:v>2.657</c:v>
                </c:pt>
                <c:pt idx="282">
                  <c:v>2.7289999999999996</c:v>
                </c:pt>
                <c:pt idx="283">
                  <c:v>2.806</c:v>
                </c:pt>
                <c:pt idx="284">
                  <c:v>2.891</c:v>
                </c:pt>
                <c:pt idx="285">
                  <c:v>2.8049999999999997</c:v>
                </c:pt>
                <c:pt idx="286">
                  <c:v>2.94</c:v>
                </c:pt>
                <c:pt idx="287">
                  <c:v>2.8460000000000001</c:v>
                </c:pt>
                <c:pt idx="288">
                  <c:v>2.7480000000000002</c:v>
                </c:pt>
                <c:pt idx="289">
                  <c:v>2.706</c:v>
                </c:pt>
                <c:pt idx="290">
                  <c:v>2.6829999999999998</c:v>
                </c:pt>
                <c:pt idx="291">
                  <c:v>2.613</c:v>
                </c:pt>
                <c:pt idx="292">
                  <c:v>2.6349999999999998</c:v>
                </c:pt>
                <c:pt idx="293">
                  <c:v>2.6970000000000001</c:v>
                </c:pt>
                <c:pt idx="294">
                  <c:v>2.6080000000000001</c:v>
                </c:pt>
                <c:pt idx="295">
                  <c:v>2.6240000000000001</c:v>
                </c:pt>
                <c:pt idx="296">
                  <c:v>2.6280000000000001</c:v>
                </c:pt>
                <c:pt idx="297">
                  <c:v>2.7160000000000002</c:v>
                </c:pt>
                <c:pt idx="298">
                  <c:v>2.7509999999999999</c:v>
                </c:pt>
                <c:pt idx="299">
                  <c:v>2.6630000000000003</c:v>
                </c:pt>
                <c:pt idx="300">
                  <c:v>2.714</c:v>
                </c:pt>
                <c:pt idx="301">
                  <c:v>2.653</c:v>
                </c:pt>
                <c:pt idx="302">
                  <c:v>2.8889999999999998</c:v>
                </c:pt>
                <c:pt idx="303">
                  <c:v>3.101</c:v>
                </c:pt>
                <c:pt idx="304">
                  <c:v>3.1309999999999998</c:v>
                </c:pt>
                <c:pt idx="305">
                  <c:v>3.0589999999999997</c:v>
                </c:pt>
                <c:pt idx="306">
                  <c:v>3.0760000000000001</c:v>
                </c:pt>
                <c:pt idx="307">
                  <c:v>3.0419999999999998</c:v>
                </c:pt>
                <c:pt idx="308">
                  <c:v>2.8979999999999997</c:v>
                </c:pt>
                <c:pt idx="309">
                  <c:v>2.6859999999999999</c:v>
                </c:pt>
                <c:pt idx="310">
                  <c:v>2.6839999999999997</c:v>
                </c:pt>
                <c:pt idx="311">
                  <c:v>2.7640000000000002</c:v>
                </c:pt>
                <c:pt idx="312">
                  <c:v>2.706</c:v>
                </c:pt>
                <c:pt idx="313">
                  <c:v>2.6630000000000003</c:v>
                </c:pt>
                <c:pt idx="314">
                  <c:v>2.7560000000000002</c:v>
                </c:pt>
                <c:pt idx="315">
                  <c:v>2.7570000000000001</c:v>
                </c:pt>
                <c:pt idx="316">
                  <c:v>2.931</c:v>
                </c:pt>
                <c:pt idx="317">
                  <c:v>2.8369999999999997</c:v>
                </c:pt>
                <c:pt idx="318">
                  <c:v>2.9329999999999998</c:v>
                </c:pt>
                <c:pt idx="319">
                  <c:v>3.0529999999999999</c:v>
                </c:pt>
                <c:pt idx="320">
                  <c:v>3.1469999999999998</c:v>
                </c:pt>
                <c:pt idx="321">
                  <c:v>3.1510000000000002</c:v>
                </c:pt>
                <c:pt idx="322">
                  <c:v>3.1680000000000001</c:v>
                </c:pt>
                <c:pt idx="323">
                  <c:v>3.2</c:v>
                </c:pt>
                <c:pt idx="324">
                  <c:v>3.1930000000000001</c:v>
                </c:pt>
                <c:pt idx="325">
                  <c:v>3.0249999999999999</c:v>
                </c:pt>
                <c:pt idx="326">
                  <c:v>3.081</c:v>
                </c:pt>
                <c:pt idx="327">
                  <c:v>3.1320000000000001</c:v>
                </c:pt>
                <c:pt idx="328">
                  <c:v>3.0700000000000003</c:v>
                </c:pt>
                <c:pt idx="329">
                  <c:v>3.4860000000000002</c:v>
                </c:pt>
                <c:pt idx="330">
                  <c:v>3.5020000000000002</c:v>
                </c:pt>
                <c:pt idx="331">
                  <c:v>3.5380000000000003</c:v>
                </c:pt>
                <c:pt idx="332">
                  <c:v>3.665</c:v>
                </c:pt>
                <c:pt idx="333">
                  <c:v>3.6960000000000002</c:v>
                </c:pt>
                <c:pt idx="334">
                  <c:v>3.7010000000000001</c:v>
                </c:pt>
                <c:pt idx="335">
                  <c:v>3.819</c:v>
                </c:pt>
                <c:pt idx="336">
                  <c:v>3.9809999999999999</c:v>
                </c:pt>
                <c:pt idx="337">
                  <c:v>4.0309999999999997</c:v>
                </c:pt>
                <c:pt idx="338">
                  <c:v>3.9020000000000001</c:v>
                </c:pt>
                <c:pt idx="339">
                  <c:v>3.8350000000000004</c:v>
                </c:pt>
                <c:pt idx="340">
                  <c:v>3.8120000000000003</c:v>
                </c:pt>
                <c:pt idx="341">
                  <c:v>3.8019999999999996</c:v>
                </c:pt>
                <c:pt idx="342">
                  <c:v>3.8359999999999999</c:v>
                </c:pt>
                <c:pt idx="343">
                  <c:v>3.7670000000000003</c:v>
                </c:pt>
                <c:pt idx="344">
                  <c:v>3.7670000000000003</c:v>
                </c:pt>
                <c:pt idx="345">
                  <c:v>3.585</c:v>
                </c:pt>
                <c:pt idx="346">
                  <c:v>3.5380000000000003</c:v>
                </c:pt>
                <c:pt idx="347">
                  <c:v>3.6589999999999998</c:v>
                </c:pt>
                <c:pt idx="348">
                  <c:v>3.5880000000000001</c:v>
                </c:pt>
                <c:pt idx="349">
                  <c:v>3.5990000000000002</c:v>
                </c:pt>
                <c:pt idx="350">
                  <c:v>3.6709999999999998</c:v>
                </c:pt>
                <c:pt idx="351">
                  <c:v>3.9260000000000002</c:v>
                </c:pt>
                <c:pt idx="352">
                  <c:v>4.0189999999999992</c:v>
                </c:pt>
                <c:pt idx="353">
                  <c:v>3.9849999999999994</c:v>
                </c:pt>
                <c:pt idx="354">
                  <c:v>4.0220000000000002</c:v>
                </c:pt>
                <c:pt idx="355">
                  <c:v>4.1820000000000004</c:v>
                </c:pt>
                <c:pt idx="356">
                  <c:v>4.18</c:v>
                </c:pt>
                <c:pt idx="357">
                  <c:v>4.2060000000000004</c:v>
                </c:pt>
                <c:pt idx="358">
                  <c:v>4.2479999999999993</c:v>
                </c:pt>
                <c:pt idx="359">
                  <c:v>4.2629999999999999</c:v>
                </c:pt>
                <c:pt idx="360">
                  <c:v>4.2290000000000001</c:v>
                </c:pt>
                <c:pt idx="361">
                  <c:v>4.25</c:v>
                </c:pt>
                <c:pt idx="362">
                  <c:v>4.1579999999999995</c:v>
                </c:pt>
                <c:pt idx="363">
                  <c:v>4.1980000000000004</c:v>
                </c:pt>
                <c:pt idx="364">
                  <c:v>4.1900000000000004</c:v>
                </c:pt>
                <c:pt idx="365">
                  <c:v>4.22</c:v>
                </c:pt>
                <c:pt idx="366">
                  <c:v>4.2329999999999997</c:v>
                </c:pt>
                <c:pt idx="367">
                  <c:v>4.0469999999999997</c:v>
                </c:pt>
                <c:pt idx="368">
                  <c:v>3.9769999999999999</c:v>
                </c:pt>
                <c:pt idx="369">
                  <c:v>3.8699999999999997</c:v>
                </c:pt>
                <c:pt idx="370">
                  <c:v>3.9859999999999998</c:v>
                </c:pt>
                <c:pt idx="371">
                  <c:v>4.07</c:v>
                </c:pt>
                <c:pt idx="372">
                  <c:v>4.125</c:v>
                </c:pt>
                <c:pt idx="373">
                  <c:v>4.0759999999999996</c:v>
                </c:pt>
                <c:pt idx="374">
                  <c:v>4.0209999999999999</c:v>
                </c:pt>
                <c:pt idx="375">
                  <c:v>4.0209999999999999</c:v>
                </c:pt>
                <c:pt idx="376">
                  <c:v>4.1749999999999998</c:v>
                </c:pt>
                <c:pt idx="377">
                  <c:v>4.1890000000000001</c:v>
                </c:pt>
                <c:pt idx="378">
                  <c:v>4.1399999999999997</c:v>
                </c:pt>
                <c:pt idx="379">
                  <c:v>4.1950000000000003</c:v>
                </c:pt>
                <c:pt idx="380">
                  <c:v>4.2709999999999999</c:v>
                </c:pt>
                <c:pt idx="381">
                  <c:v>4.3229999999999995</c:v>
                </c:pt>
                <c:pt idx="382">
                  <c:v>4.2889999999999997</c:v>
                </c:pt>
                <c:pt idx="383">
                  <c:v>4.194</c:v>
                </c:pt>
                <c:pt idx="384">
                  <c:v>4.2990000000000004</c:v>
                </c:pt>
                <c:pt idx="385">
                  <c:v>4.1029999999999998</c:v>
                </c:pt>
                <c:pt idx="386">
                  <c:v>3.8260000000000001</c:v>
                </c:pt>
                <c:pt idx="387">
                  <c:v>4.0030000000000001</c:v>
                </c:pt>
                <c:pt idx="388">
                  <c:v>4.173</c:v>
                </c:pt>
                <c:pt idx="389">
                  <c:v>4.258</c:v>
                </c:pt>
                <c:pt idx="390">
                  <c:v>4.3659999999999997</c:v>
                </c:pt>
                <c:pt idx="391">
                  <c:v>4.3760000000000003</c:v>
                </c:pt>
                <c:pt idx="392">
                  <c:v>4.1440000000000001</c:v>
                </c:pt>
                <c:pt idx="393">
                  <c:v>3.9989999999999997</c:v>
                </c:pt>
                <c:pt idx="394">
                  <c:v>3.5999999999999996</c:v>
                </c:pt>
                <c:pt idx="395">
                  <c:v>3.6229999999999998</c:v>
                </c:pt>
                <c:pt idx="396">
                  <c:v>3.6779999999999999</c:v>
                </c:pt>
                <c:pt idx="397">
                  <c:v>3.8440000000000003</c:v>
                </c:pt>
                <c:pt idx="398">
                  <c:v>3.8150000000000004</c:v>
                </c:pt>
                <c:pt idx="399">
                  <c:v>3.9590000000000001</c:v>
                </c:pt>
                <c:pt idx="400">
                  <c:v>3.9989999999999997</c:v>
                </c:pt>
                <c:pt idx="401">
                  <c:v>4.0070000000000006</c:v>
                </c:pt>
                <c:pt idx="402">
                  <c:v>4.0680000000000005</c:v>
                </c:pt>
                <c:pt idx="403">
                  <c:v>3.9849999999999994</c:v>
                </c:pt>
                <c:pt idx="404">
                  <c:v>3.8989999999999996</c:v>
                </c:pt>
                <c:pt idx="405">
                  <c:v>3.8620000000000001</c:v>
                </c:pt>
                <c:pt idx="406">
                  <c:v>3.8719999999999999</c:v>
                </c:pt>
                <c:pt idx="407">
                  <c:v>3.8960000000000004</c:v>
                </c:pt>
                <c:pt idx="408">
                  <c:v>3.9020000000000001</c:v>
                </c:pt>
                <c:pt idx="409">
                  <c:v>3.9129999999999998</c:v>
                </c:pt>
                <c:pt idx="410">
                  <c:v>3.8629999999999995</c:v>
                </c:pt>
                <c:pt idx="411">
                  <c:v>3.8469999999999995</c:v>
                </c:pt>
                <c:pt idx="412">
                  <c:v>3.8570000000000002</c:v>
                </c:pt>
                <c:pt idx="413">
                  <c:v>3.839</c:v>
                </c:pt>
                <c:pt idx="414">
                  <c:v>3.7810000000000001</c:v>
                </c:pt>
                <c:pt idx="415">
                  <c:v>3.8559999999999999</c:v>
                </c:pt>
                <c:pt idx="416">
                  <c:v>3.9430000000000001</c:v>
                </c:pt>
                <c:pt idx="417">
                  <c:v>3.7800000000000002</c:v>
                </c:pt>
                <c:pt idx="418">
                  <c:v>3.7670000000000003</c:v>
                </c:pt>
                <c:pt idx="419">
                  <c:v>3.8330000000000002</c:v>
                </c:pt>
                <c:pt idx="420">
                  <c:v>3.895</c:v>
                </c:pt>
                <c:pt idx="421">
                  <c:v>3.9</c:v>
                </c:pt>
                <c:pt idx="422">
                  <c:v>3.9</c:v>
                </c:pt>
                <c:pt idx="423">
                  <c:v>3.9289999999999998</c:v>
                </c:pt>
                <c:pt idx="424">
                  <c:v>3.91</c:v>
                </c:pt>
                <c:pt idx="425">
                  <c:v>3.7749999999999999</c:v>
                </c:pt>
                <c:pt idx="426">
                  <c:v>3.758</c:v>
                </c:pt>
                <c:pt idx="427">
                  <c:v>3.6779999999999999</c:v>
                </c:pt>
                <c:pt idx="428">
                  <c:v>3.694</c:v>
                </c:pt>
                <c:pt idx="429">
                  <c:v>3.778</c:v>
                </c:pt>
                <c:pt idx="430">
                  <c:v>3.8370000000000002</c:v>
                </c:pt>
                <c:pt idx="431">
                  <c:v>3.8530000000000002</c:v>
                </c:pt>
                <c:pt idx="432">
                  <c:v>3.9710000000000001</c:v>
                </c:pt>
                <c:pt idx="433">
                  <c:v>3.9359999999999999</c:v>
                </c:pt>
                <c:pt idx="434">
                  <c:v>3.9430000000000001</c:v>
                </c:pt>
                <c:pt idx="435">
                  <c:v>3.9759999999999995</c:v>
                </c:pt>
                <c:pt idx="436">
                  <c:v>3.9159999999999999</c:v>
                </c:pt>
                <c:pt idx="437">
                  <c:v>3.8649999999999998</c:v>
                </c:pt>
                <c:pt idx="438">
                  <c:v>3.9129999999999998</c:v>
                </c:pt>
                <c:pt idx="439">
                  <c:v>3.9249999999999998</c:v>
                </c:pt>
                <c:pt idx="440">
                  <c:v>4.0579999999999998</c:v>
                </c:pt>
                <c:pt idx="441">
                  <c:v>4.0910000000000002</c:v>
                </c:pt>
                <c:pt idx="442">
                  <c:v>3.7240000000000002</c:v>
                </c:pt>
                <c:pt idx="443">
                  <c:v>3.6540000000000004</c:v>
                </c:pt>
                <c:pt idx="444">
                  <c:v>3.6290000000000004</c:v>
                </c:pt>
                <c:pt idx="445">
                  <c:v>3.51</c:v>
                </c:pt>
                <c:pt idx="446">
                  <c:v>3.5970000000000004</c:v>
                </c:pt>
                <c:pt idx="447">
                  <c:v>4.24</c:v>
                </c:pt>
                <c:pt idx="448">
                  <c:v>4.2320000000000002</c:v>
                </c:pt>
                <c:pt idx="449">
                  <c:v>4.25</c:v>
                </c:pt>
                <c:pt idx="450">
                  <c:v>4.2520000000000007</c:v>
                </c:pt>
                <c:pt idx="451">
                  <c:v>4.2469999999999999</c:v>
                </c:pt>
                <c:pt idx="452">
                  <c:v>4.133</c:v>
                </c:pt>
                <c:pt idx="453">
                  <c:v>4.056</c:v>
                </c:pt>
                <c:pt idx="454">
                  <c:v>4.09</c:v>
                </c:pt>
                <c:pt idx="455">
                  <c:v>4.1549999999999994</c:v>
                </c:pt>
                <c:pt idx="456">
                  <c:v>4.1079999999999997</c:v>
                </c:pt>
                <c:pt idx="457">
                  <c:v>4.0359999999999996</c:v>
                </c:pt>
                <c:pt idx="458">
                  <c:v>3.9530000000000003</c:v>
                </c:pt>
                <c:pt idx="459">
                  <c:v>3.9730000000000003</c:v>
                </c:pt>
                <c:pt idx="460">
                  <c:v>4.0209999999999999</c:v>
                </c:pt>
                <c:pt idx="461">
                  <c:v>4.0830000000000002</c:v>
                </c:pt>
                <c:pt idx="462">
                  <c:v>3.4809999999999999</c:v>
                </c:pt>
                <c:pt idx="463">
                  <c:v>3.3239999999999998</c:v>
                </c:pt>
                <c:pt idx="464">
                  <c:v>3.2450000000000001</c:v>
                </c:pt>
                <c:pt idx="465">
                  <c:v>3.2570000000000001</c:v>
                </c:pt>
                <c:pt idx="466">
                  <c:v>3.3090000000000002</c:v>
                </c:pt>
                <c:pt idx="467">
                  <c:v>3.3340000000000001</c:v>
                </c:pt>
                <c:pt idx="468">
                  <c:v>3.3740000000000001</c:v>
                </c:pt>
                <c:pt idx="469">
                  <c:v>3.3860000000000001</c:v>
                </c:pt>
                <c:pt idx="470">
                  <c:v>3.444</c:v>
                </c:pt>
                <c:pt idx="471">
                  <c:v>3.327</c:v>
                </c:pt>
                <c:pt idx="472">
                  <c:v>2.9790000000000001</c:v>
                </c:pt>
                <c:pt idx="473">
                  <c:v>2.9119999999999999</c:v>
                </c:pt>
                <c:pt idx="474">
                  <c:v>2.9239999999999999</c:v>
                </c:pt>
                <c:pt idx="475">
                  <c:v>2.9250000000000003</c:v>
                </c:pt>
                <c:pt idx="476">
                  <c:v>2.8920000000000003</c:v>
                </c:pt>
                <c:pt idx="477">
                  <c:v>2.8660000000000001</c:v>
                </c:pt>
                <c:pt idx="478">
                  <c:v>2.988</c:v>
                </c:pt>
                <c:pt idx="479">
                  <c:v>2.9590000000000001</c:v>
                </c:pt>
                <c:pt idx="480">
                  <c:v>2.9569999999999999</c:v>
                </c:pt>
                <c:pt idx="481">
                  <c:v>2.879</c:v>
                </c:pt>
                <c:pt idx="482">
                  <c:v>2.8129999999999997</c:v>
                </c:pt>
                <c:pt idx="483">
                  <c:v>2.69</c:v>
                </c:pt>
                <c:pt idx="484">
                  <c:v>2.6829999999999998</c:v>
                </c:pt>
                <c:pt idx="485">
                  <c:v>2.782</c:v>
                </c:pt>
                <c:pt idx="486">
                  <c:v>2.827</c:v>
                </c:pt>
                <c:pt idx="487">
                  <c:v>2.8420000000000001</c:v>
                </c:pt>
                <c:pt idx="488">
                  <c:v>2.8580000000000001</c:v>
                </c:pt>
                <c:pt idx="489">
                  <c:v>2.8620000000000001</c:v>
                </c:pt>
                <c:pt idx="490">
                  <c:v>2.8660000000000001</c:v>
                </c:pt>
                <c:pt idx="491">
                  <c:v>4.665</c:v>
                </c:pt>
                <c:pt idx="492">
                  <c:v>4.8879999999999999</c:v>
                </c:pt>
                <c:pt idx="493">
                  <c:v>4.9590000000000005</c:v>
                </c:pt>
                <c:pt idx="494">
                  <c:v>4.9529999999999994</c:v>
                </c:pt>
                <c:pt idx="495">
                  <c:v>5.0209999999999999</c:v>
                </c:pt>
                <c:pt idx="496">
                  <c:v>5.085</c:v>
                </c:pt>
                <c:pt idx="497">
                  <c:v>5.1870000000000003</c:v>
                </c:pt>
                <c:pt idx="498">
                  <c:v>4.367</c:v>
                </c:pt>
                <c:pt idx="499">
                  <c:v>4.2439999999999998</c:v>
                </c:pt>
                <c:pt idx="500">
                  <c:v>4.2370000000000001</c:v>
                </c:pt>
                <c:pt idx="501">
                  <c:v>4.274</c:v>
                </c:pt>
                <c:pt idx="502">
                  <c:v>4.2840000000000007</c:v>
                </c:pt>
                <c:pt idx="503">
                  <c:v>4.1879999999999997</c:v>
                </c:pt>
                <c:pt idx="504">
                  <c:v>4.3180000000000005</c:v>
                </c:pt>
                <c:pt idx="505">
                  <c:v>4.4179999999999993</c:v>
                </c:pt>
                <c:pt idx="506">
                  <c:v>4.4009999999999998</c:v>
                </c:pt>
                <c:pt idx="507">
                  <c:v>4.516</c:v>
                </c:pt>
                <c:pt idx="508">
                  <c:v>4.6120000000000001</c:v>
                </c:pt>
                <c:pt idx="509">
                  <c:v>4.42</c:v>
                </c:pt>
                <c:pt idx="510">
                  <c:v>4.3929999999999998</c:v>
                </c:pt>
                <c:pt idx="511">
                  <c:v>4.7480000000000002</c:v>
                </c:pt>
                <c:pt idx="512">
                  <c:v>4.7329999999999997</c:v>
                </c:pt>
                <c:pt idx="513">
                  <c:v>4.5960000000000001</c:v>
                </c:pt>
                <c:pt idx="514">
                  <c:v>4.5920000000000005</c:v>
                </c:pt>
                <c:pt idx="515">
                  <c:v>4.5620000000000003</c:v>
                </c:pt>
                <c:pt idx="516">
                  <c:v>4.5940000000000003</c:v>
                </c:pt>
                <c:pt idx="517">
                  <c:v>4.5739999999999998</c:v>
                </c:pt>
                <c:pt idx="518">
                  <c:v>4.8689999999999998</c:v>
                </c:pt>
                <c:pt idx="519">
                  <c:v>4.899</c:v>
                </c:pt>
                <c:pt idx="520">
                  <c:v>4.9740000000000002</c:v>
                </c:pt>
                <c:pt idx="521">
                  <c:v>4.9770000000000003</c:v>
                </c:pt>
                <c:pt idx="522">
                  <c:v>4.99</c:v>
                </c:pt>
                <c:pt idx="523">
                  <c:v>4.9000000000000004</c:v>
                </c:pt>
                <c:pt idx="524">
                  <c:v>4.9239999999999995</c:v>
                </c:pt>
                <c:pt idx="525">
                  <c:v>4.8500000000000005</c:v>
                </c:pt>
                <c:pt idx="526">
                  <c:v>4.8120000000000003</c:v>
                </c:pt>
                <c:pt idx="527">
                  <c:v>4.7560000000000002</c:v>
                </c:pt>
                <c:pt idx="528">
                  <c:v>4.8769999999999998</c:v>
                </c:pt>
                <c:pt idx="529">
                  <c:v>5.0070000000000006</c:v>
                </c:pt>
                <c:pt idx="530">
                  <c:v>5.0469999999999997</c:v>
                </c:pt>
                <c:pt idx="531">
                  <c:v>5.0209999999999999</c:v>
                </c:pt>
                <c:pt idx="532">
                  <c:v>4.8490000000000002</c:v>
                </c:pt>
                <c:pt idx="533">
                  <c:v>4.8810000000000002</c:v>
                </c:pt>
                <c:pt idx="534">
                  <c:v>4.8050000000000006</c:v>
                </c:pt>
                <c:pt idx="535">
                  <c:v>4.8780000000000001</c:v>
                </c:pt>
                <c:pt idx="536">
                  <c:v>4.84</c:v>
                </c:pt>
                <c:pt idx="537">
                  <c:v>4.7849999999999993</c:v>
                </c:pt>
                <c:pt idx="538">
                  <c:v>5.0340000000000007</c:v>
                </c:pt>
                <c:pt idx="539">
                  <c:v>5.0129999999999999</c:v>
                </c:pt>
                <c:pt idx="540">
                  <c:v>4.9550000000000001</c:v>
                </c:pt>
                <c:pt idx="541">
                  <c:v>4.9249999999999998</c:v>
                </c:pt>
                <c:pt idx="542">
                  <c:v>4.7079999999999993</c:v>
                </c:pt>
                <c:pt idx="543">
                  <c:v>4.8309999999999995</c:v>
                </c:pt>
                <c:pt idx="544">
                  <c:v>5.1159999999999997</c:v>
                </c:pt>
                <c:pt idx="545">
                  <c:v>5.5620000000000003</c:v>
                </c:pt>
                <c:pt idx="546">
                  <c:v>5.4470000000000001</c:v>
                </c:pt>
                <c:pt idx="547">
                  <c:v>5.2679999999999998</c:v>
                </c:pt>
                <c:pt idx="548">
                  <c:v>4.9649999999999999</c:v>
                </c:pt>
                <c:pt idx="549">
                  <c:v>5.069</c:v>
                </c:pt>
                <c:pt idx="550">
                  <c:v>4.4130000000000003</c:v>
                </c:pt>
                <c:pt idx="551">
                  <c:v>4.117</c:v>
                </c:pt>
                <c:pt idx="552">
                  <c:v>4.2510000000000003</c:v>
                </c:pt>
                <c:pt idx="553">
                  <c:v>3.94</c:v>
                </c:pt>
                <c:pt idx="554">
                  <c:v>3.8059999999999996</c:v>
                </c:pt>
                <c:pt idx="555">
                  <c:v>3.4979999999999998</c:v>
                </c:pt>
                <c:pt idx="556">
                  <c:v>3.2230000000000003</c:v>
                </c:pt>
                <c:pt idx="557">
                  <c:v>2.4689999999999999</c:v>
                </c:pt>
                <c:pt idx="558">
                  <c:v>2.5529999999999999</c:v>
                </c:pt>
                <c:pt idx="559">
                  <c:v>2.657</c:v>
                </c:pt>
                <c:pt idx="560">
                  <c:v>2.7309999999999999</c:v>
                </c:pt>
                <c:pt idx="561">
                  <c:v>2.7080000000000002</c:v>
                </c:pt>
                <c:pt idx="562">
                  <c:v>2.6120000000000001</c:v>
                </c:pt>
                <c:pt idx="563">
                  <c:v>2.7839999999999998</c:v>
                </c:pt>
                <c:pt idx="564">
                  <c:v>3.0750000000000002</c:v>
                </c:pt>
                <c:pt idx="565">
                  <c:v>2.9239999999999999</c:v>
                </c:pt>
                <c:pt idx="566">
                  <c:v>3.1329999999999996</c:v>
                </c:pt>
                <c:pt idx="567">
                  <c:v>3.2450000000000001</c:v>
                </c:pt>
                <c:pt idx="568">
                  <c:v>3.0470000000000002</c:v>
                </c:pt>
                <c:pt idx="569">
                  <c:v>2.9819999999999998</c:v>
                </c:pt>
                <c:pt idx="570">
                  <c:v>3.06</c:v>
                </c:pt>
                <c:pt idx="571">
                  <c:v>2.839</c:v>
                </c:pt>
                <c:pt idx="572">
                  <c:v>2.7989999999999999</c:v>
                </c:pt>
                <c:pt idx="573">
                  <c:v>2.7369999999999997</c:v>
                </c:pt>
                <c:pt idx="574">
                  <c:v>2.68</c:v>
                </c:pt>
                <c:pt idx="575">
                  <c:v>2.552</c:v>
                </c:pt>
                <c:pt idx="576">
                  <c:v>2.5059999999999998</c:v>
                </c:pt>
                <c:pt idx="577">
                  <c:v>2.4729999999999999</c:v>
                </c:pt>
                <c:pt idx="578">
                  <c:v>2.5250000000000004</c:v>
                </c:pt>
                <c:pt idx="579">
                  <c:v>2.5829999999999997</c:v>
                </c:pt>
                <c:pt idx="580">
                  <c:v>2.8109999999999999</c:v>
                </c:pt>
                <c:pt idx="581">
                  <c:v>2.9749999999999996</c:v>
                </c:pt>
                <c:pt idx="582">
                  <c:v>3.1119999999999997</c:v>
                </c:pt>
                <c:pt idx="583">
                  <c:v>2.7</c:v>
                </c:pt>
                <c:pt idx="584">
                  <c:v>2.62</c:v>
                </c:pt>
                <c:pt idx="585">
                  <c:v>2.6839999999999997</c:v>
                </c:pt>
                <c:pt idx="586">
                  <c:v>2.8209999999999997</c:v>
                </c:pt>
                <c:pt idx="587">
                  <c:v>3.7010000000000001</c:v>
                </c:pt>
                <c:pt idx="588">
                  <c:v>3.7289999999999996</c:v>
                </c:pt>
                <c:pt idx="589">
                  <c:v>3.5389999999999997</c:v>
                </c:pt>
                <c:pt idx="590">
                  <c:v>3.4540000000000002</c:v>
                </c:pt>
                <c:pt idx="591">
                  <c:v>3.6040000000000001</c:v>
                </c:pt>
                <c:pt idx="592">
                  <c:v>3.3860000000000001</c:v>
                </c:pt>
                <c:pt idx="593">
                  <c:v>3.2809999999999997</c:v>
                </c:pt>
                <c:pt idx="594">
                  <c:v>3.2829999999999999</c:v>
                </c:pt>
                <c:pt idx="595">
                  <c:v>4.3959999999999999</c:v>
                </c:pt>
                <c:pt idx="596">
                  <c:v>4.7030000000000003</c:v>
                </c:pt>
                <c:pt idx="597">
                  <c:v>4.2050000000000001</c:v>
                </c:pt>
                <c:pt idx="598">
                  <c:v>4.3020000000000005</c:v>
                </c:pt>
                <c:pt idx="599">
                  <c:v>4.2060000000000004</c:v>
                </c:pt>
                <c:pt idx="600">
                  <c:v>4.3369999999999997</c:v>
                </c:pt>
                <c:pt idx="601">
                  <c:v>3.8219999999999996</c:v>
                </c:pt>
                <c:pt idx="602">
                  <c:v>3.4580000000000002</c:v>
                </c:pt>
                <c:pt idx="603">
                  <c:v>3.4869999999999997</c:v>
                </c:pt>
                <c:pt idx="604">
                  <c:v>3.4450000000000003</c:v>
                </c:pt>
                <c:pt idx="605">
                  <c:v>3.2530000000000001</c:v>
                </c:pt>
                <c:pt idx="606">
                  <c:v>3.3419999999999996</c:v>
                </c:pt>
                <c:pt idx="607">
                  <c:v>3.2689999999999997</c:v>
                </c:pt>
                <c:pt idx="608">
                  <c:v>3.2649999999999997</c:v>
                </c:pt>
                <c:pt idx="609">
                  <c:v>3.2809999999999997</c:v>
                </c:pt>
                <c:pt idx="610">
                  <c:v>3.2269999999999999</c:v>
                </c:pt>
                <c:pt idx="611">
                  <c:v>3.2890000000000001</c:v>
                </c:pt>
                <c:pt idx="612">
                  <c:v>3.2239999999999998</c:v>
                </c:pt>
                <c:pt idx="613">
                  <c:v>3.1379999999999999</c:v>
                </c:pt>
                <c:pt idx="614">
                  <c:v>3.1080000000000001</c:v>
                </c:pt>
                <c:pt idx="615">
                  <c:v>2.782</c:v>
                </c:pt>
                <c:pt idx="616">
                  <c:v>2.7810000000000001</c:v>
                </c:pt>
                <c:pt idx="617">
                  <c:v>2.6749999999999998</c:v>
                </c:pt>
                <c:pt idx="618">
                  <c:v>2.758</c:v>
                </c:pt>
                <c:pt idx="619">
                  <c:v>2.7470000000000003</c:v>
                </c:pt>
                <c:pt idx="620">
                  <c:v>2.7770000000000001</c:v>
                </c:pt>
                <c:pt idx="621">
                  <c:v>2.734</c:v>
                </c:pt>
                <c:pt idx="622">
                  <c:v>2.754</c:v>
                </c:pt>
                <c:pt idx="623">
                  <c:v>2.6100000000000003</c:v>
                </c:pt>
                <c:pt idx="624">
                  <c:v>2.6229999999999998</c:v>
                </c:pt>
                <c:pt idx="625">
                  <c:v>2.633</c:v>
                </c:pt>
                <c:pt idx="626">
                  <c:v>2.63</c:v>
                </c:pt>
                <c:pt idx="627">
                  <c:v>2.7560000000000002</c:v>
                </c:pt>
                <c:pt idx="628">
                  <c:v>2.7919999999999998</c:v>
                </c:pt>
                <c:pt idx="629">
                  <c:v>2.8719999999999999</c:v>
                </c:pt>
                <c:pt idx="630">
                  <c:v>2.7410000000000001</c:v>
                </c:pt>
                <c:pt idx="631">
                  <c:v>2.7449999999999997</c:v>
                </c:pt>
                <c:pt idx="632">
                  <c:v>2.7519999999999998</c:v>
                </c:pt>
                <c:pt idx="633">
                  <c:v>2.7029999999999998</c:v>
                </c:pt>
                <c:pt idx="634">
                  <c:v>2.294</c:v>
                </c:pt>
                <c:pt idx="635">
                  <c:v>2.1469999999999998</c:v>
                </c:pt>
                <c:pt idx="636">
                  <c:v>2.1459999999999999</c:v>
                </c:pt>
                <c:pt idx="637">
                  <c:v>2.09</c:v>
                </c:pt>
                <c:pt idx="638">
                  <c:v>2.0979999999999999</c:v>
                </c:pt>
                <c:pt idx="639">
                  <c:v>2.2149999999999999</c:v>
                </c:pt>
                <c:pt idx="640">
                  <c:v>2.2009999999999996</c:v>
                </c:pt>
                <c:pt idx="641">
                  <c:v>2.2069999999999999</c:v>
                </c:pt>
                <c:pt idx="642">
                  <c:v>2.198</c:v>
                </c:pt>
                <c:pt idx="643">
                  <c:v>2.1779999999999999</c:v>
                </c:pt>
                <c:pt idx="644">
                  <c:v>2.2130000000000001</c:v>
                </c:pt>
                <c:pt idx="645">
                  <c:v>2.2490000000000001</c:v>
                </c:pt>
                <c:pt idx="646">
                  <c:v>4.5089999999999995</c:v>
                </c:pt>
                <c:pt idx="647">
                  <c:v>4.7849999999999993</c:v>
                </c:pt>
                <c:pt idx="648">
                  <c:v>4.657</c:v>
                </c:pt>
                <c:pt idx="649">
                  <c:v>4.7880000000000003</c:v>
                </c:pt>
                <c:pt idx="650">
                  <c:v>4.7629999999999999</c:v>
                </c:pt>
                <c:pt idx="651">
                  <c:v>3.3419999999999996</c:v>
                </c:pt>
                <c:pt idx="652">
                  <c:v>3.0110000000000001</c:v>
                </c:pt>
                <c:pt idx="653">
                  <c:v>2.758</c:v>
                </c:pt>
                <c:pt idx="654">
                  <c:v>2.7269999999999999</c:v>
                </c:pt>
                <c:pt idx="655">
                  <c:v>2.8119999999999998</c:v>
                </c:pt>
                <c:pt idx="656">
                  <c:v>2.887</c:v>
                </c:pt>
                <c:pt idx="657">
                  <c:v>2.8690000000000002</c:v>
                </c:pt>
                <c:pt idx="658">
                  <c:v>2.96</c:v>
                </c:pt>
                <c:pt idx="659">
                  <c:v>3.161</c:v>
                </c:pt>
                <c:pt idx="660">
                  <c:v>3.1220000000000003</c:v>
                </c:pt>
                <c:pt idx="661">
                  <c:v>2.9889999999999999</c:v>
                </c:pt>
                <c:pt idx="662">
                  <c:v>3.0300000000000002</c:v>
                </c:pt>
                <c:pt idx="663">
                  <c:v>3.1</c:v>
                </c:pt>
                <c:pt idx="664">
                  <c:v>3.1280000000000001</c:v>
                </c:pt>
                <c:pt idx="665">
                  <c:v>3.1710000000000003</c:v>
                </c:pt>
                <c:pt idx="666">
                  <c:v>3.2620000000000005</c:v>
                </c:pt>
                <c:pt idx="667">
                  <c:v>3.367</c:v>
                </c:pt>
                <c:pt idx="668">
                  <c:v>3.4350000000000001</c:v>
                </c:pt>
                <c:pt idx="669">
                  <c:v>3.5290000000000004</c:v>
                </c:pt>
                <c:pt idx="670">
                  <c:v>3.4119999999999999</c:v>
                </c:pt>
                <c:pt idx="671">
                  <c:v>3.512</c:v>
                </c:pt>
                <c:pt idx="672">
                  <c:v>3.5290000000000004</c:v>
                </c:pt>
                <c:pt idx="673">
                  <c:v>3.5839999999999996</c:v>
                </c:pt>
                <c:pt idx="674">
                  <c:v>3.4799999999999995</c:v>
                </c:pt>
                <c:pt idx="675">
                  <c:v>3.5220000000000002</c:v>
                </c:pt>
                <c:pt idx="676">
                  <c:v>3.5450000000000004</c:v>
                </c:pt>
                <c:pt idx="677">
                  <c:v>3.5290000000000004</c:v>
                </c:pt>
                <c:pt idx="678">
                  <c:v>3.5020000000000002</c:v>
                </c:pt>
                <c:pt idx="679">
                  <c:v>3.4590000000000001</c:v>
                </c:pt>
                <c:pt idx="680">
                  <c:v>3.5649999999999999</c:v>
                </c:pt>
                <c:pt idx="681">
                  <c:v>2.9929999999999999</c:v>
                </c:pt>
                <c:pt idx="682">
                  <c:v>2.875</c:v>
                </c:pt>
                <c:pt idx="683">
                  <c:v>2.806</c:v>
                </c:pt>
                <c:pt idx="684">
                  <c:v>3.4130000000000003</c:v>
                </c:pt>
                <c:pt idx="685">
                  <c:v>3.5110000000000001</c:v>
                </c:pt>
                <c:pt idx="686">
                  <c:v>3.762</c:v>
                </c:pt>
                <c:pt idx="687">
                  <c:v>3.8570000000000002</c:v>
                </c:pt>
                <c:pt idx="688">
                  <c:v>3.91</c:v>
                </c:pt>
                <c:pt idx="689">
                  <c:v>3.8980000000000001</c:v>
                </c:pt>
                <c:pt idx="690">
                  <c:v>3.9120000000000004</c:v>
                </c:pt>
                <c:pt idx="691">
                  <c:v>3.7909999999999999</c:v>
                </c:pt>
                <c:pt idx="692">
                  <c:v>3.7949999999999999</c:v>
                </c:pt>
                <c:pt idx="693">
                  <c:v>3.9140000000000001</c:v>
                </c:pt>
                <c:pt idx="694">
                  <c:v>3.8879999999999999</c:v>
                </c:pt>
                <c:pt idx="695">
                  <c:v>3.7890000000000001</c:v>
                </c:pt>
                <c:pt idx="696">
                  <c:v>3.88</c:v>
                </c:pt>
                <c:pt idx="697">
                  <c:v>3.9980000000000002</c:v>
                </c:pt>
                <c:pt idx="698">
                  <c:v>3.9969999999999999</c:v>
                </c:pt>
                <c:pt idx="699">
                  <c:v>3.9820000000000002</c:v>
                </c:pt>
                <c:pt idx="700">
                  <c:v>3.9159999999999999</c:v>
                </c:pt>
                <c:pt idx="701">
                  <c:v>3.95</c:v>
                </c:pt>
                <c:pt idx="702">
                  <c:v>3.9910000000000001</c:v>
                </c:pt>
                <c:pt idx="703">
                  <c:v>4.0730000000000004</c:v>
                </c:pt>
                <c:pt idx="704">
                  <c:v>4.1399999999999997</c:v>
                </c:pt>
                <c:pt idx="705">
                  <c:v>4.0949999999999998</c:v>
                </c:pt>
                <c:pt idx="706">
                  <c:v>4.07</c:v>
                </c:pt>
                <c:pt idx="707">
                  <c:v>3.7969999999999997</c:v>
                </c:pt>
                <c:pt idx="708">
                  <c:v>3.6709999999999998</c:v>
                </c:pt>
                <c:pt idx="709">
                  <c:v>3.7089999999999996</c:v>
                </c:pt>
                <c:pt idx="710">
                  <c:v>3.7890000000000001</c:v>
                </c:pt>
                <c:pt idx="711">
                  <c:v>3.7210000000000001</c:v>
                </c:pt>
                <c:pt idx="712">
                  <c:v>3.698</c:v>
                </c:pt>
                <c:pt idx="713">
                  <c:v>3.9409999999999998</c:v>
                </c:pt>
                <c:pt idx="714">
                  <c:v>3.8989999999999996</c:v>
                </c:pt>
                <c:pt idx="715">
                  <c:v>3.778</c:v>
                </c:pt>
                <c:pt idx="716">
                  <c:v>3.75</c:v>
                </c:pt>
                <c:pt idx="717">
                  <c:v>3.8029999999999999</c:v>
                </c:pt>
                <c:pt idx="718">
                  <c:v>3.7639999999999998</c:v>
                </c:pt>
                <c:pt idx="719">
                  <c:v>3.7699999999999996</c:v>
                </c:pt>
                <c:pt idx="720">
                  <c:v>3.7879999999999998</c:v>
                </c:pt>
                <c:pt idx="721">
                  <c:v>3.8340000000000001</c:v>
                </c:pt>
                <c:pt idx="722">
                  <c:v>3.8319999999999999</c:v>
                </c:pt>
                <c:pt idx="723">
                  <c:v>3.6380000000000003</c:v>
                </c:pt>
                <c:pt idx="724">
                  <c:v>3.5569999999999999</c:v>
                </c:pt>
                <c:pt idx="725">
                  <c:v>3.6819999999999999</c:v>
                </c:pt>
                <c:pt idx="726">
                  <c:v>3.7060000000000004</c:v>
                </c:pt>
                <c:pt idx="727">
                  <c:v>3.569</c:v>
                </c:pt>
                <c:pt idx="728">
                  <c:v>3.6389999999999998</c:v>
                </c:pt>
                <c:pt idx="729">
                  <c:v>3.7589999999999999</c:v>
                </c:pt>
                <c:pt idx="730">
                  <c:v>3.6339999999999999</c:v>
                </c:pt>
                <c:pt idx="731">
                  <c:v>3.7609999999999997</c:v>
                </c:pt>
                <c:pt idx="732">
                  <c:v>3.8820000000000001</c:v>
                </c:pt>
                <c:pt idx="733">
                  <c:v>3.4610000000000003</c:v>
                </c:pt>
                <c:pt idx="734">
                  <c:v>3.3559999999999999</c:v>
                </c:pt>
                <c:pt idx="735">
                  <c:v>3.4009999999999998</c:v>
                </c:pt>
                <c:pt idx="736">
                  <c:v>3.3250000000000002</c:v>
                </c:pt>
                <c:pt idx="737">
                  <c:v>3.1059999999999999</c:v>
                </c:pt>
                <c:pt idx="738">
                  <c:v>3.0979999999999999</c:v>
                </c:pt>
                <c:pt idx="739">
                  <c:v>3.1559999999999997</c:v>
                </c:pt>
                <c:pt idx="740">
                  <c:v>3.74</c:v>
                </c:pt>
                <c:pt idx="741">
                  <c:v>3.8719999999999999</c:v>
                </c:pt>
                <c:pt idx="742">
                  <c:v>3.8780000000000001</c:v>
                </c:pt>
                <c:pt idx="743">
                  <c:v>5.5410000000000004</c:v>
                </c:pt>
                <c:pt idx="744">
                  <c:v>5.7830000000000004</c:v>
                </c:pt>
                <c:pt idx="745">
                  <c:v>5.7309999999999999</c:v>
                </c:pt>
                <c:pt idx="746">
                  <c:v>5.7789999999999999</c:v>
                </c:pt>
                <c:pt idx="747">
                  <c:v>5.8109999999999999</c:v>
                </c:pt>
                <c:pt idx="748">
                  <c:v>5.8739999999999997</c:v>
                </c:pt>
                <c:pt idx="749">
                  <c:v>6.0490000000000004</c:v>
                </c:pt>
                <c:pt idx="750">
                  <c:v>6.1609999999999996</c:v>
                </c:pt>
                <c:pt idx="751">
                  <c:v>5.6849999999999996</c:v>
                </c:pt>
                <c:pt idx="752">
                  <c:v>5.9889999999999999</c:v>
                </c:pt>
                <c:pt idx="753">
                  <c:v>5.9670000000000005</c:v>
                </c:pt>
                <c:pt idx="754">
                  <c:v>5.9470000000000001</c:v>
                </c:pt>
                <c:pt idx="755">
                  <c:v>5.8229999999999995</c:v>
                </c:pt>
                <c:pt idx="756">
                  <c:v>5.931</c:v>
                </c:pt>
                <c:pt idx="757">
                  <c:v>5.9729999999999999</c:v>
                </c:pt>
                <c:pt idx="758">
                  <c:v>6.0289999999999999</c:v>
                </c:pt>
                <c:pt idx="759">
                  <c:v>5.7469999999999999</c:v>
                </c:pt>
                <c:pt idx="760">
                  <c:v>5.375</c:v>
                </c:pt>
                <c:pt idx="761">
                  <c:v>4.7859999999999996</c:v>
                </c:pt>
                <c:pt idx="762">
                  <c:v>4.8360000000000003</c:v>
                </c:pt>
                <c:pt idx="763">
                  <c:v>4.6989999999999998</c:v>
                </c:pt>
                <c:pt idx="764">
                  <c:v>4.4459999999999997</c:v>
                </c:pt>
                <c:pt idx="765">
                  <c:v>4.8360000000000003</c:v>
                </c:pt>
                <c:pt idx="766">
                  <c:v>4.819</c:v>
                </c:pt>
                <c:pt idx="767">
                  <c:v>4.9630000000000001</c:v>
                </c:pt>
                <c:pt idx="768">
                  <c:v>5.0549999999999997</c:v>
                </c:pt>
                <c:pt idx="769">
                  <c:v>5.0139999999999993</c:v>
                </c:pt>
                <c:pt idx="770">
                  <c:v>4.835</c:v>
                </c:pt>
                <c:pt idx="771">
                  <c:v>4.734</c:v>
                </c:pt>
                <c:pt idx="772">
                  <c:v>4.74</c:v>
                </c:pt>
                <c:pt idx="773">
                  <c:v>4.7750000000000004</c:v>
                </c:pt>
                <c:pt idx="774">
                  <c:v>4.6029999999999998</c:v>
                </c:pt>
                <c:pt idx="775">
                  <c:v>4.7309999999999999</c:v>
                </c:pt>
                <c:pt idx="776">
                  <c:v>4.694</c:v>
                </c:pt>
                <c:pt idx="777">
                  <c:v>5.3199999999999994</c:v>
                </c:pt>
                <c:pt idx="778">
                  <c:v>5.5010000000000003</c:v>
                </c:pt>
                <c:pt idx="779">
                  <c:v>5.6109999999999998</c:v>
                </c:pt>
                <c:pt idx="780">
                  <c:v>5.0520000000000005</c:v>
                </c:pt>
                <c:pt idx="781">
                  <c:v>5.3230000000000004</c:v>
                </c:pt>
                <c:pt idx="782">
                  <c:v>5.4139999999999997</c:v>
                </c:pt>
                <c:pt idx="783">
                  <c:v>5.532</c:v>
                </c:pt>
                <c:pt idx="784">
                  <c:v>5.42</c:v>
                </c:pt>
                <c:pt idx="785">
                  <c:v>5.351</c:v>
                </c:pt>
                <c:pt idx="786">
                  <c:v>5.4960000000000004</c:v>
                </c:pt>
                <c:pt idx="787">
                  <c:v>5.6000000000000005</c:v>
                </c:pt>
                <c:pt idx="788">
                  <c:v>5.633</c:v>
                </c:pt>
                <c:pt idx="789">
                  <c:v>5.6230000000000002</c:v>
                </c:pt>
                <c:pt idx="790">
                  <c:v>5.66</c:v>
                </c:pt>
                <c:pt idx="791">
                  <c:v>5.6710000000000003</c:v>
                </c:pt>
                <c:pt idx="792">
                  <c:v>5.766</c:v>
                </c:pt>
                <c:pt idx="793">
                  <c:v>5.5789999999999997</c:v>
                </c:pt>
                <c:pt idx="794">
                  <c:v>5.5939999999999994</c:v>
                </c:pt>
                <c:pt idx="795">
                  <c:v>5.6980000000000004</c:v>
                </c:pt>
                <c:pt idx="796">
                  <c:v>5.7779999999999996</c:v>
                </c:pt>
                <c:pt idx="797">
                  <c:v>5.8330000000000002</c:v>
                </c:pt>
                <c:pt idx="798">
                  <c:v>5.883</c:v>
                </c:pt>
                <c:pt idx="799">
                  <c:v>5.9169999999999998</c:v>
                </c:pt>
                <c:pt idx="800">
                  <c:v>5.6689999999999996</c:v>
                </c:pt>
                <c:pt idx="801">
                  <c:v>5.5509999999999993</c:v>
                </c:pt>
                <c:pt idx="802">
                  <c:v>5.3780000000000001</c:v>
                </c:pt>
                <c:pt idx="803">
                  <c:v>5.4850000000000003</c:v>
                </c:pt>
                <c:pt idx="804">
                  <c:v>6.0150000000000006</c:v>
                </c:pt>
                <c:pt idx="805">
                  <c:v>5.7629999999999999</c:v>
                </c:pt>
                <c:pt idx="806">
                  <c:v>6.1379999999999999</c:v>
                </c:pt>
                <c:pt idx="807">
                  <c:v>6.3119999999999994</c:v>
                </c:pt>
                <c:pt idx="808">
                  <c:v>6.3240000000000007</c:v>
                </c:pt>
                <c:pt idx="809">
                  <c:v>6.254999999999999</c:v>
                </c:pt>
                <c:pt idx="810">
                  <c:v>6.2430000000000003</c:v>
                </c:pt>
                <c:pt idx="811">
                  <c:v>6.1580000000000004</c:v>
                </c:pt>
                <c:pt idx="812">
                  <c:v>6.343</c:v>
                </c:pt>
                <c:pt idx="813">
                  <c:v>6.3789999999999996</c:v>
                </c:pt>
                <c:pt idx="814">
                  <c:v>6.8379999999999992</c:v>
                </c:pt>
                <c:pt idx="815">
                  <c:v>6.81</c:v>
                </c:pt>
                <c:pt idx="816">
                  <c:v>6.2239999999999993</c:v>
                </c:pt>
                <c:pt idx="817">
                  <c:v>6.0819999999999999</c:v>
                </c:pt>
                <c:pt idx="818">
                  <c:v>6.13</c:v>
                </c:pt>
                <c:pt idx="819">
                  <c:v>6.1990000000000007</c:v>
                </c:pt>
                <c:pt idx="820">
                  <c:v>6.2229999999999999</c:v>
                </c:pt>
                <c:pt idx="821">
                  <c:v>6.2030000000000003</c:v>
                </c:pt>
                <c:pt idx="822">
                  <c:v>5.8140000000000001</c:v>
                </c:pt>
                <c:pt idx="823">
                  <c:v>5.7809999999999997</c:v>
                </c:pt>
                <c:pt idx="824">
                  <c:v>5.8020000000000005</c:v>
                </c:pt>
                <c:pt idx="825">
                  <c:v>5.6890000000000001</c:v>
                </c:pt>
                <c:pt idx="826">
                  <c:v>6.1740000000000004</c:v>
                </c:pt>
                <c:pt idx="827">
                  <c:v>8.4049999999999994</c:v>
                </c:pt>
                <c:pt idx="828">
                  <c:v>8.6749999999999989</c:v>
                </c:pt>
                <c:pt idx="829">
                  <c:v>9.4290000000000003</c:v>
                </c:pt>
                <c:pt idx="830">
                  <c:v>9.6</c:v>
                </c:pt>
                <c:pt idx="831">
                  <c:v>9.7210000000000001</c:v>
                </c:pt>
                <c:pt idx="832">
                  <c:v>9.4420000000000002</c:v>
                </c:pt>
                <c:pt idx="833">
                  <c:v>9.3219999999999992</c:v>
                </c:pt>
                <c:pt idx="834">
                  <c:v>9.3420000000000005</c:v>
                </c:pt>
                <c:pt idx="835">
                  <c:v>8.9269999999999996</c:v>
                </c:pt>
                <c:pt idx="836">
                  <c:v>8.9969999999999999</c:v>
                </c:pt>
                <c:pt idx="837">
                  <c:v>9.2629999999999999</c:v>
                </c:pt>
                <c:pt idx="838">
                  <c:v>9.2989999999999995</c:v>
                </c:pt>
                <c:pt idx="839">
                  <c:v>9.3539999999999992</c:v>
                </c:pt>
                <c:pt idx="840">
                  <c:v>9.3919999999999995</c:v>
                </c:pt>
                <c:pt idx="841">
                  <c:v>9.1150000000000002</c:v>
                </c:pt>
                <c:pt idx="842">
                  <c:v>8.956999999999999</c:v>
                </c:pt>
                <c:pt idx="843">
                  <c:v>8.5939999999999994</c:v>
                </c:pt>
                <c:pt idx="844">
                  <c:v>8.6080000000000005</c:v>
                </c:pt>
                <c:pt idx="845">
                  <c:v>8.6150000000000002</c:v>
                </c:pt>
                <c:pt idx="846">
                  <c:v>8.5459999999999994</c:v>
                </c:pt>
                <c:pt idx="847">
                  <c:v>8.5640000000000001</c:v>
                </c:pt>
                <c:pt idx="848">
                  <c:v>8.6419999999999995</c:v>
                </c:pt>
                <c:pt idx="849">
                  <c:v>8.6509999999999998</c:v>
                </c:pt>
                <c:pt idx="850">
                  <c:v>8.4290000000000003</c:v>
                </c:pt>
                <c:pt idx="851">
                  <c:v>8.3320000000000007</c:v>
                </c:pt>
                <c:pt idx="852">
                  <c:v>8.3190000000000008</c:v>
                </c:pt>
                <c:pt idx="853">
                  <c:v>8.2900000000000009</c:v>
                </c:pt>
                <c:pt idx="854">
                  <c:v>8.2850000000000001</c:v>
                </c:pt>
                <c:pt idx="855">
                  <c:v>8.3580000000000005</c:v>
                </c:pt>
                <c:pt idx="856">
                  <c:v>8.36</c:v>
                </c:pt>
                <c:pt idx="857">
                  <c:v>8.3800000000000008</c:v>
                </c:pt>
                <c:pt idx="858">
                  <c:v>8.4420000000000002</c:v>
                </c:pt>
                <c:pt idx="859">
                  <c:v>8.3719999999999999</c:v>
                </c:pt>
                <c:pt idx="860">
                  <c:v>8.2960000000000012</c:v>
                </c:pt>
                <c:pt idx="861">
                  <c:v>8.6120000000000001</c:v>
                </c:pt>
                <c:pt idx="862">
                  <c:v>8.7629999999999999</c:v>
                </c:pt>
                <c:pt idx="863">
                  <c:v>8.7419999999999991</c:v>
                </c:pt>
                <c:pt idx="864">
                  <c:v>8.7429999999999986</c:v>
                </c:pt>
                <c:pt idx="865">
                  <c:v>8.8710000000000004</c:v>
                </c:pt>
                <c:pt idx="866">
                  <c:v>8.9080000000000013</c:v>
                </c:pt>
                <c:pt idx="867">
                  <c:v>8.8359999999999985</c:v>
                </c:pt>
                <c:pt idx="868">
                  <c:v>8.7429999999999986</c:v>
                </c:pt>
                <c:pt idx="869">
                  <c:v>8.6430000000000007</c:v>
                </c:pt>
                <c:pt idx="870">
                  <c:v>8.6669999999999998</c:v>
                </c:pt>
                <c:pt idx="871">
                  <c:v>8.7609999999999992</c:v>
                </c:pt>
                <c:pt idx="872">
                  <c:v>8.8669999999999991</c:v>
                </c:pt>
                <c:pt idx="873">
                  <c:v>8.9410000000000007</c:v>
                </c:pt>
                <c:pt idx="874">
                  <c:v>8.8450000000000006</c:v>
                </c:pt>
                <c:pt idx="875">
                  <c:v>8.8070000000000004</c:v>
                </c:pt>
                <c:pt idx="876">
                  <c:v>8.6389999999999993</c:v>
                </c:pt>
                <c:pt idx="877">
                  <c:v>8.6300000000000008</c:v>
                </c:pt>
                <c:pt idx="878">
                  <c:v>8.6340000000000003</c:v>
                </c:pt>
                <c:pt idx="879">
                  <c:v>7.3140000000000001</c:v>
                </c:pt>
                <c:pt idx="880">
                  <c:v>7.1110000000000007</c:v>
                </c:pt>
                <c:pt idx="881">
                  <c:v>7.0019999999999998</c:v>
                </c:pt>
                <c:pt idx="882">
                  <c:v>6.9269999999999996</c:v>
                </c:pt>
                <c:pt idx="883">
                  <c:v>6.9329999999999998</c:v>
                </c:pt>
                <c:pt idx="884">
                  <c:v>7.1879999999999997</c:v>
                </c:pt>
                <c:pt idx="885">
                  <c:v>6.9459999999999997</c:v>
                </c:pt>
                <c:pt idx="886">
                  <c:v>6.7879999999999994</c:v>
                </c:pt>
                <c:pt idx="887">
                  <c:v>7.1340000000000003</c:v>
                </c:pt>
                <c:pt idx="888">
                  <c:v>7.2969999999999997</c:v>
                </c:pt>
                <c:pt idx="889">
                  <c:v>7.197000000000001</c:v>
                </c:pt>
                <c:pt idx="890">
                  <c:v>7.3080000000000007</c:v>
                </c:pt>
                <c:pt idx="891">
                  <c:v>7.31</c:v>
                </c:pt>
                <c:pt idx="892">
                  <c:v>7.2090000000000005</c:v>
                </c:pt>
                <c:pt idx="893">
                  <c:v>8.3360000000000003</c:v>
                </c:pt>
                <c:pt idx="894">
                  <c:v>8.4719999999999995</c:v>
                </c:pt>
                <c:pt idx="895">
                  <c:v>8.407</c:v>
                </c:pt>
                <c:pt idx="896">
                  <c:v>8.3360000000000003</c:v>
                </c:pt>
                <c:pt idx="897">
                  <c:v>8.2889999999999997</c:v>
                </c:pt>
                <c:pt idx="898">
                  <c:v>8.286999999999999</c:v>
                </c:pt>
                <c:pt idx="899">
                  <c:v>8.3239999999999998</c:v>
                </c:pt>
                <c:pt idx="900">
                  <c:v>8.234</c:v>
                </c:pt>
                <c:pt idx="901">
                  <c:v>8.2750000000000004</c:v>
                </c:pt>
                <c:pt idx="902">
                  <c:v>8.3449999999999989</c:v>
                </c:pt>
                <c:pt idx="903">
                  <c:v>8.4220000000000006</c:v>
                </c:pt>
                <c:pt idx="904">
                  <c:v>8.5</c:v>
                </c:pt>
                <c:pt idx="905">
                  <c:v>8.4830000000000005</c:v>
                </c:pt>
                <c:pt idx="906">
                  <c:v>8.5050000000000008</c:v>
                </c:pt>
                <c:pt idx="907">
                  <c:v>8.5340000000000007</c:v>
                </c:pt>
                <c:pt idx="908">
                  <c:v>8.7940000000000005</c:v>
                </c:pt>
                <c:pt idx="909">
                  <c:v>8.8230000000000004</c:v>
                </c:pt>
                <c:pt idx="910">
                  <c:v>8.2769999999999992</c:v>
                </c:pt>
                <c:pt idx="911">
                  <c:v>8.1769999999999996</c:v>
                </c:pt>
                <c:pt idx="912">
                  <c:v>8.2739999999999991</c:v>
                </c:pt>
                <c:pt idx="913">
                  <c:v>8.3089999999999993</c:v>
                </c:pt>
                <c:pt idx="914">
                  <c:v>8.1769999999999996</c:v>
                </c:pt>
                <c:pt idx="915">
                  <c:v>8.0039999999999996</c:v>
                </c:pt>
                <c:pt idx="916">
                  <c:v>8.1059999999999999</c:v>
                </c:pt>
                <c:pt idx="917">
                  <c:v>7.9990000000000006</c:v>
                </c:pt>
                <c:pt idx="918">
                  <c:v>8.09</c:v>
                </c:pt>
                <c:pt idx="919">
                  <c:v>7.9240000000000004</c:v>
                </c:pt>
                <c:pt idx="920">
                  <c:v>7.8639999999999999</c:v>
                </c:pt>
                <c:pt idx="921">
                  <c:v>7.7909999999999995</c:v>
                </c:pt>
                <c:pt idx="922">
                  <c:v>7.7469999999999999</c:v>
                </c:pt>
                <c:pt idx="923">
                  <c:v>7.6730000000000009</c:v>
                </c:pt>
                <c:pt idx="924">
                  <c:v>7.5709999999999997</c:v>
                </c:pt>
                <c:pt idx="925">
                  <c:v>7.5179999999999998</c:v>
                </c:pt>
                <c:pt idx="926">
                  <c:v>7.5889999999999995</c:v>
                </c:pt>
                <c:pt idx="927">
                  <c:v>7.5689999999999991</c:v>
                </c:pt>
                <c:pt idx="928">
                  <c:v>7.5889999999999995</c:v>
                </c:pt>
                <c:pt idx="929">
                  <c:v>7.7389999999999999</c:v>
                </c:pt>
                <c:pt idx="930">
                  <c:v>7.7249999999999996</c:v>
                </c:pt>
                <c:pt idx="931">
                  <c:v>8.032</c:v>
                </c:pt>
                <c:pt idx="932">
                  <c:v>8.0739999999999998</c:v>
                </c:pt>
                <c:pt idx="933">
                  <c:v>7.9119999999999999</c:v>
                </c:pt>
                <c:pt idx="934">
                  <c:v>7.9610000000000003</c:v>
                </c:pt>
                <c:pt idx="935">
                  <c:v>7.86</c:v>
                </c:pt>
                <c:pt idx="936">
                  <c:v>6.5920000000000005</c:v>
                </c:pt>
                <c:pt idx="937">
                  <c:v>6.3789999999999996</c:v>
                </c:pt>
                <c:pt idx="938">
                  <c:v>6.4060000000000006</c:v>
                </c:pt>
                <c:pt idx="939">
                  <c:v>6.3589999999999991</c:v>
                </c:pt>
                <c:pt idx="940">
                  <c:v>6.38</c:v>
                </c:pt>
                <c:pt idx="941">
                  <c:v>6.3759999999999994</c:v>
                </c:pt>
                <c:pt idx="942">
                  <c:v>6.3710000000000004</c:v>
                </c:pt>
                <c:pt idx="943">
                  <c:v>6.3420000000000005</c:v>
                </c:pt>
                <c:pt idx="944">
                  <c:v>6.2630000000000008</c:v>
                </c:pt>
                <c:pt idx="945">
                  <c:v>6.2700000000000005</c:v>
                </c:pt>
                <c:pt idx="946">
                  <c:v>7.5709999999999997</c:v>
                </c:pt>
                <c:pt idx="947">
                  <c:v>7.6989999999999998</c:v>
                </c:pt>
                <c:pt idx="948">
                  <c:v>7.722999999999999</c:v>
                </c:pt>
                <c:pt idx="949">
                  <c:v>7.8639999999999999</c:v>
                </c:pt>
                <c:pt idx="950">
                  <c:v>7.7810000000000006</c:v>
                </c:pt>
                <c:pt idx="951">
                  <c:v>8.418000000000001</c:v>
                </c:pt>
                <c:pt idx="952">
                  <c:v>8.6199999999999992</c:v>
                </c:pt>
                <c:pt idx="953">
                  <c:v>8.6489999999999991</c:v>
                </c:pt>
                <c:pt idx="954">
                  <c:v>8.6950000000000003</c:v>
                </c:pt>
                <c:pt idx="955">
                  <c:v>8.8889999999999993</c:v>
                </c:pt>
                <c:pt idx="956">
                  <c:v>9.0109999999999992</c:v>
                </c:pt>
                <c:pt idx="957">
                  <c:v>9.157</c:v>
                </c:pt>
                <c:pt idx="958">
                  <c:v>9.0730000000000004</c:v>
                </c:pt>
                <c:pt idx="959">
                  <c:v>8.9050000000000011</c:v>
                </c:pt>
                <c:pt idx="960">
                  <c:v>8.9269999999999996</c:v>
                </c:pt>
                <c:pt idx="961">
                  <c:v>8.9380000000000006</c:v>
                </c:pt>
                <c:pt idx="962">
                  <c:v>9.0039999999999996</c:v>
                </c:pt>
                <c:pt idx="963">
                  <c:v>9.0640000000000001</c:v>
                </c:pt>
                <c:pt idx="964">
                  <c:v>8.9789999999999992</c:v>
                </c:pt>
                <c:pt idx="965">
                  <c:v>8.9660000000000011</c:v>
                </c:pt>
                <c:pt idx="966">
                  <c:v>9.2240000000000002</c:v>
                </c:pt>
                <c:pt idx="967">
                  <c:v>9.1989999999999998</c:v>
                </c:pt>
                <c:pt idx="968">
                  <c:v>9.19</c:v>
                </c:pt>
                <c:pt idx="969">
                  <c:v>9.1429999999999989</c:v>
                </c:pt>
                <c:pt idx="970">
                  <c:v>9.3360000000000003</c:v>
                </c:pt>
                <c:pt idx="971">
                  <c:v>9.4220000000000006</c:v>
                </c:pt>
                <c:pt idx="972">
                  <c:v>9.4369999999999994</c:v>
                </c:pt>
                <c:pt idx="973">
                  <c:v>9.5749999999999993</c:v>
                </c:pt>
                <c:pt idx="974">
                  <c:v>9.9190000000000005</c:v>
                </c:pt>
                <c:pt idx="975">
                  <c:v>10.005000000000001</c:v>
                </c:pt>
                <c:pt idx="976">
                  <c:v>10.31</c:v>
                </c:pt>
                <c:pt idx="977">
                  <c:v>10.501000000000001</c:v>
                </c:pt>
                <c:pt idx="978">
                  <c:v>10.54</c:v>
                </c:pt>
                <c:pt idx="979">
                  <c:v>10.545</c:v>
                </c:pt>
                <c:pt idx="980">
                  <c:v>11.225999999999999</c:v>
                </c:pt>
                <c:pt idx="981">
                  <c:v>11.279</c:v>
                </c:pt>
                <c:pt idx="982">
                  <c:v>11.311</c:v>
                </c:pt>
                <c:pt idx="983">
                  <c:v>11.405999999999999</c:v>
                </c:pt>
                <c:pt idx="984">
                  <c:v>11.303000000000001</c:v>
                </c:pt>
                <c:pt idx="985">
                  <c:v>10.779</c:v>
                </c:pt>
                <c:pt idx="986">
                  <c:v>10.577999999999999</c:v>
                </c:pt>
                <c:pt idx="987">
                  <c:v>10.523</c:v>
                </c:pt>
                <c:pt idx="988">
                  <c:v>10.473000000000001</c:v>
                </c:pt>
                <c:pt idx="989">
                  <c:v>10.466000000000001</c:v>
                </c:pt>
                <c:pt idx="990">
                  <c:v>7.3120000000000003</c:v>
                </c:pt>
                <c:pt idx="991">
                  <c:v>6.5710000000000006</c:v>
                </c:pt>
                <c:pt idx="992">
                  <c:v>6.4879999999999995</c:v>
                </c:pt>
                <c:pt idx="993">
                  <c:v>6.5609999999999999</c:v>
                </c:pt>
                <c:pt idx="994">
                  <c:v>6.3789999999999996</c:v>
                </c:pt>
                <c:pt idx="995">
                  <c:v>6.7809999999999997</c:v>
                </c:pt>
                <c:pt idx="996">
                  <c:v>6.9050000000000002</c:v>
                </c:pt>
                <c:pt idx="997">
                  <c:v>6.9239999999999995</c:v>
                </c:pt>
                <c:pt idx="998">
                  <c:v>7.6730000000000009</c:v>
                </c:pt>
                <c:pt idx="999">
                  <c:v>7.8929999999999998</c:v>
                </c:pt>
                <c:pt idx="1000">
                  <c:v>8.0589999999999993</c:v>
                </c:pt>
                <c:pt idx="1001">
                  <c:v>7.8460000000000001</c:v>
                </c:pt>
                <c:pt idx="1002">
                  <c:v>7.9359999999999999</c:v>
                </c:pt>
                <c:pt idx="1003">
                  <c:v>7.7329999999999997</c:v>
                </c:pt>
                <c:pt idx="1004">
                  <c:v>7.7909999999999995</c:v>
                </c:pt>
                <c:pt idx="1005">
                  <c:v>7.786999999999999</c:v>
                </c:pt>
                <c:pt idx="1006">
                  <c:v>7.4649999999999999</c:v>
                </c:pt>
                <c:pt idx="1007">
                  <c:v>7.5170000000000003</c:v>
                </c:pt>
                <c:pt idx="1008">
                  <c:v>7.4279999999999999</c:v>
                </c:pt>
                <c:pt idx="1009">
                  <c:v>7.4719999999999995</c:v>
                </c:pt>
                <c:pt idx="1010">
                  <c:v>7.4059999999999997</c:v>
                </c:pt>
                <c:pt idx="1011">
                  <c:v>7.3800000000000008</c:v>
                </c:pt>
                <c:pt idx="1012">
                  <c:v>7.4059999999999997</c:v>
                </c:pt>
                <c:pt idx="1013">
                  <c:v>7.3559999999999999</c:v>
                </c:pt>
                <c:pt idx="1014">
                  <c:v>7.4489999999999998</c:v>
                </c:pt>
                <c:pt idx="1015">
                  <c:v>7.5359999999999996</c:v>
                </c:pt>
                <c:pt idx="1016">
                  <c:v>6.7229999999999999</c:v>
                </c:pt>
                <c:pt idx="1017">
                  <c:v>6.6239999999999997</c:v>
                </c:pt>
                <c:pt idx="1018">
                  <c:v>6.6070000000000002</c:v>
                </c:pt>
                <c:pt idx="1019">
                  <c:v>8.6590000000000007</c:v>
                </c:pt>
                <c:pt idx="1020">
                  <c:v>8.8539999999999992</c:v>
                </c:pt>
                <c:pt idx="1021">
                  <c:v>9.0280000000000005</c:v>
                </c:pt>
                <c:pt idx="1022">
                  <c:v>8.7679999999999989</c:v>
                </c:pt>
                <c:pt idx="1023">
                  <c:v>8.7620000000000005</c:v>
                </c:pt>
                <c:pt idx="1024">
                  <c:v>8.7170000000000005</c:v>
                </c:pt>
                <c:pt idx="1025">
                  <c:v>8.7210000000000001</c:v>
                </c:pt>
                <c:pt idx="1026">
                  <c:v>8.7690000000000001</c:v>
                </c:pt>
                <c:pt idx="1027">
                  <c:v>8.6379999999999999</c:v>
                </c:pt>
                <c:pt idx="1028">
                  <c:v>8.636000000000001</c:v>
                </c:pt>
                <c:pt idx="1029">
                  <c:v>8.6270000000000007</c:v>
                </c:pt>
                <c:pt idx="1030">
                  <c:v>8.7739999999999991</c:v>
                </c:pt>
                <c:pt idx="1031">
                  <c:v>8.766</c:v>
                </c:pt>
                <c:pt idx="1032">
                  <c:v>8.895999999999999</c:v>
                </c:pt>
                <c:pt idx="1033">
                  <c:v>8.7330000000000005</c:v>
                </c:pt>
                <c:pt idx="1034">
                  <c:v>8.7510000000000012</c:v>
                </c:pt>
                <c:pt idx="1035">
                  <c:v>8.6489999999999991</c:v>
                </c:pt>
                <c:pt idx="1036">
                  <c:v>8.9120000000000008</c:v>
                </c:pt>
                <c:pt idx="1037">
                  <c:v>8.7330000000000005</c:v>
                </c:pt>
                <c:pt idx="1038">
                  <c:v>8.677999999999999</c:v>
                </c:pt>
                <c:pt idx="1039">
                  <c:v>8.6419999999999995</c:v>
                </c:pt>
                <c:pt idx="1040">
                  <c:v>8.1289999999999996</c:v>
                </c:pt>
                <c:pt idx="1041">
                  <c:v>8.0790000000000006</c:v>
                </c:pt>
                <c:pt idx="1042">
                  <c:v>8.0790000000000006</c:v>
                </c:pt>
                <c:pt idx="1043">
                  <c:v>7.9109999999999996</c:v>
                </c:pt>
                <c:pt idx="1044">
                  <c:v>8.1349999999999998</c:v>
                </c:pt>
                <c:pt idx="1045">
                  <c:v>8.17</c:v>
                </c:pt>
                <c:pt idx="1046">
                  <c:v>8.1210000000000004</c:v>
                </c:pt>
                <c:pt idx="1047">
                  <c:v>8.6199999999999992</c:v>
                </c:pt>
                <c:pt idx="1048">
                  <c:v>9.6929999999999996</c:v>
                </c:pt>
                <c:pt idx="1049">
                  <c:v>9.7439999999999998</c:v>
                </c:pt>
                <c:pt idx="1050">
                  <c:v>10.381</c:v>
                </c:pt>
                <c:pt idx="1051">
                  <c:v>9.6649999999999991</c:v>
                </c:pt>
                <c:pt idx="1052">
                  <c:v>9.5679999999999996</c:v>
                </c:pt>
                <c:pt idx="1053">
                  <c:v>9.4819999999999993</c:v>
                </c:pt>
                <c:pt idx="1054">
                  <c:v>9.4250000000000007</c:v>
                </c:pt>
                <c:pt idx="1055">
                  <c:v>9.379999999999999</c:v>
                </c:pt>
                <c:pt idx="1056">
                  <c:v>9.202</c:v>
                </c:pt>
                <c:pt idx="1057">
                  <c:v>9.2089999999999996</c:v>
                </c:pt>
                <c:pt idx="1058">
                  <c:v>9.25</c:v>
                </c:pt>
                <c:pt idx="1059">
                  <c:v>9.4030000000000005</c:v>
                </c:pt>
                <c:pt idx="1060">
                  <c:v>8.9179999999999993</c:v>
                </c:pt>
                <c:pt idx="1061">
                  <c:v>8.770999999999999</c:v>
                </c:pt>
                <c:pt idx="1062">
                  <c:v>8.6839999999999993</c:v>
                </c:pt>
                <c:pt idx="1063">
                  <c:v>8.8740000000000006</c:v>
                </c:pt>
                <c:pt idx="1064">
                  <c:v>8.7609999999999992</c:v>
                </c:pt>
                <c:pt idx="1065">
                  <c:v>8.7010000000000005</c:v>
                </c:pt>
                <c:pt idx="1066">
                  <c:v>8.68</c:v>
                </c:pt>
                <c:pt idx="1067">
                  <c:v>8.4390000000000001</c:v>
                </c:pt>
                <c:pt idx="1068">
                  <c:v>8.3439999999999994</c:v>
                </c:pt>
                <c:pt idx="1069">
                  <c:v>6.3890000000000002</c:v>
                </c:pt>
                <c:pt idx="1070">
                  <c:v>6.0140000000000002</c:v>
                </c:pt>
                <c:pt idx="1071">
                  <c:v>6.0359999999999996</c:v>
                </c:pt>
                <c:pt idx="1072">
                  <c:v>6.1310000000000002</c:v>
                </c:pt>
                <c:pt idx="1073">
                  <c:v>6.3020000000000005</c:v>
                </c:pt>
                <c:pt idx="1074">
                  <c:v>5.9710000000000001</c:v>
                </c:pt>
                <c:pt idx="1075">
                  <c:v>5.9270000000000005</c:v>
                </c:pt>
                <c:pt idx="1076">
                  <c:v>6.1029999999999998</c:v>
                </c:pt>
                <c:pt idx="1077">
                  <c:v>6.1080000000000005</c:v>
                </c:pt>
                <c:pt idx="1078">
                  <c:v>6.0949999999999998</c:v>
                </c:pt>
                <c:pt idx="1079">
                  <c:v>5.9260000000000002</c:v>
                </c:pt>
                <c:pt idx="1080">
                  <c:v>5.9619999999999997</c:v>
                </c:pt>
                <c:pt idx="1081">
                  <c:v>6.0339999999999998</c:v>
                </c:pt>
                <c:pt idx="1082">
                  <c:v>4.8769999999999998</c:v>
                </c:pt>
                <c:pt idx="1083">
                  <c:v>4.7030000000000003</c:v>
                </c:pt>
                <c:pt idx="1084">
                  <c:v>4.7350000000000003</c:v>
                </c:pt>
                <c:pt idx="1085">
                  <c:v>4.7430000000000003</c:v>
                </c:pt>
                <c:pt idx="1086">
                  <c:v>4.6340000000000003</c:v>
                </c:pt>
                <c:pt idx="1087">
                  <c:v>4.226</c:v>
                </c:pt>
                <c:pt idx="1088">
                  <c:v>4.0919999999999996</c:v>
                </c:pt>
                <c:pt idx="1089">
                  <c:v>4.1150000000000002</c:v>
                </c:pt>
                <c:pt idx="1090">
                  <c:v>4.2610000000000001</c:v>
                </c:pt>
                <c:pt idx="1091">
                  <c:v>4.2680000000000007</c:v>
                </c:pt>
                <c:pt idx="1092">
                  <c:v>4.29</c:v>
                </c:pt>
                <c:pt idx="1093">
                  <c:v>4.2410000000000005</c:v>
                </c:pt>
                <c:pt idx="1094">
                  <c:v>4.3440000000000003</c:v>
                </c:pt>
                <c:pt idx="1095">
                  <c:v>4.4060000000000006</c:v>
                </c:pt>
                <c:pt idx="1096">
                  <c:v>4.4489999999999998</c:v>
                </c:pt>
                <c:pt idx="1097">
                  <c:v>5.819</c:v>
                </c:pt>
                <c:pt idx="1098">
                  <c:v>5.8340000000000005</c:v>
                </c:pt>
                <c:pt idx="1099">
                  <c:v>6.2720000000000002</c:v>
                </c:pt>
                <c:pt idx="1100">
                  <c:v>6.343</c:v>
                </c:pt>
                <c:pt idx="1101">
                  <c:v>6.338000000000001</c:v>
                </c:pt>
                <c:pt idx="1102">
                  <c:v>6.3040000000000003</c:v>
                </c:pt>
                <c:pt idx="1103">
                  <c:v>6.3860000000000001</c:v>
                </c:pt>
                <c:pt idx="1104">
                  <c:v>6.4850000000000003</c:v>
                </c:pt>
                <c:pt idx="1105">
                  <c:v>6.4359999999999999</c:v>
                </c:pt>
                <c:pt idx="1106">
                  <c:v>6.4580000000000002</c:v>
                </c:pt>
                <c:pt idx="1107">
                  <c:v>6.4180000000000001</c:v>
                </c:pt>
                <c:pt idx="1108">
                  <c:v>6.5970000000000004</c:v>
                </c:pt>
                <c:pt idx="1109">
                  <c:v>6.5280000000000005</c:v>
                </c:pt>
                <c:pt idx="1110">
                  <c:v>6.49</c:v>
                </c:pt>
                <c:pt idx="1111">
                  <c:v>6.5220000000000002</c:v>
                </c:pt>
                <c:pt idx="1112">
                  <c:v>6.6280000000000001</c:v>
                </c:pt>
                <c:pt idx="1113">
                  <c:v>6.5729999999999995</c:v>
                </c:pt>
                <c:pt idx="1114">
                  <c:v>6.6790000000000003</c:v>
                </c:pt>
                <c:pt idx="1115">
                  <c:v>6.8610000000000007</c:v>
                </c:pt>
                <c:pt idx="1116">
                  <c:v>6.9489999999999998</c:v>
                </c:pt>
                <c:pt idx="1117">
                  <c:v>6.98</c:v>
                </c:pt>
                <c:pt idx="1118">
                  <c:v>6.8839999999999995</c:v>
                </c:pt>
                <c:pt idx="1119">
                  <c:v>6.8519999999999994</c:v>
                </c:pt>
                <c:pt idx="1120">
                  <c:v>6.9070000000000009</c:v>
                </c:pt>
                <c:pt idx="1121">
                  <c:v>6.9720000000000004</c:v>
                </c:pt>
                <c:pt idx="1122">
                  <c:v>6.94</c:v>
                </c:pt>
                <c:pt idx="1123">
                  <c:v>6.9630000000000001</c:v>
                </c:pt>
                <c:pt idx="1124">
                  <c:v>7.0010000000000003</c:v>
                </c:pt>
                <c:pt idx="1125">
                  <c:v>7.1029999999999998</c:v>
                </c:pt>
                <c:pt idx="1126">
                  <c:v>7.1480000000000006</c:v>
                </c:pt>
                <c:pt idx="1127">
                  <c:v>7.0629999999999997</c:v>
                </c:pt>
                <c:pt idx="1128">
                  <c:v>6.718</c:v>
                </c:pt>
                <c:pt idx="1129">
                  <c:v>6.64</c:v>
                </c:pt>
                <c:pt idx="1130">
                  <c:v>6.5830000000000002</c:v>
                </c:pt>
                <c:pt idx="1131">
                  <c:v>6.8129999999999997</c:v>
                </c:pt>
                <c:pt idx="1132">
                  <c:v>6.8610000000000007</c:v>
                </c:pt>
                <c:pt idx="1133">
                  <c:v>7.2080000000000002</c:v>
                </c:pt>
                <c:pt idx="1134">
                  <c:v>7.1989999999999998</c:v>
                </c:pt>
                <c:pt idx="1135">
                  <c:v>7.2959999999999994</c:v>
                </c:pt>
                <c:pt idx="1136">
                  <c:v>7.0830000000000002</c:v>
                </c:pt>
                <c:pt idx="1137">
                  <c:v>7.1269999999999998</c:v>
                </c:pt>
                <c:pt idx="1138">
                  <c:v>7.1150000000000002</c:v>
                </c:pt>
                <c:pt idx="1139">
                  <c:v>7.1260000000000003</c:v>
                </c:pt>
                <c:pt idx="1140">
                  <c:v>7.101</c:v>
                </c:pt>
                <c:pt idx="1141">
                  <c:v>6.99</c:v>
                </c:pt>
                <c:pt idx="1142">
                  <c:v>7.0049999999999999</c:v>
                </c:pt>
                <c:pt idx="1143">
                  <c:v>7.1909999999999998</c:v>
                </c:pt>
                <c:pt idx="1144">
                  <c:v>7.3609999999999998</c:v>
                </c:pt>
                <c:pt idx="1145">
                  <c:v>7.3400000000000007</c:v>
                </c:pt>
                <c:pt idx="1146">
                  <c:v>7.4190000000000005</c:v>
                </c:pt>
                <c:pt idx="1147">
                  <c:v>7.7149999999999999</c:v>
                </c:pt>
                <c:pt idx="1148">
                  <c:v>7.8959999999999999</c:v>
                </c:pt>
                <c:pt idx="1149">
                  <c:v>7.7640000000000002</c:v>
                </c:pt>
                <c:pt idx="1150">
                  <c:v>7.3789999999999996</c:v>
                </c:pt>
                <c:pt idx="1151">
                  <c:v>7.4590000000000005</c:v>
                </c:pt>
                <c:pt idx="1152">
                  <c:v>7.4779999999999998</c:v>
                </c:pt>
                <c:pt idx="1153">
                  <c:v>7.4889999999999999</c:v>
                </c:pt>
                <c:pt idx="1154">
                  <c:v>7.0169999999999995</c:v>
                </c:pt>
                <c:pt idx="1155">
                  <c:v>6.9559999999999995</c:v>
                </c:pt>
                <c:pt idx="1156">
                  <c:v>6.5729999999999995</c:v>
                </c:pt>
                <c:pt idx="1157">
                  <c:v>6.4790000000000001</c:v>
                </c:pt>
                <c:pt idx="1158">
                  <c:v>6.4610000000000003</c:v>
                </c:pt>
                <c:pt idx="1159">
                  <c:v>6.43</c:v>
                </c:pt>
                <c:pt idx="1160">
                  <c:v>6.532</c:v>
                </c:pt>
                <c:pt idx="1161">
                  <c:v>6.7320000000000002</c:v>
                </c:pt>
                <c:pt idx="1162">
                  <c:v>6.7710000000000008</c:v>
                </c:pt>
                <c:pt idx="1163">
                  <c:v>6.895999999999999</c:v>
                </c:pt>
                <c:pt idx="1164">
                  <c:v>6.9419999999999993</c:v>
                </c:pt>
                <c:pt idx="1165">
                  <c:v>6.9830000000000005</c:v>
                </c:pt>
                <c:pt idx="1166">
                  <c:v>6.9329999999999998</c:v>
                </c:pt>
                <c:pt idx="1167">
                  <c:v>6.8849999999999998</c:v>
                </c:pt>
                <c:pt idx="1168">
                  <c:v>6.8709999999999996</c:v>
                </c:pt>
                <c:pt idx="1169">
                  <c:v>6.8659999999999997</c:v>
                </c:pt>
                <c:pt idx="1170">
                  <c:v>6.8250000000000002</c:v>
                </c:pt>
                <c:pt idx="1171">
                  <c:v>6.7140000000000004</c:v>
                </c:pt>
                <c:pt idx="1172">
                  <c:v>6.721000000000001</c:v>
                </c:pt>
                <c:pt idx="1173">
                  <c:v>6.6710000000000003</c:v>
                </c:pt>
                <c:pt idx="1174">
                  <c:v>6.4949999999999992</c:v>
                </c:pt>
                <c:pt idx="1175">
                  <c:v>6.3060000000000009</c:v>
                </c:pt>
                <c:pt idx="1176">
                  <c:v>6.2370000000000001</c:v>
                </c:pt>
                <c:pt idx="1177">
                  <c:v>6.2229999999999999</c:v>
                </c:pt>
                <c:pt idx="1178">
                  <c:v>6.1920000000000002</c:v>
                </c:pt>
                <c:pt idx="1179">
                  <c:v>6.218</c:v>
                </c:pt>
                <c:pt idx="1180">
                  <c:v>6.2689999999999992</c:v>
                </c:pt>
                <c:pt idx="1181">
                  <c:v>6.2839999999999989</c:v>
                </c:pt>
                <c:pt idx="1182">
                  <c:v>6.319</c:v>
                </c:pt>
                <c:pt idx="1183">
                  <c:v>6.4769999999999994</c:v>
                </c:pt>
                <c:pt idx="1184">
                  <c:v>6.4619999999999997</c:v>
                </c:pt>
                <c:pt idx="1185">
                  <c:v>6.4060000000000006</c:v>
                </c:pt>
                <c:pt idx="1186">
                  <c:v>6.3560000000000008</c:v>
                </c:pt>
                <c:pt idx="1187">
                  <c:v>6.4130000000000003</c:v>
                </c:pt>
                <c:pt idx="1188">
                  <c:v>6.4719999999999995</c:v>
                </c:pt>
                <c:pt idx="1189">
                  <c:v>6.5549999999999997</c:v>
                </c:pt>
                <c:pt idx="1190">
                  <c:v>6.8290000000000006</c:v>
                </c:pt>
                <c:pt idx="1191">
                  <c:v>6.9220000000000006</c:v>
                </c:pt>
                <c:pt idx="1192">
                  <c:v>6.931</c:v>
                </c:pt>
                <c:pt idx="1193">
                  <c:v>7.2440000000000007</c:v>
                </c:pt>
                <c:pt idx="1194">
                  <c:v>7.5359999999999996</c:v>
                </c:pt>
                <c:pt idx="1195">
                  <c:v>7.2830000000000004</c:v>
                </c:pt>
                <c:pt idx="1196">
                  <c:v>7.1569999999999991</c:v>
                </c:pt>
                <c:pt idx="1197">
                  <c:v>7.2109999999999994</c:v>
                </c:pt>
                <c:pt idx="1198">
                  <c:v>7.2870000000000008</c:v>
                </c:pt>
                <c:pt idx="1199">
                  <c:v>7.1709999999999994</c:v>
                </c:pt>
                <c:pt idx="1200">
                  <c:v>7.1650000000000009</c:v>
                </c:pt>
                <c:pt idx="1201">
                  <c:v>6.8339999999999996</c:v>
                </c:pt>
                <c:pt idx="1202">
                  <c:v>6.23</c:v>
                </c:pt>
                <c:pt idx="1203">
                  <c:v>6.0089999999999995</c:v>
                </c:pt>
                <c:pt idx="1204">
                  <c:v>6.0030000000000001</c:v>
                </c:pt>
                <c:pt idx="1205">
                  <c:v>5.9740000000000002</c:v>
                </c:pt>
                <c:pt idx="1206">
                  <c:v>5.9959999999999996</c:v>
                </c:pt>
                <c:pt idx="1207">
                  <c:v>6.0519999999999996</c:v>
                </c:pt>
                <c:pt idx="1208">
                  <c:v>6.2140000000000004</c:v>
                </c:pt>
                <c:pt idx="1209">
                  <c:v>6.1629999999999994</c:v>
                </c:pt>
                <c:pt idx="1210">
                  <c:v>6.2160000000000002</c:v>
                </c:pt>
                <c:pt idx="1211">
                  <c:v>5.9479999999999995</c:v>
                </c:pt>
                <c:pt idx="1212">
                  <c:v>5.4059999999999997</c:v>
                </c:pt>
                <c:pt idx="1213">
                  <c:v>5.2389999999999999</c:v>
                </c:pt>
                <c:pt idx="1214">
                  <c:v>5.274</c:v>
                </c:pt>
                <c:pt idx="1215">
                  <c:v>5.2810000000000006</c:v>
                </c:pt>
                <c:pt idx="1216">
                  <c:v>5.3390000000000004</c:v>
                </c:pt>
                <c:pt idx="1217">
                  <c:v>5.327</c:v>
                </c:pt>
                <c:pt idx="1218">
                  <c:v>5.2949999999999999</c:v>
                </c:pt>
                <c:pt idx="1219">
                  <c:v>5.2919999999999998</c:v>
                </c:pt>
                <c:pt idx="1220">
                  <c:v>5.3420000000000005</c:v>
                </c:pt>
                <c:pt idx="1221">
                  <c:v>5.2930000000000001</c:v>
                </c:pt>
                <c:pt idx="1222">
                  <c:v>5.3519999999999994</c:v>
                </c:pt>
                <c:pt idx="1223">
                  <c:v>5.4059999999999997</c:v>
                </c:pt>
                <c:pt idx="1224">
                  <c:v>5.3929999999999998</c:v>
                </c:pt>
                <c:pt idx="1225">
                  <c:v>5.4039999999999999</c:v>
                </c:pt>
                <c:pt idx="1226">
                  <c:v>8.01</c:v>
                </c:pt>
                <c:pt idx="1227">
                  <c:v>8.0830000000000002</c:v>
                </c:pt>
                <c:pt idx="1228">
                  <c:v>8.1449999999999996</c:v>
                </c:pt>
                <c:pt idx="1229">
                  <c:v>8.2449999999999992</c:v>
                </c:pt>
                <c:pt idx="1230">
                  <c:v>8.3059999999999992</c:v>
                </c:pt>
                <c:pt idx="1231">
                  <c:v>8.3230000000000004</c:v>
                </c:pt>
                <c:pt idx="1232">
                  <c:v>8.3890000000000011</c:v>
                </c:pt>
                <c:pt idx="1233">
                  <c:v>8.3810000000000002</c:v>
                </c:pt>
                <c:pt idx="1234">
                  <c:v>8.9310000000000009</c:v>
                </c:pt>
                <c:pt idx="1235">
                  <c:v>9.2509999999999994</c:v>
                </c:pt>
                <c:pt idx="1236">
                  <c:v>6.3820000000000006</c:v>
                </c:pt>
                <c:pt idx="1237">
                  <c:v>6.03</c:v>
                </c:pt>
                <c:pt idx="1238">
                  <c:v>6.6269999999999998</c:v>
                </c:pt>
                <c:pt idx="1239">
                  <c:v>8.9939999999999998</c:v>
                </c:pt>
                <c:pt idx="1240">
                  <c:v>9.09</c:v>
                </c:pt>
                <c:pt idx="1241">
                  <c:v>9.09</c:v>
                </c:pt>
                <c:pt idx="1242">
                  <c:v>9.0869999999999997</c:v>
                </c:pt>
                <c:pt idx="1243">
                  <c:v>7.7759999999999998</c:v>
                </c:pt>
                <c:pt idx="1244">
                  <c:v>7.5640000000000001</c:v>
                </c:pt>
                <c:pt idx="1245">
                  <c:v>7.6109999999999998</c:v>
                </c:pt>
                <c:pt idx="1246">
                  <c:v>7.8009999999999993</c:v>
                </c:pt>
                <c:pt idx="1247">
                  <c:v>7.9610000000000003</c:v>
                </c:pt>
                <c:pt idx="1248">
                  <c:v>8.0969999999999995</c:v>
                </c:pt>
                <c:pt idx="1249">
                  <c:v>8.0760000000000005</c:v>
                </c:pt>
                <c:pt idx="1250">
                  <c:v>7.9699999999999989</c:v>
                </c:pt>
                <c:pt idx="1251">
                  <c:v>7.9920000000000009</c:v>
                </c:pt>
                <c:pt idx="1252">
                  <c:v>8.0640000000000001</c:v>
                </c:pt>
                <c:pt idx="1253">
                  <c:v>8.109</c:v>
                </c:pt>
                <c:pt idx="1254">
                  <c:v>7.9249999999999998</c:v>
                </c:pt>
                <c:pt idx="1255">
                  <c:v>7.9339999999999993</c:v>
                </c:pt>
                <c:pt idx="1256">
                  <c:v>7.7880000000000003</c:v>
                </c:pt>
                <c:pt idx="1257">
                  <c:v>7.7719999999999994</c:v>
                </c:pt>
                <c:pt idx="1258">
                  <c:v>7.8959999999999999</c:v>
                </c:pt>
                <c:pt idx="1259">
                  <c:v>7.85</c:v>
                </c:pt>
                <c:pt idx="1260">
                  <c:v>7.8259999999999996</c:v>
                </c:pt>
                <c:pt idx="1261">
                  <c:v>7.8340000000000005</c:v>
                </c:pt>
                <c:pt idx="1262">
                  <c:v>7.8710000000000004</c:v>
                </c:pt>
                <c:pt idx="1263">
                  <c:v>7.8049999999999997</c:v>
                </c:pt>
                <c:pt idx="1264">
                  <c:v>7.9249999999999998</c:v>
                </c:pt>
                <c:pt idx="1265">
                  <c:v>7.5149999999999997</c:v>
                </c:pt>
                <c:pt idx="1266">
                  <c:v>7.516</c:v>
                </c:pt>
                <c:pt idx="1267">
                  <c:v>7.5759999999999996</c:v>
                </c:pt>
                <c:pt idx="1268">
                  <c:v>7.4710000000000001</c:v>
                </c:pt>
                <c:pt idx="1269">
                  <c:v>7.5039999999999996</c:v>
                </c:pt>
                <c:pt idx="1270">
                  <c:v>8.5730000000000004</c:v>
                </c:pt>
                <c:pt idx="1271">
                  <c:v>8.6189999999999998</c:v>
                </c:pt>
                <c:pt idx="1272">
                  <c:v>8.6499999999999986</c:v>
                </c:pt>
                <c:pt idx="1273">
                  <c:v>8.7409999999999997</c:v>
                </c:pt>
                <c:pt idx="1274">
                  <c:v>8.8859999999999992</c:v>
                </c:pt>
                <c:pt idx="1275">
                  <c:v>8.9980000000000011</c:v>
                </c:pt>
                <c:pt idx="1276">
                  <c:v>9.1829999999999998</c:v>
                </c:pt>
                <c:pt idx="1277">
                  <c:v>9.1719999999999988</c:v>
                </c:pt>
                <c:pt idx="1278">
                  <c:v>8.7520000000000007</c:v>
                </c:pt>
                <c:pt idx="1279">
                  <c:v>8.286999999999999</c:v>
                </c:pt>
                <c:pt idx="1280">
                  <c:v>6.9220000000000006</c:v>
                </c:pt>
                <c:pt idx="1281">
                  <c:v>6.68</c:v>
                </c:pt>
                <c:pt idx="1282">
                  <c:v>6.641</c:v>
                </c:pt>
                <c:pt idx="1283">
                  <c:v>6.5710000000000006</c:v>
                </c:pt>
                <c:pt idx="1284">
                  <c:v>5.7029999999999994</c:v>
                </c:pt>
                <c:pt idx="1285">
                  <c:v>5.633</c:v>
                </c:pt>
                <c:pt idx="1286">
                  <c:v>5.1580000000000004</c:v>
                </c:pt>
                <c:pt idx="1287">
                  <c:v>4.7160000000000002</c:v>
                </c:pt>
                <c:pt idx="1288">
                  <c:v>4.9009999999999998</c:v>
                </c:pt>
                <c:pt idx="1289">
                  <c:v>4.952</c:v>
                </c:pt>
                <c:pt idx="1290">
                  <c:v>5.2670000000000003</c:v>
                </c:pt>
                <c:pt idx="1291">
                  <c:v>5.4780000000000006</c:v>
                </c:pt>
                <c:pt idx="1292">
                  <c:v>5.4899999999999993</c:v>
                </c:pt>
                <c:pt idx="1293">
                  <c:v>5.4899999999999993</c:v>
                </c:pt>
                <c:pt idx="1294">
                  <c:v>5.4</c:v>
                </c:pt>
                <c:pt idx="1295">
                  <c:v>5.2220000000000004</c:v>
                </c:pt>
                <c:pt idx="1296">
                  <c:v>5.1749999999999998</c:v>
                </c:pt>
                <c:pt idx="1297">
                  <c:v>5.3730000000000002</c:v>
                </c:pt>
                <c:pt idx="1298">
                  <c:v>5.3819999999999997</c:v>
                </c:pt>
                <c:pt idx="1299">
                  <c:v>5.6210000000000004</c:v>
                </c:pt>
                <c:pt idx="1300">
                  <c:v>5.4370000000000003</c:v>
                </c:pt>
                <c:pt idx="1301">
                  <c:v>5.3780000000000001</c:v>
                </c:pt>
                <c:pt idx="1302">
                  <c:v>5.2640000000000002</c:v>
                </c:pt>
                <c:pt idx="1303">
                  <c:v>5.3029999999999999</c:v>
                </c:pt>
                <c:pt idx="1304">
                  <c:v>5.1769999999999996</c:v>
                </c:pt>
                <c:pt idx="1305">
                  <c:v>5.367</c:v>
                </c:pt>
                <c:pt idx="1306">
                  <c:v>5.944</c:v>
                </c:pt>
                <c:pt idx="1307">
                  <c:v>6.0830000000000002</c:v>
                </c:pt>
                <c:pt idx="1308">
                  <c:v>6.4649999999999999</c:v>
                </c:pt>
                <c:pt idx="1309">
                  <c:v>6.508</c:v>
                </c:pt>
                <c:pt idx="1310">
                  <c:v>6.4399999999999995</c:v>
                </c:pt>
                <c:pt idx="1311">
                  <c:v>6.407</c:v>
                </c:pt>
                <c:pt idx="1312">
                  <c:v>6.468</c:v>
                </c:pt>
                <c:pt idx="1313">
                  <c:v>6.4589999999999996</c:v>
                </c:pt>
                <c:pt idx="1314">
                  <c:v>6.024</c:v>
                </c:pt>
                <c:pt idx="1315">
                  <c:v>6.04</c:v>
                </c:pt>
                <c:pt idx="1316">
                  <c:v>5.9279999999999999</c:v>
                </c:pt>
                <c:pt idx="1317">
                  <c:v>5.9349999999999996</c:v>
                </c:pt>
                <c:pt idx="1318">
                  <c:v>5.3949999999999996</c:v>
                </c:pt>
                <c:pt idx="1319">
                  <c:v>5.18</c:v>
                </c:pt>
                <c:pt idx="1320">
                  <c:v>5.3580000000000005</c:v>
                </c:pt>
                <c:pt idx="1321">
                  <c:v>5.4269999999999996</c:v>
                </c:pt>
                <c:pt idx="1322">
                  <c:v>5.5570000000000004</c:v>
                </c:pt>
                <c:pt idx="1323">
                  <c:v>5.298</c:v>
                </c:pt>
                <c:pt idx="1324">
                  <c:v>5.1420000000000003</c:v>
                </c:pt>
                <c:pt idx="1325">
                  <c:v>5.0369999999999999</c:v>
                </c:pt>
                <c:pt idx="1326">
                  <c:v>4.9720000000000004</c:v>
                </c:pt>
                <c:pt idx="1327">
                  <c:v>5.0659999999999998</c:v>
                </c:pt>
                <c:pt idx="1328">
                  <c:v>5.0289999999999999</c:v>
                </c:pt>
                <c:pt idx="1329">
                  <c:v>5.04</c:v>
                </c:pt>
                <c:pt idx="1330">
                  <c:v>5.0449999999999999</c:v>
                </c:pt>
                <c:pt idx="1331">
                  <c:v>5.0220000000000002</c:v>
                </c:pt>
                <c:pt idx="1332">
                  <c:v>5.3049999999999997</c:v>
                </c:pt>
                <c:pt idx="1333">
                  <c:v>5.359</c:v>
                </c:pt>
                <c:pt idx="1334">
                  <c:v>5.3</c:v>
                </c:pt>
                <c:pt idx="1335">
                  <c:v>5.633</c:v>
                </c:pt>
                <c:pt idx="1336">
                  <c:v>5.734</c:v>
                </c:pt>
                <c:pt idx="1337">
                  <c:v>5.7370000000000001</c:v>
                </c:pt>
                <c:pt idx="1338">
                  <c:v>6.1400000000000006</c:v>
                </c:pt>
                <c:pt idx="1339">
                  <c:v>6.1050000000000004</c:v>
                </c:pt>
                <c:pt idx="1340">
                  <c:v>6.1120000000000001</c:v>
                </c:pt>
                <c:pt idx="1341">
                  <c:v>6.1830000000000007</c:v>
                </c:pt>
                <c:pt idx="1342">
                  <c:v>6.1050000000000004</c:v>
                </c:pt>
                <c:pt idx="1343">
                  <c:v>6.0569999999999995</c:v>
                </c:pt>
                <c:pt idx="1344">
                  <c:v>6.0270000000000001</c:v>
                </c:pt>
                <c:pt idx="1345">
                  <c:v>5.9939999999999998</c:v>
                </c:pt>
                <c:pt idx="1346">
                  <c:v>5.9959999999999996</c:v>
                </c:pt>
                <c:pt idx="1347">
                  <c:v>5.9939999999999998</c:v>
                </c:pt>
                <c:pt idx="1348">
                  <c:v>6.0109999999999992</c:v>
                </c:pt>
                <c:pt idx="1349">
                  <c:v>5.9820000000000002</c:v>
                </c:pt>
                <c:pt idx="1350">
                  <c:v>5.7110000000000003</c:v>
                </c:pt>
                <c:pt idx="1351">
                  <c:v>5.7009999999999996</c:v>
                </c:pt>
                <c:pt idx="1352">
                  <c:v>5.6610000000000005</c:v>
                </c:pt>
                <c:pt idx="1353">
                  <c:v>5.6529999999999996</c:v>
                </c:pt>
                <c:pt idx="1354">
                  <c:v>5.5469999999999997</c:v>
                </c:pt>
                <c:pt idx="1355">
                  <c:v>5.4640000000000004</c:v>
                </c:pt>
                <c:pt idx="1356">
                  <c:v>5.3659999999999997</c:v>
                </c:pt>
                <c:pt idx="1357">
                  <c:v>5.47</c:v>
                </c:pt>
                <c:pt idx="1358">
                  <c:v>5.5570000000000004</c:v>
                </c:pt>
                <c:pt idx="1359">
                  <c:v>5.5190000000000001</c:v>
                </c:pt>
                <c:pt idx="1360">
                  <c:v>5.4450000000000003</c:v>
                </c:pt>
                <c:pt idx="1361">
                  <c:v>5.4350000000000005</c:v>
                </c:pt>
                <c:pt idx="1362">
                  <c:v>5.258</c:v>
                </c:pt>
                <c:pt idx="1363">
                  <c:v>5.21</c:v>
                </c:pt>
                <c:pt idx="1364">
                  <c:v>5.1929999999999996</c:v>
                </c:pt>
                <c:pt idx="1365">
                  <c:v>5.2480000000000002</c:v>
                </c:pt>
                <c:pt idx="1366">
                  <c:v>5.1870000000000003</c:v>
                </c:pt>
                <c:pt idx="1367">
                  <c:v>5.1880000000000006</c:v>
                </c:pt>
                <c:pt idx="1368">
                  <c:v>5.0430000000000001</c:v>
                </c:pt>
                <c:pt idx="1369">
                  <c:v>5.1150000000000002</c:v>
                </c:pt>
                <c:pt idx="1370">
                  <c:v>5.0840000000000005</c:v>
                </c:pt>
                <c:pt idx="1371">
                  <c:v>5.0650000000000004</c:v>
                </c:pt>
                <c:pt idx="1372">
                  <c:v>5.0419999999999998</c:v>
                </c:pt>
                <c:pt idx="1373">
                  <c:v>5.0019999999999998</c:v>
                </c:pt>
                <c:pt idx="1374">
                  <c:v>4.8780000000000001</c:v>
                </c:pt>
                <c:pt idx="1375">
                  <c:v>4.8129999999999997</c:v>
                </c:pt>
                <c:pt idx="1376">
                  <c:v>4.9050000000000002</c:v>
                </c:pt>
                <c:pt idx="1377">
                  <c:v>4.87</c:v>
                </c:pt>
                <c:pt idx="1378">
                  <c:v>4.88</c:v>
                </c:pt>
                <c:pt idx="1379">
                  <c:v>4.8950000000000005</c:v>
                </c:pt>
                <c:pt idx="1380">
                  <c:v>4.8689999999999998</c:v>
                </c:pt>
                <c:pt idx="1381">
                  <c:v>4.8710000000000004</c:v>
                </c:pt>
                <c:pt idx="1382">
                  <c:v>4.8079999999999998</c:v>
                </c:pt>
                <c:pt idx="1383">
                  <c:v>4.7560000000000002</c:v>
                </c:pt>
                <c:pt idx="1384">
                  <c:v>5.0979999999999999</c:v>
                </c:pt>
                <c:pt idx="1385">
                  <c:v>5.2089999999999996</c:v>
                </c:pt>
                <c:pt idx="1386">
                  <c:v>5.16</c:v>
                </c:pt>
                <c:pt idx="1387">
                  <c:v>5.3199999999999994</c:v>
                </c:pt>
                <c:pt idx="1388">
                  <c:v>5.2510000000000003</c:v>
                </c:pt>
                <c:pt idx="1389">
                  <c:v>5.2210000000000001</c:v>
                </c:pt>
                <c:pt idx="1390">
                  <c:v>5.2</c:v>
                </c:pt>
                <c:pt idx="1391">
                  <c:v>5.1630000000000003</c:v>
                </c:pt>
                <c:pt idx="1392">
                  <c:v>5.0739999999999998</c:v>
                </c:pt>
                <c:pt idx="1393">
                  <c:v>5.0609999999999999</c:v>
                </c:pt>
                <c:pt idx="1394">
                  <c:v>4.9369999999999994</c:v>
                </c:pt>
                <c:pt idx="1395">
                  <c:v>4.907</c:v>
                </c:pt>
                <c:pt idx="1396">
                  <c:v>4.8460000000000001</c:v>
                </c:pt>
                <c:pt idx="1397">
                  <c:v>4.8609999999999998</c:v>
                </c:pt>
                <c:pt idx="1398">
                  <c:v>4.9639999999999995</c:v>
                </c:pt>
                <c:pt idx="1399">
                  <c:v>4.9590000000000005</c:v>
                </c:pt>
                <c:pt idx="1400">
                  <c:v>4.9829999999999997</c:v>
                </c:pt>
                <c:pt idx="1401">
                  <c:v>4.9630000000000001</c:v>
                </c:pt>
                <c:pt idx="1402">
                  <c:v>4.9550000000000001</c:v>
                </c:pt>
                <c:pt idx="1403">
                  <c:v>4.9390000000000001</c:v>
                </c:pt>
                <c:pt idx="1404">
                  <c:v>4.9349999999999996</c:v>
                </c:pt>
                <c:pt idx="1405">
                  <c:v>5.0380000000000003</c:v>
                </c:pt>
                <c:pt idx="1406">
                  <c:v>5.2389999999999999</c:v>
                </c:pt>
                <c:pt idx="1407">
                  <c:v>5.1550000000000002</c:v>
                </c:pt>
                <c:pt idx="1408">
                  <c:v>5.3819999999999997</c:v>
                </c:pt>
                <c:pt idx="1409">
                  <c:v>5.5380000000000003</c:v>
                </c:pt>
                <c:pt idx="1410">
                  <c:v>5.4279999999999999</c:v>
                </c:pt>
                <c:pt idx="1411">
                  <c:v>5.4089999999999998</c:v>
                </c:pt>
                <c:pt idx="1412">
                  <c:v>5.5509999999999993</c:v>
                </c:pt>
                <c:pt idx="1413">
                  <c:v>5.577</c:v>
                </c:pt>
                <c:pt idx="1414">
                  <c:v>5.4899999999999993</c:v>
                </c:pt>
                <c:pt idx="1415">
                  <c:v>5.6109999999999998</c:v>
                </c:pt>
                <c:pt idx="1416">
                  <c:v>5.367</c:v>
                </c:pt>
                <c:pt idx="1417">
                  <c:v>5.665</c:v>
                </c:pt>
                <c:pt idx="1418">
                  <c:v>5.4579999999999993</c:v>
                </c:pt>
                <c:pt idx="1419">
                  <c:v>5.4210000000000003</c:v>
                </c:pt>
                <c:pt idx="1420">
                  <c:v>5.6189999999999998</c:v>
                </c:pt>
                <c:pt idx="1421">
                  <c:v>5.36</c:v>
                </c:pt>
                <c:pt idx="1422">
                  <c:v>5.6509999999999998</c:v>
                </c:pt>
                <c:pt idx="1423">
                  <c:v>5.7669999999999995</c:v>
                </c:pt>
                <c:pt idx="1424">
                  <c:v>5.9729999999999999</c:v>
                </c:pt>
                <c:pt idx="1425">
                  <c:v>5.3560000000000008</c:v>
                </c:pt>
                <c:pt idx="1426">
                  <c:v>5.4889999999999999</c:v>
                </c:pt>
                <c:pt idx="1427">
                  <c:v>5.4039999999999999</c:v>
                </c:pt>
                <c:pt idx="1428">
                  <c:v>5.5819999999999999</c:v>
                </c:pt>
                <c:pt idx="1429">
                  <c:v>5.524</c:v>
                </c:pt>
                <c:pt idx="1430">
                  <c:v>5.5380000000000003</c:v>
                </c:pt>
                <c:pt idx="1431">
                  <c:v>5.5</c:v>
                </c:pt>
                <c:pt idx="1432">
                  <c:v>5.5489999999999995</c:v>
                </c:pt>
                <c:pt idx="1433">
                  <c:v>5.4790000000000001</c:v>
                </c:pt>
                <c:pt idx="1434">
                  <c:v>5.4119999999999999</c:v>
                </c:pt>
                <c:pt idx="1435">
                  <c:v>5.4</c:v>
                </c:pt>
                <c:pt idx="1436">
                  <c:v>5.3719999999999999</c:v>
                </c:pt>
                <c:pt idx="1437">
                  <c:v>5.6879999999999997</c:v>
                </c:pt>
                <c:pt idx="1438">
                  <c:v>5.665</c:v>
                </c:pt>
                <c:pt idx="1439">
                  <c:v>5.641</c:v>
                </c:pt>
                <c:pt idx="1440">
                  <c:v>5.5939999999999994</c:v>
                </c:pt>
                <c:pt idx="1441">
                  <c:v>5.5759999999999996</c:v>
                </c:pt>
                <c:pt idx="1442">
                  <c:v>5.8049999999999997</c:v>
                </c:pt>
                <c:pt idx="1443">
                  <c:v>5.827</c:v>
                </c:pt>
                <c:pt idx="1444">
                  <c:v>5.8959999999999999</c:v>
                </c:pt>
                <c:pt idx="1445">
                  <c:v>5.6950000000000003</c:v>
                </c:pt>
                <c:pt idx="1446">
                  <c:v>5.6930000000000005</c:v>
                </c:pt>
                <c:pt idx="1447">
                  <c:v>5.7290000000000001</c:v>
                </c:pt>
                <c:pt idx="1448">
                  <c:v>5.7290000000000001</c:v>
                </c:pt>
                <c:pt idx="1449">
                  <c:v>5.7309999999999999</c:v>
                </c:pt>
                <c:pt idx="1450">
                  <c:v>5.8780000000000001</c:v>
                </c:pt>
                <c:pt idx="1451">
                  <c:v>5.899</c:v>
                </c:pt>
                <c:pt idx="1452">
                  <c:v>5.6710000000000003</c:v>
                </c:pt>
                <c:pt idx="1453">
                  <c:v>5.88</c:v>
                </c:pt>
                <c:pt idx="1454">
                  <c:v>5.8450000000000006</c:v>
                </c:pt>
                <c:pt idx="1455">
                  <c:v>5.7990000000000004</c:v>
                </c:pt>
                <c:pt idx="1456">
                  <c:v>5.8229999999999995</c:v>
                </c:pt>
                <c:pt idx="1457">
                  <c:v>6.1120000000000001</c:v>
                </c:pt>
                <c:pt idx="1458">
                  <c:v>5.8979999999999997</c:v>
                </c:pt>
                <c:pt idx="1459">
                  <c:v>5.8319999999999999</c:v>
                </c:pt>
                <c:pt idx="1460">
                  <c:v>6.1920000000000002</c:v>
                </c:pt>
                <c:pt idx="1461">
                  <c:v>6.2119999999999997</c:v>
                </c:pt>
                <c:pt idx="1462">
                  <c:v>6.3270000000000008</c:v>
                </c:pt>
                <c:pt idx="1463">
                  <c:v>6.6440000000000001</c:v>
                </c:pt>
                <c:pt idx="1464">
                  <c:v>6.6870000000000003</c:v>
                </c:pt>
                <c:pt idx="1465">
                  <c:v>7.3609999999999998</c:v>
                </c:pt>
                <c:pt idx="1466">
                  <c:v>7.3340000000000005</c:v>
                </c:pt>
                <c:pt idx="1467">
                  <c:v>7.1249999999999991</c:v>
                </c:pt>
                <c:pt idx="1468">
                  <c:v>7.2959999999999994</c:v>
                </c:pt>
                <c:pt idx="1469">
                  <c:v>7.3690000000000007</c:v>
                </c:pt>
                <c:pt idx="1470">
                  <c:v>7.2919999999999998</c:v>
                </c:pt>
                <c:pt idx="1471">
                  <c:v>7.5020000000000007</c:v>
                </c:pt>
                <c:pt idx="1472">
                  <c:v>7.3569999999999993</c:v>
                </c:pt>
                <c:pt idx="1473">
                  <c:v>7.3739999999999997</c:v>
                </c:pt>
                <c:pt idx="1474">
                  <c:v>7.9310000000000009</c:v>
                </c:pt>
                <c:pt idx="1475">
                  <c:v>8.1310000000000002</c:v>
                </c:pt>
                <c:pt idx="1476">
                  <c:v>8.0850000000000009</c:v>
                </c:pt>
                <c:pt idx="1477">
                  <c:v>7.4279999999999999</c:v>
                </c:pt>
                <c:pt idx="1478">
                  <c:v>7.4809999999999999</c:v>
                </c:pt>
                <c:pt idx="1479">
                  <c:v>8.3030000000000008</c:v>
                </c:pt>
                <c:pt idx="1480">
                  <c:v>7.9200000000000008</c:v>
                </c:pt>
                <c:pt idx="1481">
                  <c:v>7.7430000000000003</c:v>
                </c:pt>
                <c:pt idx="1482">
                  <c:v>7.5920000000000005</c:v>
                </c:pt>
                <c:pt idx="1483">
                  <c:v>7.7840000000000007</c:v>
                </c:pt>
                <c:pt idx="1484">
                  <c:v>8.0140000000000011</c:v>
                </c:pt>
                <c:pt idx="1485">
                  <c:v>8.0410000000000004</c:v>
                </c:pt>
                <c:pt idx="1486">
                  <c:v>7.838000000000001</c:v>
                </c:pt>
                <c:pt idx="1487">
                  <c:v>7.883</c:v>
                </c:pt>
                <c:pt idx="1488">
                  <c:v>7.9990000000000006</c:v>
                </c:pt>
                <c:pt idx="1489">
                  <c:v>7.8860000000000001</c:v>
                </c:pt>
                <c:pt idx="1490">
                  <c:v>7.8759999999999994</c:v>
                </c:pt>
                <c:pt idx="1491">
                  <c:v>7.519000000000001</c:v>
                </c:pt>
                <c:pt idx="1492">
                  <c:v>7.2690000000000001</c:v>
                </c:pt>
                <c:pt idx="1493">
                  <c:v>7.282</c:v>
                </c:pt>
                <c:pt idx="1494">
                  <c:v>7.0419999999999998</c:v>
                </c:pt>
                <c:pt idx="1495">
                  <c:v>6.9660000000000002</c:v>
                </c:pt>
                <c:pt idx="1496">
                  <c:v>6.9419999999999993</c:v>
                </c:pt>
                <c:pt idx="1497">
                  <c:v>6.8199999999999994</c:v>
                </c:pt>
                <c:pt idx="1498">
                  <c:v>6.8440000000000003</c:v>
                </c:pt>
                <c:pt idx="1499">
                  <c:v>6.8860000000000001</c:v>
                </c:pt>
                <c:pt idx="1500">
                  <c:v>6.97</c:v>
                </c:pt>
                <c:pt idx="1501">
                  <c:v>6.9020000000000001</c:v>
                </c:pt>
                <c:pt idx="1502">
                  <c:v>6.9089999999999998</c:v>
                </c:pt>
                <c:pt idx="1503">
                  <c:v>6.6680000000000001</c:v>
                </c:pt>
                <c:pt idx="1504">
                  <c:v>6.5850000000000009</c:v>
                </c:pt>
                <c:pt idx="1505">
                  <c:v>6.5640000000000001</c:v>
                </c:pt>
                <c:pt idx="1506">
                  <c:v>6.3009999999999993</c:v>
                </c:pt>
                <c:pt idx="1507">
                  <c:v>6.2839999999999989</c:v>
                </c:pt>
                <c:pt idx="1508">
                  <c:v>6.3259999999999996</c:v>
                </c:pt>
                <c:pt idx="1509">
                  <c:v>6.3089999999999993</c:v>
                </c:pt>
                <c:pt idx="1510">
                  <c:v>6.2859999999999996</c:v>
                </c:pt>
                <c:pt idx="1511">
                  <c:v>6.2850000000000001</c:v>
                </c:pt>
                <c:pt idx="1512">
                  <c:v>6.0380000000000003</c:v>
                </c:pt>
                <c:pt idx="1513">
                  <c:v>6.0819999999999999</c:v>
                </c:pt>
                <c:pt idx="1514">
                  <c:v>6.3369999999999997</c:v>
                </c:pt>
                <c:pt idx="1515">
                  <c:v>6.3289999999999997</c:v>
                </c:pt>
                <c:pt idx="1516">
                  <c:v>6.2930000000000001</c:v>
                </c:pt>
                <c:pt idx="1517">
                  <c:v>6.3390000000000004</c:v>
                </c:pt>
                <c:pt idx="1518">
                  <c:v>6.3119999999999994</c:v>
                </c:pt>
                <c:pt idx="1519">
                  <c:v>5.492</c:v>
                </c:pt>
                <c:pt idx="1520">
                  <c:v>5.3789999999999996</c:v>
                </c:pt>
                <c:pt idx="1521">
                  <c:v>5.234</c:v>
                </c:pt>
                <c:pt idx="1522">
                  <c:v>6.1310000000000002</c:v>
                </c:pt>
                <c:pt idx="1523">
                  <c:v>5.4420000000000002</c:v>
                </c:pt>
                <c:pt idx="1524">
                  <c:v>5.391</c:v>
                </c:pt>
                <c:pt idx="1525">
                  <c:v>5.4119999999999999</c:v>
                </c:pt>
                <c:pt idx="1526">
                  <c:v>5.2850000000000001</c:v>
                </c:pt>
                <c:pt idx="1527">
                  <c:v>5.2949999999999999</c:v>
                </c:pt>
                <c:pt idx="1528">
                  <c:v>6.2409999999999997</c:v>
                </c:pt>
                <c:pt idx="1529">
                  <c:v>6.282</c:v>
                </c:pt>
                <c:pt idx="1530">
                  <c:v>6.2119999999999997</c:v>
                </c:pt>
                <c:pt idx="1531">
                  <c:v>6.2920000000000007</c:v>
                </c:pt>
                <c:pt idx="1532">
                  <c:v>6.093</c:v>
                </c:pt>
                <c:pt idx="1533">
                  <c:v>6.0760000000000005</c:v>
                </c:pt>
                <c:pt idx="1534">
                  <c:v>5.6390000000000002</c:v>
                </c:pt>
                <c:pt idx="1535">
                  <c:v>5.423</c:v>
                </c:pt>
                <c:pt idx="1536">
                  <c:v>5.5140000000000002</c:v>
                </c:pt>
                <c:pt idx="1537">
                  <c:v>5.335</c:v>
                </c:pt>
                <c:pt idx="1538">
                  <c:v>5.13</c:v>
                </c:pt>
                <c:pt idx="1539">
                  <c:v>5.3949999999999996</c:v>
                </c:pt>
                <c:pt idx="1540">
                  <c:v>5.4119999999999999</c:v>
                </c:pt>
                <c:pt idx="1541">
                  <c:v>5.5990000000000002</c:v>
                </c:pt>
                <c:pt idx="1542">
                  <c:v>5.6219999999999999</c:v>
                </c:pt>
                <c:pt idx="1543">
                  <c:v>5.6950000000000003</c:v>
                </c:pt>
                <c:pt idx="1544">
                  <c:v>5.5329999999999995</c:v>
                </c:pt>
                <c:pt idx="1545">
                  <c:v>5.5990000000000002</c:v>
                </c:pt>
                <c:pt idx="1546">
                  <c:v>5.59</c:v>
                </c:pt>
                <c:pt idx="1547">
                  <c:v>5.5550000000000006</c:v>
                </c:pt>
                <c:pt idx="1548">
                  <c:v>5.3580000000000005</c:v>
                </c:pt>
                <c:pt idx="1549">
                  <c:v>5.4030000000000005</c:v>
                </c:pt>
                <c:pt idx="1550">
                  <c:v>5.577</c:v>
                </c:pt>
                <c:pt idx="1551">
                  <c:v>5.5489999999999995</c:v>
                </c:pt>
                <c:pt idx="1552">
                  <c:v>5.2749999999999995</c:v>
                </c:pt>
                <c:pt idx="1553">
                  <c:v>5.258</c:v>
                </c:pt>
                <c:pt idx="1554">
                  <c:v>5.4139999999999997</c:v>
                </c:pt>
                <c:pt idx="1555">
                  <c:v>5.476</c:v>
                </c:pt>
                <c:pt idx="1556">
                  <c:v>5.5010000000000003</c:v>
                </c:pt>
                <c:pt idx="1557">
                  <c:v>5.3860000000000001</c:v>
                </c:pt>
                <c:pt idx="1558">
                  <c:v>5.4489999999999998</c:v>
                </c:pt>
                <c:pt idx="1559">
                  <c:v>5.6719999999999997</c:v>
                </c:pt>
                <c:pt idx="1560">
                  <c:v>5.6449999999999996</c:v>
                </c:pt>
                <c:pt idx="1561">
                  <c:v>5.53</c:v>
                </c:pt>
                <c:pt idx="1562">
                  <c:v>5.4170000000000007</c:v>
                </c:pt>
                <c:pt idx="1563">
                  <c:v>5.52</c:v>
                </c:pt>
                <c:pt idx="1564">
                  <c:v>5.5609999999999999</c:v>
                </c:pt>
                <c:pt idx="1565">
                  <c:v>5.6320000000000006</c:v>
                </c:pt>
                <c:pt idx="1566">
                  <c:v>5.5010000000000003</c:v>
                </c:pt>
                <c:pt idx="1567">
                  <c:v>5.71</c:v>
                </c:pt>
                <c:pt idx="1568">
                  <c:v>5.5100000000000007</c:v>
                </c:pt>
                <c:pt idx="1569">
                  <c:v>5.3359999999999994</c:v>
                </c:pt>
                <c:pt idx="1570">
                  <c:v>5.2299999999999995</c:v>
                </c:pt>
                <c:pt idx="1571">
                  <c:v>5.4219999999999997</c:v>
                </c:pt>
                <c:pt idx="1572">
                  <c:v>5.4879999999999995</c:v>
                </c:pt>
                <c:pt idx="1573">
                  <c:v>5.2089999999999996</c:v>
                </c:pt>
                <c:pt idx="1574">
                  <c:v>5.24</c:v>
                </c:pt>
                <c:pt idx="1575">
                  <c:v>5.6370000000000005</c:v>
                </c:pt>
                <c:pt idx="1576">
                  <c:v>5.6449999999999996</c:v>
                </c:pt>
                <c:pt idx="1577">
                  <c:v>5.5969999999999995</c:v>
                </c:pt>
                <c:pt idx="1578">
                  <c:v>5.6219999999999999</c:v>
                </c:pt>
                <c:pt idx="1579">
                  <c:v>5.4770000000000003</c:v>
                </c:pt>
                <c:pt idx="1580">
                  <c:v>5.4330000000000007</c:v>
                </c:pt>
                <c:pt idx="1581">
                  <c:v>5.3519999999999994</c:v>
                </c:pt>
                <c:pt idx="1582">
                  <c:v>5.3260000000000005</c:v>
                </c:pt>
                <c:pt idx="1583">
                  <c:v>5.4080000000000004</c:v>
                </c:pt>
                <c:pt idx="1584">
                  <c:v>5.173</c:v>
                </c:pt>
                <c:pt idx="1585">
                  <c:v>5.3679999999999994</c:v>
                </c:pt>
                <c:pt idx="1586">
                  <c:v>5.4719999999999995</c:v>
                </c:pt>
                <c:pt idx="1587">
                  <c:v>5.492</c:v>
                </c:pt>
                <c:pt idx="1588">
                  <c:v>5.3719999999999999</c:v>
                </c:pt>
                <c:pt idx="1589">
                  <c:v>5.3369999999999997</c:v>
                </c:pt>
                <c:pt idx="1590">
                  <c:v>5.5259999999999998</c:v>
                </c:pt>
                <c:pt idx="1591">
                  <c:v>5.625</c:v>
                </c:pt>
                <c:pt idx="1592">
                  <c:v>5.6980000000000004</c:v>
                </c:pt>
                <c:pt idx="1593">
                  <c:v>5.7059999999999995</c:v>
                </c:pt>
                <c:pt idx="1594">
                  <c:v>5.7110000000000003</c:v>
                </c:pt>
                <c:pt idx="1595">
                  <c:v>5.8440000000000003</c:v>
                </c:pt>
                <c:pt idx="1596">
                  <c:v>5.9489999999999998</c:v>
                </c:pt>
                <c:pt idx="1597">
                  <c:v>5.9909999999999997</c:v>
                </c:pt>
                <c:pt idx="1598">
                  <c:v>5.9339999999999993</c:v>
                </c:pt>
                <c:pt idx="1599">
                  <c:v>6.0140000000000002</c:v>
                </c:pt>
                <c:pt idx="1600">
                  <c:v>6.2059999999999995</c:v>
                </c:pt>
                <c:pt idx="1601">
                  <c:v>6.0949999999999998</c:v>
                </c:pt>
                <c:pt idx="1602">
                  <c:v>6.0280000000000005</c:v>
                </c:pt>
                <c:pt idx="1603">
                  <c:v>5.9690000000000003</c:v>
                </c:pt>
                <c:pt idx="1604">
                  <c:v>5.9509999999999996</c:v>
                </c:pt>
                <c:pt idx="1605">
                  <c:v>6.2480000000000002</c:v>
                </c:pt>
                <c:pt idx="1606">
                  <c:v>6.2450000000000001</c:v>
                </c:pt>
                <c:pt idx="1607">
                  <c:v>5.7869999999999999</c:v>
                </c:pt>
                <c:pt idx="1608">
                  <c:v>5.7779999999999996</c:v>
                </c:pt>
                <c:pt idx="1609">
                  <c:v>8.4250000000000007</c:v>
                </c:pt>
                <c:pt idx="1610">
                  <c:v>9.5339999999999989</c:v>
                </c:pt>
                <c:pt idx="1611">
                  <c:v>9.5719999999999992</c:v>
                </c:pt>
                <c:pt idx="1612">
                  <c:v>9.5649999999999995</c:v>
                </c:pt>
                <c:pt idx="1613">
                  <c:v>9.6989999999999998</c:v>
                </c:pt>
                <c:pt idx="1614">
                  <c:v>9.6790000000000003</c:v>
                </c:pt>
                <c:pt idx="1615">
                  <c:v>9.83</c:v>
                </c:pt>
                <c:pt idx="1616">
                  <c:v>10.009</c:v>
                </c:pt>
                <c:pt idx="1617">
                  <c:v>10.018000000000001</c:v>
                </c:pt>
                <c:pt idx="1618">
                  <c:v>10.122999999999999</c:v>
                </c:pt>
                <c:pt idx="1619">
                  <c:v>11.336</c:v>
                </c:pt>
                <c:pt idx="1620">
                  <c:v>11.359</c:v>
                </c:pt>
                <c:pt idx="1621">
                  <c:v>11.110000000000001</c:v>
                </c:pt>
                <c:pt idx="1622">
                  <c:v>10.25</c:v>
                </c:pt>
                <c:pt idx="1623">
                  <c:v>10.181999999999999</c:v>
                </c:pt>
                <c:pt idx="1624">
                  <c:v>10.363999999999999</c:v>
                </c:pt>
                <c:pt idx="1625">
                  <c:v>10.901</c:v>
                </c:pt>
                <c:pt idx="1626">
                  <c:v>10.874000000000001</c:v>
                </c:pt>
                <c:pt idx="1627">
                  <c:v>10.897</c:v>
                </c:pt>
                <c:pt idx="1628">
                  <c:v>10.837</c:v>
                </c:pt>
                <c:pt idx="1629">
                  <c:v>10.821</c:v>
                </c:pt>
                <c:pt idx="1630">
                  <c:v>10.872</c:v>
                </c:pt>
                <c:pt idx="1631">
                  <c:v>10.839</c:v>
                </c:pt>
                <c:pt idx="1632">
                  <c:v>10.670999999999999</c:v>
                </c:pt>
                <c:pt idx="1633">
                  <c:v>10.693</c:v>
                </c:pt>
                <c:pt idx="1634">
                  <c:v>10.568</c:v>
                </c:pt>
                <c:pt idx="1635">
                  <c:v>10.627000000000001</c:v>
                </c:pt>
                <c:pt idx="1636">
                  <c:v>10.743</c:v>
                </c:pt>
                <c:pt idx="1637">
                  <c:v>10.285</c:v>
                </c:pt>
                <c:pt idx="1638">
                  <c:v>10.984999999999999</c:v>
                </c:pt>
                <c:pt idx="1639">
                  <c:v>11.161999999999999</c:v>
                </c:pt>
                <c:pt idx="1640">
                  <c:v>10.837</c:v>
                </c:pt>
                <c:pt idx="1641">
                  <c:v>10.705</c:v>
                </c:pt>
                <c:pt idx="1642">
                  <c:v>11.346</c:v>
                </c:pt>
                <c:pt idx="1643">
                  <c:v>10.952999999999999</c:v>
                </c:pt>
                <c:pt idx="1644">
                  <c:v>10.784000000000001</c:v>
                </c:pt>
                <c:pt idx="1645">
                  <c:v>10.635999999999999</c:v>
                </c:pt>
                <c:pt idx="1646">
                  <c:v>10.735999999999999</c:v>
                </c:pt>
                <c:pt idx="1647">
                  <c:v>10.455</c:v>
                </c:pt>
                <c:pt idx="1648">
                  <c:v>10.652000000000001</c:v>
                </c:pt>
                <c:pt idx="1649">
                  <c:v>10.766</c:v>
                </c:pt>
                <c:pt idx="1650">
                  <c:v>10.757999999999999</c:v>
                </c:pt>
                <c:pt idx="1651">
                  <c:v>7.7160000000000011</c:v>
                </c:pt>
                <c:pt idx="1652">
                  <c:v>7.359</c:v>
                </c:pt>
                <c:pt idx="1653">
                  <c:v>7.282</c:v>
                </c:pt>
                <c:pt idx="1654">
                  <c:v>7.21</c:v>
                </c:pt>
                <c:pt idx="1655">
                  <c:v>7.2480000000000002</c:v>
                </c:pt>
                <c:pt idx="1656">
                  <c:v>7.08</c:v>
                </c:pt>
                <c:pt idx="1657">
                  <c:v>7.1400000000000006</c:v>
                </c:pt>
                <c:pt idx="1658">
                  <c:v>7.1069999999999993</c:v>
                </c:pt>
                <c:pt idx="1659">
                  <c:v>7.0629999999999997</c:v>
                </c:pt>
                <c:pt idx="1660">
                  <c:v>7.1480000000000006</c:v>
                </c:pt>
                <c:pt idx="1661">
                  <c:v>7.2459999999999996</c:v>
                </c:pt>
                <c:pt idx="1662">
                  <c:v>7.2010000000000005</c:v>
                </c:pt>
                <c:pt idx="1663">
                  <c:v>7.1739999999999995</c:v>
                </c:pt>
                <c:pt idx="1664">
                  <c:v>7.2190000000000003</c:v>
                </c:pt>
                <c:pt idx="1665">
                  <c:v>7.1879999999999997</c:v>
                </c:pt>
                <c:pt idx="1666">
                  <c:v>7.2309999999999999</c:v>
                </c:pt>
                <c:pt idx="1667">
                  <c:v>7.2569999999999997</c:v>
                </c:pt>
                <c:pt idx="1668">
                  <c:v>7.4980000000000002</c:v>
                </c:pt>
                <c:pt idx="1669">
                  <c:v>6.3890000000000002</c:v>
                </c:pt>
                <c:pt idx="1670">
                  <c:v>6.2219999999999995</c:v>
                </c:pt>
                <c:pt idx="1671">
                  <c:v>6.181</c:v>
                </c:pt>
                <c:pt idx="1672">
                  <c:v>6.1379999999999999</c:v>
                </c:pt>
                <c:pt idx="1673">
                  <c:v>6.0819999999999999</c:v>
                </c:pt>
                <c:pt idx="1674">
                  <c:v>6.1639999999999997</c:v>
                </c:pt>
                <c:pt idx="1675">
                  <c:v>6.181</c:v>
                </c:pt>
                <c:pt idx="1676">
                  <c:v>6.2039999999999997</c:v>
                </c:pt>
                <c:pt idx="1677">
                  <c:v>6.277000000000001</c:v>
                </c:pt>
                <c:pt idx="1678">
                  <c:v>6.1710000000000003</c:v>
                </c:pt>
                <c:pt idx="1679">
                  <c:v>6.4159999999999995</c:v>
                </c:pt>
                <c:pt idx="1680">
                  <c:v>6.5140000000000002</c:v>
                </c:pt>
                <c:pt idx="1681">
                  <c:v>6.0780000000000003</c:v>
                </c:pt>
                <c:pt idx="1682">
                  <c:v>6.1789999999999994</c:v>
                </c:pt>
                <c:pt idx="1683">
                  <c:v>9.0709999999999997</c:v>
                </c:pt>
                <c:pt idx="1684">
                  <c:v>9.8109999999999999</c:v>
                </c:pt>
                <c:pt idx="1685">
                  <c:v>9.766</c:v>
                </c:pt>
                <c:pt idx="1686">
                  <c:v>9.7839999999999989</c:v>
                </c:pt>
                <c:pt idx="1687">
                  <c:v>9.8290000000000006</c:v>
                </c:pt>
                <c:pt idx="1688">
                  <c:v>9.7409999999999997</c:v>
                </c:pt>
                <c:pt idx="1689">
                  <c:v>9.7360000000000007</c:v>
                </c:pt>
                <c:pt idx="1690">
                  <c:v>9.6740000000000013</c:v>
                </c:pt>
                <c:pt idx="1691">
                  <c:v>9.9860000000000007</c:v>
                </c:pt>
                <c:pt idx="1692">
                  <c:v>10.019</c:v>
                </c:pt>
                <c:pt idx="1693">
                  <c:v>9.9379999999999988</c:v>
                </c:pt>
                <c:pt idx="1694">
                  <c:v>10.108000000000001</c:v>
                </c:pt>
                <c:pt idx="1695">
                  <c:v>10.16</c:v>
                </c:pt>
                <c:pt idx="1696">
                  <c:v>10.253</c:v>
                </c:pt>
                <c:pt idx="1697">
                  <c:v>10.355</c:v>
                </c:pt>
                <c:pt idx="1698">
                  <c:v>9.7000000000000011</c:v>
                </c:pt>
                <c:pt idx="1699">
                  <c:v>9.6379999999999999</c:v>
                </c:pt>
                <c:pt idx="1700">
                  <c:v>9.4769999999999985</c:v>
                </c:pt>
                <c:pt idx="1701">
                  <c:v>9.577</c:v>
                </c:pt>
                <c:pt idx="1702">
                  <c:v>11.769</c:v>
                </c:pt>
                <c:pt idx="1703">
                  <c:v>11.763999999999999</c:v>
                </c:pt>
                <c:pt idx="1704">
                  <c:v>11.506</c:v>
                </c:pt>
                <c:pt idx="1705">
                  <c:v>11.683999999999999</c:v>
                </c:pt>
                <c:pt idx="1706">
                  <c:v>11.462999999999999</c:v>
                </c:pt>
                <c:pt idx="1707">
                  <c:v>11.395</c:v>
                </c:pt>
                <c:pt idx="1708">
                  <c:v>11.561999999999999</c:v>
                </c:pt>
                <c:pt idx="1709">
                  <c:v>11.509</c:v>
                </c:pt>
                <c:pt idx="1710">
                  <c:v>11.407</c:v>
                </c:pt>
                <c:pt idx="1711">
                  <c:v>11.067</c:v>
                </c:pt>
                <c:pt idx="1712">
                  <c:v>11.044</c:v>
                </c:pt>
                <c:pt idx="1713">
                  <c:v>10.981999999999999</c:v>
                </c:pt>
                <c:pt idx="1714">
                  <c:v>11.375</c:v>
                </c:pt>
                <c:pt idx="1715">
                  <c:v>11.395</c:v>
                </c:pt>
                <c:pt idx="1716">
                  <c:v>11.423999999999999</c:v>
                </c:pt>
                <c:pt idx="1717">
                  <c:v>11.408999999999999</c:v>
                </c:pt>
                <c:pt idx="1718">
                  <c:v>11.16</c:v>
                </c:pt>
                <c:pt idx="1719">
                  <c:v>11.144</c:v>
                </c:pt>
                <c:pt idx="1720">
                  <c:v>10.991</c:v>
                </c:pt>
                <c:pt idx="1721">
                  <c:v>10.925000000000001</c:v>
                </c:pt>
                <c:pt idx="1722">
                  <c:v>10.962</c:v>
                </c:pt>
                <c:pt idx="1723">
                  <c:v>11.282999999999999</c:v>
                </c:pt>
                <c:pt idx="1724">
                  <c:v>11.579000000000001</c:v>
                </c:pt>
                <c:pt idx="1725">
                  <c:v>11.286</c:v>
                </c:pt>
                <c:pt idx="1726">
                  <c:v>11.49</c:v>
                </c:pt>
                <c:pt idx="1727">
                  <c:v>11.519</c:v>
                </c:pt>
                <c:pt idx="1728">
                  <c:v>11.776999999999999</c:v>
                </c:pt>
                <c:pt idx="1729">
                  <c:v>11.089</c:v>
                </c:pt>
                <c:pt idx="1730">
                  <c:v>11.122</c:v>
                </c:pt>
                <c:pt idx="1731">
                  <c:v>11.177</c:v>
                </c:pt>
                <c:pt idx="1732">
                  <c:v>11.239000000000001</c:v>
                </c:pt>
                <c:pt idx="1733">
                  <c:v>11.318</c:v>
                </c:pt>
                <c:pt idx="1734">
                  <c:v>11.455</c:v>
                </c:pt>
                <c:pt idx="1735">
                  <c:v>11.529</c:v>
                </c:pt>
                <c:pt idx="1736">
                  <c:v>11.432</c:v>
                </c:pt>
                <c:pt idx="1737">
                  <c:v>11.462</c:v>
                </c:pt>
                <c:pt idx="1738">
                  <c:v>11.505000000000001</c:v>
                </c:pt>
                <c:pt idx="1739">
                  <c:v>11.729000000000001</c:v>
                </c:pt>
                <c:pt idx="1740">
                  <c:v>12.068</c:v>
                </c:pt>
                <c:pt idx="1741">
                  <c:v>6.9220000000000006</c:v>
                </c:pt>
                <c:pt idx="1742">
                  <c:v>6.4249999999999998</c:v>
                </c:pt>
                <c:pt idx="1743">
                  <c:v>6.0760000000000005</c:v>
                </c:pt>
                <c:pt idx="1744">
                  <c:v>6.0330000000000004</c:v>
                </c:pt>
                <c:pt idx="1745">
                  <c:v>5.9929999999999994</c:v>
                </c:pt>
                <c:pt idx="1746">
                  <c:v>6.2239999999999993</c:v>
                </c:pt>
                <c:pt idx="1747">
                  <c:v>6.2379999999999995</c:v>
                </c:pt>
                <c:pt idx="1748">
                  <c:v>6.0060000000000002</c:v>
                </c:pt>
                <c:pt idx="1749">
                  <c:v>6.9320000000000004</c:v>
                </c:pt>
                <c:pt idx="1750">
                  <c:v>7.072000000000001</c:v>
                </c:pt>
                <c:pt idx="1751">
                  <c:v>8.293000000000001</c:v>
                </c:pt>
                <c:pt idx="1752">
                  <c:v>8.2960000000000012</c:v>
                </c:pt>
                <c:pt idx="1753">
                  <c:v>8.1980000000000004</c:v>
                </c:pt>
                <c:pt idx="1754">
                  <c:v>8.479000000000001</c:v>
                </c:pt>
                <c:pt idx="1755">
                  <c:v>8.66</c:v>
                </c:pt>
                <c:pt idx="1756">
                  <c:v>7.7279999999999998</c:v>
                </c:pt>
                <c:pt idx="1757">
                  <c:v>7.5679999999999996</c:v>
                </c:pt>
                <c:pt idx="1758">
                  <c:v>7.0519999999999996</c:v>
                </c:pt>
                <c:pt idx="1759">
                  <c:v>7.0709999999999997</c:v>
                </c:pt>
                <c:pt idx="1760">
                  <c:v>7.0019999999999998</c:v>
                </c:pt>
                <c:pt idx="1761">
                  <c:v>6.4750000000000005</c:v>
                </c:pt>
                <c:pt idx="1762">
                  <c:v>5.891</c:v>
                </c:pt>
                <c:pt idx="1763">
                  <c:v>6.5970000000000004</c:v>
                </c:pt>
                <c:pt idx="1764">
                  <c:v>6.5960000000000001</c:v>
                </c:pt>
                <c:pt idx="1765">
                  <c:v>6.68</c:v>
                </c:pt>
                <c:pt idx="1766">
                  <c:v>6.7930000000000001</c:v>
                </c:pt>
                <c:pt idx="1767">
                  <c:v>6.77</c:v>
                </c:pt>
                <c:pt idx="1768">
                  <c:v>7.593</c:v>
                </c:pt>
                <c:pt idx="1769">
                  <c:v>7.5030000000000001</c:v>
                </c:pt>
                <c:pt idx="1770">
                  <c:v>7.2770000000000001</c:v>
                </c:pt>
                <c:pt idx="1771">
                  <c:v>7.3310000000000004</c:v>
                </c:pt>
                <c:pt idx="1772">
                  <c:v>7.2560000000000002</c:v>
                </c:pt>
                <c:pt idx="1773">
                  <c:v>7.3810000000000002</c:v>
                </c:pt>
                <c:pt idx="1774">
                  <c:v>6.6440000000000001</c:v>
                </c:pt>
                <c:pt idx="1775">
                  <c:v>6.5920000000000005</c:v>
                </c:pt>
                <c:pt idx="1776">
                  <c:v>6.4920000000000009</c:v>
                </c:pt>
                <c:pt idx="1777">
                  <c:v>6.9930000000000003</c:v>
                </c:pt>
                <c:pt idx="1778">
                  <c:v>6.1789999999999994</c:v>
                </c:pt>
                <c:pt idx="1779">
                  <c:v>5.7750000000000004</c:v>
                </c:pt>
                <c:pt idx="1780">
                  <c:v>5.6660000000000004</c:v>
                </c:pt>
                <c:pt idx="1781">
                  <c:v>5.5519999999999996</c:v>
                </c:pt>
                <c:pt idx="1782">
                  <c:v>6.3439999999999994</c:v>
                </c:pt>
                <c:pt idx="1783">
                  <c:v>6.3100000000000005</c:v>
                </c:pt>
                <c:pt idx="1784">
                  <c:v>6.3839999999999995</c:v>
                </c:pt>
                <c:pt idx="1785">
                  <c:v>6.3519999999999994</c:v>
                </c:pt>
                <c:pt idx="1786">
                  <c:v>6.4180000000000001</c:v>
                </c:pt>
                <c:pt idx="1787">
                  <c:v>6.41</c:v>
                </c:pt>
                <c:pt idx="1788">
                  <c:v>6.415</c:v>
                </c:pt>
                <c:pt idx="1789">
                  <c:v>6.338000000000001</c:v>
                </c:pt>
                <c:pt idx="1790">
                  <c:v>6.1870000000000003</c:v>
                </c:pt>
                <c:pt idx="1791">
                  <c:v>6.1820000000000004</c:v>
                </c:pt>
                <c:pt idx="1792">
                  <c:v>5.6579999999999995</c:v>
                </c:pt>
                <c:pt idx="1793">
                  <c:v>6.2610000000000001</c:v>
                </c:pt>
                <c:pt idx="1794">
                  <c:v>5.5750000000000002</c:v>
                </c:pt>
                <c:pt idx="1795">
                  <c:v>5.6429999999999998</c:v>
                </c:pt>
                <c:pt idx="1796">
                  <c:v>5.7220000000000004</c:v>
                </c:pt>
                <c:pt idx="1797">
                  <c:v>5.3840000000000003</c:v>
                </c:pt>
                <c:pt idx="1798">
                  <c:v>5.4370000000000003</c:v>
                </c:pt>
                <c:pt idx="1799">
                  <c:v>5.5609999999999999</c:v>
                </c:pt>
                <c:pt idx="1800">
                  <c:v>5.6310000000000002</c:v>
                </c:pt>
                <c:pt idx="1801">
                  <c:v>5.6320000000000006</c:v>
                </c:pt>
                <c:pt idx="1802">
                  <c:v>5.6139999999999999</c:v>
                </c:pt>
                <c:pt idx="1803">
                  <c:v>5.7290000000000001</c:v>
                </c:pt>
                <c:pt idx="1804">
                  <c:v>5.7990000000000004</c:v>
                </c:pt>
                <c:pt idx="1805">
                  <c:v>5.8380000000000001</c:v>
                </c:pt>
                <c:pt idx="1806">
                  <c:v>5.8760000000000003</c:v>
                </c:pt>
                <c:pt idx="1807">
                  <c:v>5.835</c:v>
                </c:pt>
                <c:pt idx="1808">
                  <c:v>5.944</c:v>
                </c:pt>
                <c:pt idx="1809">
                  <c:v>5.8529999999999998</c:v>
                </c:pt>
                <c:pt idx="1810">
                  <c:v>5.9610000000000003</c:v>
                </c:pt>
                <c:pt idx="1811">
                  <c:v>7.0330000000000004</c:v>
                </c:pt>
                <c:pt idx="1812">
                  <c:v>7.1069999999999993</c:v>
                </c:pt>
                <c:pt idx="1813">
                  <c:v>7.141</c:v>
                </c:pt>
                <c:pt idx="1814">
                  <c:v>7.1639999999999997</c:v>
                </c:pt>
                <c:pt idx="1815">
                  <c:v>7.7960000000000003</c:v>
                </c:pt>
                <c:pt idx="1816">
                  <c:v>7.8959999999999999</c:v>
                </c:pt>
                <c:pt idx="1817">
                  <c:v>7.867</c:v>
                </c:pt>
                <c:pt idx="1818">
                  <c:v>7.6609999999999996</c:v>
                </c:pt>
                <c:pt idx="1819">
                  <c:v>7.5469999999999997</c:v>
                </c:pt>
                <c:pt idx="1820">
                  <c:v>7.6649999999999991</c:v>
                </c:pt>
                <c:pt idx="1821">
                  <c:v>7.8090000000000011</c:v>
                </c:pt>
                <c:pt idx="1822">
                  <c:v>7.8159999999999989</c:v>
                </c:pt>
                <c:pt idx="1823">
                  <c:v>7.7130000000000001</c:v>
                </c:pt>
                <c:pt idx="1824">
                  <c:v>10.145</c:v>
                </c:pt>
                <c:pt idx="1825">
                  <c:v>8.1769999999999996</c:v>
                </c:pt>
                <c:pt idx="1826">
                  <c:v>8.0269999999999992</c:v>
                </c:pt>
                <c:pt idx="1827">
                  <c:v>7.9350000000000005</c:v>
                </c:pt>
                <c:pt idx="1828">
                  <c:v>7.79</c:v>
                </c:pt>
                <c:pt idx="1829">
                  <c:v>7.758</c:v>
                </c:pt>
                <c:pt idx="1830">
                  <c:v>8.4779999999999998</c:v>
                </c:pt>
                <c:pt idx="1831">
                  <c:v>8.5289999999999999</c:v>
                </c:pt>
                <c:pt idx="1832">
                  <c:v>8.5589999999999993</c:v>
                </c:pt>
                <c:pt idx="1833">
                  <c:v>8.6020000000000003</c:v>
                </c:pt>
                <c:pt idx="1834">
                  <c:v>8.5169999999999995</c:v>
                </c:pt>
                <c:pt idx="1835">
                  <c:v>8.09</c:v>
                </c:pt>
                <c:pt idx="1836">
                  <c:v>7.91</c:v>
                </c:pt>
                <c:pt idx="1837">
                  <c:v>7.8929999999999998</c:v>
                </c:pt>
                <c:pt idx="1838">
                  <c:v>7.8990000000000009</c:v>
                </c:pt>
                <c:pt idx="1839">
                  <c:v>7.9310000000000009</c:v>
                </c:pt>
                <c:pt idx="1840">
                  <c:v>7.8280000000000003</c:v>
                </c:pt>
                <c:pt idx="1841">
                  <c:v>7.6</c:v>
                </c:pt>
                <c:pt idx="1842">
                  <c:v>7.4779999999999998</c:v>
                </c:pt>
                <c:pt idx="1843">
                  <c:v>7.5170000000000003</c:v>
                </c:pt>
                <c:pt idx="1844">
                  <c:v>7.5689999999999991</c:v>
                </c:pt>
                <c:pt idx="1845">
                  <c:v>7.5939999999999994</c:v>
                </c:pt>
                <c:pt idx="1846">
                  <c:v>7.5209999999999999</c:v>
                </c:pt>
                <c:pt idx="1847">
                  <c:v>7.524</c:v>
                </c:pt>
                <c:pt idx="1848">
                  <c:v>7.5569999999999995</c:v>
                </c:pt>
                <c:pt idx="1849">
                  <c:v>7.5279999999999996</c:v>
                </c:pt>
                <c:pt idx="1850">
                  <c:v>7.5980000000000008</c:v>
                </c:pt>
                <c:pt idx="1851">
                  <c:v>9.6150000000000002</c:v>
                </c:pt>
                <c:pt idx="1852">
                  <c:v>9.8040000000000003</c:v>
                </c:pt>
                <c:pt idx="1853">
                  <c:v>9.89</c:v>
                </c:pt>
                <c:pt idx="1854">
                  <c:v>7.806</c:v>
                </c:pt>
                <c:pt idx="1855">
                  <c:v>7.6509999999999998</c:v>
                </c:pt>
                <c:pt idx="1856">
                  <c:v>7.5990000000000002</c:v>
                </c:pt>
                <c:pt idx="1857">
                  <c:v>7.5630000000000006</c:v>
                </c:pt>
                <c:pt idx="1858">
                  <c:v>7.7619999999999996</c:v>
                </c:pt>
                <c:pt idx="1859">
                  <c:v>7.8819999999999997</c:v>
                </c:pt>
                <c:pt idx="1860">
                  <c:v>7.782</c:v>
                </c:pt>
                <c:pt idx="1861">
                  <c:v>7.4990000000000006</c:v>
                </c:pt>
                <c:pt idx="1862">
                  <c:v>7.5660000000000007</c:v>
                </c:pt>
                <c:pt idx="1863">
                  <c:v>7.6329999999999991</c:v>
                </c:pt>
                <c:pt idx="1864">
                  <c:v>7.649</c:v>
                </c:pt>
                <c:pt idx="1865">
                  <c:v>7.6950000000000003</c:v>
                </c:pt>
                <c:pt idx="1866">
                  <c:v>7.8140000000000001</c:v>
                </c:pt>
                <c:pt idx="1867">
                  <c:v>7.7049999999999992</c:v>
                </c:pt>
                <c:pt idx="1868">
                  <c:v>7.8439999999999994</c:v>
                </c:pt>
                <c:pt idx="1869">
                  <c:v>7.7829999999999995</c:v>
                </c:pt>
                <c:pt idx="1870">
                  <c:v>7.8020000000000005</c:v>
                </c:pt>
                <c:pt idx="1871">
                  <c:v>7.9210000000000003</c:v>
                </c:pt>
                <c:pt idx="1872">
                  <c:v>7.9619999999999997</c:v>
                </c:pt>
                <c:pt idx="1873">
                  <c:v>6.625</c:v>
                </c:pt>
                <c:pt idx="1874">
                  <c:v>6.6180000000000003</c:v>
                </c:pt>
                <c:pt idx="1875">
                  <c:v>6.8360000000000003</c:v>
                </c:pt>
                <c:pt idx="1876">
                  <c:v>6.8500000000000005</c:v>
                </c:pt>
                <c:pt idx="1877">
                  <c:v>6.8559999999999999</c:v>
                </c:pt>
                <c:pt idx="1878">
                  <c:v>7.011000000000001</c:v>
                </c:pt>
                <c:pt idx="1879">
                  <c:v>7.0499999999999989</c:v>
                </c:pt>
                <c:pt idx="1880">
                  <c:v>7.6410000000000009</c:v>
                </c:pt>
                <c:pt idx="1881">
                  <c:v>7.5719999999999992</c:v>
                </c:pt>
                <c:pt idx="1882">
                  <c:v>7.7119999999999997</c:v>
                </c:pt>
                <c:pt idx="1883">
                  <c:v>7.7539999999999996</c:v>
                </c:pt>
                <c:pt idx="1884">
                  <c:v>7.9450000000000003</c:v>
                </c:pt>
                <c:pt idx="1885">
                  <c:v>8.0389999999999997</c:v>
                </c:pt>
                <c:pt idx="1886">
                  <c:v>8.048</c:v>
                </c:pt>
                <c:pt idx="1887">
                  <c:v>7.9189999999999996</c:v>
                </c:pt>
                <c:pt idx="1888">
                  <c:v>7.6710000000000003</c:v>
                </c:pt>
                <c:pt idx="1889">
                  <c:v>7.02</c:v>
                </c:pt>
                <c:pt idx="1890">
                  <c:v>7.0730000000000004</c:v>
                </c:pt>
                <c:pt idx="1891">
                  <c:v>6.9020000000000001</c:v>
                </c:pt>
                <c:pt idx="1892">
                  <c:v>6.7129999999999992</c:v>
                </c:pt>
                <c:pt idx="1893">
                  <c:v>7.056</c:v>
                </c:pt>
                <c:pt idx="1894">
                  <c:v>7.2090000000000005</c:v>
                </c:pt>
                <c:pt idx="1895">
                  <c:v>7.1020000000000003</c:v>
                </c:pt>
                <c:pt idx="1896">
                  <c:v>7.0709999999999997</c:v>
                </c:pt>
                <c:pt idx="1897">
                  <c:v>7.03</c:v>
                </c:pt>
                <c:pt idx="1898">
                  <c:v>5.9779999999999998</c:v>
                </c:pt>
                <c:pt idx="1899">
                  <c:v>5.9009999999999998</c:v>
                </c:pt>
                <c:pt idx="1900">
                  <c:v>5.8659999999999997</c:v>
                </c:pt>
                <c:pt idx="1901">
                  <c:v>5.7850000000000001</c:v>
                </c:pt>
                <c:pt idx="1902">
                  <c:v>5.6340000000000003</c:v>
                </c:pt>
                <c:pt idx="1903">
                  <c:v>5.7789999999999999</c:v>
                </c:pt>
                <c:pt idx="1904">
                  <c:v>5.84</c:v>
                </c:pt>
                <c:pt idx="1905">
                  <c:v>5.81</c:v>
                </c:pt>
                <c:pt idx="1906">
                  <c:v>5.87</c:v>
                </c:pt>
                <c:pt idx="1907">
                  <c:v>5.8659999999999997</c:v>
                </c:pt>
                <c:pt idx="1908">
                  <c:v>6.5909999999999993</c:v>
                </c:pt>
                <c:pt idx="1909">
                  <c:v>6.859</c:v>
                </c:pt>
                <c:pt idx="1910">
                  <c:v>6.8659999999999997</c:v>
                </c:pt>
                <c:pt idx="1911">
                  <c:v>6.8430000000000009</c:v>
                </c:pt>
                <c:pt idx="1912">
                  <c:v>6.3820000000000006</c:v>
                </c:pt>
                <c:pt idx="1913">
                  <c:v>6.0280000000000005</c:v>
                </c:pt>
                <c:pt idx="1914">
                  <c:v>6.0979999999999999</c:v>
                </c:pt>
                <c:pt idx="1915">
                  <c:v>6.0330000000000004</c:v>
                </c:pt>
                <c:pt idx="1916">
                  <c:v>6.0789999999999997</c:v>
                </c:pt>
                <c:pt idx="1917">
                  <c:v>6.0979999999999999</c:v>
                </c:pt>
                <c:pt idx="1918">
                  <c:v>6.0590000000000002</c:v>
                </c:pt>
                <c:pt idx="1919">
                  <c:v>5.9929999999999994</c:v>
                </c:pt>
                <c:pt idx="1920">
                  <c:v>6.0359999999999996</c:v>
                </c:pt>
                <c:pt idx="1921">
                  <c:v>6.0600000000000005</c:v>
                </c:pt>
                <c:pt idx="1922">
                  <c:v>6.0519999999999996</c:v>
                </c:pt>
                <c:pt idx="1923">
                  <c:v>6.05</c:v>
                </c:pt>
                <c:pt idx="1924">
                  <c:v>5.931</c:v>
                </c:pt>
                <c:pt idx="1925">
                  <c:v>5.8950000000000005</c:v>
                </c:pt>
                <c:pt idx="1926">
                  <c:v>5.9649999999999999</c:v>
                </c:pt>
                <c:pt idx="1927">
                  <c:v>6.0819999999999999</c:v>
                </c:pt>
                <c:pt idx="1928">
                  <c:v>6.0620000000000003</c:v>
                </c:pt>
                <c:pt idx="1929">
                  <c:v>6.0650000000000004</c:v>
                </c:pt>
                <c:pt idx="1930">
                  <c:v>6.09</c:v>
                </c:pt>
                <c:pt idx="1931">
                  <c:v>6.0729999999999995</c:v>
                </c:pt>
                <c:pt idx="1932">
                  <c:v>6.0659999999999998</c:v>
                </c:pt>
                <c:pt idx="1933">
                  <c:v>6.0609999999999999</c:v>
                </c:pt>
                <c:pt idx="1934">
                  <c:v>6.1779999999999999</c:v>
                </c:pt>
                <c:pt idx="1935">
                  <c:v>6.2149999999999999</c:v>
                </c:pt>
                <c:pt idx="1936">
                  <c:v>6.202</c:v>
                </c:pt>
                <c:pt idx="1937">
                  <c:v>6.2889999999999997</c:v>
                </c:pt>
                <c:pt idx="1938">
                  <c:v>6.5879999999999992</c:v>
                </c:pt>
                <c:pt idx="1939">
                  <c:v>8.36</c:v>
                </c:pt>
                <c:pt idx="1940">
                  <c:v>8.7270000000000003</c:v>
                </c:pt>
                <c:pt idx="1941">
                  <c:v>8.8989999999999991</c:v>
                </c:pt>
                <c:pt idx="1942">
                  <c:v>8.9559999999999995</c:v>
                </c:pt>
                <c:pt idx="1943">
                  <c:v>8.9760000000000009</c:v>
                </c:pt>
                <c:pt idx="1944">
                  <c:v>9.1989999999999998</c:v>
                </c:pt>
                <c:pt idx="1945">
                  <c:v>9.2089999999999996</c:v>
                </c:pt>
                <c:pt idx="1946">
                  <c:v>9.0980000000000008</c:v>
                </c:pt>
                <c:pt idx="1947">
                  <c:v>9.0579999999999998</c:v>
                </c:pt>
                <c:pt idx="1948">
                  <c:v>10.151999999999999</c:v>
                </c:pt>
                <c:pt idx="1949">
                  <c:v>10.405000000000001</c:v>
                </c:pt>
                <c:pt idx="1950">
                  <c:v>10.588000000000001</c:v>
                </c:pt>
                <c:pt idx="1951">
                  <c:v>10.551</c:v>
                </c:pt>
                <c:pt idx="1952">
                  <c:v>10.465</c:v>
                </c:pt>
                <c:pt idx="1953">
                  <c:v>10.606</c:v>
                </c:pt>
                <c:pt idx="1954">
                  <c:v>10.241</c:v>
                </c:pt>
                <c:pt idx="1955">
                  <c:v>10.679</c:v>
                </c:pt>
                <c:pt idx="1956">
                  <c:v>10.481999999999999</c:v>
                </c:pt>
                <c:pt idx="1957">
                  <c:v>10.143000000000001</c:v>
                </c:pt>
                <c:pt idx="1958">
                  <c:v>10.441000000000001</c:v>
                </c:pt>
                <c:pt idx="1959">
                  <c:v>10.395</c:v>
                </c:pt>
                <c:pt idx="1960">
                  <c:v>9.7789999999999999</c:v>
                </c:pt>
                <c:pt idx="1961">
                  <c:v>9.8350000000000009</c:v>
                </c:pt>
                <c:pt idx="1962">
                  <c:v>9.6950000000000003</c:v>
                </c:pt>
                <c:pt idx="1963">
                  <c:v>9.3889999999999993</c:v>
                </c:pt>
                <c:pt idx="1964">
                  <c:v>9.5549999999999997</c:v>
                </c:pt>
                <c:pt idx="1965">
                  <c:v>9.6820000000000004</c:v>
                </c:pt>
                <c:pt idx="1966">
                  <c:v>9.6479999999999997</c:v>
                </c:pt>
                <c:pt idx="1967">
                  <c:v>9.75</c:v>
                </c:pt>
                <c:pt idx="1968">
                  <c:v>9.729000000000001</c:v>
                </c:pt>
                <c:pt idx="1969">
                  <c:v>9.7279999999999998</c:v>
                </c:pt>
                <c:pt idx="1970">
                  <c:v>9.6780000000000008</c:v>
                </c:pt>
                <c:pt idx="1971">
                  <c:v>9.588000000000001</c:v>
                </c:pt>
                <c:pt idx="1972">
                  <c:v>9.7129999999999992</c:v>
                </c:pt>
                <c:pt idx="1973">
                  <c:v>9.7030000000000012</c:v>
                </c:pt>
                <c:pt idx="1974">
                  <c:v>9.3950000000000014</c:v>
                </c:pt>
                <c:pt idx="1975">
                  <c:v>8.8460000000000001</c:v>
                </c:pt>
                <c:pt idx="1976">
                  <c:v>9.0090000000000003</c:v>
                </c:pt>
                <c:pt idx="1977">
                  <c:v>10.423999999999999</c:v>
                </c:pt>
                <c:pt idx="1978">
                  <c:v>10.383000000000001</c:v>
                </c:pt>
                <c:pt idx="1979">
                  <c:v>9.9669999999999987</c:v>
                </c:pt>
                <c:pt idx="1980">
                  <c:v>10.025</c:v>
                </c:pt>
                <c:pt idx="1981">
                  <c:v>11.105</c:v>
                </c:pt>
                <c:pt idx="1982">
                  <c:v>11.044</c:v>
                </c:pt>
                <c:pt idx="1983">
                  <c:v>10.228</c:v>
                </c:pt>
                <c:pt idx="1984">
                  <c:v>9.9879999999999995</c:v>
                </c:pt>
                <c:pt idx="1985">
                  <c:v>10.009</c:v>
                </c:pt>
                <c:pt idx="1986">
                  <c:v>9.84</c:v>
                </c:pt>
                <c:pt idx="1987">
                  <c:v>9.9890000000000008</c:v>
                </c:pt>
                <c:pt idx="1988">
                  <c:v>9.6240000000000006</c:v>
                </c:pt>
                <c:pt idx="1989">
                  <c:v>9.761000000000001</c:v>
                </c:pt>
                <c:pt idx="1990">
                  <c:v>9.8699999999999992</c:v>
                </c:pt>
                <c:pt idx="1991">
                  <c:v>10.485999999999999</c:v>
                </c:pt>
                <c:pt idx="1992">
                  <c:v>10.38</c:v>
                </c:pt>
                <c:pt idx="1993">
                  <c:v>10.48</c:v>
                </c:pt>
                <c:pt idx="1994">
                  <c:v>10.324999999999999</c:v>
                </c:pt>
                <c:pt idx="1995">
                  <c:v>10.689</c:v>
                </c:pt>
                <c:pt idx="1996">
                  <c:v>10.111000000000001</c:v>
                </c:pt>
                <c:pt idx="1997">
                  <c:v>9.9030000000000005</c:v>
                </c:pt>
                <c:pt idx="1998">
                  <c:v>10.059999999999999</c:v>
                </c:pt>
                <c:pt idx="1999" formatCode="General">
                  <c:v>9.7279999999999998</c:v>
                </c:pt>
                <c:pt idx="2000" formatCode="General">
                  <c:v>9.7750000000000004</c:v>
                </c:pt>
                <c:pt idx="2001" formatCode="General">
                  <c:v>9.6989999999999998</c:v>
                </c:pt>
                <c:pt idx="2002" formatCode="General">
                  <c:v>10.051</c:v>
                </c:pt>
                <c:pt idx="2003" formatCode="General">
                  <c:v>9.9819999999999993</c:v>
                </c:pt>
                <c:pt idx="2004" formatCode="General">
                  <c:v>9.8960000000000008</c:v>
                </c:pt>
                <c:pt idx="2005" formatCode="General">
                  <c:v>9.875</c:v>
                </c:pt>
                <c:pt idx="2006" formatCode="General">
                  <c:v>10.557</c:v>
                </c:pt>
                <c:pt idx="2007" formatCode="General">
                  <c:v>10.558</c:v>
                </c:pt>
                <c:pt idx="2008" formatCode="General">
                  <c:v>10.6</c:v>
                </c:pt>
                <c:pt idx="2009" formatCode="General">
                  <c:v>9.4039999999999999</c:v>
                </c:pt>
                <c:pt idx="2010" formatCode="General">
                  <c:v>9.5269999999999992</c:v>
                </c:pt>
                <c:pt idx="2011" formatCode="General">
                  <c:v>9.7089999999999996</c:v>
                </c:pt>
                <c:pt idx="2012" formatCode="General">
                  <c:v>9.0090000000000003</c:v>
                </c:pt>
                <c:pt idx="2013" formatCode="General">
                  <c:v>8.7729999999999997</c:v>
                </c:pt>
                <c:pt idx="2014" formatCode="General">
                  <c:v>8.3209999999999997</c:v>
                </c:pt>
                <c:pt idx="2015" formatCode="General">
                  <c:v>8.2420000000000009</c:v>
                </c:pt>
                <c:pt idx="2016" formatCode="General">
                  <c:v>8.3379999999999992</c:v>
                </c:pt>
                <c:pt idx="2017" formatCode="General">
                  <c:v>8.2840000000000007</c:v>
                </c:pt>
                <c:pt idx="2018" formatCode="General">
                  <c:v>8.3230000000000004</c:v>
                </c:pt>
                <c:pt idx="2019" formatCode="General">
                  <c:v>8.0139999999999993</c:v>
                </c:pt>
                <c:pt idx="2020" formatCode="General">
                  <c:v>7.8739999999999997</c:v>
                </c:pt>
                <c:pt idx="2021" formatCode="General">
                  <c:v>7.9329999999999998</c:v>
                </c:pt>
                <c:pt idx="2022" formatCode="General">
                  <c:v>7.8070000000000004</c:v>
                </c:pt>
                <c:pt idx="2023" formatCode="General">
                  <c:v>7.9119999999999999</c:v>
                </c:pt>
                <c:pt idx="2024" formatCode="General">
                  <c:v>7.8010000000000002</c:v>
                </c:pt>
                <c:pt idx="2025" formatCode="General">
                  <c:v>7.8849999999999998</c:v>
                </c:pt>
                <c:pt idx="2026" formatCode="General">
                  <c:v>7.9740000000000002</c:v>
                </c:pt>
                <c:pt idx="2027" formatCode="General">
                  <c:v>7.468</c:v>
                </c:pt>
                <c:pt idx="2028" formatCode="General">
                  <c:v>7.5640000000000001</c:v>
                </c:pt>
                <c:pt idx="2029" formatCode="General">
                  <c:v>8.3780000000000001</c:v>
                </c:pt>
                <c:pt idx="2030" formatCode="General">
                  <c:v>8.4079999999999995</c:v>
                </c:pt>
                <c:pt idx="2031" formatCode="General">
                  <c:v>8.7420000000000009</c:v>
                </c:pt>
                <c:pt idx="2032" formatCode="General">
                  <c:v>8.7850000000000001</c:v>
                </c:pt>
                <c:pt idx="2033" formatCode="General">
                  <c:v>9.125</c:v>
                </c:pt>
                <c:pt idx="2034" formatCode="General">
                  <c:v>9.2609999999999992</c:v>
                </c:pt>
                <c:pt idx="2035" formatCode="General">
                  <c:v>7.8819999999999997</c:v>
                </c:pt>
                <c:pt idx="2036" formatCode="General">
                  <c:v>7.2210000000000001</c:v>
                </c:pt>
                <c:pt idx="2037" formatCode="General">
                  <c:v>7.2510000000000003</c:v>
                </c:pt>
                <c:pt idx="2038" formatCode="General">
                  <c:v>7.2240000000000002</c:v>
                </c:pt>
                <c:pt idx="2039" formatCode="General">
                  <c:v>6.8019999999999996</c:v>
                </c:pt>
                <c:pt idx="2040" formatCode="General">
                  <c:v>7.0789999999999997</c:v>
                </c:pt>
                <c:pt idx="2041" formatCode="General">
                  <c:v>7.0369999999999999</c:v>
                </c:pt>
                <c:pt idx="2042" formatCode="General">
                  <c:v>7.3040000000000003</c:v>
                </c:pt>
                <c:pt idx="2043" formatCode="General">
                  <c:v>6.6360000000000001</c:v>
                </c:pt>
                <c:pt idx="2044" formatCode="General">
                  <c:v>6.65</c:v>
                </c:pt>
                <c:pt idx="2045" formatCode="General">
                  <c:v>6.8970000000000002</c:v>
                </c:pt>
                <c:pt idx="2046" formatCode="General">
                  <c:v>7.2290000000000001</c:v>
                </c:pt>
                <c:pt idx="2047" formatCode="General">
                  <c:v>7.234</c:v>
                </c:pt>
                <c:pt idx="2048" formatCode="General">
                  <c:v>7.4409999999999998</c:v>
                </c:pt>
                <c:pt idx="2049" formatCode="General">
                  <c:v>7.4530000000000003</c:v>
                </c:pt>
                <c:pt idx="2050" formatCode="General">
                  <c:v>7.3529999999999998</c:v>
                </c:pt>
                <c:pt idx="2051" formatCode="General">
                  <c:v>7.1630000000000003</c:v>
                </c:pt>
                <c:pt idx="2052" formatCode="General">
                  <c:v>7.0570000000000004</c:v>
                </c:pt>
                <c:pt idx="2053" formatCode="General">
                  <c:v>6.8929999999999998</c:v>
                </c:pt>
                <c:pt idx="2054" formatCode="General">
                  <c:v>6.9740000000000002</c:v>
                </c:pt>
                <c:pt idx="2055" formatCode="General">
                  <c:v>7.2249999999999996</c:v>
                </c:pt>
                <c:pt idx="2056" formatCode="General">
                  <c:v>7.2460000000000004</c:v>
                </c:pt>
                <c:pt idx="2057" formatCode="General">
                  <c:v>8.6329999999999991</c:v>
                </c:pt>
                <c:pt idx="2058" formatCode="General">
                  <c:v>8.7720000000000002</c:v>
                </c:pt>
                <c:pt idx="2059" formatCode="General">
                  <c:v>8.7639999999999993</c:v>
                </c:pt>
                <c:pt idx="2060" formatCode="General">
                  <c:v>8.7469999999999999</c:v>
                </c:pt>
                <c:pt idx="2061" formatCode="General">
                  <c:v>8.3710000000000004</c:v>
                </c:pt>
                <c:pt idx="2062" formatCode="General">
                  <c:v>8.2650000000000006</c:v>
                </c:pt>
                <c:pt idx="2063" formatCode="General">
                  <c:v>8.1129999999999995</c:v>
                </c:pt>
                <c:pt idx="2064" formatCode="General">
                  <c:v>8.1159999999999997</c:v>
                </c:pt>
                <c:pt idx="2065" formatCode="General">
                  <c:v>8.19</c:v>
                </c:pt>
                <c:pt idx="2066" formatCode="General">
                  <c:v>8.2829999999999995</c:v>
                </c:pt>
                <c:pt idx="2067" formatCode="General">
                  <c:v>9.1280000000000001</c:v>
                </c:pt>
                <c:pt idx="2068" formatCode="General">
                  <c:v>9.218</c:v>
                </c:pt>
                <c:pt idx="2069" formatCode="General">
                  <c:v>9.2539999999999996</c:v>
                </c:pt>
                <c:pt idx="2070" formatCode="General">
                  <c:v>9.0399999999999991</c:v>
                </c:pt>
                <c:pt idx="2071" formatCode="General">
                  <c:v>8.984</c:v>
                </c:pt>
                <c:pt idx="2072" formatCode="General">
                  <c:v>8.8810000000000002</c:v>
                </c:pt>
                <c:pt idx="2073" formatCode="General">
                  <c:v>8.6660000000000004</c:v>
                </c:pt>
                <c:pt idx="2074" formatCode="General">
                  <c:v>8.7720000000000002</c:v>
                </c:pt>
                <c:pt idx="2075" formatCode="General">
                  <c:v>8.8219999999999992</c:v>
                </c:pt>
                <c:pt idx="2076" formatCode="General">
                  <c:v>8.6920000000000002</c:v>
                </c:pt>
                <c:pt idx="2077" formatCode="General">
                  <c:v>8.8970000000000002</c:v>
                </c:pt>
                <c:pt idx="2078" formatCode="General">
                  <c:v>9.0239999999999991</c:v>
                </c:pt>
                <c:pt idx="2079" formatCode="General">
                  <c:v>8.5809999999999995</c:v>
                </c:pt>
                <c:pt idx="2080" formatCode="General">
                  <c:v>8.6340000000000003</c:v>
                </c:pt>
                <c:pt idx="2081" formatCode="General">
                  <c:v>8.6159999999999997</c:v>
                </c:pt>
                <c:pt idx="2082" formatCode="General">
                  <c:v>8.7579999999999991</c:v>
                </c:pt>
                <c:pt idx="2083" formatCode="General">
                  <c:v>8.83</c:v>
                </c:pt>
                <c:pt idx="2084" formatCode="General">
                  <c:v>8.8000000000000007</c:v>
                </c:pt>
                <c:pt idx="2085" formatCode="General">
                  <c:v>8.8119999999999994</c:v>
                </c:pt>
                <c:pt idx="2086" formatCode="General">
                  <c:v>8.7859999999999996</c:v>
                </c:pt>
                <c:pt idx="2087" formatCode="General">
                  <c:v>8.8119999999999994</c:v>
                </c:pt>
                <c:pt idx="2088">
                  <c:v>8.7560000000000002</c:v>
                </c:pt>
                <c:pt idx="2089">
                  <c:v>8.76</c:v>
                </c:pt>
                <c:pt idx="2090">
                  <c:v>8.0670000000000002</c:v>
                </c:pt>
                <c:pt idx="2091">
                  <c:v>7.8149999999999995</c:v>
                </c:pt>
                <c:pt idx="2092">
                  <c:v>7.8040000000000003</c:v>
                </c:pt>
                <c:pt idx="2093">
                  <c:v>7.5709999999999997</c:v>
                </c:pt>
                <c:pt idx="2094">
                  <c:v>7.6310000000000002</c:v>
                </c:pt>
                <c:pt idx="2095">
                  <c:v>7.1319999999999997</c:v>
                </c:pt>
                <c:pt idx="2096">
                  <c:v>7.1779999999999999</c:v>
                </c:pt>
                <c:pt idx="2097">
                  <c:v>7.1719999999999988</c:v>
                </c:pt>
                <c:pt idx="2098">
                  <c:v>7.2450000000000001</c:v>
                </c:pt>
                <c:pt idx="2099">
                  <c:v>7.278999999999999</c:v>
                </c:pt>
                <c:pt idx="2100">
                  <c:v>7.3609999999999998</c:v>
                </c:pt>
                <c:pt idx="2101">
                  <c:v>7.3609999999999998</c:v>
                </c:pt>
                <c:pt idx="2102">
                  <c:v>7.399</c:v>
                </c:pt>
                <c:pt idx="2103">
                  <c:v>7.41</c:v>
                </c:pt>
                <c:pt idx="2104">
                  <c:v>7.8100000000000005</c:v>
                </c:pt>
                <c:pt idx="2105">
                  <c:v>7.9079999999999995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82E-444B-85AF-4B3E20BBB3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96895424"/>
        <c:axId val="1496903488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CDS 5Y - RHS</c:v>
                </c:pt>
              </c:strCache>
            </c:strRef>
          </c:tx>
          <c:spPr>
            <a:ln w="25400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2105"/>
              <c:layout>
                <c:manualLayout>
                  <c:x val="-4.5659170114023886E-3"/>
                  <c:y val="2.3529433561309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06E-4BEE-85D9-D29AE55A8830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Sheet1!$A$2:$A$2108</c:f>
              <c:numCache>
                <c:formatCode>m/d/yyyy</c:formatCode>
                <c:ptCount val="2107"/>
                <c:pt idx="0">
                  <c:v>43089</c:v>
                </c:pt>
                <c:pt idx="1">
                  <c:v>43090</c:v>
                </c:pt>
                <c:pt idx="2">
                  <c:v>43091</c:v>
                </c:pt>
                <c:pt idx="3">
                  <c:v>43096</c:v>
                </c:pt>
                <c:pt idx="4">
                  <c:v>43097</c:v>
                </c:pt>
                <c:pt idx="5">
                  <c:v>43098</c:v>
                </c:pt>
                <c:pt idx="6">
                  <c:v>43102</c:v>
                </c:pt>
                <c:pt idx="7">
                  <c:v>43103</c:v>
                </c:pt>
                <c:pt idx="8">
                  <c:v>43104</c:v>
                </c:pt>
                <c:pt idx="9">
                  <c:v>43105</c:v>
                </c:pt>
                <c:pt idx="10">
                  <c:v>43108</c:v>
                </c:pt>
                <c:pt idx="11">
                  <c:v>43109</c:v>
                </c:pt>
                <c:pt idx="12">
                  <c:v>43110</c:v>
                </c:pt>
                <c:pt idx="13">
                  <c:v>43111</c:v>
                </c:pt>
                <c:pt idx="14">
                  <c:v>43112</c:v>
                </c:pt>
                <c:pt idx="15">
                  <c:v>43115</c:v>
                </c:pt>
                <c:pt idx="16">
                  <c:v>43116</c:v>
                </c:pt>
                <c:pt idx="17">
                  <c:v>43117</c:v>
                </c:pt>
                <c:pt idx="18">
                  <c:v>43118</c:v>
                </c:pt>
                <c:pt idx="19">
                  <c:v>43119</c:v>
                </c:pt>
                <c:pt idx="20">
                  <c:v>43122</c:v>
                </c:pt>
                <c:pt idx="21">
                  <c:v>43123</c:v>
                </c:pt>
                <c:pt idx="22">
                  <c:v>43124</c:v>
                </c:pt>
                <c:pt idx="23">
                  <c:v>43125</c:v>
                </c:pt>
                <c:pt idx="24">
                  <c:v>43126</c:v>
                </c:pt>
                <c:pt idx="25">
                  <c:v>43129</c:v>
                </c:pt>
                <c:pt idx="26">
                  <c:v>43130</c:v>
                </c:pt>
                <c:pt idx="27">
                  <c:v>43131</c:v>
                </c:pt>
                <c:pt idx="28">
                  <c:v>43132</c:v>
                </c:pt>
                <c:pt idx="29">
                  <c:v>43133</c:v>
                </c:pt>
                <c:pt idx="30">
                  <c:v>43136</c:v>
                </c:pt>
                <c:pt idx="31">
                  <c:v>43137</c:v>
                </c:pt>
                <c:pt idx="32">
                  <c:v>43138</c:v>
                </c:pt>
                <c:pt idx="33">
                  <c:v>43139</c:v>
                </c:pt>
                <c:pt idx="34">
                  <c:v>43140</c:v>
                </c:pt>
                <c:pt idx="35">
                  <c:v>43143</c:v>
                </c:pt>
                <c:pt idx="36">
                  <c:v>43144</c:v>
                </c:pt>
                <c:pt idx="37">
                  <c:v>43145</c:v>
                </c:pt>
                <c:pt idx="38">
                  <c:v>43146</c:v>
                </c:pt>
                <c:pt idx="39">
                  <c:v>43150</c:v>
                </c:pt>
                <c:pt idx="40">
                  <c:v>43151</c:v>
                </c:pt>
                <c:pt idx="41">
                  <c:v>43152</c:v>
                </c:pt>
                <c:pt idx="42">
                  <c:v>43153</c:v>
                </c:pt>
                <c:pt idx="43">
                  <c:v>43154</c:v>
                </c:pt>
                <c:pt idx="44">
                  <c:v>43157</c:v>
                </c:pt>
                <c:pt idx="45">
                  <c:v>43158</c:v>
                </c:pt>
                <c:pt idx="46">
                  <c:v>43159</c:v>
                </c:pt>
                <c:pt idx="47">
                  <c:v>43160</c:v>
                </c:pt>
                <c:pt idx="48">
                  <c:v>43161</c:v>
                </c:pt>
                <c:pt idx="49">
                  <c:v>43164</c:v>
                </c:pt>
                <c:pt idx="50">
                  <c:v>43165</c:v>
                </c:pt>
                <c:pt idx="51">
                  <c:v>43166</c:v>
                </c:pt>
                <c:pt idx="52">
                  <c:v>43167</c:v>
                </c:pt>
                <c:pt idx="53">
                  <c:v>43168</c:v>
                </c:pt>
                <c:pt idx="54">
                  <c:v>43171</c:v>
                </c:pt>
                <c:pt idx="55">
                  <c:v>43172</c:v>
                </c:pt>
                <c:pt idx="56">
                  <c:v>43173</c:v>
                </c:pt>
                <c:pt idx="57">
                  <c:v>43174</c:v>
                </c:pt>
                <c:pt idx="58">
                  <c:v>43175</c:v>
                </c:pt>
                <c:pt idx="59">
                  <c:v>43178</c:v>
                </c:pt>
                <c:pt idx="60">
                  <c:v>43179</c:v>
                </c:pt>
                <c:pt idx="61">
                  <c:v>43180</c:v>
                </c:pt>
                <c:pt idx="62">
                  <c:v>43181</c:v>
                </c:pt>
                <c:pt idx="63">
                  <c:v>43182</c:v>
                </c:pt>
                <c:pt idx="64">
                  <c:v>43185</c:v>
                </c:pt>
                <c:pt idx="65">
                  <c:v>43186</c:v>
                </c:pt>
                <c:pt idx="66">
                  <c:v>43187</c:v>
                </c:pt>
                <c:pt idx="67">
                  <c:v>43188</c:v>
                </c:pt>
                <c:pt idx="68">
                  <c:v>43192</c:v>
                </c:pt>
                <c:pt idx="69">
                  <c:v>43193</c:v>
                </c:pt>
                <c:pt idx="70">
                  <c:v>43194</c:v>
                </c:pt>
                <c:pt idx="71">
                  <c:v>43195</c:v>
                </c:pt>
                <c:pt idx="72">
                  <c:v>43196</c:v>
                </c:pt>
                <c:pt idx="73">
                  <c:v>43199</c:v>
                </c:pt>
                <c:pt idx="74">
                  <c:v>43200</c:v>
                </c:pt>
                <c:pt idx="75">
                  <c:v>43201</c:v>
                </c:pt>
                <c:pt idx="76">
                  <c:v>43202</c:v>
                </c:pt>
                <c:pt idx="77">
                  <c:v>43203</c:v>
                </c:pt>
                <c:pt idx="78">
                  <c:v>43206</c:v>
                </c:pt>
                <c:pt idx="79">
                  <c:v>43207</c:v>
                </c:pt>
                <c:pt idx="80">
                  <c:v>43208</c:v>
                </c:pt>
                <c:pt idx="81">
                  <c:v>43209</c:v>
                </c:pt>
                <c:pt idx="82">
                  <c:v>43210</c:v>
                </c:pt>
                <c:pt idx="83">
                  <c:v>43213</c:v>
                </c:pt>
                <c:pt idx="84">
                  <c:v>43214</c:v>
                </c:pt>
                <c:pt idx="85">
                  <c:v>43215</c:v>
                </c:pt>
                <c:pt idx="86">
                  <c:v>43216</c:v>
                </c:pt>
                <c:pt idx="87">
                  <c:v>43217</c:v>
                </c:pt>
                <c:pt idx="88">
                  <c:v>43220</c:v>
                </c:pt>
                <c:pt idx="89">
                  <c:v>43222</c:v>
                </c:pt>
                <c:pt idx="90">
                  <c:v>43223</c:v>
                </c:pt>
                <c:pt idx="91">
                  <c:v>43224</c:v>
                </c:pt>
                <c:pt idx="92">
                  <c:v>43227</c:v>
                </c:pt>
                <c:pt idx="93">
                  <c:v>43228</c:v>
                </c:pt>
                <c:pt idx="94">
                  <c:v>43229</c:v>
                </c:pt>
                <c:pt idx="95">
                  <c:v>43231</c:v>
                </c:pt>
                <c:pt idx="96">
                  <c:v>43234</c:v>
                </c:pt>
                <c:pt idx="97">
                  <c:v>43235</c:v>
                </c:pt>
                <c:pt idx="98">
                  <c:v>43236</c:v>
                </c:pt>
                <c:pt idx="99">
                  <c:v>43237</c:v>
                </c:pt>
                <c:pt idx="100">
                  <c:v>43238</c:v>
                </c:pt>
                <c:pt idx="101">
                  <c:v>43241</c:v>
                </c:pt>
                <c:pt idx="102">
                  <c:v>43242</c:v>
                </c:pt>
                <c:pt idx="103">
                  <c:v>43243</c:v>
                </c:pt>
                <c:pt idx="104">
                  <c:v>43244</c:v>
                </c:pt>
                <c:pt idx="105">
                  <c:v>43245</c:v>
                </c:pt>
                <c:pt idx="106">
                  <c:v>43248</c:v>
                </c:pt>
                <c:pt idx="107">
                  <c:v>43250</c:v>
                </c:pt>
                <c:pt idx="108">
                  <c:v>43251</c:v>
                </c:pt>
                <c:pt idx="109">
                  <c:v>43255</c:v>
                </c:pt>
                <c:pt idx="110">
                  <c:v>43256</c:v>
                </c:pt>
                <c:pt idx="111">
                  <c:v>43257</c:v>
                </c:pt>
                <c:pt idx="112">
                  <c:v>43258</c:v>
                </c:pt>
                <c:pt idx="113">
                  <c:v>43259</c:v>
                </c:pt>
                <c:pt idx="114">
                  <c:v>43271</c:v>
                </c:pt>
                <c:pt idx="115">
                  <c:v>43272</c:v>
                </c:pt>
                <c:pt idx="116">
                  <c:v>43273</c:v>
                </c:pt>
                <c:pt idx="117">
                  <c:v>43276</c:v>
                </c:pt>
                <c:pt idx="118">
                  <c:v>43277</c:v>
                </c:pt>
                <c:pt idx="119">
                  <c:v>43278</c:v>
                </c:pt>
                <c:pt idx="120">
                  <c:v>43279</c:v>
                </c:pt>
                <c:pt idx="121">
                  <c:v>43280</c:v>
                </c:pt>
                <c:pt idx="122">
                  <c:v>43283</c:v>
                </c:pt>
                <c:pt idx="123">
                  <c:v>43284</c:v>
                </c:pt>
                <c:pt idx="124">
                  <c:v>43285</c:v>
                </c:pt>
                <c:pt idx="125">
                  <c:v>43286</c:v>
                </c:pt>
                <c:pt idx="126">
                  <c:v>43287</c:v>
                </c:pt>
                <c:pt idx="127">
                  <c:v>43290</c:v>
                </c:pt>
                <c:pt idx="128">
                  <c:v>43291</c:v>
                </c:pt>
                <c:pt idx="129">
                  <c:v>43292</c:v>
                </c:pt>
                <c:pt idx="130">
                  <c:v>43293</c:v>
                </c:pt>
                <c:pt idx="131">
                  <c:v>43294</c:v>
                </c:pt>
                <c:pt idx="132">
                  <c:v>43297</c:v>
                </c:pt>
                <c:pt idx="133">
                  <c:v>43298</c:v>
                </c:pt>
                <c:pt idx="134">
                  <c:v>43299</c:v>
                </c:pt>
                <c:pt idx="135">
                  <c:v>43300</c:v>
                </c:pt>
                <c:pt idx="136">
                  <c:v>43301</c:v>
                </c:pt>
                <c:pt idx="137">
                  <c:v>43304</c:v>
                </c:pt>
                <c:pt idx="138">
                  <c:v>43305</c:v>
                </c:pt>
                <c:pt idx="139">
                  <c:v>43306</c:v>
                </c:pt>
                <c:pt idx="140">
                  <c:v>43307</c:v>
                </c:pt>
                <c:pt idx="141">
                  <c:v>43308</c:v>
                </c:pt>
                <c:pt idx="142">
                  <c:v>43311</c:v>
                </c:pt>
                <c:pt idx="143">
                  <c:v>43312</c:v>
                </c:pt>
                <c:pt idx="144">
                  <c:v>43313</c:v>
                </c:pt>
                <c:pt idx="145">
                  <c:v>43314</c:v>
                </c:pt>
                <c:pt idx="146">
                  <c:v>43315</c:v>
                </c:pt>
                <c:pt idx="147">
                  <c:v>43318</c:v>
                </c:pt>
                <c:pt idx="148">
                  <c:v>43319</c:v>
                </c:pt>
                <c:pt idx="149">
                  <c:v>43320</c:v>
                </c:pt>
                <c:pt idx="150">
                  <c:v>43321</c:v>
                </c:pt>
                <c:pt idx="151">
                  <c:v>43322</c:v>
                </c:pt>
                <c:pt idx="152">
                  <c:v>43325</c:v>
                </c:pt>
                <c:pt idx="153">
                  <c:v>43326</c:v>
                </c:pt>
                <c:pt idx="154">
                  <c:v>43327</c:v>
                </c:pt>
                <c:pt idx="155">
                  <c:v>43328</c:v>
                </c:pt>
                <c:pt idx="156">
                  <c:v>43332</c:v>
                </c:pt>
                <c:pt idx="157">
                  <c:v>43333</c:v>
                </c:pt>
                <c:pt idx="158">
                  <c:v>43335</c:v>
                </c:pt>
                <c:pt idx="159">
                  <c:v>43336</c:v>
                </c:pt>
                <c:pt idx="160">
                  <c:v>43339</c:v>
                </c:pt>
                <c:pt idx="161">
                  <c:v>43340</c:v>
                </c:pt>
                <c:pt idx="162">
                  <c:v>43341</c:v>
                </c:pt>
                <c:pt idx="163">
                  <c:v>43342</c:v>
                </c:pt>
                <c:pt idx="164">
                  <c:v>43343</c:v>
                </c:pt>
                <c:pt idx="165">
                  <c:v>43346</c:v>
                </c:pt>
                <c:pt idx="166">
                  <c:v>43347</c:v>
                </c:pt>
                <c:pt idx="167">
                  <c:v>43348</c:v>
                </c:pt>
                <c:pt idx="168">
                  <c:v>43349</c:v>
                </c:pt>
                <c:pt idx="169">
                  <c:v>43350</c:v>
                </c:pt>
                <c:pt idx="170">
                  <c:v>43353</c:v>
                </c:pt>
                <c:pt idx="171">
                  <c:v>43355</c:v>
                </c:pt>
                <c:pt idx="172">
                  <c:v>43356</c:v>
                </c:pt>
                <c:pt idx="173">
                  <c:v>43357</c:v>
                </c:pt>
                <c:pt idx="174">
                  <c:v>43360</c:v>
                </c:pt>
                <c:pt idx="175">
                  <c:v>43361</c:v>
                </c:pt>
                <c:pt idx="176">
                  <c:v>43362</c:v>
                </c:pt>
                <c:pt idx="177">
                  <c:v>43363</c:v>
                </c:pt>
                <c:pt idx="178">
                  <c:v>43364</c:v>
                </c:pt>
                <c:pt idx="179">
                  <c:v>43367</c:v>
                </c:pt>
                <c:pt idx="180">
                  <c:v>43368</c:v>
                </c:pt>
                <c:pt idx="181">
                  <c:v>43369</c:v>
                </c:pt>
                <c:pt idx="182">
                  <c:v>43370</c:v>
                </c:pt>
                <c:pt idx="183">
                  <c:v>43371</c:v>
                </c:pt>
                <c:pt idx="184">
                  <c:v>43374</c:v>
                </c:pt>
                <c:pt idx="185">
                  <c:v>43375</c:v>
                </c:pt>
                <c:pt idx="186">
                  <c:v>43376</c:v>
                </c:pt>
                <c:pt idx="187">
                  <c:v>43377</c:v>
                </c:pt>
                <c:pt idx="188">
                  <c:v>43378</c:v>
                </c:pt>
                <c:pt idx="189">
                  <c:v>43381</c:v>
                </c:pt>
                <c:pt idx="190">
                  <c:v>43382</c:v>
                </c:pt>
                <c:pt idx="191">
                  <c:v>43383</c:v>
                </c:pt>
                <c:pt idx="192">
                  <c:v>43384</c:v>
                </c:pt>
                <c:pt idx="193">
                  <c:v>43385</c:v>
                </c:pt>
                <c:pt idx="194">
                  <c:v>43388</c:v>
                </c:pt>
                <c:pt idx="195">
                  <c:v>43389</c:v>
                </c:pt>
                <c:pt idx="196">
                  <c:v>43390</c:v>
                </c:pt>
                <c:pt idx="197">
                  <c:v>43391</c:v>
                </c:pt>
                <c:pt idx="198">
                  <c:v>43392</c:v>
                </c:pt>
                <c:pt idx="199">
                  <c:v>43395</c:v>
                </c:pt>
                <c:pt idx="200">
                  <c:v>43396</c:v>
                </c:pt>
                <c:pt idx="201">
                  <c:v>43397</c:v>
                </c:pt>
                <c:pt idx="202">
                  <c:v>43398</c:v>
                </c:pt>
                <c:pt idx="203">
                  <c:v>43399</c:v>
                </c:pt>
                <c:pt idx="204">
                  <c:v>43402</c:v>
                </c:pt>
                <c:pt idx="205">
                  <c:v>43403</c:v>
                </c:pt>
                <c:pt idx="206">
                  <c:v>43404</c:v>
                </c:pt>
                <c:pt idx="207">
                  <c:v>43405</c:v>
                </c:pt>
                <c:pt idx="208">
                  <c:v>43406</c:v>
                </c:pt>
                <c:pt idx="209">
                  <c:v>43409</c:v>
                </c:pt>
                <c:pt idx="210">
                  <c:v>43410</c:v>
                </c:pt>
                <c:pt idx="211">
                  <c:v>43411</c:v>
                </c:pt>
                <c:pt idx="212">
                  <c:v>43412</c:v>
                </c:pt>
                <c:pt idx="213">
                  <c:v>43413</c:v>
                </c:pt>
                <c:pt idx="214">
                  <c:v>43416</c:v>
                </c:pt>
                <c:pt idx="215">
                  <c:v>43417</c:v>
                </c:pt>
                <c:pt idx="216">
                  <c:v>43418</c:v>
                </c:pt>
                <c:pt idx="217">
                  <c:v>43419</c:v>
                </c:pt>
                <c:pt idx="218">
                  <c:v>43420</c:v>
                </c:pt>
                <c:pt idx="219">
                  <c:v>43423</c:v>
                </c:pt>
                <c:pt idx="220">
                  <c:v>43425</c:v>
                </c:pt>
                <c:pt idx="221">
                  <c:v>43426</c:v>
                </c:pt>
                <c:pt idx="222">
                  <c:v>43427</c:v>
                </c:pt>
                <c:pt idx="223">
                  <c:v>43430</c:v>
                </c:pt>
                <c:pt idx="224">
                  <c:v>43431</c:v>
                </c:pt>
                <c:pt idx="225">
                  <c:v>43432</c:v>
                </c:pt>
                <c:pt idx="226">
                  <c:v>43433</c:v>
                </c:pt>
                <c:pt idx="227">
                  <c:v>43434</c:v>
                </c:pt>
                <c:pt idx="228">
                  <c:v>43437</c:v>
                </c:pt>
                <c:pt idx="229">
                  <c:v>43438</c:v>
                </c:pt>
                <c:pt idx="230">
                  <c:v>43439</c:v>
                </c:pt>
                <c:pt idx="231">
                  <c:v>43440</c:v>
                </c:pt>
                <c:pt idx="232">
                  <c:v>43441</c:v>
                </c:pt>
                <c:pt idx="233">
                  <c:v>43444</c:v>
                </c:pt>
                <c:pt idx="234">
                  <c:v>43445</c:v>
                </c:pt>
                <c:pt idx="235">
                  <c:v>43446</c:v>
                </c:pt>
                <c:pt idx="236">
                  <c:v>43447</c:v>
                </c:pt>
                <c:pt idx="237">
                  <c:v>43448</c:v>
                </c:pt>
                <c:pt idx="238">
                  <c:v>43451</c:v>
                </c:pt>
                <c:pt idx="239">
                  <c:v>43452</c:v>
                </c:pt>
                <c:pt idx="240">
                  <c:v>43453</c:v>
                </c:pt>
                <c:pt idx="241">
                  <c:v>43454</c:v>
                </c:pt>
                <c:pt idx="242">
                  <c:v>43455</c:v>
                </c:pt>
                <c:pt idx="243">
                  <c:v>43460</c:v>
                </c:pt>
                <c:pt idx="244">
                  <c:v>43461</c:v>
                </c:pt>
                <c:pt idx="245">
                  <c:v>43462</c:v>
                </c:pt>
                <c:pt idx="246">
                  <c:v>43467</c:v>
                </c:pt>
                <c:pt idx="247">
                  <c:v>43468</c:v>
                </c:pt>
                <c:pt idx="248">
                  <c:v>43469</c:v>
                </c:pt>
                <c:pt idx="249">
                  <c:v>43472</c:v>
                </c:pt>
                <c:pt idx="250">
                  <c:v>43473</c:v>
                </c:pt>
                <c:pt idx="251">
                  <c:v>43474</c:v>
                </c:pt>
                <c:pt idx="252">
                  <c:v>43475</c:v>
                </c:pt>
                <c:pt idx="253">
                  <c:v>43476</c:v>
                </c:pt>
                <c:pt idx="254">
                  <c:v>43479</c:v>
                </c:pt>
                <c:pt idx="255">
                  <c:v>43480</c:v>
                </c:pt>
                <c:pt idx="256">
                  <c:v>43481</c:v>
                </c:pt>
                <c:pt idx="257">
                  <c:v>43482</c:v>
                </c:pt>
                <c:pt idx="258">
                  <c:v>43483</c:v>
                </c:pt>
                <c:pt idx="259">
                  <c:v>43486</c:v>
                </c:pt>
                <c:pt idx="260">
                  <c:v>43487</c:v>
                </c:pt>
                <c:pt idx="261">
                  <c:v>43488</c:v>
                </c:pt>
                <c:pt idx="262">
                  <c:v>43489</c:v>
                </c:pt>
                <c:pt idx="263">
                  <c:v>43490</c:v>
                </c:pt>
                <c:pt idx="264">
                  <c:v>43493</c:v>
                </c:pt>
                <c:pt idx="265">
                  <c:v>43494</c:v>
                </c:pt>
                <c:pt idx="266">
                  <c:v>43495</c:v>
                </c:pt>
                <c:pt idx="267">
                  <c:v>43496</c:v>
                </c:pt>
                <c:pt idx="268">
                  <c:v>43497</c:v>
                </c:pt>
                <c:pt idx="269">
                  <c:v>43500</c:v>
                </c:pt>
                <c:pt idx="270">
                  <c:v>43502</c:v>
                </c:pt>
                <c:pt idx="271">
                  <c:v>43503</c:v>
                </c:pt>
                <c:pt idx="272">
                  <c:v>43504</c:v>
                </c:pt>
                <c:pt idx="273">
                  <c:v>43507</c:v>
                </c:pt>
                <c:pt idx="274">
                  <c:v>43508</c:v>
                </c:pt>
                <c:pt idx="275">
                  <c:v>43509</c:v>
                </c:pt>
                <c:pt idx="276">
                  <c:v>43510</c:v>
                </c:pt>
                <c:pt idx="277">
                  <c:v>43511</c:v>
                </c:pt>
                <c:pt idx="278">
                  <c:v>43514</c:v>
                </c:pt>
                <c:pt idx="279">
                  <c:v>43515</c:v>
                </c:pt>
                <c:pt idx="280">
                  <c:v>43516</c:v>
                </c:pt>
                <c:pt idx="281">
                  <c:v>43517</c:v>
                </c:pt>
                <c:pt idx="282">
                  <c:v>43518</c:v>
                </c:pt>
                <c:pt idx="283">
                  <c:v>43521</c:v>
                </c:pt>
                <c:pt idx="284">
                  <c:v>43522</c:v>
                </c:pt>
                <c:pt idx="285">
                  <c:v>43523</c:v>
                </c:pt>
                <c:pt idx="286">
                  <c:v>43524</c:v>
                </c:pt>
                <c:pt idx="287">
                  <c:v>43525</c:v>
                </c:pt>
                <c:pt idx="288">
                  <c:v>43528</c:v>
                </c:pt>
                <c:pt idx="289">
                  <c:v>43529</c:v>
                </c:pt>
                <c:pt idx="290">
                  <c:v>43530</c:v>
                </c:pt>
                <c:pt idx="291">
                  <c:v>43532</c:v>
                </c:pt>
                <c:pt idx="292">
                  <c:v>43535</c:v>
                </c:pt>
                <c:pt idx="293">
                  <c:v>43536</c:v>
                </c:pt>
                <c:pt idx="294">
                  <c:v>43537</c:v>
                </c:pt>
                <c:pt idx="295">
                  <c:v>43538</c:v>
                </c:pt>
                <c:pt idx="296">
                  <c:v>43539</c:v>
                </c:pt>
                <c:pt idx="297">
                  <c:v>43542</c:v>
                </c:pt>
                <c:pt idx="298">
                  <c:v>43543</c:v>
                </c:pt>
                <c:pt idx="299">
                  <c:v>43544</c:v>
                </c:pt>
                <c:pt idx="300">
                  <c:v>43545</c:v>
                </c:pt>
                <c:pt idx="301">
                  <c:v>43546</c:v>
                </c:pt>
                <c:pt idx="302">
                  <c:v>43549</c:v>
                </c:pt>
                <c:pt idx="303">
                  <c:v>43550</c:v>
                </c:pt>
                <c:pt idx="304">
                  <c:v>43551</c:v>
                </c:pt>
                <c:pt idx="305">
                  <c:v>43552</c:v>
                </c:pt>
                <c:pt idx="306">
                  <c:v>43553</c:v>
                </c:pt>
                <c:pt idx="307">
                  <c:v>43556</c:v>
                </c:pt>
                <c:pt idx="308">
                  <c:v>43557</c:v>
                </c:pt>
                <c:pt idx="309">
                  <c:v>43559</c:v>
                </c:pt>
                <c:pt idx="310">
                  <c:v>43560</c:v>
                </c:pt>
                <c:pt idx="311">
                  <c:v>43563</c:v>
                </c:pt>
                <c:pt idx="312">
                  <c:v>43564</c:v>
                </c:pt>
                <c:pt idx="313">
                  <c:v>43565</c:v>
                </c:pt>
                <c:pt idx="314">
                  <c:v>43566</c:v>
                </c:pt>
                <c:pt idx="315">
                  <c:v>43567</c:v>
                </c:pt>
                <c:pt idx="316">
                  <c:v>43570</c:v>
                </c:pt>
                <c:pt idx="317">
                  <c:v>43571</c:v>
                </c:pt>
                <c:pt idx="318">
                  <c:v>43573</c:v>
                </c:pt>
                <c:pt idx="319">
                  <c:v>43577</c:v>
                </c:pt>
                <c:pt idx="320">
                  <c:v>43578</c:v>
                </c:pt>
                <c:pt idx="321">
                  <c:v>43579</c:v>
                </c:pt>
                <c:pt idx="322">
                  <c:v>43580</c:v>
                </c:pt>
                <c:pt idx="323">
                  <c:v>43581</c:v>
                </c:pt>
                <c:pt idx="324">
                  <c:v>43584</c:v>
                </c:pt>
                <c:pt idx="325">
                  <c:v>43585</c:v>
                </c:pt>
                <c:pt idx="326">
                  <c:v>43587</c:v>
                </c:pt>
                <c:pt idx="327">
                  <c:v>43588</c:v>
                </c:pt>
                <c:pt idx="328">
                  <c:v>43591</c:v>
                </c:pt>
                <c:pt idx="329">
                  <c:v>43592</c:v>
                </c:pt>
                <c:pt idx="330">
                  <c:v>43593</c:v>
                </c:pt>
                <c:pt idx="331">
                  <c:v>43594</c:v>
                </c:pt>
                <c:pt idx="332">
                  <c:v>43595</c:v>
                </c:pt>
                <c:pt idx="333">
                  <c:v>43598</c:v>
                </c:pt>
                <c:pt idx="334">
                  <c:v>43599</c:v>
                </c:pt>
                <c:pt idx="335">
                  <c:v>43600</c:v>
                </c:pt>
                <c:pt idx="336">
                  <c:v>43601</c:v>
                </c:pt>
                <c:pt idx="337">
                  <c:v>43602</c:v>
                </c:pt>
                <c:pt idx="338">
                  <c:v>43605</c:v>
                </c:pt>
                <c:pt idx="339">
                  <c:v>43606</c:v>
                </c:pt>
                <c:pt idx="340">
                  <c:v>43607</c:v>
                </c:pt>
                <c:pt idx="341">
                  <c:v>43608</c:v>
                </c:pt>
                <c:pt idx="342">
                  <c:v>43609</c:v>
                </c:pt>
                <c:pt idx="343">
                  <c:v>43612</c:v>
                </c:pt>
                <c:pt idx="344">
                  <c:v>43613</c:v>
                </c:pt>
                <c:pt idx="345">
                  <c:v>43614</c:v>
                </c:pt>
                <c:pt idx="346">
                  <c:v>43616</c:v>
                </c:pt>
                <c:pt idx="347">
                  <c:v>43626</c:v>
                </c:pt>
                <c:pt idx="348">
                  <c:v>43627</c:v>
                </c:pt>
                <c:pt idx="349">
                  <c:v>43628</c:v>
                </c:pt>
                <c:pt idx="350">
                  <c:v>43629</c:v>
                </c:pt>
                <c:pt idx="351">
                  <c:v>43630</c:v>
                </c:pt>
                <c:pt idx="352">
                  <c:v>43633</c:v>
                </c:pt>
                <c:pt idx="353">
                  <c:v>43634</c:v>
                </c:pt>
                <c:pt idx="354">
                  <c:v>43635</c:v>
                </c:pt>
                <c:pt idx="355">
                  <c:v>43636</c:v>
                </c:pt>
                <c:pt idx="356">
                  <c:v>43637</c:v>
                </c:pt>
                <c:pt idx="357">
                  <c:v>43640</c:v>
                </c:pt>
                <c:pt idx="358">
                  <c:v>43641</c:v>
                </c:pt>
                <c:pt idx="359">
                  <c:v>43642</c:v>
                </c:pt>
                <c:pt idx="360">
                  <c:v>43643</c:v>
                </c:pt>
                <c:pt idx="361">
                  <c:v>43644</c:v>
                </c:pt>
                <c:pt idx="362">
                  <c:v>43647</c:v>
                </c:pt>
                <c:pt idx="363">
                  <c:v>43648</c:v>
                </c:pt>
                <c:pt idx="364">
                  <c:v>43649</c:v>
                </c:pt>
                <c:pt idx="365">
                  <c:v>43650</c:v>
                </c:pt>
                <c:pt idx="366">
                  <c:v>43651</c:v>
                </c:pt>
                <c:pt idx="367">
                  <c:v>43654</c:v>
                </c:pt>
                <c:pt idx="368">
                  <c:v>43655</c:v>
                </c:pt>
                <c:pt idx="369">
                  <c:v>43656</c:v>
                </c:pt>
                <c:pt idx="370">
                  <c:v>43657</c:v>
                </c:pt>
                <c:pt idx="371">
                  <c:v>43658</c:v>
                </c:pt>
                <c:pt idx="372">
                  <c:v>43661</c:v>
                </c:pt>
                <c:pt idx="373">
                  <c:v>43662</c:v>
                </c:pt>
                <c:pt idx="374">
                  <c:v>43663</c:v>
                </c:pt>
                <c:pt idx="375">
                  <c:v>43664</c:v>
                </c:pt>
                <c:pt idx="376">
                  <c:v>43665</c:v>
                </c:pt>
                <c:pt idx="377">
                  <c:v>43668</c:v>
                </c:pt>
                <c:pt idx="378">
                  <c:v>43669</c:v>
                </c:pt>
                <c:pt idx="379">
                  <c:v>43670</c:v>
                </c:pt>
                <c:pt idx="380">
                  <c:v>43671</c:v>
                </c:pt>
                <c:pt idx="381">
                  <c:v>43672</c:v>
                </c:pt>
                <c:pt idx="382">
                  <c:v>43675</c:v>
                </c:pt>
                <c:pt idx="383">
                  <c:v>43676</c:v>
                </c:pt>
                <c:pt idx="384">
                  <c:v>43677</c:v>
                </c:pt>
                <c:pt idx="385">
                  <c:v>43678</c:v>
                </c:pt>
                <c:pt idx="386">
                  <c:v>43679</c:v>
                </c:pt>
                <c:pt idx="387">
                  <c:v>43682</c:v>
                </c:pt>
                <c:pt idx="388">
                  <c:v>43683</c:v>
                </c:pt>
                <c:pt idx="389">
                  <c:v>43684</c:v>
                </c:pt>
                <c:pt idx="390">
                  <c:v>43685</c:v>
                </c:pt>
                <c:pt idx="391">
                  <c:v>43686</c:v>
                </c:pt>
                <c:pt idx="392">
                  <c:v>43689</c:v>
                </c:pt>
                <c:pt idx="393">
                  <c:v>43690</c:v>
                </c:pt>
                <c:pt idx="394">
                  <c:v>43691</c:v>
                </c:pt>
                <c:pt idx="395">
                  <c:v>43692</c:v>
                </c:pt>
                <c:pt idx="396">
                  <c:v>43693</c:v>
                </c:pt>
                <c:pt idx="397">
                  <c:v>43696</c:v>
                </c:pt>
                <c:pt idx="398">
                  <c:v>43697</c:v>
                </c:pt>
                <c:pt idx="399">
                  <c:v>43698</c:v>
                </c:pt>
                <c:pt idx="400">
                  <c:v>43699</c:v>
                </c:pt>
                <c:pt idx="401">
                  <c:v>43700</c:v>
                </c:pt>
                <c:pt idx="402">
                  <c:v>43703</c:v>
                </c:pt>
                <c:pt idx="403">
                  <c:v>43704</c:v>
                </c:pt>
                <c:pt idx="404">
                  <c:v>43705</c:v>
                </c:pt>
                <c:pt idx="405">
                  <c:v>43706</c:v>
                </c:pt>
                <c:pt idx="406">
                  <c:v>43707</c:v>
                </c:pt>
                <c:pt idx="407">
                  <c:v>43710</c:v>
                </c:pt>
                <c:pt idx="408">
                  <c:v>43711</c:v>
                </c:pt>
                <c:pt idx="409">
                  <c:v>43712</c:v>
                </c:pt>
                <c:pt idx="410">
                  <c:v>43713</c:v>
                </c:pt>
                <c:pt idx="411">
                  <c:v>43714</c:v>
                </c:pt>
                <c:pt idx="412">
                  <c:v>43717</c:v>
                </c:pt>
                <c:pt idx="413">
                  <c:v>43718</c:v>
                </c:pt>
                <c:pt idx="414">
                  <c:v>43719</c:v>
                </c:pt>
                <c:pt idx="415">
                  <c:v>43720</c:v>
                </c:pt>
                <c:pt idx="416">
                  <c:v>43721</c:v>
                </c:pt>
                <c:pt idx="417">
                  <c:v>43724</c:v>
                </c:pt>
                <c:pt idx="418">
                  <c:v>43725</c:v>
                </c:pt>
                <c:pt idx="419">
                  <c:v>43726</c:v>
                </c:pt>
                <c:pt idx="420">
                  <c:v>43727</c:v>
                </c:pt>
                <c:pt idx="421">
                  <c:v>43728</c:v>
                </c:pt>
                <c:pt idx="422">
                  <c:v>43731</c:v>
                </c:pt>
                <c:pt idx="423">
                  <c:v>43732</c:v>
                </c:pt>
                <c:pt idx="424">
                  <c:v>43733</c:v>
                </c:pt>
                <c:pt idx="425">
                  <c:v>43734</c:v>
                </c:pt>
                <c:pt idx="426">
                  <c:v>43735</c:v>
                </c:pt>
                <c:pt idx="427">
                  <c:v>43738</c:v>
                </c:pt>
                <c:pt idx="428">
                  <c:v>43739</c:v>
                </c:pt>
                <c:pt idx="429">
                  <c:v>43740</c:v>
                </c:pt>
                <c:pt idx="430">
                  <c:v>43741</c:v>
                </c:pt>
                <c:pt idx="431">
                  <c:v>43742</c:v>
                </c:pt>
                <c:pt idx="432">
                  <c:v>43745</c:v>
                </c:pt>
                <c:pt idx="433">
                  <c:v>43746</c:v>
                </c:pt>
                <c:pt idx="434">
                  <c:v>43747</c:v>
                </c:pt>
                <c:pt idx="435">
                  <c:v>43748</c:v>
                </c:pt>
                <c:pt idx="436">
                  <c:v>43749</c:v>
                </c:pt>
                <c:pt idx="437">
                  <c:v>43752</c:v>
                </c:pt>
                <c:pt idx="438">
                  <c:v>43753</c:v>
                </c:pt>
                <c:pt idx="439">
                  <c:v>43754</c:v>
                </c:pt>
                <c:pt idx="440">
                  <c:v>43755</c:v>
                </c:pt>
                <c:pt idx="441">
                  <c:v>43756</c:v>
                </c:pt>
                <c:pt idx="442">
                  <c:v>43759</c:v>
                </c:pt>
                <c:pt idx="443">
                  <c:v>43760</c:v>
                </c:pt>
                <c:pt idx="444">
                  <c:v>43761</c:v>
                </c:pt>
                <c:pt idx="445">
                  <c:v>43762</c:v>
                </c:pt>
                <c:pt idx="446">
                  <c:v>43763</c:v>
                </c:pt>
                <c:pt idx="447">
                  <c:v>43766</c:v>
                </c:pt>
                <c:pt idx="448">
                  <c:v>43767</c:v>
                </c:pt>
                <c:pt idx="449">
                  <c:v>43768</c:v>
                </c:pt>
                <c:pt idx="450">
                  <c:v>43769</c:v>
                </c:pt>
                <c:pt idx="451">
                  <c:v>43770</c:v>
                </c:pt>
                <c:pt idx="452">
                  <c:v>43773</c:v>
                </c:pt>
                <c:pt idx="453">
                  <c:v>43774</c:v>
                </c:pt>
                <c:pt idx="454">
                  <c:v>43775</c:v>
                </c:pt>
                <c:pt idx="455">
                  <c:v>43776</c:v>
                </c:pt>
                <c:pt idx="456">
                  <c:v>43777</c:v>
                </c:pt>
                <c:pt idx="457">
                  <c:v>43780</c:v>
                </c:pt>
                <c:pt idx="458">
                  <c:v>43781</c:v>
                </c:pt>
                <c:pt idx="459">
                  <c:v>43782</c:v>
                </c:pt>
                <c:pt idx="460">
                  <c:v>43783</c:v>
                </c:pt>
                <c:pt idx="461">
                  <c:v>43784</c:v>
                </c:pt>
                <c:pt idx="462">
                  <c:v>43787</c:v>
                </c:pt>
                <c:pt idx="463">
                  <c:v>43788</c:v>
                </c:pt>
                <c:pt idx="464">
                  <c:v>43789</c:v>
                </c:pt>
                <c:pt idx="465">
                  <c:v>43790</c:v>
                </c:pt>
                <c:pt idx="466">
                  <c:v>43791</c:v>
                </c:pt>
                <c:pt idx="467">
                  <c:v>43794</c:v>
                </c:pt>
                <c:pt idx="468">
                  <c:v>43795</c:v>
                </c:pt>
                <c:pt idx="469">
                  <c:v>43796</c:v>
                </c:pt>
                <c:pt idx="470">
                  <c:v>43797</c:v>
                </c:pt>
                <c:pt idx="471">
                  <c:v>43798</c:v>
                </c:pt>
                <c:pt idx="472">
                  <c:v>43801</c:v>
                </c:pt>
                <c:pt idx="473">
                  <c:v>43802</c:v>
                </c:pt>
                <c:pt idx="474">
                  <c:v>43803</c:v>
                </c:pt>
                <c:pt idx="475">
                  <c:v>43804</c:v>
                </c:pt>
                <c:pt idx="476">
                  <c:v>43805</c:v>
                </c:pt>
                <c:pt idx="477">
                  <c:v>43808</c:v>
                </c:pt>
                <c:pt idx="478">
                  <c:v>43809</c:v>
                </c:pt>
                <c:pt idx="479">
                  <c:v>43810</c:v>
                </c:pt>
                <c:pt idx="480">
                  <c:v>43811</c:v>
                </c:pt>
                <c:pt idx="481">
                  <c:v>43812</c:v>
                </c:pt>
                <c:pt idx="482">
                  <c:v>43815</c:v>
                </c:pt>
                <c:pt idx="483">
                  <c:v>43816</c:v>
                </c:pt>
                <c:pt idx="484">
                  <c:v>43817</c:v>
                </c:pt>
                <c:pt idx="485">
                  <c:v>43818</c:v>
                </c:pt>
                <c:pt idx="486">
                  <c:v>43819</c:v>
                </c:pt>
                <c:pt idx="487">
                  <c:v>43822</c:v>
                </c:pt>
                <c:pt idx="488">
                  <c:v>43825</c:v>
                </c:pt>
                <c:pt idx="489">
                  <c:v>43826</c:v>
                </c:pt>
                <c:pt idx="490">
                  <c:v>43829</c:v>
                </c:pt>
                <c:pt idx="491">
                  <c:v>43832</c:v>
                </c:pt>
                <c:pt idx="492">
                  <c:v>43833</c:v>
                </c:pt>
                <c:pt idx="493">
                  <c:v>43836</c:v>
                </c:pt>
                <c:pt idx="494">
                  <c:v>43837</c:v>
                </c:pt>
                <c:pt idx="495">
                  <c:v>43838</c:v>
                </c:pt>
                <c:pt idx="496">
                  <c:v>43839</c:v>
                </c:pt>
                <c:pt idx="497">
                  <c:v>43840</c:v>
                </c:pt>
                <c:pt idx="498">
                  <c:v>43843</c:v>
                </c:pt>
                <c:pt idx="499">
                  <c:v>43844</c:v>
                </c:pt>
                <c:pt idx="500">
                  <c:v>43845</c:v>
                </c:pt>
                <c:pt idx="501">
                  <c:v>43846</c:v>
                </c:pt>
                <c:pt idx="502">
                  <c:v>43847</c:v>
                </c:pt>
                <c:pt idx="503">
                  <c:v>43850</c:v>
                </c:pt>
                <c:pt idx="504">
                  <c:v>43851</c:v>
                </c:pt>
                <c:pt idx="505">
                  <c:v>43852</c:v>
                </c:pt>
                <c:pt idx="506">
                  <c:v>43853</c:v>
                </c:pt>
                <c:pt idx="507">
                  <c:v>43854</c:v>
                </c:pt>
                <c:pt idx="508">
                  <c:v>43857</c:v>
                </c:pt>
                <c:pt idx="509">
                  <c:v>43858</c:v>
                </c:pt>
                <c:pt idx="510">
                  <c:v>43859</c:v>
                </c:pt>
                <c:pt idx="511">
                  <c:v>43860</c:v>
                </c:pt>
                <c:pt idx="512">
                  <c:v>43861</c:v>
                </c:pt>
                <c:pt idx="513">
                  <c:v>43864</c:v>
                </c:pt>
                <c:pt idx="514">
                  <c:v>43865</c:v>
                </c:pt>
                <c:pt idx="515">
                  <c:v>43866</c:v>
                </c:pt>
                <c:pt idx="516">
                  <c:v>43867</c:v>
                </c:pt>
                <c:pt idx="517">
                  <c:v>43868</c:v>
                </c:pt>
                <c:pt idx="518">
                  <c:v>43871</c:v>
                </c:pt>
                <c:pt idx="519">
                  <c:v>43872</c:v>
                </c:pt>
                <c:pt idx="520">
                  <c:v>43873</c:v>
                </c:pt>
                <c:pt idx="521">
                  <c:v>43874</c:v>
                </c:pt>
                <c:pt idx="522">
                  <c:v>43875</c:v>
                </c:pt>
                <c:pt idx="523">
                  <c:v>43878</c:v>
                </c:pt>
                <c:pt idx="524">
                  <c:v>43879</c:v>
                </c:pt>
                <c:pt idx="525">
                  <c:v>43880</c:v>
                </c:pt>
                <c:pt idx="526">
                  <c:v>43881</c:v>
                </c:pt>
                <c:pt idx="527">
                  <c:v>43882</c:v>
                </c:pt>
                <c:pt idx="528">
                  <c:v>43885</c:v>
                </c:pt>
                <c:pt idx="529">
                  <c:v>43886</c:v>
                </c:pt>
                <c:pt idx="530">
                  <c:v>43887</c:v>
                </c:pt>
                <c:pt idx="531">
                  <c:v>43888</c:v>
                </c:pt>
                <c:pt idx="532">
                  <c:v>43889</c:v>
                </c:pt>
                <c:pt idx="533">
                  <c:v>43892</c:v>
                </c:pt>
                <c:pt idx="534">
                  <c:v>43893</c:v>
                </c:pt>
                <c:pt idx="535">
                  <c:v>43894</c:v>
                </c:pt>
                <c:pt idx="536">
                  <c:v>43895</c:v>
                </c:pt>
                <c:pt idx="537">
                  <c:v>43896</c:v>
                </c:pt>
                <c:pt idx="538">
                  <c:v>43899</c:v>
                </c:pt>
                <c:pt idx="539">
                  <c:v>43900</c:v>
                </c:pt>
                <c:pt idx="540">
                  <c:v>43901</c:v>
                </c:pt>
                <c:pt idx="541">
                  <c:v>43902</c:v>
                </c:pt>
                <c:pt idx="542">
                  <c:v>43903</c:v>
                </c:pt>
                <c:pt idx="543">
                  <c:v>43906</c:v>
                </c:pt>
                <c:pt idx="544">
                  <c:v>43907</c:v>
                </c:pt>
                <c:pt idx="545">
                  <c:v>43908</c:v>
                </c:pt>
                <c:pt idx="546">
                  <c:v>43909</c:v>
                </c:pt>
                <c:pt idx="547">
                  <c:v>43910</c:v>
                </c:pt>
                <c:pt idx="548">
                  <c:v>43913</c:v>
                </c:pt>
                <c:pt idx="549">
                  <c:v>43914</c:v>
                </c:pt>
                <c:pt idx="550">
                  <c:v>43916</c:v>
                </c:pt>
                <c:pt idx="551">
                  <c:v>43917</c:v>
                </c:pt>
                <c:pt idx="552">
                  <c:v>43920</c:v>
                </c:pt>
                <c:pt idx="553">
                  <c:v>43921</c:v>
                </c:pt>
                <c:pt idx="554">
                  <c:v>43922</c:v>
                </c:pt>
                <c:pt idx="555">
                  <c:v>43923</c:v>
                </c:pt>
                <c:pt idx="556">
                  <c:v>43924</c:v>
                </c:pt>
                <c:pt idx="557">
                  <c:v>43927</c:v>
                </c:pt>
                <c:pt idx="558">
                  <c:v>43928</c:v>
                </c:pt>
                <c:pt idx="559">
                  <c:v>43929</c:v>
                </c:pt>
                <c:pt idx="560">
                  <c:v>43930</c:v>
                </c:pt>
                <c:pt idx="561">
                  <c:v>43934</c:v>
                </c:pt>
                <c:pt idx="562">
                  <c:v>43935</c:v>
                </c:pt>
                <c:pt idx="563">
                  <c:v>43936</c:v>
                </c:pt>
                <c:pt idx="564">
                  <c:v>43937</c:v>
                </c:pt>
                <c:pt idx="565">
                  <c:v>43938</c:v>
                </c:pt>
                <c:pt idx="566">
                  <c:v>43941</c:v>
                </c:pt>
                <c:pt idx="567">
                  <c:v>43942</c:v>
                </c:pt>
                <c:pt idx="568">
                  <c:v>43943</c:v>
                </c:pt>
                <c:pt idx="569">
                  <c:v>43944</c:v>
                </c:pt>
                <c:pt idx="570">
                  <c:v>43945</c:v>
                </c:pt>
                <c:pt idx="571">
                  <c:v>43948</c:v>
                </c:pt>
                <c:pt idx="572">
                  <c:v>43949</c:v>
                </c:pt>
                <c:pt idx="573">
                  <c:v>43950</c:v>
                </c:pt>
                <c:pt idx="574">
                  <c:v>43951</c:v>
                </c:pt>
                <c:pt idx="575">
                  <c:v>43955</c:v>
                </c:pt>
                <c:pt idx="576">
                  <c:v>43956</c:v>
                </c:pt>
                <c:pt idx="577">
                  <c:v>43957</c:v>
                </c:pt>
                <c:pt idx="578">
                  <c:v>43959</c:v>
                </c:pt>
                <c:pt idx="579">
                  <c:v>43962</c:v>
                </c:pt>
                <c:pt idx="580">
                  <c:v>43963</c:v>
                </c:pt>
                <c:pt idx="581">
                  <c:v>43964</c:v>
                </c:pt>
                <c:pt idx="582">
                  <c:v>43965</c:v>
                </c:pt>
                <c:pt idx="583">
                  <c:v>43966</c:v>
                </c:pt>
                <c:pt idx="584">
                  <c:v>43969</c:v>
                </c:pt>
                <c:pt idx="585">
                  <c:v>43970</c:v>
                </c:pt>
                <c:pt idx="586">
                  <c:v>43971</c:v>
                </c:pt>
                <c:pt idx="587">
                  <c:v>43977</c:v>
                </c:pt>
                <c:pt idx="588">
                  <c:v>43978</c:v>
                </c:pt>
                <c:pt idx="589">
                  <c:v>43979</c:v>
                </c:pt>
                <c:pt idx="590">
                  <c:v>43980</c:v>
                </c:pt>
                <c:pt idx="591">
                  <c:v>43984</c:v>
                </c:pt>
                <c:pt idx="592">
                  <c:v>43985</c:v>
                </c:pt>
                <c:pt idx="593">
                  <c:v>43986</c:v>
                </c:pt>
                <c:pt idx="594">
                  <c:v>43987</c:v>
                </c:pt>
                <c:pt idx="595">
                  <c:v>43990</c:v>
                </c:pt>
                <c:pt idx="596">
                  <c:v>43991</c:v>
                </c:pt>
                <c:pt idx="597">
                  <c:v>43992</c:v>
                </c:pt>
                <c:pt idx="598">
                  <c:v>43993</c:v>
                </c:pt>
                <c:pt idx="599">
                  <c:v>43994</c:v>
                </c:pt>
                <c:pt idx="600">
                  <c:v>43997</c:v>
                </c:pt>
                <c:pt idx="601">
                  <c:v>43998</c:v>
                </c:pt>
                <c:pt idx="602">
                  <c:v>43999</c:v>
                </c:pt>
                <c:pt idx="603">
                  <c:v>44000</c:v>
                </c:pt>
                <c:pt idx="604">
                  <c:v>44001</c:v>
                </c:pt>
                <c:pt idx="605">
                  <c:v>44004</c:v>
                </c:pt>
                <c:pt idx="606">
                  <c:v>44005</c:v>
                </c:pt>
                <c:pt idx="607">
                  <c:v>44006</c:v>
                </c:pt>
                <c:pt idx="608">
                  <c:v>44007</c:v>
                </c:pt>
                <c:pt idx="609">
                  <c:v>44008</c:v>
                </c:pt>
                <c:pt idx="610">
                  <c:v>44011</c:v>
                </c:pt>
                <c:pt idx="611">
                  <c:v>44012</c:v>
                </c:pt>
                <c:pt idx="612">
                  <c:v>44013</c:v>
                </c:pt>
                <c:pt idx="613">
                  <c:v>44014</c:v>
                </c:pt>
                <c:pt idx="614">
                  <c:v>44015</c:v>
                </c:pt>
                <c:pt idx="615">
                  <c:v>44018</c:v>
                </c:pt>
                <c:pt idx="616">
                  <c:v>44019</c:v>
                </c:pt>
                <c:pt idx="617">
                  <c:v>44020</c:v>
                </c:pt>
                <c:pt idx="618">
                  <c:v>44021</c:v>
                </c:pt>
                <c:pt idx="619">
                  <c:v>44022</c:v>
                </c:pt>
                <c:pt idx="620">
                  <c:v>44025</c:v>
                </c:pt>
                <c:pt idx="621">
                  <c:v>44026</c:v>
                </c:pt>
                <c:pt idx="622">
                  <c:v>44027</c:v>
                </c:pt>
                <c:pt idx="623">
                  <c:v>44028</c:v>
                </c:pt>
                <c:pt idx="624">
                  <c:v>44029</c:v>
                </c:pt>
                <c:pt idx="625">
                  <c:v>44032</c:v>
                </c:pt>
                <c:pt idx="626">
                  <c:v>44033</c:v>
                </c:pt>
                <c:pt idx="627">
                  <c:v>44034</c:v>
                </c:pt>
                <c:pt idx="628">
                  <c:v>44035</c:v>
                </c:pt>
                <c:pt idx="629">
                  <c:v>44036</c:v>
                </c:pt>
                <c:pt idx="630">
                  <c:v>44039</c:v>
                </c:pt>
                <c:pt idx="631">
                  <c:v>44040</c:v>
                </c:pt>
                <c:pt idx="632">
                  <c:v>44041</c:v>
                </c:pt>
                <c:pt idx="633">
                  <c:v>44042</c:v>
                </c:pt>
                <c:pt idx="634">
                  <c:v>44046</c:v>
                </c:pt>
                <c:pt idx="635">
                  <c:v>44047</c:v>
                </c:pt>
                <c:pt idx="636">
                  <c:v>44048</c:v>
                </c:pt>
                <c:pt idx="637">
                  <c:v>44049</c:v>
                </c:pt>
                <c:pt idx="638">
                  <c:v>44050</c:v>
                </c:pt>
                <c:pt idx="639">
                  <c:v>44053</c:v>
                </c:pt>
                <c:pt idx="640">
                  <c:v>44054</c:v>
                </c:pt>
                <c:pt idx="641">
                  <c:v>44055</c:v>
                </c:pt>
                <c:pt idx="642">
                  <c:v>44056</c:v>
                </c:pt>
                <c:pt idx="643">
                  <c:v>44057</c:v>
                </c:pt>
                <c:pt idx="644">
                  <c:v>44061</c:v>
                </c:pt>
                <c:pt idx="645">
                  <c:v>44062</c:v>
                </c:pt>
                <c:pt idx="646">
                  <c:v>44067</c:v>
                </c:pt>
                <c:pt idx="647">
                  <c:v>44068</c:v>
                </c:pt>
                <c:pt idx="648">
                  <c:v>44069</c:v>
                </c:pt>
                <c:pt idx="649">
                  <c:v>44070</c:v>
                </c:pt>
                <c:pt idx="650">
                  <c:v>44071</c:v>
                </c:pt>
                <c:pt idx="651">
                  <c:v>44074</c:v>
                </c:pt>
                <c:pt idx="652">
                  <c:v>44075</c:v>
                </c:pt>
                <c:pt idx="653">
                  <c:v>44076</c:v>
                </c:pt>
                <c:pt idx="654">
                  <c:v>44077</c:v>
                </c:pt>
                <c:pt idx="655">
                  <c:v>44078</c:v>
                </c:pt>
                <c:pt idx="656">
                  <c:v>44081</c:v>
                </c:pt>
                <c:pt idx="657">
                  <c:v>44082</c:v>
                </c:pt>
                <c:pt idx="658">
                  <c:v>44083</c:v>
                </c:pt>
                <c:pt idx="659">
                  <c:v>44084</c:v>
                </c:pt>
                <c:pt idx="660">
                  <c:v>44085</c:v>
                </c:pt>
                <c:pt idx="661">
                  <c:v>44088</c:v>
                </c:pt>
                <c:pt idx="662">
                  <c:v>44089</c:v>
                </c:pt>
                <c:pt idx="663">
                  <c:v>44090</c:v>
                </c:pt>
                <c:pt idx="664">
                  <c:v>44091</c:v>
                </c:pt>
                <c:pt idx="665">
                  <c:v>44092</c:v>
                </c:pt>
                <c:pt idx="666">
                  <c:v>44095</c:v>
                </c:pt>
                <c:pt idx="667">
                  <c:v>44096</c:v>
                </c:pt>
                <c:pt idx="668">
                  <c:v>44097</c:v>
                </c:pt>
                <c:pt idx="669">
                  <c:v>44098</c:v>
                </c:pt>
                <c:pt idx="670">
                  <c:v>44099</c:v>
                </c:pt>
                <c:pt idx="671">
                  <c:v>44102</c:v>
                </c:pt>
                <c:pt idx="672">
                  <c:v>44103</c:v>
                </c:pt>
                <c:pt idx="673">
                  <c:v>44104</c:v>
                </c:pt>
                <c:pt idx="674">
                  <c:v>44105</c:v>
                </c:pt>
                <c:pt idx="675">
                  <c:v>44106</c:v>
                </c:pt>
                <c:pt idx="676">
                  <c:v>44109</c:v>
                </c:pt>
                <c:pt idx="677">
                  <c:v>44110</c:v>
                </c:pt>
                <c:pt idx="678">
                  <c:v>44111</c:v>
                </c:pt>
                <c:pt idx="679">
                  <c:v>44112</c:v>
                </c:pt>
                <c:pt idx="680">
                  <c:v>44113</c:v>
                </c:pt>
                <c:pt idx="681">
                  <c:v>44116</c:v>
                </c:pt>
                <c:pt idx="682">
                  <c:v>44117</c:v>
                </c:pt>
                <c:pt idx="683">
                  <c:v>44118</c:v>
                </c:pt>
                <c:pt idx="684">
                  <c:v>44119</c:v>
                </c:pt>
                <c:pt idx="685">
                  <c:v>44120</c:v>
                </c:pt>
                <c:pt idx="686">
                  <c:v>44123</c:v>
                </c:pt>
                <c:pt idx="687">
                  <c:v>44124</c:v>
                </c:pt>
                <c:pt idx="688">
                  <c:v>44125</c:v>
                </c:pt>
                <c:pt idx="689">
                  <c:v>44126</c:v>
                </c:pt>
                <c:pt idx="690">
                  <c:v>44127</c:v>
                </c:pt>
                <c:pt idx="691">
                  <c:v>44130</c:v>
                </c:pt>
                <c:pt idx="692">
                  <c:v>44131</c:v>
                </c:pt>
                <c:pt idx="693">
                  <c:v>44137</c:v>
                </c:pt>
                <c:pt idx="694">
                  <c:v>44138</c:v>
                </c:pt>
                <c:pt idx="695">
                  <c:v>44139</c:v>
                </c:pt>
                <c:pt idx="696">
                  <c:v>44140</c:v>
                </c:pt>
                <c:pt idx="697">
                  <c:v>44141</c:v>
                </c:pt>
                <c:pt idx="698">
                  <c:v>44144</c:v>
                </c:pt>
                <c:pt idx="699">
                  <c:v>44145</c:v>
                </c:pt>
                <c:pt idx="700">
                  <c:v>44146</c:v>
                </c:pt>
                <c:pt idx="701">
                  <c:v>44147</c:v>
                </c:pt>
                <c:pt idx="702">
                  <c:v>44148</c:v>
                </c:pt>
                <c:pt idx="703">
                  <c:v>44151</c:v>
                </c:pt>
                <c:pt idx="704">
                  <c:v>44152</c:v>
                </c:pt>
                <c:pt idx="705">
                  <c:v>44153</c:v>
                </c:pt>
                <c:pt idx="706">
                  <c:v>44154</c:v>
                </c:pt>
                <c:pt idx="707">
                  <c:v>44155</c:v>
                </c:pt>
                <c:pt idx="708">
                  <c:v>44158</c:v>
                </c:pt>
                <c:pt idx="709">
                  <c:v>44159</c:v>
                </c:pt>
                <c:pt idx="710">
                  <c:v>44160</c:v>
                </c:pt>
                <c:pt idx="711">
                  <c:v>44161</c:v>
                </c:pt>
                <c:pt idx="712">
                  <c:v>44162</c:v>
                </c:pt>
                <c:pt idx="713">
                  <c:v>44165</c:v>
                </c:pt>
                <c:pt idx="714">
                  <c:v>44166</c:v>
                </c:pt>
                <c:pt idx="715">
                  <c:v>44167</c:v>
                </c:pt>
                <c:pt idx="716">
                  <c:v>44168</c:v>
                </c:pt>
                <c:pt idx="717">
                  <c:v>44169</c:v>
                </c:pt>
                <c:pt idx="718">
                  <c:v>44172</c:v>
                </c:pt>
                <c:pt idx="719">
                  <c:v>44173</c:v>
                </c:pt>
                <c:pt idx="720">
                  <c:v>44175</c:v>
                </c:pt>
                <c:pt idx="721">
                  <c:v>44176</c:v>
                </c:pt>
                <c:pt idx="722">
                  <c:v>44179</c:v>
                </c:pt>
                <c:pt idx="723">
                  <c:v>44180</c:v>
                </c:pt>
                <c:pt idx="724">
                  <c:v>44181</c:v>
                </c:pt>
                <c:pt idx="725">
                  <c:v>44182</c:v>
                </c:pt>
                <c:pt idx="726">
                  <c:v>44183</c:v>
                </c:pt>
                <c:pt idx="727">
                  <c:v>44186</c:v>
                </c:pt>
                <c:pt idx="728">
                  <c:v>44187</c:v>
                </c:pt>
                <c:pt idx="729">
                  <c:v>44188</c:v>
                </c:pt>
                <c:pt idx="730">
                  <c:v>44193</c:v>
                </c:pt>
                <c:pt idx="731">
                  <c:v>44194</c:v>
                </c:pt>
                <c:pt idx="732">
                  <c:v>44195</c:v>
                </c:pt>
                <c:pt idx="733">
                  <c:v>44200</c:v>
                </c:pt>
                <c:pt idx="734">
                  <c:v>44201</c:v>
                </c:pt>
                <c:pt idx="735">
                  <c:v>44202</c:v>
                </c:pt>
                <c:pt idx="736">
                  <c:v>44203</c:v>
                </c:pt>
                <c:pt idx="737">
                  <c:v>44204</c:v>
                </c:pt>
                <c:pt idx="738">
                  <c:v>44207</c:v>
                </c:pt>
                <c:pt idx="739">
                  <c:v>44208</c:v>
                </c:pt>
                <c:pt idx="740">
                  <c:v>44209</c:v>
                </c:pt>
                <c:pt idx="741">
                  <c:v>44210</c:v>
                </c:pt>
                <c:pt idx="742">
                  <c:v>44211</c:v>
                </c:pt>
                <c:pt idx="743">
                  <c:v>44214</c:v>
                </c:pt>
                <c:pt idx="744">
                  <c:v>44215</c:v>
                </c:pt>
                <c:pt idx="745">
                  <c:v>44216</c:v>
                </c:pt>
                <c:pt idx="746">
                  <c:v>44217</c:v>
                </c:pt>
                <c:pt idx="747">
                  <c:v>44218</c:v>
                </c:pt>
                <c:pt idx="748">
                  <c:v>44221</c:v>
                </c:pt>
                <c:pt idx="749">
                  <c:v>44222</c:v>
                </c:pt>
                <c:pt idx="750">
                  <c:v>44223</c:v>
                </c:pt>
                <c:pt idx="751">
                  <c:v>44224</c:v>
                </c:pt>
                <c:pt idx="752">
                  <c:v>44225</c:v>
                </c:pt>
                <c:pt idx="753">
                  <c:v>44228</c:v>
                </c:pt>
                <c:pt idx="754">
                  <c:v>44229</c:v>
                </c:pt>
                <c:pt idx="755">
                  <c:v>44230</c:v>
                </c:pt>
                <c:pt idx="756">
                  <c:v>44231</c:v>
                </c:pt>
                <c:pt idx="757">
                  <c:v>44232</c:v>
                </c:pt>
                <c:pt idx="758">
                  <c:v>44235</c:v>
                </c:pt>
                <c:pt idx="759">
                  <c:v>44236</c:v>
                </c:pt>
                <c:pt idx="760">
                  <c:v>44237</c:v>
                </c:pt>
                <c:pt idx="761">
                  <c:v>44238</c:v>
                </c:pt>
                <c:pt idx="762">
                  <c:v>44242</c:v>
                </c:pt>
                <c:pt idx="763">
                  <c:v>44243</c:v>
                </c:pt>
                <c:pt idx="764">
                  <c:v>44244</c:v>
                </c:pt>
                <c:pt idx="765">
                  <c:v>44245</c:v>
                </c:pt>
                <c:pt idx="766">
                  <c:v>44246</c:v>
                </c:pt>
                <c:pt idx="767">
                  <c:v>44249</c:v>
                </c:pt>
                <c:pt idx="768">
                  <c:v>44250</c:v>
                </c:pt>
                <c:pt idx="769">
                  <c:v>44251</c:v>
                </c:pt>
                <c:pt idx="770">
                  <c:v>44252</c:v>
                </c:pt>
                <c:pt idx="771">
                  <c:v>44253</c:v>
                </c:pt>
                <c:pt idx="772">
                  <c:v>44256</c:v>
                </c:pt>
                <c:pt idx="773">
                  <c:v>44257</c:v>
                </c:pt>
                <c:pt idx="774">
                  <c:v>44258</c:v>
                </c:pt>
                <c:pt idx="775">
                  <c:v>44259</c:v>
                </c:pt>
                <c:pt idx="776">
                  <c:v>44260</c:v>
                </c:pt>
                <c:pt idx="777">
                  <c:v>44263</c:v>
                </c:pt>
                <c:pt idx="778">
                  <c:v>44264</c:v>
                </c:pt>
                <c:pt idx="779">
                  <c:v>44265</c:v>
                </c:pt>
                <c:pt idx="780">
                  <c:v>44267</c:v>
                </c:pt>
                <c:pt idx="781">
                  <c:v>44270</c:v>
                </c:pt>
                <c:pt idx="782">
                  <c:v>44271</c:v>
                </c:pt>
                <c:pt idx="783">
                  <c:v>44272</c:v>
                </c:pt>
                <c:pt idx="784">
                  <c:v>44273</c:v>
                </c:pt>
                <c:pt idx="785">
                  <c:v>44274</c:v>
                </c:pt>
                <c:pt idx="786">
                  <c:v>44277</c:v>
                </c:pt>
                <c:pt idx="787">
                  <c:v>44278</c:v>
                </c:pt>
                <c:pt idx="788">
                  <c:v>44279</c:v>
                </c:pt>
                <c:pt idx="789">
                  <c:v>44280</c:v>
                </c:pt>
                <c:pt idx="790">
                  <c:v>44281</c:v>
                </c:pt>
                <c:pt idx="791">
                  <c:v>44284</c:v>
                </c:pt>
                <c:pt idx="792">
                  <c:v>44285</c:v>
                </c:pt>
                <c:pt idx="793">
                  <c:v>44286</c:v>
                </c:pt>
                <c:pt idx="794">
                  <c:v>44287</c:v>
                </c:pt>
                <c:pt idx="795">
                  <c:v>44291</c:v>
                </c:pt>
                <c:pt idx="796">
                  <c:v>44292</c:v>
                </c:pt>
                <c:pt idx="797">
                  <c:v>44293</c:v>
                </c:pt>
                <c:pt idx="798">
                  <c:v>44294</c:v>
                </c:pt>
                <c:pt idx="799">
                  <c:v>44295</c:v>
                </c:pt>
                <c:pt idx="800">
                  <c:v>44298</c:v>
                </c:pt>
                <c:pt idx="801">
                  <c:v>44299</c:v>
                </c:pt>
                <c:pt idx="802">
                  <c:v>44300</c:v>
                </c:pt>
                <c:pt idx="803">
                  <c:v>44301</c:v>
                </c:pt>
                <c:pt idx="804">
                  <c:v>44302</c:v>
                </c:pt>
                <c:pt idx="805">
                  <c:v>44305</c:v>
                </c:pt>
                <c:pt idx="806">
                  <c:v>44306</c:v>
                </c:pt>
                <c:pt idx="807">
                  <c:v>44307</c:v>
                </c:pt>
                <c:pt idx="808">
                  <c:v>44308</c:v>
                </c:pt>
                <c:pt idx="809">
                  <c:v>44309</c:v>
                </c:pt>
                <c:pt idx="810">
                  <c:v>44312</c:v>
                </c:pt>
                <c:pt idx="811">
                  <c:v>44313</c:v>
                </c:pt>
                <c:pt idx="812">
                  <c:v>44314</c:v>
                </c:pt>
                <c:pt idx="813">
                  <c:v>44315</c:v>
                </c:pt>
                <c:pt idx="814">
                  <c:v>44316</c:v>
                </c:pt>
                <c:pt idx="815">
                  <c:v>44319</c:v>
                </c:pt>
                <c:pt idx="816">
                  <c:v>44320</c:v>
                </c:pt>
                <c:pt idx="817">
                  <c:v>44321</c:v>
                </c:pt>
                <c:pt idx="818">
                  <c:v>44322</c:v>
                </c:pt>
                <c:pt idx="819">
                  <c:v>44323</c:v>
                </c:pt>
                <c:pt idx="820">
                  <c:v>44326</c:v>
                </c:pt>
                <c:pt idx="821">
                  <c:v>44327</c:v>
                </c:pt>
                <c:pt idx="822">
                  <c:v>44333</c:v>
                </c:pt>
                <c:pt idx="823">
                  <c:v>44334</c:v>
                </c:pt>
                <c:pt idx="824">
                  <c:v>44335</c:v>
                </c:pt>
                <c:pt idx="825">
                  <c:v>44336</c:v>
                </c:pt>
                <c:pt idx="826">
                  <c:v>44337</c:v>
                </c:pt>
                <c:pt idx="827">
                  <c:v>44340</c:v>
                </c:pt>
                <c:pt idx="828">
                  <c:v>44341</c:v>
                </c:pt>
                <c:pt idx="829">
                  <c:v>44343</c:v>
                </c:pt>
                <c:pt idx="830">
                  <c:v>44344</c:v>
                </c:pt>
                <c:pt idx="831">
                  <c:v>44347</c:v>
                </c:pt>
                <c:pt idx="832">
                  <c:v>44349</c:v>
                </c:pt>
                <c:pt idx="833">
                  <c:v>44350</c:v>
                </c:pt>
                <c:pt idx="834">
                  <c:v>44351</c:v>
                </c:pt>
                <c:pt idx="835">
                  <c:v>44354</c:v>
                </c:pt>
                <c:pt idx="836">
                  <c:v>44355</c:v>
                </c:pt>
                <c:pt idx="837">
                  <c:v>44356</c:v>
                </c:pt>
                <c:pt idx="838">
                  <c:v>44357</c:v>
                </c:pt>
                <c:pt idx="839">
                  <c:v>44358</c:v>
                </c:pt>
                <c:pt idx="840">
                  <c:v>44361</c:v>
                </c:pt>
                <c:pt idx="841">
                  <c:v>44362</c:v>
                </c:pt>
                <c:pt idx="842">
                  <c:v>44363</c:v>
                </c:pt>
                <c:pt idx="843">
                  <c:v>44364</c:v>
                </c:pt>
                <c:pt idx="844">
                  <c:v>44365</c:v>
                </c:pt>
                <c:pt idx="845">
                  <c:v>44368</c:v>
                </c:pt>
                <c:pt idx="846">
                  <c:v>44369</c:v>
                </c:pt>
                <c:pt idx="847">
                  <c:v>44370</c:v>
                </c:pt>
                <c:pt idx="848">
                  <c:v>44371</c:v>
                </c:pt>
                <c:pt idx="849">
                  <c:v>44372</c:v>
                </c:pt>
                <c:pt idx="850">
                  <c:v>44375</c:v>
                </c:pt>
                <c:pt idx="851">
                  <c:v>44376</c:v>
                </c:pt>
                <c:pt idx="852">
                  <c:v>44377</c:v>
                </c:pt>
                <c:pt idx="853">
                  <c:v>44378</c:v>
                </c:pt>
                <c:pt idx="854">
                  <c:v>44379</c:v>
                </c:pt>
                <c:pt idx="855">
                  <c:v>44382</c:v>
                </c:pt>
                <c:pt idx="856">
                  <c:v>44383</c:v>
                </c:pt>
                <c:pt idx="857">
                  <c:v>44384</c:v>
                </c:pt>
                <c:pt idx="858">
                  <c:v>44385</c:v>
                </c:pt>
                <c:pt idx="859">
                  <c:v>44386</c:v>
                </c:pt>
                <c:pt idx="860">
                  <c:v>44389</c:v>
                </c:pt>
                <c:pt idx="861">
                  <c:v>44390</c:v>
                </c:pt>
                <c:pt idx="862">
                  <c:v>44391</c:v>
                </c:pt>
                <c:pt idx="863">
                  <c:v>44392</c:v>
                </c:pt>
                <c:pt idx="864">
                  <c:v>44393</c:v>
                </c:pt>
                <c:pt idx="865">
                  <c:v>44396</c:v>
                </c:pt>
                <c:pt idx="866">
                  <c:v>44398</c:v>
                </c:pt>
                <c:pt idx="867">
                  <c:v>44399</c:v>
                </c:pt>
                <c:pt idx="868">
                  <c:v>44400</c:v>
                </c:pt>
                <c:pt idx="869">
                  <c:v>44403</c:v>
                </c:pt>
                <c:pt idx="870">
                  <c:v>44404</c:v>
                </c:pt>
                <c:pt idx="871">
                  <c:v>44405</c:v>
                </c:pt>
                <c:pt idx="872">
                  <c:v>44406</c:v>
                </c:pt>
                <c:pt idx="873">
                  <c:v>44407</c:v>
                </c:pt>
                <c:pt idx="874">
                  <c:v>44410</c:v>
                </c:pt>
                <c:pt idx="875">
                  <c:v>44411</c:v>
                </c:pt>
                <c:pt idx="876">
                  <c:v>44412</c:v>
                </c:pt>
                <c:pt idx="877">
                  <c:v>44413</c:v>
                </c:pt>
                <c:pt idx="878">
                  <c:v>44414</c:v>
                </c:pt>
                <c:pt idx="879">
                  <c:v>44417</c:v>
                </c:pt>
                <c:pt idx="880">
                  <c:v>44418</c:v>
                </c:pt>
                <c:pt idx="881">
                  <c:v>44420</c:v>
                </c:pt>
                <c:pt idx="882">
                  <c:v>44421</c:v>
                </c:pt>
                <c:pt idx="883">
                  <c:v>44424</c:v>
                </c:pt>
                <c:pt idx="884">
                  <c:v>44426</c:v>
                </c:pt>
                <c:pt idx="885">
                  <c:v>44427</c:v>
                </c:pt>
                <c:pt idx="886">
                  <c:v>44428</c:v>
                </c:pt>
                <c:pt idx="887">
                  <c:v>44431</c:v>
                </c:pt>
                <c:pt idx="888">
                  <c:v>44432</c:v>
                </c:pt>
                <c:pt idx="889">
                  <c:v>44433</c:v>
                </c:pt>
                <c:pt idx="890">
                  <c:v>44434</c:v>
                </c:pt>
                <c:pt idx="891">
                  <c:v>44435</c:v>
                </c:pt>
                <c:pt idx="892">
                  <c:v>44438</c:v>
                </c:pt>
                <c:pt idx="893">
                  <c:v>44439</c:v>
                </c:pt>
                <c:pt idx="894">
                  <c:v>44440</c:v>
                </c:pt>
                <c:pt idx="895">
                  <c:v>44441</c:v>
                </c:pt>
                <c:pt idx="896">
                  <c:v>44442</c:v>
                </c:pt>
                <c:pt idx="897">
                  <c:v>44445</c:v>
                </c:pt>
                <c:pt idx="898">
                  <c:v>44446</c:v>
                </c:pt>
                <c:pt idx="899">
                  <c:v>44447</c:v>
                </c:pt>
                <c:pt idx="900">
                  <c:v>44448</c:v>
                </c:pt>
                <c:pt idx="901">
                  <c:v>44449</c:v>
                </c:pt>
                <c:pt idx="902">
                  <c:v>44452</c:v>
                </c:pt>
                <c:pt idx="903">
                  <c:v>44453</c:v>
                </c:pt>
                <c:pt idx="904">
                  <c:v>44454</c:v>
                </c:pt>
                <c:pt idx="905">
                  <c:v>44455</c:v>
                </c:pt>
                <c:pt idx="906">
                  <c:v>44456</c:v>
                </c:pt>
                <c:pt idx="907">
                  <c:v>44459</c:v>
                </c:pt>
                <c:pt idx="908">
                  <c:v>44460</c:v>
                </c:pt>
                <c:pt idx="909">
                  <c:v>44461</c:v>
                </c:pt>
                <c:pt idx="910">
                  <c:v>44462</c:v>
                </c:pt>
                <c:pt idx="911">
                  <c:v>44463</c:v>
                </c:pt>
                <c:pt idx="912">
                  <c:v>44466</c:v>
                </c:pt>
                <c:pt idx="913">
                  <c:v>44467</c:v>
                </c:pt>
                <c:pt idx="914">
                  <c:v>44468</c:v>
                </c:pt>
                <c:pt idx="915">
                  <c:v>44469</c:v>
                </c:pt>
                <c:pt idx="916">
                  <c:v>44470</c:v>
                </c:pt>
                <c:pt idx="917">
                  <c:v>44473</c:v>
                </c:pt>
                <c:pt idx="918">
                  <c:v>44474</c:v>
                </c:pt>
                <c:pt idx="919">
                  <c:v>44475</c:v>
                </c:pt>
                <c:pt idx="920">
                  <c:v>44476</c:v>
                </c:pt>
                <c:pt idx="921">
                  <c:v>44477</c:v>
                </c:pt>
                <c:pt idx="922">
                  <c:v>44480</c:v>
                </c:pt>
                <c:pt idx="923">
                  <c:v>44481</c:v>
                </c:pt>
                <c:pt idx="924">
                  <c:v>44482</c:v>
                </c:pt>
                <c:pt idx="925">
                  <c:v>44483</c:v>
                </c:pt>
                <c:pt idx="926">
                  <c:v>44484</c:v>
                </c:pt>
                <c:pt idx="927">
                  <c:v>44487</c:v>
                </c:pt>
                <c:pt idx="928">
                  <c:v>44488</c:v>
                </c:pt>
                <c:pt idx="929">
                  <c:v>44490</c:v>
                </c:pt>
                <c:pt idx="930">
                  <c:v>44491</c:v>
                </c:pt>
                <c:pt idx="931">
                  <c:v>44494</c:v>
                </c:pt>
                <c:pt idx="932">
                  <c:v>44495</c:v>
                </c:pt>
                <c:pt idx="933">
                  <c:v>44496</c:v>
                </c:pt>
                <c:pt idx="934">
                  <c:v>44497</c:v>
                </c:pt>
                <c:pt idx="935">
                  <c:v>44498</c:v>
                </c:pt>
                <c:pt idx="936">
                  <c:v>44501</c:v>
                </c:pt>
                <c:pt idx="937">
                  <c:v>44502</c:v>
                </c:pt>
                <c:pt idx="938">
                  <c:v>44503</c:v>
                </c:pt>
                <c:pt idx="939">
                  <c:v>44504</c:v>
                </c:pt>
                <c:pt idx="940">
                  <c:v>44505</c:v>
                </c:pt>
                <c:pt idx="941">
                  <c:v>44508</c:v>
                </c:pt>
                <c:pt idx="942">
                  <c:v>44509</c:v>
                </c:pt>
                <c:pt idx="943">
                  <c:v>44510</c:v>
                </c:pt>
                <c:pt idx="944">
                  <c:v>44511</c:v>
                </c:pt>
                <c:pt idx="945">
                  <c:v>44512</c:v>
                </c:pt>
                <c:pt idx="946">
                  <c:v>44515</c:v>
                </c:pt>
                <c:pt idx="947">
                  <c:v>44516</c:v>
                </c:pt>
                <c:pt idx="948">
                  <c:v>44517</c:v>
                </c:pt>
                <c:pt idx="949">
                  <c:v>44518</c:v>
                </c:pt>
                <c:pt idx="950">
                  <c:v>44519</c:v>
                </c:pt>
                <c:pt idx="951">
                  <c:v>44522</c:v>
                </c:pt>
                <c:pt idx="952">
                  <c:v>44523</c:v>
                </c:pt>
                <c:pt idx="953">
                  <c:v>44524</c:v>
                </c:pt>
                <c:pt idx="954">
                  <c:v>44525</c:v>
                </c:pt>
                <c:pt idx="955">
                  <c:v>44526</c:v>
                </c:pt>
                <c:pt idx="956">
                  <c:v>44529</c:v>
                </c:pt>
                <c:pt idx="957">
                  <c:v>44530</c:v>
                </c:pt>
                <c:pt idx="958">
                  <c:v>44531</c:v>
                </c:pt>
                <c:pt idx="959">
                  <c:v>44532</c:v>
                </c:pt>
                <c:pt idx="960">
                  <c:v>44533</c:v>
                </c:pt>
                <c:pt idx="961">
                  <c:v>44536</c:v>
                </c:pt>
                <c:pt idx="962">
                  <c:v>44537</c:v>
                </c:pt>
                <c:pt idx="963">
                  <c:v>44538</c:v>
                </c:pt>
                <c:pt idx="964">
                  <c:v>44539</c:v>
                </c:pt>
                <c:pt idx="965">
                  <c:v>44540</c:v>
                </c:pt>
                <c:pt idx="966">
                  <c:v>44543</c:v>
                </c:pt>
                <c:pt idx="967">
                  <c:v>44544</c:v>
                </c:pt>
                <c:pt idx="968">
                  <c:v>44545</c:v>
                </c:pt>
                <c:pt idx="969">
                  <c:v>44546</c:v>
                </c:pt>
                <c:pt idx="970">
                  <c:v>44547</c:v>
                </c:pt>
                <c:pt idx="971">
                  <c:v>44550</c:v>
                </c:pt>
                <c:pt idx="972">
                  <c:v>44551</c:v>
                </c:pt>
                <c:pt idx="973">
                  <c:v>44552</c:v>
                </c:pt>
                <c:pt idx="974">
                  <c:v>44553</c:v>
                </c:pt>
                <c:pt idx="975">
                  <c:v>44554</c:v>
                </c:pt>
                <c:pt idx="976">
                  <c:v>44557</c:v>
                </c:pt>
                <c:pt idx="977">
                  <c:v>44558</c:v>
                </c:pt>
                <c:pt idx="978">
                  <c:v>44559</c:v>
                </c:pt>
                <c:pt idx="979">
                  <c:v>44560</c:v>
                </c:pt>
                <c:pt idx="980">
                  <c:v>44564</c:v>
                </c:pt>
                <c:pt idx="981">
                  <c:v>44565</c:v>
                </c:pt>
                <c:pt idx="982">
                  <c:v>44566</c:v>
                </c:pt>
                <c:pt idx="983">
                  <c:v>44567</c:v>
                </c:pt>
                <c:pt idx="984">
                  <c:v>44568</c:v>
                </c:pt>
                <c:pt idx="985">
                  <c:v>44571</c:v>
                </c:pt>
                <c:pt idx="986">
                  <c:v>44572</c:v>
                </c:pt>
                <c:pt idx="987">
                  <c:v>44573</c:v>
                </c:pt>
                <c:pt idx="988">
                  <c:v>44574</c:v>
                </c:pt>
                <c:pt idx="989">
                  <c:v>44575</c:v>
                </c:pt>
                <c:pt idx="990">
                  <c:v>44578</c:v>
                </c:pt>
                <c:pt idx="991">
                  <c:v>44579</c:v>
                </c:pt>
                <c:pt idx="992">
                  <c:v>44580</c:v>
                </c:pt>
                <c:pt idx="993">
                  <c:v>44581</c:v>
                </c:pt>
                <c:pt idx="994">
                  <c:v>44582</c:v>
                </c:pt>
                <c:pt idx="995">
                  <c:v>44585</c:v>
                </c:pt>
                <c:pt idx="996">
                  <c:v>44586</c:v>
                </c:pt>
                <c:pt idx="997">
                  <c:v>44587</c:v>
                </c:pt>
                <c:pt idx="998">
                  <c:v>44588</c:v>
                </c:pt>
                <c:pt idx="999">
                  <c:v>44589</c:v>
                </c:pt>
                <c:pt idx="1000">
                  <c:v>44592</c:v>
                </c:pt>
                <c:pt idx="1001">
                  <c:v>44594</c:v>
                </c:pt>
                <c:pt idx="1002">
                  <c:v>44595</c:v>
                </c:pt>
                <c:pt idx="1003">
                  <c:v>44596</c:v>
                </c:pt>
                <c:pt idx="1004">
                  <c:v>44599</c:v>
                </c:pt>
                <c:pt idx="1005">
                  <c:v>44600</c:v>
                </c:pt>
                <c:pt idx="1006">
                  <c:v>44601</c:v>
                </c:pt>
                <c:pt idx="1007">
                  <c:v>44602</c:v>
                </c:pt>
                <c:pt idx="1008">
                  <c:v>44603</c:v>
                </c:pt>
                <c:pt idx="1009">
                  <c:v>44606</c:v>
                </c:pt>
                <c:pt idx="1010">
                  <c:v>44607</c:v>
                </c:pt>
                <c:pt idx="1011">
                  <c:v>44608</c:v>
                </c:pt>
                <c:pt idx="1012">
                  <c:v>44609</c:v>
                </c:pt>
                <c:pt idx="1013">
                  <c:v>44610</c:v>
                </c:pt>
                <c:pt idx="1014">
                  <c:v>44613</c:v>
                </c:pt>
                <c:pt idx="1015">
                  <c:v>44614</c:v>
                </c:pt>
                <c:pt idx="1016">
                  <c:v>44615</c:v>
                </c:pt>
                <c:pt idx="1017">
                  <c:v>44616</c:v>
                </c:pt>
                <c:pt idx="1018">
                  <c:v>44617</c:v>
                </c:pt>
                <c:pt idx="1019">
                  <c:v>44621</c:v>
                </c:pt>
                <c:pt idx="1020">
                  <c:v>44622</c:v>
                </c:pt>
                <c:pt idx="1021">
                  <c:v>44624</c:v>
                </c:pt>
                <c:pt idx="1022">
                  <c:v>44627</c:v>
                </c:pt>
                <c:pt idx="1023">
                  <c:v>44628</c:v>
                </c:pt>
                <c:pt idx="1024">
                  <c:v>44629</c:v>
                </c:pt>
                <c:pt idx="1025">
                  <c:v>44630</c:v>
                </c:pt>
                <c:pt idx="1026">
                  <c:v>44631</c:v>
                </c:pt>
                <c:pt idx="1027">
                  <c:v>44634</c:v>
                </c:pt>
                <c:pt idx="1028">
                  <c:v>44635</c:v>
                </c:pt>
                <c:pt idx="1029">
                  <c:v>44636</c:v>
                </c:pt>
                <c:pt idx="1030">
                  <c:v>44637</c:v>
                </c:pt>
                <c:pt idx="1031">
                  <c:v>44638</c:v>
                </c:pt>
                <c:pt idx="1032">
                  <c:v>44641</c:v>
                </c:pt>
                <c:pt idx="1033">
                  <c:v>44642</c:v>
                </c:pt>
                <c:pt idx="1034">
                  <c:v>44643</c:v>
                </c:pt>
                <c:pt idx="1035">
                  <c:v>44644</c:v>
                </c:pt>
                <c:pt idx="1036">
                  <c:v>44645</c:v>
                </c:pt>
                <c:pt idx="1037">
                  <c:v>44648</c:v>
                </c:pt>
                <c:pt idx="1038">
                  <c:v>44649</c:v>
                </c:pt>
                <c:pt idx="1039">
                  <c:v>44650</c:v>
                </c:pt>
                <c:pt idx="1040">
                  <c:v>44651</c:v>
                </c:pt>
                <c:pt idx="1041">
                  <c:v>44652</c:v>
                </c:pt>
                <c:pt idx="1042">
                  <c:v>44655</c:v>
                </c:pt>
                <c:pt idx="1043">
                  <c:v>44656</c:v>
                </c:pt>
                <c:pt idx="1044">
                  <c:v>44657</c:v>
                </c:pt>
                <c:pt idx="1045">
                  <c:v>44658</c:v>
                </c:pt>
                <c:pt idx="1046">
                  <c:v>44659</c:v>
                </c:pt>
                <c:pt idx="1047">
                  <c:v>44662</c:v>
                </c:pt>
                <c:pt idx="1048">
                  <c:v>44663</c:v>
                </c:pt>
                <c:pt idx="1049">
                  <c:v>44664</c:v>
                </c:pt>
                <c:pt idx="1050">
                  <c:v>44665</c:v>
                </c:pt>
                <c:pt idx="1051">
                  <c:v>44669</c:v>
                </c:pt>
                <c:pt idx="1052">
                  <c:v>44670</c:v>
                </c:pt>
                <c:pt idx="1053">
                  <c:v>44671</c:v>
                </c:pt>
                <c:pt idx="1054">
                  <c:v>44672</c:v>
                </c:pt>
                <c:pt idx="1055">
                  <c:v>44673</c:v>
                </c:pt>
                <c:pt idx="1056">
                  <c:v>44676</c:v>
                </c:pt>
                <c:pt idx="1057">
                  <c:v>44677</c:v>
                </c:pt>
                <c:pt idx="1058">
                  <c:v>44678</c:v>
                </c:pt>
                <c:pt idx="1059">
                  <c:v>44679</c:v>
                </c:pt>
                <c:pt idx="1060">
                  <c:v>44690</c:v>
                </c:pt>
                <c:pt idx="1061">
                  <c:v>44691</c:v>
                </c:pt>
                <c:pt idx="1062">
                  <c:v>44692</c:v>
                </c:pt>
                <c:pt idx="1063">
                  <c:v>44693</c:v>
                </c:pt>
                <c:pt idx="1064">
                  <c:v>44694</c:v>
                </c:pt>
                <c:pt idx="1065">
                  <c:v>44698</c:v>
                </c:pt>
                <c:pt idx="1066">
                  <c:v>44699</c:v>
                </c:pt>
                <c:pt idx="1067">
                  <c:v>44700</c:v>
                </c:pt>
                <c:pt idx="1068">
                  <c:v>44701</c:v>
                </c:pt>
                <c:pt idx="1069">
                  <c:v>44704</c:v>
                </c:pt>
                <c:pt idx="1070">
                  <c:v>44705</c:v>
                </c:pt>
                <c:pt idx="1071">
                  <c:v>44706</c:v>
                </c:pt>
                <c:pt idx="1072">
                  <c:v>44708</c:v>
                </c:pt>
                <c:pt idx="1073">
                  <c:v>44711</c:v>
                </c:pt>
                <c:pt idx="1074">
                  <c:v>44712</c:v>
                </c:pt>
                <c:pt idx="1075">
                  <c:v>44714</c:v>
                </c:pt>
                <c:pt idx="1076">
                  <c:v>44715</c:v>
                </c:pt>
                <c:pt idx="1077">
                  <c:v>44718</c:v>
                </c:pt>
                <c:pt idx="1078">
                  <c:v>44719</c:v>
                </c:pt>
                <c:pt idx="1079">
                  <c:v>44720</c:v>
                </c:pt>
                <c:pt idx="1080">
                  <c:v>44721</c:v>
                </c:pt>
                <c:pt idx="1081">
                  <c:v>44722</c:v>
                </c:pt>
                <c:pt idx="1082">
                  <c:v>44725</c:v>
                </c:pt>
                <c:pt idx="1083">
                  <c:v>44726</c:v>
                </c:pt>
                <c:pt idx="1084">
                  <c:v>44727</c:v>
                </c:pt>
                <c:pt idx="1085">
                  <c:v>44728</c:v>
                </c:pt>
                <c:pt idx="1086">
                  <c:v>44729</c:v>
                </c:pt>
                <c:pt idx="1087">
                  <c:v>44732</c:v>
                </c:pt>
                <c:pt idx="1088">
                  <c:v>44733</c:v>
                </c:pt>
                <c:pt idx="1089">
                  <c:v>44734</c:v>
                </c:pt>
                <c:pt idx="1090">
                  <c:v>44735</c:v>
                </c:pt>
                <c:pt idx="1091">
                  <c:v>44736</c:v>
                </c:pt>
                <c:pt idx="1092">
                  <c:v>44739</c:v>
                </c:pt>
                <c:pt idx="1093">
                  <c:v>44740</c:v>
                </c:pt>
                <c:pt idx="1094">
                  <c:v>44741</c:v>
                </c:pt>
                <c:pt idx="1095">
                  <c:v>44742</c:v>
                </c:pt>
                <c:pt idx="1096">
                  <c:v>44743</c:v>
                </c:pt>
                <c:pt idx="1097">
                  <c:v>44746</c:v>
                </c:pt>
                <c:pt idx="1098">
                  <c:v>44747</c:v>
                </c:pt>
                <c:pt idx="1099">
                  <c:v>44748</c:v>
                </c:pt>
                <c:pt idx="1100">
                  <c:v>44749</c:v>
                </c:pt>
                <c:pt idx="1101">
                  <c:v>44750</c:v>
                </c:pt>
                <c:pt idx="1102">
                  <c:v>44753</c:v>
                </c:pt>
                <c:pt idx="1103">
                  <c:v>44754</c:v>
                </c:pt>
                <c:pt idx="1104">
                  <c:v>44755</c:v>
                </c:pt>
                <c:pt idx="1105">
                  <c:v>44756</c:v>
                </c:pt>
                <c:pt idx="1106">
                  <c:v>44757</c:v>
                </c:pt>
                <c:pt idx="1107">
                  <c:v>44760</c:v>
                </c:pt>
                <c:pt idx="1108">
                  <c:v>44761</c:v>
                </c:pt>
                <c:pt idx="1109">
                  <c:v>44762</c:v>
                </c:pt>
                <c:pt idx="1110">
                  <c:v>44763</c:v>
                </c:pt>
                <c:pt idx="1111">
                  <c:v>44764</c:v>
                </c:pt>
                <c:pt idx="1112">
                  <c:v>44767</c:v>
                </c:pt>
                <c:pt idx="1113">
                  <c:v>44768</c:v>
                </c:pt>
                <c:pt idx="1114">
                  <c:v>44769</c:v>
                </c:pt>
                <c:pt idx="1115">
                  <c:v>44770</c:v>
                </c:pt>
                <c:pt idx="1116">
                  <c:v>44771</c:v>
                </c:pt>
                <c:pt idx="1117">
                  <c:v>44774</c:v>
                </c:pt>
                <c:pt idx="1118">
                  <c:v>44775</c:v>
                </c:pt>
                <c:pt idx="1119">
                  <c:v>44776</c:v>
                </c:pt>
                <c:pt idx="1120">
                  <c:v>44777</c:v>
                </c:pt>
                <c:pt idx="1121">
                  <c:v>44778</c:v>
                </c:pt>
                <c:pt idx="1122">
                  <c:v>44781</c:v>
                </c:pt>
                <c:pt idx="1123">
                  <c:v>44782</c:v>
                </c:pt>
                <c:pt idx="1124">
                  <c:v>44783</c:v>
                </c:pt>
                <c:pt idx="1125">
                  <c:v>44784</c:v>
                </c:pt>
                <c:pt idx="1126">
                  <c:v>44785</c:v>
                </c:pt>
                <c:pt idx="1127">
                  <c:v>44788</c:v>
                </c:pt>
                <c:pt idx="1128">
                  <c:v>44789</c:v>
                </c:pt>
                <c:pt idx="1129">
                  <c:v>44791</c:v>
                </c:pt>
                <c:pt idx="1130">
                  <c:v>44792</c:v>
                </c:pt>
                <c:pt idx="1131">
                  <c:v>44795</c:v>
                </c:pt>
                <c:pt idx="1132">
                  <c:v>44796</c:v>
                </c:pt>
                <c:pt idx="1133">
                  <c:v>44797</c:v>
                </c:pt>
                <c:pt idx="1134">
                  <c:v>44798</c:v>
                </c:pt>
                <c:pt idx="1135">
                  <c:v>44799</c:v>
                </c:pt>
                <c:pt idx="1136">
                  <c:v>44802</c:v>
                </c:pt>
                <c:pt idx="1137">
                  <c:v>44803</c:v>
                </c:pt>
                <c:pt idx="1138">
                  <c:v>44804</c:v>
                </c:pt>
                <c:pt idx="1139">
                  <c:v>44805</c:v>
                </c:pt>
                <c:pt idx="1140">
                  <c:v>44806</c:v>
                </c:pt>
                <c:pt idx="1141">
                  <c:v>44809</c:v>
                </c:pt>
                <c:pt idx="1142">
                  <c:v>44810</c:v>
                </c:pt>
                <c:pt idx="1143">
                  <c:v>44811</c:v>
                </c:pt>
                <c:pt idx="1144">
                  <c:v>44812</c:v>
                </c:pt>
                <c:pt idx="1145">
                  <c:v>44813</c:v>
                </c:pt>
                <c:pt idx="1146">
                  <c:v>44816</c:v>
                </c:pt>
                <c:pt idx="1147">
                  <c:v>44817</c:v>
                </c:pt>
                <c:pt idx="1148">
                  <c:v>44818</c:v>
                </c:pt>
                <c:pt idx="1149">
                  <c:v>44819</c:v>
                </c:pt>
                <c:pt idx="1150">
                  <c:v>44820</c:v>
                </c:pt>
                <c:pt idx="1151">
                  <c:v>44823</c:v>
                </c:pt>
                <c:pt idx="1152">
                  <c:v>44824</c:v>
                </c:pt>
                <c:pt idx="1153">
                  <c:v>44825</c:v>
                </c:pt>
                <c:pt idx="1154">
                  <c:v>44826</c:v>
                </c:pt>
                <c:pt idx="1155">
                  <c:v>44827</c:v>
                </c:pt>
                <c:pt idx="1156">
                  <c:v>44830</c:v>
                </c:pt>
                <c:pt idx="1157">
                  <c:v>44831</c:v>
                </c:pt>
                <c:pt idx="1158">
                  <c:v>44832</c:v>
                </c:pt>
                <c:pt idx="1159">
                  <c:v>44833</c:v>
                </c:pt>
                <c:pt idx="1160">
                  <c:v>44834</c:v>
                </c:pt>
                <c:pt idx="1161">
                  <c:v>44837</c:v>
                </c:pt>
                <c:pt idx="1162">
                  <c:v>44838</c:v>
                </c:pt>
                <c:pt idx="1163">
                  <c:v>44839</c:v>
                </c:pt>
                <c:pt idx="1164">
                  <c:v>44840</c:v>
                </c:pt>
                <c:pt idx="1165">
                  <c:v>44841</c:v>
                </c:pt>
                <c:pt idx="1166">
                  <c:v>44844</c:v>
                </c:pt>
                <c:pt idx="1167">
                  <c:v>44845</c:v>
                </c:pt>
                <c:pt idx="1168">
                  <c:v>44846</c:v>
                </c:pt>
                <c:pt idx="1169">
                  <c:v>44847</c:v>
                </c:pt>
                <c:pt idx="1170">
                  <c:v>44848</c:v>
                </c:pt>
                <c:pt idx="1171">
                  <c:v>44851</c:v>
                </c:pt>
                <c:pt idx="1172">
                  <c:v>44852</c:v>
                </c:pt>
                <c:pt idx="1173">
                  <c:v>44853</c:v>
                </c:pt>
                <c:pt idx="1174">
                  <c:v>44854</c:v>
                </c:pt>
                <c:pt idx="1175">
                  <c:v>44855</c:v>
                </c:pt>
                <c:pt idx="1176">
                  <c:v>44858</c:v>
                </c:pt>
                <c:pt idx="1177">
                  <c:v>44859</c:v>
                </c:pt>
                <c:pt idx="1178">
                  <c:v>44860</c:v>
                </c:pt>
                <c:pt idx="1179">
                  <c:v>44861</c:v>
                </c:pt>
                <c:pt idx="1180">
                  <c:v>44862</c:v>
                </c:pt>
                <c:pt idx="1181">
                  <c:v>44865</c:v>
                </c:pt>
                <c:pt idx="1182">
                  <c:v>44866</c:v>
                </c:pt>
                <c:pt idx="1183">
                  <c:v>44867</c:v>
                </c:pt>
                <c:pt idx="1184">
                  <c:v>44868</c:v>
                </c:pt>
                <c:pt idx="1185">
                  <c:v>44869</c:v>
                </c:pt>
                <c:pt idx="1186">
                  <c:v>44872</c:v>
                </c:pt>
                <c:pt idx="1187">
                  <c:v>44873</c:v>
                </c:pt>
                <c:pt idx="1188">
                  <c:v>44874</c:v>
                </c:pt>
                <c:pt idx="1189">
                  <c:v>44875</c:v>
                </c:pt>
                <c:pt idx="1190">
                  <c:v>44876</c:v>
                </c:pt>
                <c:pt idx="1191">
                  <c:v>44879</c:v>
                </c:pt>
                <c:pt idx="1192">
                  <c:v>44880</c:v>
                </c:pt>
                <c:pt idx="1193">
                  <c:v>44881</c:v>
                </c:pt>
                <c:pt idx="1194">
                  <c:v>44882</c:v>
                </c:pt>
                <c:pt idx="1195">
                  <c:v>44883</c:v>
                </c:pt>
                <c:pt idx="1196">
                  <c:v>44886</c:v>
                </c:pt>
                <c:pt idx="1197">
                  <c:v>44887</c:v>
                </c:pt>
                <c:pt idx="1198">
                  <c:v>44888</c:v>
                </c:pt>
                <c:pt idx="1199">
                  <c:v>44889</c:v>
                </c:pt>
                <c:pt idx="1200">
                  <c:v>44890</c:v>
                </c:pt>
                <c:pt idx="1201">
                  <c:v>44893</c:v>
                </c:pt>
                <c:pt idx="1202">
                  <c:v>44894</c:v>
                </c:pt>
                <c:pt idx="1203">
                  <c:v>44895</c:v>
                </c:pt>
                <c:pt idx="1204">
                  <c:v>44896</c:v>
                </c:pt>
                <c:pt idx="1205">
                  <c:v>44897</c:v>
                </c:pt>
                <c:pt idx="1206">
                  <c:v>44900</c:v>
                </c:pt>
                <c:pt idx="1207">
                  <c:v>44901</c:v>
                </c:pt>
                <c:pt idx="1208">
                  <c:v>44902</c:v>
                </c:pt>
                <c:pt idx="1209">
                  <c:v>44903</c:v>
                </c:pt>
                <c:pt idx="1210">
                  <c:v>44904</c:v>
                </c:pt>
                <c:pt idx="1211">
                  <c:v>44907</c:v>
                </c:pt>
                <c:pt idx="1212">
                  <c:v>44908</c:v>
                </c:pt>
                <c:pt idx="1213">
                  <c:v>44909</c:v>
                </c:pt>
                <c:pt idx="1214">
                  <c:v>44910</c:v>
                </c:pt>
                <c:pt idx="1215">
                  <c:v>44911</c:v>
                </c:pt>
                <c:pt idx="1216">
                  <c:v>44914</c:v>
                </c:pt>
                <c:pt idx="1217">
                  <c:v>44915</c:v>
                </c:pt>
                <c:pt idx="1218">
                  <c:v>44916</c:v>
                </c:pt>
                <c:pt idx="1219">
                  <c:v>44917</c:v>
                </c:pt>
                <c:pt idx="1220">
                  <c:v>44918</c:v>
                </c:pt>
                <c:pt idx="1221">
                  <c:v>44921</c:v>
                </c:pt>
                <c:pt idx="1222">
                  <c:v>44922</c:v>
                </c:pt>
                <c:pt idx="1223">
                  <c:v>44923</c:v>
                </c:pt>
                <c:pt idx="1224">
                  <c:v>44924</c:v>
                </c:pt>
                <c:pt idx="1225">
                  <c:v>44925</c:v>
                </c:pt>
                <c:pt idx="1226">
                  <c:v>44928</c:v>
                </c:pt>
                <c:pt idx="1227">
                  <c:v>44929</c:v>
                </c:pt>
                <c:pt idx="1228">
                  <c:v>44930</c:v>
                </c:pt>
                <c:pt idx="1229">
                  <c:v>44931</c:v>
                </c:pt>
                <c:pt idx="1230">
                  <c:v>44932</c:v>
                </c:pt>
                <c:pt idx="1231">
                  <c:v>44935</c:v>
                </c:pt>
                <c:pt idx="1232">
                  <c:v>44936</c:v>
                </c:pt>
                <c:pt idx="1233">
                  <c:v>44937</c:v>
                </c:pt>
                <c:pt idx="1234">
                  <c:v>44938</c:v>
                </c:pt>
                <c:pt idx="1235">
                  <c:v>44939</c:v>
                </c:pt>
                <c:pt idx="1236">
                  <c:v>44942</c:v>
                </c:pt>
                <c:pt idx="1237">
                  <c:v>44943</c:v>
                </c:pt>
                <c:pt idx="1238">
                  <c:v>44944</c:v>
                </c:pt>
                <c:pt idx="1239">
                  <c:v>44945</c:v>
                </c:pt>
                <c:pt idx="1240">
                  <c:v>44946</c:v>
                </c:pt>
                <c:pt idx="1241">
                  <c:v>44950</c:v>
                </c:pt>
                <c:pt idx="1242">
                  <c:v>44951</c:v>
                </c:pt>
                <c:pt idx="1243">
                  <c:v>44952</c:v>
                </c:pt>
                <c:pt idx="1244">
                  <c:v>44953</c:v>
                </c:pt>
                <c:pt idx="1245">
                  <c:v>44956</c:v>
                </c:pt>
                <c:pt idx="1246">
                  <c:v>44957</c:v>
                </c:pt>
                <c:pt idx="1247">
                  <c:v>44958</c:v>
                </c:pt>
                <c:pt idx="1248">
                  <c:v>44959</c:v>
                </c:pt>
                <c:pt idx="1249">
                  <c:v>44960</c:v>
                </c:pt>
                <c:pt idx="1250">
                  <c:v>44963</c:v>
                </c:pt>
                <c:pt idx="1251">
                  <c:v>44964</c:v>
                </c:pt>
                <c:pt idx="1252">
                  <c:v>44965</c:v>
                </c:pt>
                <c:pt idx="1253">
                  <c:v>44966</c:v>
                </c:pt>
                <c:pt idx="1254">
                  <c:v>44967</c:v>
                </c:pt>
                <c:pt idx="1255">
                  <c:v>44970</c:v>
                </c:pt>
                <c:pt idx="1256">
                  <c:v>44971</c:v>
                </c:pt>
                <c:pt idx="1257">
                  <c:v>44972</c:v>
                </c:pt>
                <c:pt idx="1258">
                  <c:v>44973</c:v>
                </c:pt>
                <c:pt idx="1259">
                  <c:v>44974</c:v>
                </c:pt>
                <c:pt idx="1260">
                  <c:v>44977</c:v>
                </c:pt>
                <c:pt idx="1261">
                  <c:v>44978</c:v>
                </c:pt>
                <c:pt idx="1262">
                  <c:v>44979</c:v>
                </c:pt>
                <c:pt idx="1263">
                  <c:v>44980</c:v>
                </c:pt>
                <c:pt idx="1264">
                  <c:v>44981</c:v>
                </c:pt>
                <c:pt idx="1265">
                  <c:v>44984</c:v>
                </c:pt>
                <c:pt idx="1266">
                  <c:v>44985</c:v>
                </c:pt>
                <c:pt idx="1267">
                  <c:v>44986</c:v>
                </c:pt>
                <c:pt idx="1268">
                  <c:v>44987</c:v>
                </c:pt>
                <c:pt idx="1269">
                  <c:v>44988</c:v>
                </c:pt>
                <c:pt idx="1270">
                  <c:v>44991</c:v>
                </c:pt>
                <c:pt idx="1271">
                  <c:v>44992</c:v>
                </c:pt>
                <c:pt idx="1272">
                  <c:v>44993</c:v>
                </c:pt>
                <c:pt idx="1273">
                  <c:v>44994</c:v>
                </c:pt>
                <c:pt idx="1274">
                  <c:v>44995</c:v>
                </c:pt>
                <c:pt idx="1275">
                  <c:v>44998</c:v>
                </c:pt>
                <c:pt idx="1276">
                  <c:v>44999</c:v>
                </c:pt>
                <c:pt idx="1277">
                  <c:v>45000</c:v>
                </c:pt>
                <c:pt idx="1278">
                  <c:v>45001</c:v>
                </c:pt>
                <c:pt idx="1279">
                  <c:v>45002</c:v>
                </c:pt>
                <c:pt idx="1280">
                  <c:v>45005</c:v>
                </c:pt>
                <c:pt idx="1281">
                  <c:v>45006</c:v>
                </c:pt>
                <c:pt idx="1282">
                  <c:v>45009</c:v>
                </c:pt>
                <c:pt idx="1283">
                  <c:v>45012</c:v>
                </c:pt>
                <c:pt idx="1284">
                  <c:v>45013</c:v>
                </c:pt>
                <c:pt idx="1285">
                  <c:v>45014</c:v>
                </c:pt>
                <c:pt idx="1286">
                  <c:v>45015</c:v>
                </c:pt>
                <c:pt idx="1287">
                  <c:v>45016</c:v>
                </c:pt>
                <c:pt idx="1288">
                  <c:v>45019</c:v>
                </c:pt>
                <c:pt idx="1289">
                  <c:v>45020</c:v>
                </c:pt>
                <c:pt idx="1290">
                  <c:v>45021</c:v>
                </c:pt>
                <c:pt idx="1291">
                  <c:v>45022</c:v>
                </c:pt>
                <c:pt idx="1292">
                  <c:v>45026</c:v>
                </c:pt>
                <c:pt idx="1293">
                  <c:v>45027</c:v>
                </c:pt>
                <c:pt idx="1294">
                  <c:v>45028</c:v>
                </c:pt>
                <c:pt idx="1295">
                  <c:v>45029</c:v>
                </c:pt>
                <c:pt idx="1296">
                  <c:v>45030</c:v>
                </c:pt>
                <c:pt idx="1297">
                  <c:v>45033</c:v>
                </c:pt>
                <c:pt idx="1298">
                  <c:v>45034</c:v>
                </c:pt>
                <c:pt idx="1299">
                  <c:v>45042</c:v>
                </c:pt>
                <c:pt idx="1300">
                  <c:v>45043</c:v>
                </c:pt>
                <c:pt idx="1301">
                  <c:v>45044</c:v>
                </c:pt>
                <c:pt idx="1302">
                  <c:v>45048</c:v>
                </c:pt>
                <c:pt idx="1303">
                  <c:v>45049</c:v>
                </c:pt>
                <c:pt idx="1304">
                  <c:v>45050</c:v>
                </c:pt>
                <c:pt idx="1305">
                  <c:v>45051</c:v>
                </c:pt>
                <c:pt idx="1306">
                  <c:v>45054</c:v>
                </c:pt>
                <c:pt idx="1307">
                  <c:v>45055</c:v>
                </c:pt>
                <c:pt idx="1308">
                  <c:v>45056</c:v>
                </c:pt>
                <c:pt idx="1309">
                  <c:v>45057</c:v>
                </c:pt>
                <c:pt idx="1310">
                  <c:v>45058</c:v>
                </c:pt>
                <c:pt idx="1311">
                  <c:v>45061</c:v>
                </c:pt>
                <c:pt idx="1312">
                  <c:v>45062</c:v>
                </c:pt>
                <c:pt idx="1313">
                  <c:v>45063</c:v>
                </c:pt>
                <c:pt idx="1314">
                  <c:v>45065</c:v>
                </c:pt>
                <c:pt idx="1315">
                  <c:v>45068</c:v>
                </c:pt>
                <c:pt idx="1316">
                  <c:v>45069</c:v>
                </c:pt>
                <c:pt idx="1317">
                  <c:v>45070</c:v>
                </c:pt>
                <c:pt idx="1318">
                  <c:v>45071</c:v>
                </c:pt>
                <c:pt idx="1319">
                  <c:v>45072</c:v>
                </c:pt>
                <c:pt idx="1320">
                  <c:v>45075</c:v>
                </c:pt>
                <c:pt idx="1321">
                  <c:v>45076</c:v>
                </c:pt>
                <c:pt idx="1322">
                  <c:v>45077</c:v>
                </c:pt>
                <c:pt idx="1323">
                  <c:v>45082</c:v>
                </c:pt>
                <c:pt idx="1324">
                  <c:v>45083</c:v>
                </c:pt>
                <c:pt idx="1325">
                  <c:v>45084</c:v>
                </c:pt>
                <c:pt idx="1326">
                  <c:v>45085</c:v>
                </c:pt>
                <c:pt idx="1327">
                  <c:v>45086</c:v>
                </c:pt>
                <c:pt idx="1328">
                  <c:v>45089</c:v>
                </c:pt>
                <c:pt idx="1329">
                  <c:v>45090</c:v>
                </c:pt>
                <c:pt idx="1330">
                  <c:v>45091</c:v>
                </c:pt>
                <c:pt idx="1331">
                  <c:v>45092</c:v>
                </c:pt>
                <c:pt idx="1332">
                  <c:v>45093</c:v>
                </c:pt>
                <c:pt idx="1333">
                  <c:v>45096</c:v>
                </c:pt>
                <c:pt idx="1334">
                  <c:v>45097</c:v>
                </c:pt>
                <c:pt idx="1335">
                  <c:v>45098</c:v>
                </c:pt>
                <c:pt idx="1336">
                  <c:v>45099</c:v>
                </c:pt>
                <c:pt idx="1337">
                  <c:v>45100</c:v>
                </c:pt>
                <c:pt idx="1338">
                  <c:v>45103</c:v>
                </c:pt>
                <c:pt idx="1339">
                  <c:v>45104</c:v>
                </c:pt>
                <c:pt idx="1340">
                  <c:v>45110</c:v>
                </c:pt>
                <c:pt idx="1341">
                  <c:v>45111</c:v>
                </c:pt>
                <c:pt idx="1342">
                  <c:v>45112</c:v>
                </c:pt>
                <c:pt idx="1343">
                  <c:v>45113</c:v>
                </c:pt>
                <c:pt idx="1344">
                  <c:v>45114</c:v>
                </c:pt>
                <c:pt idx="1345">
                  <c:v>45117</c:v>
                </c:pt>
                <c:pt idx="1346">
                  <c:v>45118</c:v>
                </c:pt>
                <c:pt idx="1347">
                  <c:v>45119</c:v>
                </c:pt>
                <c:pt idx="1348">
                  <c:v>45120</c:v>
                </c:pt>
                <c:pt idx="1349">
                  <c:v>45121</c:v>
                </c:pt>
                <c:pt idx="1350">
                  <c:v>45124</c:v>
                </c:pt>
                <c:pt idx="1351">
                  <c:v>45125</c:v>
                </c:pt>
                <c:pt idx="1352">
                  <c:v>45127</c:v>
                </c:pt>
                <c:pt idx="1353">
                  <c:v>45128</c:v>
                </c:pt>
                <c:pt idx="1354">
                  <c:v>45131</c:v>
                </c:pt>
                <c:pt idx="1355">
                  <c:v>45132</c:v>
                </c:pt>
                <c:pt idx="1356">
                  <c:v>45133</c:v>
                </c:pt>
                <c:pt idx="1357">
                  <c:v>45134</c:v>
                </c:pt>
                <c:pt idx="1358">
                  <c:v>45135</c:v>
                </c:pt>
                <c:pt idx="1359">
                  <c:v>45138</c:v>
                </c:pt>
                <c:pt idx="1360">
                  <c:v>45139</c:v>
                </c:pt>
                <c:pt idx="1361">
                  <c:v>45140</c:v>
                </c:pt>
                <c:pt idx="1362">
                  <c:v>45141</c:v>
                </c:pt>
                <c:pt idx="1363">
                  <c:v>45142</c:v>
                </c:pt>
                <c:pt idx="1364">
                  <c:v>45145</c:v>
                </c:pt>
                <c:pt idx="1365">
                  <c:v>45146</c:v>
                </c:pt>
                <c:pt idx="1366">
                  <c:v>45147</c:v>
                </c:pt>
                <c:pt idx="1367">
                  <c:v>45148</c:v>
                </c:pt>
                <c:pt idx="1368">
                  <c:v>45149</c:v>
                </c:pt>
                <c:pt idx="1369">
                  <c:v>45152</c:v>
                </c:pt>
                <c:pt idx="1370">
                  <c:v>45153</c:v>
                </c:pt>
                <c:pt idx="1371">
                  <c:v>45154</c:v>
                </c:pt>
                <c:pt idx="1372">
                  <c:v>45156</c:v>
                </c:pt>
                <c:pt idx="1373">
                  <c:v>45159</c:v>
                </c:pt>
                <c:pt idx="1374">
                  <c:v>45160</c:v>
                </c:pt>
                <c:pt idx="1375">
                  <c:v>45161</c:v>
                </c:pt>
                <c:pt idx="1376">
                  <c:v>45162</c:v>
                </c:pt>
                <c:pt idx="1377">
                  <c:v>45163</c:v>
                </c:pt>
                <c:pt idx="1378">
                  <c:v>45166</c:v>
                </c:pt>
                <c:pt idx="1379">
                  <c:v>45167</c:v>
                </c:pt>
                <c:pt idx="1380">
                  <c:v>45168</c:v>
                </c:pt>
                <c:pt idx="1381">
                  <c:v>45169</c:v>
                </c:pt>
                <c:pt idx="1382">
                  <c:v>45170</c:v>
                </c:pt>
                <c:pt idx="1383">
                  <c:v>45173</c:v>
                </c:pt>
                <c:pt idx="1384">
                  <c:v>45174</c:v>
                </c:pt>
                <c:pt idx="1385">
                  <c:v>45175</c:v>
                </c:pt>
                <c:pt idx="1386">
                  <c:v>45176</c:v>
                </c:pt>
                <c:pt idx="1387">
                  <c:v>45177</c:v>
                </c:pt>
                <c:pt idx="1388">
                  <c:v>45180</c:v>
                </c:pt>
                <c:pt idx="1389">
                  <c:v>45181</c:v>
                </c:pt>
                <c:pt idx="1390">
                  <c:v>45182</c:v>
                </c:pt>
                <c:pt idx="1391">
                  <c:v>45183</c:v>
                </c:pt>
                <c:pt idx="1392">
                  <c:v>45184</c:v>
                </c:pt>
                <c:pt idx="1393">
                  <c:v>45187</c:v>
                </c:pt>
                <c:pt idx="1394">
                  <c:v>45188</c:v>
                </c:pt>
                <c:pt idx="1395">
                  <c:v>45189</c:v>
                </c:pt>
                <c:pt idx="1396">
                  <c:v>45190</c:v>
                </c:pt>
                <c:pt idx="1397">
                  <c:v>45191</c:v>
                </c:pt>
                <c:pt idx="1398">
                  <c:v>45194</c:v>
                </c:pt>
                <c:pt idx="1399">
                  <c:v>45195</c:v>
                </c:pt>
                <c:pt idx="1400">
                  <c:v>45196</c:v>
                </c:pt>
                <c:pt idx="1401">
                  <c:v>45198</c:v>
                </c:pt>
                <c:pt idx="1402">
                  <c:v>45201</c:v>
                </c:pt>
                <c:pt idx="1403">
                  <c:v>45202</c:v>
                </c:pt>
                <c:pt idx="1404">
                  <c:v>45203</c:v>
                </c:pt>
                <c:pt idx="1405">
                  <c:v>45204</c:v>
                </c:pt>
                <c:pt idx="1406">
                  <c:v>45205</c:v>
                </c:pt>
                <c:pt idx="1407">
                  <c:v>45208</c:v>
                </c:pt>
                <c:pt idx="1408">
                  <c:v>45209</c:v>
                </c:pt>
                <c:pt idx="1409">
                  <c:v>45210</c:v>
                </c:pt>
                <c:pt idx="1410">
                  <c:v>45211</c:v>
                </c:pt>
                <c:pt idx="1411">
                  <c:v>45212</c:v>
                </c:pt>
                <c:pt idx="1412">
                  <c:v>45215</c:v>
                </c:pt>
                <c:pt idx="1413">
                  <c:v>45216</c:v>
                </c:pt>
                <c:pt idx="1414">
                  <c:v>45217</c:v>
                </c:pt>
                <c:pt idx="1415">
                  <c:v>45218</c:v>
                </c:pt>
                <c:pt idx="1416">
                  <c:v>45219</c:v>
                </c:pt>
                <c:pt idx="1417">
                  <c:v>45222</c:v>
                </c:pt>
                <c:pt idx="1418">
                  <c:v>45223</c:v>
                </c:pt>
                <c:pt idx="1419">
                  <c:v>45224</c:v>
                </c:pt>
                <c:pt idx="1420">
                  <c:v>45225</c:v>
                </c:pt>
                <c:pt idx="1421">
                  <c:v>45226</c:v>
                </c:pt>
                <c:pt idx="1422">
                  <c:v>45229</c:v>
                </c:pt>
                <c:pt idx="1423">
                  <c:v>45230</c:v>
                </c:pt>
                <c:pt idx="1424">
                  <c:v>45231</c:v>
                </c:pt>
                <c:pt idx="1425">
                  <c:v>45232</c:v>
                </c:pt>
                <c:pt idx="1426">
                  <c:v>45233</c:v>
                </c:pt>
                <c:pt idx="1427">
                  <c:v>45236</c:v>
                </c:pt>
                <c:pt idx="1428">
                  <c:v>45237</c:v>
                </c:pt>
                <c:pt idx="1429">
                  <c:v>45238</c:v>
                </c:pt>
                <c:pt idx="1430">
                  <c:v>45239</c:v>
                </c:pt>
                <c:pt idx="1431">
                  <c:v>45240</c:v>
                </c:pt>
                <c:pt idx="1432">
                  <c:v>45243</c:v>
                </c:pt>
                <c:pt idx="1433">
                  <c:v>45244</c:v>
                </c:pt>
                <c:pt idx="1434">
                  <c:v>45245</c:v>
                </c:pt>
                <c:pt idx="1435">
                  <c:v>45246</c:v>
                </c:pt>
                <c:pt idx="1436">
                  <c:v>45247</c:v>
                </c:pt>
                <c:pt idx="1437">
                  <c:v>45250</c:v>
                </c:pt>
                <c:pt idx="1438">
                  <c:v>45251</c:v>
                </c:pt>
                <c:pt idx="1439">
                  <c:v>45252</c:v>
                </c:pt>
                <c:pt idx="1440">
                  <c:v>45253</c:v>
                </c:pt>
                <c:pt idx="1441">
                  <c:v>45254</c:v>
                </c:pt>
                <c:pt idx="1442">
                  <c:v>45257</c:v>
                </c:pt>
                <c:pt idx="1443">
                  <c:v>45258</c:v>
                </c:pt>
                <c:pt idx="1444">
                  <c:v>45259</c:v>
                </c:pt>
                <c:pt idx="1445">
                  <c:v>45260</c:v>
                </c:pt>
                <c:pt idx="1446">
                  <c:v>45261</c:v>
                </c:pt>
                <c:pt idx="1447">
                  <c:v>45264</c:v>
                </c:pt>
                <c:pt idx="1448">
                  <c:v>45265</c:v>
                </c:pt>
                <c:pt idx="1449">
                  <c:v>45266</c:v>
                </c:pt>
                <c:pt idx="1450">
                  <c:v>45267</c:v>
                </c:pt>
                <c:pt idx="1451">
                  <c:v>45268</c:v>
                </c:pt>
                <c:pt idx="1452">
                  <c:v>45271</c:v>
                </c:pt>
                <c:pt idx="1453">
                  <c:v>45272</c:v>
                </c:pt>
                <c:pt idx="1454">
                  <c:v>45273</c:v>
                </c:pt>
                <c:pt idx="1455">
                  <c:v>45274</c:v>
                </c:pt>
                <c:pt idx="1456">
                  <c:v>45275</c:v>
                </c:pt>
                <c:pt idx="1457">
                  <c:v>45278</c:v>
                </c:pt>
                <c:pt idx="1458">
                  <c:v>45279</c:v>
                </c:pt>
                <c:pt idx="1459">
                  <c:v>45280</c:v>
                </c:pt>
                <c:pt idx="1460">
                  <c:v>45281</c:v>
                </c:pt>
                <c:pt idx="1461">
                  <c:v>45282</c:v>
                </c:pt>
                <c:pt idx="1462">
                  <c:v>45287</c:v>
                </c:pt>
                <c:pt idx="1463">
                  <c:v>45288</c:v>
                </c:pt>
                <c:pt idx="1464">
                  <c:v>45289</c:v>
                </c:pt>
                <c:pt idx="1465">
                  <c:v>45293</c:v>
                </c:pt>
                <c:pt idx="1466">
                  <c:v>45294</c:v>
                </c:pt>
                <c:pt idx="1467">
                  <c:v>45295</c:v>
                </c:pt>
                <c:pt idx="1468">
                  <c:v>45296</c:v>
                </c:pt>
                <c:pt idx="1469">
                  <c:v>45299</c:v>
                </c:pt>
                <c:pt idx="1470">
                  <c:v>45300</c:v>
                </c:pt>
                <c:pt idx="1471">
                  <c:v>45301</c:v>
                </c:pt>
                <c:pt idx="1472">
                  <c:v>45302</c:v>
                </c:pt>
                <c:pt idx="1473">
                  <c:v>45303</c:v>
                </c:pt>
                <c:pt idx="1474">
                  <c:v>45306</c:v>
                </c:pt>
                <c:pt idx="1475">
                  <c:v>45307</c:v>
                </c:pt>
                <c:pt idx="1476">
                  <c:v>45308</c:v>
                </c:pt>
                <c:pt idx="1477">
                  <c:v>45309</c:v>
                </c:pt>
                <c:pt idx="1478">
                  <c:v>45310</c:v>
                </c:pt>
                <c:pt idx="1479">
                  <c:v>45313</c:v>
                </c:pt>
                <c:pt idx="1480">
                  <c:v>45314</c:v>
                </c:pt>
                <c:pt idx="1481">
                  <c:v>45315</c:v>
                </c:pt>
                <c:pt idx="1482">
                  <c:v>45316</c:v>
                </c:pt>
                <c:pt idx="1483">
                  <c:v>45317</c:v>
                </c:pt>
                <c:pt idx="1484">
                  <c:v>45320</c:v>
                </c:pt>
                <c:pt idx="1485">
                  <c:v>45321</c:v>
                </c:pt>
                <c:pt idx="1486">
                  <c:v>45322</c:v>
                </c:pt>
                <c:pt idx="1487">
                  <c:v>45323</c:v>
                </c:pt>
                <c:pt idx="1488">
                  <c:v>45324</c:v>
                </c:pt>
                <c:pt idx="1489">
                  <c:v>45327</c:v>
                </c:pt>
                <c:pt idx="1490">
                  <c:v>45328</c:v>
                </c:pt>
                <c:pt idx="1491">
                  <c:v>45329</c:v>
                </c:pt>
                <c:pt idx="1492">
                  <c:v>45334</c:v>
                </c:pt>
                <c:pt idx="1493">
                  <c:v>45335</c:v>
                </c:pt>
                <c:pt idx="1494">
                  <c:v>45337</c:v>
                </c:pt>
                <c:pt idx="1495">
                  <c:v>45338</c:v>
                </c:pt>
                <c:pt idx="1496">
                  <c:v>45341</c:v>
                </c:pt>
                <c:pt idx="1497">
                  <c:v>45342</c:v>
                </c:pt>
                <c:pt idx="1498">
                  <c:v>45343</c:v>
                </c:pt>
                <c:pt idx="1499">
                  <c:v>45344</c:v>
                </c:pt>
                <c:pt idx="1500">
                  <c:v>45345</c:v>
                </c:pt>
                <c:pt idx="1501">
                  <c:v>45348</c:v>
                </c:pt>
                <c:pt idx="1502">
                  <c:v>45349</c:v>
                </c:pt>
                <c:pt idx="1503">
                  <c:v>45350</c:v>
                </c:pt>
                <c:pt idx="1504">
                  <c:v>45351</c:v>
                </c:pt>
                <c:pt idx="1505">
                  <c:v>45352</c:v>
                </c:pt>
                <c:pt idx="1506">
                  <c:v>45355</c:v>
                </c:pt>
                <c:pt idx="1507">
                  <c:v>45356</c:v>
                </c:pt>
                <c:pt idx="1508">
                  <c:v>45357</c:v>
                </c:pt>
                <c:pt idx="1509">
                  <c:v>45358</c:v>
                </c:pt>
                <c:pt idx="1510">
                  <c:v>45359</c:v>
                </c:pt>
                <c:pt idx="1511">
                  <c:v>45364</c:v>
                </c:pt>
                <c:pt idx="1512">
                  <c:v>45365</c:v>
                </c:pt>
                <c:pt idx="1513">
                  <c:v>45366</c:v>
                </c:pt>
                <c:pt idx="1514">
                  <c:v>45369</c:v>
                </c:pt>
                <c:pt idx="1515">
                  <c:v>45370</c:v>
                </c:pt>
                <c:pt idx="1516">
                  <c:v>45371</c:v>
                </c:pt>
                <c:pt idx="1517">
                  <c:v>45372</c:v>
                </c:pt>
                <c:pt idx="1518">
                  <c:v>45373</c:v>
                </c:pt>
                <c:pt idx="1519">
                  <c:v>45376</c:v>
                </c:pt>
                <c:pt idx="1520">
                  <c:v>45377</c:v>
                </c:pt>
                <c:pt idx="1521">
                  <c:v>45378</c:v>
                </c:pt>
                <c:pt idx="1522">
                  <c:v>45379</c:v>
                </c:pt>
                <c:pt idx="1523">
                  <c:v>45383</c:v>
                </c:pt>
                <c:pt idx="1524">
                  <c:v>45384</c:v>
                </c:pt>
                <c:pt idx="1525">
                  <c:v>45385</c:v>
                </c:pt>
                <c:pt idx="1526">
                  <c:v>45386</c:v>
                </c:pt>
                <c:pt idx="1527">
                  <c:v>45387</c:v>
                </c:pt>
                <c:pt idx="1528">
                  <c:v>45398</c:v>
                </c:pt>
                <c:pt idx="1529">
                  <c:v>45399</c:v>
                </c:pt>
                <c:pt idx="1530">
                  <c:v>45400</c:v>
                </c:pt>
                <c:pt idx="1531">
                  <c:v>45401</c:v>
                </c:pt>
                <c:pt idx="1532">
                  <c:v>45404</c:v>
                </c:pt>
                <c:pt idx="1533">
                  <c:v>45405</c:v>
                </c:pt>
                <c:pt idx="1534">
                  <c:v>45406</c:v>
                </c:pt>
                <c:pt idx="1535">
                  <c:v>45407</c:v>
                </c:pt>
                <c:pt idx="1536">
                  <c:v>45408</c:v>
                </c:pt>
                <c:pt idx="1537">
                  <c:v>45411</c:v>
                </c:pt>
                <c:pt idx="1538">
                  <c:v>45412</c:v>
                </c:pt>
                <c:pt idx="1539">
                  <c:v>45414</c:v>
                </c:pt>
                <c:pt idx="1540">
                  <c:v>45415</c:v>
                </c:pt>
                <c:pt idx="1541">
                  <c:v>45418</c:v>
                </c:pt>
                <c:pt idx="1542">
                  <c:v>45419</c:v>
                </c:pt>
                <c:pt idx="1543">
                  <c:v>45420</c:v>
                </c:pt>
                <c:pt idx="1544">
                  <c:v>45425</c:v>
                </c:pt>
                <c:pt idx="1545">
                  <c:v>45426</c:v>
                </c:pt>
                <c:pt idx="1546">
                  <c:v>45427</c:v>
                </c:pt>
                <c:pt idx="1547">
                  <c:v>45428</c:v>
                </c:pt>
                <c:pt idx="1548">
                  <c:v>45429</c:v>
                </c:pt>
                <c:pt idx="1549">
                  <c:v>45432</c:v>
                </c:pt>
                <c:pt idx="1550">
                  <c:v>45433</c:v>
                </c:pt>
                <c:pt idx="1551">
                  <c:v>45434</c:v>
                </c:pt>
                <c:pt idx="1552">
                  <c:v>45439</c:v>
                </c:pt>
                <c:pt idx="1553">
                  <c:v>45440</c:v>
                </c:pt>
                <c:pt idx="1554">
                  <c:v>45441</c:v>
                </c:pt>
                <c:pt idx="1555">
                  <c:v>45442</c:v>
                </c:pt>
                <c:pt idx="1556">
                  <c:v>45443</c:v>
                </c:pt>
                <c:pt idx="1557">
                  <c:v>45446</c:v>
                </c:pt>
                <c:pt idx="1558">
                  <c:v>45447</c:v>
                </c:pt>
                <c:pt idx="1559">
                  <c:v>45448</c:v>
                </c:pt>
                <c:pt idx="1560">
                  <c:v>45449</c:v>
                </c:pt>
                <c:pt idx="1561">
                  <c:v>45450</c:v>
                </c:pt>
                <c:pt idx="1562">
                  <c:v>45453</c:v>
                </c:pt>
                <c:pt idx="1563">
                  <c:v>45454</c:v>
                </c:pt>
                <c:pt idx="1564">
                  <c:v>45455</c:v>
                </c:pt>
                <c:pt idx="1565">
                  <c:v>45456</c:v>
                </c:pt>
                <c:pt idx="1566">
                  <c:v>45457</c:v>
                </c:pt>
                <c:pt idx="1567">
                  <c:v>45462</c:v>
                </c:pt>
                <c:pt idx="1568">
                  <c:v>45463</c:v>
                </c:pt>
                <c:pt idx="1569">
                  <c:v>45464</c:v>
                </c:pt>
                <c:pt idx="1570">
                  <c:v>45467</c:v>
                </c:pt>
                <c:pt idx="1571">
                  <c:v>45468</c:v>
                </c:pt>
                <c:pt idx="1572">
                  <c:v>45469</c:v>
                </c:pt>
                <c:pt idx="1573">
                  <c:v>45470</c:v>
                </c:pt>
                <c:pt idx="1574">
                  <c:v>45471</c:v>
                </c:pt>
                <c:pt idx="1575">
                  <c:v>45474</c:v>
                </c:pt>
                <c:pt idx="1576">
                  <c:v>45475</c:v>
                </c:pt>
                <c:pt idx="1577">
                  <c:v>45476</c:v>
                </c:pt>
                <c:pt idx="1578">
                  <c:v>45477</c:v>
                </c:pt>
                <c:pt idx="1579">
                  <c:v>45478</c:v>
                </c:pt>
                <c:pt idx="1580">
                  <c:v>45481</c:v>
                </c:pt>
                <c:pt idx="1581">
                  <c:v>45482</c:v>
                </c:pt>
                <c:pt idx="1582">
                  <c:v>45483</c:v>
                </c:pt>
                <c:pt idx="1583">
                  <c:v>45484</c:v>
                </c:pt>
                <c:pt idx="1584">
                  <c:v>45485</c:v>
                </c:pt>
                <c:pt idx="1585">
                  <c:v>45488</c:v>
                </c:pt>
                <c:pt idx="1586">
                  <c:v>45489</c:v>
                </c:pt>
                <c:pt idx="1587">
                  <c:v>45490</c:v>
                </c:pt>
                <c:pt idx="1588">
                  <c:v>45491</c:v>
                </c:pt>
                <c:pt idx="1589">
                  <c:v>45492</c:v>
                </c:pt>
                <c:pt idx="1590">
                  <c:v>45495</c:v>
                </c:pt>
                <c:pt idx="1591">
                  <c:v>45496</c:v>
                </c:pt>
                <c:pt idx="1592">
                  <c:v>45497</c:v>
                </c:pt>
                <c:pt idx="1593">
                  <c:v>45498</c:v>
                </c:pt>
                <c:pt idx="1594">
                  <c:v>45499</c:v>
                </c:pt>
                <c:pt idx="1595">
                  <c:v>45502</c:v>
                </c:pt>
                <c:pt idx="1596">
                  <c:v>45503</c:v>
                </c:pt>
                <c:pt idx="1597">
                  <c:v>45504</c:v>
                </c:pt>
                <c:pt idx="1598">
                  <c:v>45505</c:v>
                </c:pt>
                <c:pt idx="1599">
                  <c:v>45506</c:v>
                </c:pt>
                <c:pt idx="1600">
                  <c:v>45509</c:v>
                </c:pt>
                <c:pt idx="1601">
                  <c:v>45510</c:v>
                </c:pt>
                <c:pt idx="1602">
                  <c:v>45511</c:v>
                </c:pt>
                <c:pt idx="1603">
                  <c:v>45512</c:v>
                </c:pt>
                <c:pt idx="1604">
                  <c:v>45513</c:v>
                </c:pt>
                <c:pt idx="1605">
                  <c:v>45516</c:v>
                </c:pt>
                <c:pt idx="1606">
                  <c:v>45517</c:v>
                </c:pt>
                <c:pt idx="1607">
                  <c:v>45518</c:v>
                </c:pt>
                <c:pt idx="1608">
                  <c:v>45519</c:v>
                </c:pt>
                <c:pt idx="1609">
                  <c:v>45520</c:v>
                </c:pt>
                <c:pt idx="1610">
                  <c:v>45523</c:v>
                </c:pt>
                <c:pt idx="1611">
                  <c:v>45524</c:v>
                </c:pt>
                <c:pt idx="1612">
                  <c:v>45525</c:v>
                </c:pt>
                <c:pt idx="1613">
                  <c:v>45526</c:v>
                </c:pt>
                <c:pt idx="1614">
                  <c:v>45527</c:v>
                </c:pt>
                <c:pt idx="1615">
                  <c:v>45530</c:v>
                </c:pt>
                <c:pt idx="1616">
                  <c:v>45531</c:v>
                </c:pt>
                <c:pt idx="1617">
                  <c:v>45532</c:v>
                </c:pt>
                <c:pt idx="1618">
                  <c:v>45533</c:v>
                </c:pt>
                <c:pt idx="1619">
                  <c:v>45534</c:v>
                </c:pt>
                <c:pt idx="1620">
                  <c:v>45537</c:v>
                </c:pt>
                <c:pt idx="1621">
                  <c:v>45538</c:v>
                </c:pt>
                <c:pt idx="1622">
                  <c:v>45539</c:v>
                </c:pt>
                <c:pt idx="1623">
                  <c:v>45540</c:v>
                </c:pt>
                <c:pt idx="1624">
                  <c:v>45541</c:v>
                </c:pt>
                <c:pt idx="1625">
                  <c:v>45544</c:v>
                </c:pt>
                <c:pt idx="1626">
                  <c:v>45545</c:v>
                </c:pt>
                <c:pt idx="1627">
                  <c:v>45546</c:v>
                </c:pt>
                <c:pt idx="1628">
                  <c:v>45547</c:v>
                </c:pt>
                <c:pt idx="1629">
                  <c:v>45548</c:v>
                </c:pt>
                <c:pt idx="1630">
                  <c:v>45552</c:v>
                </c:pt>
                <c:pt idx="1631">
                  <c:v>45553</c:v>
                </c:pt>
                <c:pt idx="1632">
                  <c:v>45554</c:v>
                </c:pt>
                <c:pt idx="1633">
                  <c:v>45555</c:v>
                </c:pt>
                <c:pt idx="1634">
                  <c:v>45558</c:v>
                </c:pt>
                <c:pt idx="1635">
                  <c:v>45559</c:v>
                </c:pt>
                <c:pt idx="1636">
                  <c:v>45560</c:v>
                </c:pt>
                <c:pt idx="1637">
                  <c:v>45561</c:v>
                </c:pt>
                <c:pt idx="1638">
                  <c:v>45562</c:v>
                </c:pt>
                <c:pt idx="1639">
                  <c:v>45565</c:v>
                </c:pt>
                <c:pt idx="1640">
                  <c:v>45566</c:v>
                </c:pt>
                <c:pt idx="1641">
                  <c:v>45567</c:v>
                </c:pt>
                <c:pt idx="1642">
                  <c:v>45568</c:v>
                </c:pt>
                <c:pt idx="1643">
                  <c:v>45569</c:v>
                </c:pt>
                <c:pt idx="1644">
                  <c:v>45572</c:v>
                </c:pt>
                <c:pt idx="1645">
                  <c:v>45573</c:v>
                </c:pt>
                <c:pt idx="1646">
                  <c:v>45574</c:v>
                </c:pt>
                <c:pt idx="1647">
                  <c:v>45575</c:v>
                </c:pt>
                <c:pt idx="1648">
                  <c:v>45576</c:v>
                </c:pt>
                <c:pt idx="1649">
                  <c:v>45579</c:v>
                </c:pt>
                <c:pt idx="1650">
                  <c:v>45580</c:v>
                </c:pt>
                <c:pt idx="1651">
                  <c:v>45581</c:v>
                </c:pt>
                <c:pt idx="1652">
                  <c:v>45582</c:v>
                </c:pt>
                <c:pt idx="1653">
                  <c:v>45583</c:v>
                </c:pt>
                <c:pt idx="1654">
                  <c:v>45586</c:v>
                </c:pt>
                <c:pt idx="1655">
                  <c:v>45587</c:v>
                </c:pt>
                <c:pt idx="1656">
                  <c:v>45588</c:v>
                </c:pt>
                <c:pt idx="1657">
                  <c:v>45589</c:v>
                </c:pt>
                <c:pt idx="1658">
                  <c:v>45590</c:v>
                </c:pt>
                <c:pt idx="1659">
                  <c:v>45593</c:v>
                </c:pt>
                <c:pt idx="1660">
                  <c:v>45594</c:v>
                </c:pt>
                <c:pt idx="1661">
                  <c:v>45595</c:v>
                </c:pt>
                <c:pt idx="1662">
                  <c:v>45596</c:v>
                </c:pt>
                <c:pt idx="1663">
                  <c:v>45597</c:v>
                </c:pt>
                <c:pt idx="1664">
                  <c:v>45600</c:v>
                </c:pt>
                <c:pt idx="1665">
                  <c:v>45601</c:v>
                </c:pt>
                <c:pt idx="1666">
                  <c:v>45602</c:v>
                </c:pt>
                <c:pt idx="1667">
                  <c:v>45603</c:v>
                </c:pt>
                <c:pt idx="1668">
                  <c:v>45604</c:v>
                </c:pt>
                <c:pt idx="1669">
                  <c:v>45607</c:v>
                </c:pt>
                <c:pt idx="1670">
                  <c:v>45608</c:v>
                </c:pt>
                <c:pt idx="1671">
                  <c:v>45609</c:v>
                </c:pt>
                <c:pt idx="1672">
                  <c:v>45610</c:v>
                </c:pt>
                <c:pt idx="1673">
                  <c:v>45611</c:v>
                </c:pt>
                <c:pt idx="1674">
                  <c:v>45614</c:v>
                </c:pt>
                <c:pt idx="1675">
                  <c:v>45615</c:v>
                </c:pt>
                <c:pt idx="1676">
                  <c:v>45616</c:v>
                </c:pt>
                <c:pt idx="1677">
                  <c:v>45617</c:v>
                </c:pt>
                <c:pt idx="1678">
                  <c:v>45618</c:v>
                </c:pt>
                <c:pt idx="1679">
                  <c:v>45621</c:v>
                </c:pt>
                <c:pt idx="1680">
                  <c:v>45622</c:v>
                </c:pt>
                <c:pt idx="1681">
                  <c:v>45624</c:v>
                </c:pt>
                <c:pt idx="1682">
                  <c:v>45625</c:v>
                </c:pt>
                <c:pt idx="1683">
                  <c:v>45628</c:v>
                </c:pt>
                <c:pt idx="1684">
                  <c:v>45629</c:v>
                </c:pt>
                <c:pt idx="1685">
                  <c:v>45630</c:v>
                </c:pt>
                <c:pt idx="1686">
                  <c:v>45631</c:v>
                </c:pt>
                <c:pt idx="1687">
                  <c:v>45632</c:v>
                </c:pt>
                <c:pt idx="1688">
                  <c:v>45635</c:v>
                </c:pt>
                <c:pt idx="1689">
                  <c:v>45636</c:v>
                </c:pt>
                <c:pt idx="1690">
                  <c:v>45637</c:v>
                </c:pt>
                <c:pt idx="1691">
                  <c:v>45638</c:v>
                </c:pt>
                <c:pt idx="1692">
                  <c:v>45639</c:v>
                </c:pt>
                <c:pt idx="1693">
                  <c:v>45642</c:v>
                </c:pt>
                <c:pt idx="1694">
                  <c:v>45643</c:v>
                </c:pt>
                <c:pt idx="1695">
                  <c:v>45644</c:v>
                </c:pt>
                <c:pt idx="1696">
                  <c:v>45645</c:v>
                </c:pt>
                <c:pt idx="1697">
                  <c:v>45646</c:v>
                </c:pt>
                <c:pt idx="1698">
                  <c:v>45649</c:v>
                </c:pt>
                <c:pt idx="1699">
                  <c:v>45650</c:v>
                </c:pt>
                <c:pt idx="1700">
                  <c:v>45653</c:v>
                </c:pt>
                <c:pt idx="1701">
                  <c:v>45656</c:v>
                </c:pt>
                <c:pt idx="1702">
                  <c:v>45659</c:v>
                </c:pt>
                <c:pt idx="1703">
                  <c:v>45660</c:v>
                </c:pt>
                <c:pt idx="1704">
                  <c:v>45663</c:v>
                </c:pt>
                <c:pt idx="1705">
                  <c:v>45664</c:v>
                </c:pt>
                <c:pt idx="1706">
                  <c:v>45665</c:v>
                </c:pt>
                <c:pt idx="1707">
                  <c:v>45666</c:v>
                </c:pt>
                <c:pt idx="1708">
                  <c:v>45667</c:v>
                </c:pt>
                <c:pt idx="1709">
                  <c:v>45670</c:v>
                </c:pt>
                <c:pt idx="1710">
                  <c:v>45671</c:v>
                </c:pt>
                <c:pt idx="1711">
                  <c:v>45672</c:v>
                </c:pt>
                <c:pt idx="1712">
                  <c:v>45673</c:v>
                </c:pt>
                <c:pt idx="1713">
                  <c:v>45674</c:v>
                </c:pt>
                <c:pt idx="1714">
                  <c:v>45677</c:v>
                </c:pt>
                <c:pt idx="1715">
                  <c:v>45678</c:v>
                </c:pt>
                <c:pt idx="1716">
                  <c:v>45679</c:v>
                </c:pt>
                <c:pt idx="1717">
                  <c:v>45680</c:v>
                </c:pt>
                <c:pt idx="1718">
                  <c:v>45681</c:v>
                </c:pt>
                <c:pt idx="1719">
                  <c:v>45687</c:v>
                </c:pt>
                <c:pt idx="1720">
                  <c:v>45688</c:v>
                </c:pt>
                <c:pt idx="1721">
                  <c:v>45691</c:v>
                </c:pt>
                <c:pt idx="1722">
                  <c:v>45692</c:v>
                </c:pt>
                <c:pt idx="1723">
                  <c:v>45693</c:v>
                </c:pt>
                <c:pt idx="1724">
                  <c:v>45694</c:v>
                </c:pt>
                <c:pt idx="1725">
                  <c:v>45695</c:v>
                </c:pt>
                <c:pt idx="1726">
                  <c:v>45698</c:v>
                </c:pt>
                <c:pt idx="1727">
                  <c:v>45699</c:v>
                </c:pt>
                <c:pt idx="1728">
                  <c:v>45700</c:v>
                </c:pt>
                <c:pt idx="1729">
                  <c:v>45701</c:v>
                </c:pt>
                <c:pt idx="1730">
                  <c:v>45702</c:v>
                </c:pt>
                <c:pt idx="1731">
                  <c:v>45705</c:v>
                </c:pt>
                <c:pt idx="1732">
                  <c:v>45706</c:v>
                </c:pt>
                <c:pt idx="1733">
                  <c:v>45707</c:v>
                </c:pt>
                <c:pt idx="1734">
                  <c:v>45708</c:v>
                </c:pt>
                <c:pt idx="1735">
                  <c:v>45709</c:v>
                </c:pt>
                <c:pt idx="1736">
                  <c:v>45712</c:v>
                </c:pt>
                <c:pt idx="1737">
                  <c:v>45713</c:v>
                </c:pt>
                <c:pt idx="1738">
                  <c:v>45714</c:v>
                </c:pt>
                <c:pt idx="1739">
                  <c:v>45715</c:v>
                </c:pt>
                <c:pt idx="1740">
                  <c:v>45716</c:v>
                </c:pt>
                <c:pt idx="1741">
                  <c:v>45719</c:v>
                </c:pt>
                <c:pt idx="1742">
                  <c:v>45720</c:v>
                </c:pt>
                <c:pt idx="1743">
                  <c:v>45721</c:v>
                </c:pt>
                <c:pt idx="1744">
                  <c:v>45722</c:v>
                </c:pt>
                <c:pt idx="1745">
                  <c:v>45723</c:v>
                </c:pt>
                <c:pt idx="1746">
                  <c:v>45726</c:v>
                </c:pt>
                <c:pt idx="1747">
                  <c:v>45727</c:v>
                </c:pt>
                <c:pt idx="1748">
                  <c:v>45728</c:v>
                </c:pt>
                <c:pt idx="1749">
                  <c:v>45729</c:v>
                </c:pt>
                <c:pt idx="1750">
                  <c:v>45730</c:v>
                </c:pt>
                <c:pt idx="1751">
                  <c:v>45733</c:v>
                </c:pt>
                <c:pt idx="1752">
                  <c:v>45734</c:v>
                </c:pt>
                <c:pt idx="1753">
                  <c:v>45735</c:v>
                </c:pt>
                <c:pt idx="1754">
                  <c:v>45736</c:v>
                </c:pt>
                <c:pt idx="1755">
                  <c:v>45737</c:v>
                </c:pt>
                <c:pt idx="1756">
                  <c:v>45740</c:v>
                </c:pt>
                <c:pt idx="1757">
                  <c:v>45741</c:v>
                </c:pt>
                <c:pt idx="1758">
                  <c:v>45742</c:v>
                </c:pt>
                <c:pt idx="1759">
                  <c:v>45743</c:v>
                </c:pt>
                <c:pt idx="1760">
                  <c:v>45755</c:v>
                </c:pt>
                <c:pt idx="1761">
                  <c:v>45756</c:v>
                </c:pt>
                <c:pt idx="1762">
                  <c:v>45757</c:v>
                </c:pt>
                <c:pt idx="1763">
                  <c:v>45758</c:v>
                </c:pt>
                <c:pt idx="1764">
                  <c:v>45761</c:v>
                </c:pt>
                <c:pt idx="1765">
                  <c:v>45762</c:v>
                </c:pt>
                <c:pt idx="1766">
                  <c:v>45763</c:v>
                </c:pt>
                <c:pt idx="1767">
                  <c:v>45764</c:v>
                </c:pt>
                <c:pt idx="1768">
                  <c:v>45768</c:v>
                </c:pt>
                <c:pt idx="1769">
                  <c:v>45769</c:v>
                </c:pt>
                <c:pt idx="1770">
                  <c:v>45770</c:v>
                </c:pt>
                <c:pt idx="1771">
                  <c:v>45771</c:v>
                </c:pt>
                <c:pt idx="1772">
                  <c:v>45772</c:v>
                </c:pt>
                <c:pt idx="1773">
                  <c:v>45775</c:v>
                </c:pt>
                <c:pt idx="1774">
                  <c:v>45776</c:v>
                </c:pt>
                <c:pt idx="1775">
                  <c:v>45777</c:v>
                </c:pt>
                <c:pt idx="1776">
                  <c:v>45779</c:v>
                </c:pt>
                <c:pt idx="1777">
                  <c:v>45782</c:v>
                </c:pt>
                <c:pt idx="1778">
                  <c:v>45783</c:v>
                </c:pt>
                <c:pt idx="1779">
                  <c:v>45784</c:v>
                </c:pt>
                <c:pt idx="1780">
                  <c:v>45785</c:v>
                </c:pt>
                <c:pt idx="1781">
                  <c:v>45786</c:v>
                </c:pt>
                <c:pt idx="1782">
                  <c:v>45791</c:v>
                </c:pt>
                <c:pt idx="1783">
                  <c:v>45792</c:v>
                </c:pt>
                <c:pt idx="1784">
                  <c:v>45793</c:v>
                </c:pt>
                <c:pt idx="1785">
                  <c:v>45796</c:v>
                </c:pt>
                <c:pt idx="1786">
                  <c:v>45797</c:v>
                </c:pt>
                <c:pt idx="1787">
                  <c:v>45798</c:v>
                </c:pt>
                <c:pt idx="1788">
                  <c:v>45799</c:v>
                </c:pt>
                <c:pt idx="1789">
                  <c:v>45800</c:v>
                </c:pt>
                <c:pt idx="1790">
                  <c:v>45803</c:v>
                </c:pt>
                <c:pt idx="1791">
                  <c:v>45804</c:v>
                </c:pt>
                <c:pt idx="1792">
                  <c:v>45805</c:v>
                </c:pt>
                <c:pt idx="1793">
                  <c:v>45810</c:v>
                </c:pt>
                <c:pt idx="1794">
                  <c:v>45811</c:v>
                </c:pt>
                <c:pt idx="1795">
                  <c:v>45812</c:v>
                </c:pt>
                <c:pt idx="1796">
                  <c:v>45813</c:v>
                </c:pt>
                <c:pt idx="1797">
                  <c:v>45818</c:v>
                </c:pt>
                <c:pt idx="1798">
                  <c:v>45819</c:v>
                </c:pt>
                <c:pt idx="1799">
                  <c:v>45820</c:v>
                </c:pt>
                <c:pt idx="1800">
                  <c:v>45821</c:v>
                </c:pt>
                <c:pt idx="1801">
                  <c:v>45824</c:v>
                </c:pt>
                <c:pt idx="1802">
                  <c:v>45825</c:v>
                </c:pt>
                <c:pt idx="1803">
                  <c:v>45826</c:v>
                </c:pt>
                <c:pt idx="1804">
                  <c:v>45827</c:v>
                </c:pt>
                <c:pt idx="1805">
                  <c:v>45828</c:v>
                </c:pt>
                <c:pt idx="1806">
                  <c:v>45831</c:v>
                </c:pt>
                <c:pt idx="1807">
                  <c:v>45832</c:v>
                </c:pt>
                <c:pt idx="1808">
                  <c:v>45833</c:v>
                </c:pt>
                <c:pt idx="1809">
                  <c:v>45834</c:v>
                </c:pt>
                <c:pt idx="1810">
                  <c:v>45838</c:v>
                </c:pt>
                <c:pt idx="1811">
                  <c:v>45839</c:v>
                </c:pt>
                <c:pt idx="1812">
                  <c:v>45840</c:v>
                </c:pt>
                <c:pt idx="1813">
                  <c:v>45841</c:v>
                </c:pt>
                <c:pt idx="1814">
                  <c:v>45842</c:v>
                </c:pt>
                <c:pt idx="1815">
                  <c:v>45845</c:v>
                </c:pt>
                <c:pt idx="1816">
                  <c:v>45846</c:v>
                </c:pt>
                <c:pt idx="1817">
                  <c:v>45847</c:v>
                </c:pt>
                <c:pt idx="1818">
                  <c:v>45848</c:v>
                </c:pt>
                <c:pt idx="1819">
                  <c:v>45849</c:v>
                </c:pt>
                <c:pt idx="1820">
                  <c:v>45852</c:v>
                </c:pt>
                <c:pt idx="1821">
                  <c:v>45853</c:v>
                </c:pt>
                <c:pt idx="1822">
                  <c:v>45854</c:v>
                </c:pt>
                <c:pt idx="1823">
                  <c:v>45855</c:v>
                </c:pt>
                <c:pt idx="1824">
                  <c:v>45856</c:v>
                </c:pt>
                <c:pt idx="1825">
                  <c:v>45859</c:v>
                </c:pt>
                <c:pt idx="1826">
                  <c:v>45860</c:v>
                </c:pt>
                <c:pt idx="1827">
                  <c:v>45861</c:v>
                </c:pt>
                <c:pt idx="1828">
                  <c:v>45862</c:v>
                </c:pt>
                <c:pt idx="1829">
                  <c:v>45863</c:v>
                </c:pt>
                <c:pt idx="1830">
                  <c:v>45866</c:v>
                </c:pt>
                <c:pt idx="1831">
                  <c:v>45867</c:v>
                </c:pt>
                <c:pt idx="1832">
                  <c:v>45868</c:v>
                </c:pt>
                <c:pt idx="1833">
                  <c:v>45869</c:v>
                </c:pt>
                <c:pt idx="1834">
                  <c:v>45870</c:v>
                </c:pt>
                <c:pt idx="1835">
                  <c:v>45873</c:v>
                </c:pt>
                <c:pt idx="1836">
                  <c:v>45874</c:v>
                </c:pt>
                <c:pt idx="1837">
                  <c:v>45875</c:v>
                </c:pt>
                <c:pt idx="1838">
                  <c:v>45876</c:v>
                </c:pt>
                <c:pt idx="1839">
                  <c:v>45877</c:v>
                </c:pt>
                <c:pt idx="1840">
                  <c:v>45880</c:v>
                </c:pt>
                <c:pt idx="1841">
                  <c:v>45881</c:v>
                </c:pt>
                <c:pt idx="1842">
                  <c:v>45882</c:v>
                </c:pt>
                <c:pt idx="1843">
                  <c:v>45883</c:v>
                </c:pt>
                <c:pt idx="1844">
                  <c:v>45884</c:v>
                </c:pt>
                <c:pt idx="1845">
                  <c:v>45888</c:v>
                </c:pt>
                <c:pt idx="1846">
                  <c:v>45889</c:v>
                </c:pt>
                <c:pt idx="1847">
                  <c:v>45890</c:v>
                </c:pt>
                <c:pt idx="1848">
                  <c:v>45891</c:v>
                </c:pt>
                <c:pt idx="1849">
                  <c:v>45894</c:v>
                </c:pt>
                <c:pt idx="1850">
                  <c:v>45895</c:v>
                </c:pt>
                <c:pt idx="1851">
                  <c:v>45896</c:v>
                </c:pt>
                <c:pt idx="1852">
                  <c:v>45897</c:v>
                </c:pt>
                <c:pt idx="1853">
                  <c:v>45898</c:v>
                </c:pt>
                <c:pt idx="1854">
                  <c:v>45901</c:v>
                </c:pt>
                <c:pt idx="1855">
                  <c:v>45902</c:v>
                </c:pt>
                <c:pt idx="1856">
                  <c:v>45903</c:v>
                </c:pt>
                <c:pt idx="1857">
                  <c:v>45904</c:v>
                </c:pt>
                <c:pt idx="1858">
                  <c:v>45908</c:v>
                </c:pt>
                <c:pt idx="1859">
                  <c:v>45909</c:v>
                </c:pt>
                <c:pt idx="1860">
                  <c:v>45910</c:v>
                </c:pt>
                <c:pt idx="1861">
                  <c:v>45911</c:v>
                </c:pt>
                <c:pt idx="1862">
                  <c:v>45912</c:v>
                </c:pt>
                <c:pt idx="1863">
                  <c:v>45915</c:v>
                </c:pt>
                <c:pt idx="1864">
                  <c:v>45916</c:v>
                </c:pt>
                <c:pt idx="1865">
                  <c:v>45917</c:v>
                </c:pt>
                <c:pt idx="1866">
                  <c:v>45918</c:v>
                </c:pt>
                <c:pt idx="1867">
                  <c:v>45919</c:v>
                </c:pt>
                <c:pt idx="1868">
                  <c:v>45922</c:v>
                </c:pt>
                <c:pt idx="1869">
                  <c:v>45923</c:v>
                </c:pt>
                <c:pt idx="1870">
                  <c:v>45924</c:v>
                </c:pt>
                <c:pt idx="1871">
                  <c:v>45925</c:v>
                </c:pt>
                <c:pt idx="1872">
                  <c:v>45926</c:v>
                </c:pt>
                <c:pt idx="1873">
                  <c:v>45929</c:v>
                </c:pt>
                <c:pt idx="1874">
                  <c:v>45930</c:v>
                </c:pt>
                <c:pt idx="1875">
                  <c:v>45931</c:v>
                </c:pt>
                <c:pt idx="1876">
                  <c:v>45932</c:v>
                </c:pt>
                <c:pt idx="1877">
                  <c:v>45933</c:v>
                </c:pt>
                <c:pt idx="1878">
                  <c:v>45936</c:v>
                </c:pt>
                <c:pt idx="1879">
                  <c:v>45937</c:v>
                </c:pt>
                <c:pt idx="1880">
                  <c:v>45938</c:v>
                </c:pt>
                <c:pt idx="1881">
                  <c:v>45939</c:v>
                </c:pt>
                <c:pt idx="1882">
                  <c:v>45940</c:v>
                </c:pt>
                <c:pt idx="1883">
                  <c:v>45943</c:v>
                </c:pt>
                <c:pt idx="1884">
                  <c:v>45944</c:v>
                </c:pt>
                <c:pt idx="1885">
                  <c:v>45945</c:v>
                </c:pt>
                <c:pt idx="1886">
                  <c:v>45946</c:v>
                </c:pt>
                <c:pt idx="1887">
                  <c:v>45947</c:v>
                </c:pt>
                <c:pt idx="1888">
                  <c:v>45950</c:v>
                </c:pt>
                <c:pt idx="1889">
                  <c:v>45951</c:v>
                </c:pt>
                <c:pt idx="1890">
                  <c:v>45952</c:v>
                </c:pt>
                <c:pt idx="1891">
                  <c:v>45953</c:v>
                </c:pt>
                <c:pt idx="1892">
                  <c:v>45954</c:v>
                </c:pt>
                <c:pt idx="1893">
                  <c:v>45957</c:v>
                </c:pt>
                <c:pt idx="1894">
                  <c:v>45958</c:v>
                </c:pt>
                <c:pt idx="1895">
                  <c:v>45959</c:v>
                </c:pt>
                <c:pt idx="1896">
                  <c:v>45960</c:v>
                </c:pt>
                <c:pt idx="1897">
                  <c:v>45961</c:v>
                </c:pt>
                <c:pt idx="1898">
                  <c:v>45964</c:v>
                </c:pt>
                <c:pt idx="1899">
                  <c:v>45965</c:v>
                </c:pt>
                <c:pt idx="1900">
                  <c:v>45966</c:v>
                </c:pt>
                <c:pt idx="1901">
                  <c:v>45967</c:v>
                </c:pt>
                <c:pt idx="1902">
                  <c:v>45968</c:v>
                </c:pt>
                <c:pt idx="1903">
                  <c:v>45971</c:v>
                </c:pt>
                <c:pt idx="1904">
                  <c:v>45972</c:v>
                </c:pt>
                <c:pt idx="1905">
                  <c:v>45973</c:v>
                </c:pt>
                <c:pt idx="1906">
                  <c:v>45974</c:v>
                </c:pt>
                <c:pt idx="1907">
                  <c:v>45975</c:v>
                </c:pt>
                <c:pt idx="1908">
                  <c:v>45978</c:v>
                </c:pt>
                <c:pt idx="1909">
                  <c:v>45979</c:v>
                </c:pt>
                <c:pt idx="1910">
                  <c:v>45980</c:v>
                </c:pt>
                <c:pt idx="1911">
                  <c:v>45981</c:v>
                </c:pt>
                <c:pt idx="1912">
                  <c:v>45982</c:v>
                </c:pt>
                <c:pt idx="1913">
                  <c:v>45985</c:v>
                </c:pt>
                <c:pt idx="1914">
                  <c:v>45986</c:v>
                </c:pt>
                <c:pt idx="1915">
                  <c:v>45987</c:v>
                </c:pt>
                <c:pt idx="1916">
                  <c:v>45988</c:v>
                </c:pt>
                <c:pt idx="1917">
                  <c:v>45989</c:v>
                </c:pt>
                <c:pt idx="1918">
                  <c:v>45992</c:v>
                </c:pt>
                <c:pt idx="1919">
                  <c:v>45993</c:v>
                </c:pt>
                <c:pt idx="1920">
                  <c:v>45994</c:v>
                </c:pt>
                <c:pt idx="1921">
                  <c:v>45995</c:v>
                </c:pt>
                <c:pt idx="1922">
                  <c:v>45996</c:v>
                </c:pt>
                <c:pt idx="1923">
                  <c:v>45999</c:v>
                </c:pt>
                <c:pt idx="1924">
                  <c:v>46000</c:v>
                </c:pt>
                <c:pt idx="1925">
                  <c:v>46001</c:v>
                </c:pt>
                <c:pt idx="1926">
                  <c:v>46002</c:v>
                </c:pt>
                <c:pt idx="1927">
                  <c:v>46003</c:v>
                </c:pt>
                <c:pt idx="1928">
                  <c:v>46006</c:v>
                </c:pt>
                <c:pt idx="1929">
                  <c:v>46007</c:v>
                </c:pt>
                <c:pt idx="1930">
                  <c:v>46008</c:v>
                </c:pt>
                <c:pt idx="1931">
                  <c:v>46009</c:v>
                </c:pt>
                <c:pt idx="1932">
                  <c:v>46010</c:v>
                </c:pt>
                <c:pt idx="1933">
                  <c:v>46013</c:v>
                </c:pt>
                <c:pt idx="1934">
                  <c:v>46014</c:v>
                </c:pt>
                <c:pt idx="1935">
                  <c:v>46015</c:v>
                </c:pt>
                <c:pt idx="1936">
                  <c:v>46020</c:v>
                </c:pt>
                <c:pt idx="1937">
                  <c:v>46021</c:v>
                </c:pt>
                <c:pt idx="1938">
                  <c:v>46024</c:v>
                </c:pt>
                <c:pt idx="1939">
                  <c:v>46027</c:v>
                </c:pt>
                <c:pt idx="1940">
                  <c:v>46028</c:v>
                </c:pt>
                <c:pt idx="1941">
                  <c:v>46029</c:v>
                </c:pt>
                <c:pt idx="1942">
                  <c:v>46030</c:v>
                </c:pt>
                <c:pt idx="1943">
                  <c:v>46031</c:v>
                </c:pt>
                <c:pt idx="1944">
                  <c:v>46034</c:v>
                </c:pt>
                <c:pt idx="1945">
                  <c:v>46035</c:v>
                </c:pt>
                <c:pt idx="1946">
                  <c:v>46036</c:v>
                </c:pt>
                <c:pt idx="1947">
                  <c:v>46037</c:v>
                </c:pt>
                <c:pt idx="1948">
                  <c:v>46041</c:v>
                </c:pt>
                <c:pt idx="1949">
                  <c:v>46042</c:v>
                </c:pt>
                <c:pt idx="1950">
                  <c:v>46043</c:v>
                </c:pt>
                <c:pt idx="1951">
                  <c:v>46044</c:v>
                </c:pt>
                <c:pt idx="1952">
                  <c:v>46045</c:v>
                </c:pt>
                <c:pt idx="1953">
                  <c:v>46048</c:v>
                </c:pt>
                <c:pt idx="1954">
                  <c:v>46049</c:v>
                </c:pt>
                <c:pt idx="1955">
                  <c:v>46050</c:v>
                </c:pt>
                <c:pt idx="1956">
                  <c:v>46051</c:v>
                </c:pt>
                <c:pt idx="1957">
                  <c:v>46052</c:v>
                </c:pt>
                <c:pt idx="1958">
                  <c:v>46055</c:v>
                </c:pt>
                <c:pt idx="1959">
                  <c:v>46056</c:v>
                </c:pt>
                <c:pt idx="1960">
                  <c:v>46057</c:v>
                </c:pt>
                <c:pt idx="1961">
                  <c:v>46058</c:v>
                </c:pt>
                <c:pt idx="1962">
                  <c:v>46059</c:v>
                </c:pt>
                <c:pt idx="1963">
                  <c:v>46062</c:v>
                </c:pt>
                <c:pt idx="1964">
                  <c:v>46063</c:v>
                </c:pt>
                <c:pt idx="1965">
                  <c:v>46064</c:v>
                </c:pt>
                <c:pt idx="1966">
                  <c:v>46065</c:v>
                </c:pt>
                <c:pt idx="1967">
                  <c:v>46066</c:v>
                </c:pt>
                <c:pt idx="1968">
                  <c:v>46071</c:v>
                </c:pt>
                <c:pt idx="1969">
                  <c:v>46072</c:v>
                </c:pt>
                <c:pt idx="1970">
                  <c:v>46073</c:v>
                </c:pt>
                <c:pt idx="1971">
                  <c:v>46076</c:v>
                </c:pt>
                <c:pt idx="1972">
                  <c:v>46077</c:v>
                </c:pt>
                <c:pt idx="1973">
                  <c:v>46078</c:v>
                </c:pt>
                <c:pt idx="1974">
                  <c:v>46079</c:v>
                </c:pt>
                <c:pt idx="1975">
                  <c:v>46080</c:v>
                </c:pt>
                <c:pt idx="1976">
                  <c:v>46083</c:v>
                </c:pt>
                <c:pt idx="1977">
                  <c:v>46084</c:v>
                </c:pt>
                <c:pt idx="1978">
                  <c:v>46085</c:v>
                </c:pt>
                <c:pt idx="1979">
                  <c:v>46086</c:v>
                </c:pt>
                <c:pt idx="1980">
                  <c:v>46087</c:v>
                </c:pt>
                <c:pt idx="1981">
                  <c:v>46090</c:v>
                </c:pt>
                <c:pt idx="1982">
                  <c:v>46091</c:v>
                </c:pt>
                <c:pt idx="1983">
                  <c:v>46092</c:v>
                </c:pt>
                <c:pt idx="1984">
                  <c:v>46093</c:v>
                </c:pt>
                <c:pt idx="1985">
                  <c:v>46094</c:v>
                </c:pt>
                <c:pt idx="1986">
                  <c:v>46097</c:v>
                </c:pt>
                <c:pt idx="1987">
                  <c:v>46098</c:v>
                </c:pt>
                <c:pt idx="1988">
                  <c:v>46106</c:v>
                </c:pt>
                <c:pt idx="1989">
                  <c:v>46107</c:v>
                </c:pt>
                <c:pt idx="1990">
                  <c:v>46108</c:v>
                </c:pt>
                <c:pt idx="1991">
                  <c:v>46111</c:v>
                </c:pt>
                <c:pt idx="1992">
                  <c:v>46112</c:v>
                </c:pt>
                <c:pt idx="1993">
                  <c:v>46113</c:v>
                </c:pt>
                <c:pt idx="1994">
                  <c:v>46114</c:v>
                </c:pt>
                <c:pt idx="1995">
                  <c:v>46118</c:v>
                </c:pt>
                <c:pt idx="1996">
                  <c:v>46119</c:v>
                </c:pt>
                <c:pt idx="1997">
                  <c:v>46120</c:v>
                </c:pt>
                <c:pt idx="1998">
                  <c:v>46121</c:v>
                </c:pt>
                <c:pt idx="1999">
                  <c:v>46122</c:v>
                </c:pt>
                <c:pt idx="2000" formatCode="d\-mmm\-yy">
                  <c:v>46125</c:v>
                </c:pt>
                <c:pt idx="2001" formatCode="d\-mmm\-yy">
                  <c:v>46126</c:v>
                </c:pt>
                <c:pt idx="2002" formatCode="d\-mmm\-yy">
                  <c:v>46127</c:v>
                </c:pt>
                <c:pt idx="2003" formatCode="d\-mmm\-yy">
                  <c:v>46128</c:v>
                </c:pt>
                <c:pt idx="2004" formatCode="d\-mmm\-yy">
                  <c:v>46129</c:v>
                </c:pt>
                <c:pt idx="2005" formatCode="d\-mmm\-yy">
                  <c:v>46132</c:v>
                </c:pt>
                <c:pt idx="2006" formatCode="d\-mmm\-yy">
                  <c:v>46133</c:v>
                </c:pt>
                <c:pt idx="2007" formatCode="d\-mmm\-yy">
                  <c:v>46134</c:v>
                </c:pt>
                <c:pt idx="2008" formatCode="d\-mmm\-yy">
                  <c:v>46135</c:v>
                </c:pt>
                <c:pt idx="2009" formatCode="d\-mmm\-yy">
                  <c:v>46136</c:v>
                </c:pt>
                <c:pt idx="2010" formatCode="d\-mmm\-yy">
                  <c:v>46139</c:v>
                </c:pt>
                <c:pt idx="2011" formatCode="d\-mmm\-yy">
                  <c:v>46140</c:v>
                </c:pt>
                <c:pt idx="2012" formatCode="d\-mmm\-yy">
                  <c:v>46141</c:v>
                </c:pt>
                <c:pt idx="2013" formatCode="d\-mmm\-yy">
                  <c:v>46142</c:v>
                </c:pt>
                <c:pt idx="2014" formatCode="d\-mmm\-yy">
                  <c:v>46147</c:v>
                </c:pt>
                <c:pt idx="2015" formatCode="d\-mmm\-yy">
                  <c:v>46148</c:v>
                </c:pt>
                <c:pt idx="2016" formatCode="d\-mmm\-yy">
                  <c:v>46149</c:v>
                </c:pt>
                <c:pt idx="2017" formatCode="d\-mmm\-yy">
                  <c:v>46150</c:v>
                </c:pt>
                <c:pt idx="2018" formatCode="d\-mmm\-yy">
                  <c:v>46153</c:v>
                </c:pt>
                <c:pt idx="2019" formatCode="d\-mmm\-yy">
                  <c:v>46154</c:v>
                </c:pt>
                <c:pt idx="2020" formatCode="d\-mmm\-yy">
                  <c:v>46155</c:v>
                </c:pt>
                <c:pt idx="2021" formatCode="d\-mmm\-yy">
                  <c:v>46160</c:v>
                </c:pt>
                <c:pt idx="2022" formatCode="d\-mmm\-yy">
                  <c:v>46161</c:v>
                </c:pt>
                <c:pt idx="2023" formatCode="d\-mmm\-yy">
                  <c:v>46162</c:v>
                </c:pt>
                <c:pt idx="2024" formatCode="d\-mmm\-yy">
                  <c:v>46163</c:v>
                </c:pt>
                <c:pt idx="2025" formatCode="d\-mmm\-yy">
                  <c:v>46164</c:v>
                </c:pt>
                <c:pt idx="2026" formatCode="d\-mmm\-yy">
                  <c:v>46167</c:v>
                </c:pt>
                <c:pt idx="2027" formatCode="d\-mmm\-yy">
                  <c:v>46168</c:v>
                </c:pt>
                <c:pt idx="2028" formatCode="d\-mmm\-yy">
                  <c:v>46171</c:v>
                </c:pt>
                <c:pt idx="2029" formatCode="d\-mmm\-yy">
                  <c:v>46175</c:v>
                </c:pt>
                <c:pt idx="2030" formatCode="d\-mmm\-yy">
                  <c:v>46176</c:v>
                </c:pt>
                <c:pt idx="2031" formatCode="d\-mmm\-yy">
                  <c:v>46177</c:v>
                </c:pt>
                <c:pt idx="2032" formatCode="d\-mmm\-yy">
                  <c:v>46178</c:v>
                </c:pt>
                <c:pt idx="2033" formatCode="d\-mmm\-yy">
                  <c:v>46181</c:v>
                </c:pt>
                <c:pt idx="2034" formatCode="d\-mmm\-yy">
                  <c:v>46182</c:v>
                </c:pt>
                <c:pt idx="2035" formatCode="d\-mmm\-yy">
                  <c:v>46183</c:v>
                </c:pt>
                <c:pt idx="2036" formatCode="d\-mmm\-yy">
                  <c:v>46184</c:v>
                </c:pt>
                <c:pt idx="2037" formatCode="d\-mmm\-yy">
                  <c:v>46185</c:v>
                </c:pt>
                <c:pt idx="2038" formatCode="d\-mmm\-yy">
                  <c:v>46188</c:v>
                </c:pt>
                <c:pt idx="2039" formatCode="d\-mmm\-yy">
                  <c:v>46190</c:v>
                </c:pt>
                <c:pt idx="2040" formatCode="d\-mmm\-yy">
                  <c:v>46191</c:v>
                </c:pt>
                <c:pt idx="2041" formatCode="d\-mmm\-yy">
                  <c:v>46192</c:v>
                </c:pt>
                <c:pt idx="2042" formatCode="d\-mmm\-yy">
                  <c:v>46195</c:v>
                </c:pt>
                <c:pt idx="2043" formatCode="d\-mmm\-yy">
                  <c:v>46196</c:v>
                </c:pt>
                <c:pt idx="2044" formatCode="d\-mmm\-yy">
                  <c:v>46197</c:v>
                </c:pt>
                <c:pt idx="2045" formatCode="d\-mmm\-yy">
                  <c:v>46198</c:v>
                </c:pt>
                <c:pt idx="2046" formatCode="d\-mmm\-yy">
                  <c:v>46199</c:v>
                </c:pt>
                <c:pt idx="2047" formatCode="d\-mmm\-yy">
                  <c:v>46202</c:v>
                </c:pt>
                <c:pt idx="2048" formatCode="d\-mmm\-yy">
                  <c:v>46203</c:v>
                </c:pt>
                <c:pt idx="2049" formatCode="d\-mmm\-yy">
                  <c:v>46204</c:v>
                </c:pt>
                <c:pt idx="2050" formatCode="d\-mmm\-yy">
                  <c:v>46205</c:v>
                </c:pt>
                <c:pt idx="2051" formatCode="d\-mmm\-yy">
                  <c:v>46206</c:v>
                </c:pt>
                <c:pt idx="2052" formatCode="d\-mmm\-yy">
                  <c:v>46209</c:v>
                </c:pt>
                <c:pt idx="2053" formatCode="d\-mmm\-yy">
                  <c:v>46210</c:v>
                </c:pt>
                <c:pt idx="2054" formatCode="d\-mmm\-yy">
                  <c:v>46211</c:v>
                </c:pt>
                <c:pt idx="2055" formatCode="d\-mmm\-yy">
                  <c:v>46212</c:v>
                </c:pt>
                <c:pt idx="2056" formatCode="d\-mmm\-yy">
                  <c:v>46213</c:v>
                </c:pt>
                <c:pt idx="2057" formatCode="d\-mmm\-yy">
                  <c:v>46216</c:v>
                </c:pt>
                <c:pt idx="2058" formatCode="d\-mmm\-yy">
                  <c:v>46217</c:v>
                </c:pt>
                <c:pt idx="2059" formatCode="d\-mmm\-yy">
                  <c:v>46218</c:v>
                </c:pt>
                <c:pt idx="2060" formatCode="d\-mmm\-yy">
                  <c:v>46219</c:v>
                </c:pt>
                <c:pt idx="2061" formatCode="d\-mmm\-yy">
                  <c:v>46220</c:v>
                </c:pt>
                <c:pt idx="2062" formatCode="d\-mmm\-yy">
                  <c:v>46223</c:v>
                </c:pt>
                <c:pt idx="2063" formatCode="d\-mmm\-yy">
                  <c:v>46224</c:v>
                </c:pt>
                <c:pt idx="2064" formatCode="d\-mmm\-yy">
                  <c:v>46225</c:v>
                </c:pt>
                <c:pt idx="2065" formatCode="d\-mmm\-yy">
                  <c:v>46226</c:v>
                </c:pt>
                <c:pt idx="2066" formatCode="d\-mmm\-yy">
                  <c:v>46227</c:v>
                </c:pt>
                <c:pt idx="2067" formatCode="d\-mmm\-yy">
                  <c:v>46230</c:v>
                </c:pt>
                <c:pt idx="2068" formatCode="d\-mmm\-yy">
                  <c:v>46231</c:v>
                </c:pt>
                <c:pt idx="2069" formatCode="d\-mmm\-yy">
                  <c:v>46232</c:v>
                </c:pt>
                <c:pt idx="2070" formatCode="d\-mmm\-yy">
                  <c:v>46233</c:v>
                </c:pt>
                <c:pt idx="2071" formatCode="d\-mmm\-yy">
                  <c:v>46234</c:v>
                </c:pt>
                <c:pt idx="2072" formatCode="d\-mmm\-yy">
                  <c:v>46237</c:v>
                </c:pt>
                <c:pt idx="2073" formatCode="d\-mmm\-yy">
                  <c:v>46238</c:v>
                </c:pt>
                <c:pt idx="2074" formatCode="d\-mmm\-yy">
                  <c:v>46239</c:v>
                </c:pt>
                <c:pt idx="2075" formatCode="d\-mmm\-yy">
                  <c:v>46240</c:v>
                </c:pt>
                <c:pt idx="2076" formatCode="d\-mmm\-yy">
                  <c:v>46241</c:v>
                </c:pt>
                <c:pt idx="2077" formatCode="d\-mmm\-yy">
                  <c:v>46244</c:v>
                </c:pt>
                <c:pt idx="2078" formatCode="d\-mmm\-yy">
                  <c:v>46245</c:v>
                </c:pt>
                <c:pt idx="2079" formatCode="d\-mmm\-yy">
                  <c:v>46246</c:v>
                </c:pt>
                <c:pt idx="2080" formatCode="d\-mmm\-yy">
                  <c:v>46247</c:v>
                </c:pt>
                <c:pt idx="2081" formatCode="d\-mmm\-yy">
                  <c:v>46248</c:v>
                </c:pt>
                <c:pt idx="2082" formatCode="d\-mmm\-yy">
                  <c:v>46252</c:v>
                </c:pt>
                <c:pt idx="2083" formatCode="d\-mmm\-yy">
                  <c:v>46253</c:v>
                </c:pt>
                <c:pt idx="2084" formatCode="d\-mmm\-yy">
                  <c:v>46254</c:v>
                </c:pt>
                <c:pt idx="2085" formatCode="d\-mmm\-yy">
                  <c:v>46255</c:v>
                </c:pt>
                <c:pt idx="2086" formatCode="d\-mmm\-yy">
                  <c:v>46258</c:v>
                </c:pt>
                <c:pt idx="2087" formatCode="d\-mmm\-yy">
                  <c:v>46260</c:v>
                </c:pt>
                <c:pt idx="2088" formatCode="d\-mmm\-yy">
                  <c:v>46261</c:v>
                </c:pt>
                <c:pt idx="2089" formatCode="d\-mmm\-yy">
                  <c:v>46262</c:v>
                </c:pt>
                <c:pt idx="2090" formatCode="d\-mmm\-yy">
                  <c:v>46265</c:v>
                </c:pt>
                <c:pt idx="2091" formatCode="d\-mmm\-yy">
                  <c:v>46266</c:v>
                </c:pt>
                <c:pt idx="2092" formatCode="d\-mmm\-yy">
                  <c:v>46267</c:v>
                </c:pt>
                <c:pt idx="2093" formatCode="d\-mmm\-yy">
                  <c:v>46268</c:v>
                </c:pt>
                <c:pt idx="2094" formatCode="d\-mmm\-yy">
                  <c:v>46269</c:v>
                </c:pt>
                <c:pt idx="2095" formatCode="d\-mmm\-yy">
                  <c:v>46272</c:v>
                </c:pt>
                <c:pt idx="2096" formatCode="d\-mmm\-yy">
                  <c:v>46273</c:v>
                </c:pt>
                <c:pt idx="2097" formatCode="d\-mmm\-yy">
                  <c:v>46274</c:v>
                </c:pt>
                <c:pt idx="2098" formatCode="d\-mmm\-yy">
                  <c:v>46275</c:v>
                </c:pt>
                <c:pt idx="2099" formatCode="d\-mmm\-yy">
                  <c:v>46276</c:v>
                </c:pt>
                <c:pt idx="2100" formatCode="d\-mmm\-yy">
                  <c:v>46279</c:v>
                </c:pt>
                <c:pt idx="2101" formatCode="d\-mmm\-yy">
                  <c:v>46280</c:v>
                </c:pt>
                <c:pt idx="2102" formatCode="d\-mmm\-yy">
                  <c:v>46281</c:v>
                </c:pt>
                <c:pt idx="2103" formatCode="d\-mmm\-yy">
                  <c:v>46282</c:v>
                </c:pt>
                <c:pt idx="2104" formatCode="d\-mmm\-yy">
                  <c:v>46283</c:v>
                </c:pt>
                <c:pt idx="2105" formatCode="d\-mmm\-yy">
                  <c:v>46286</c:v>
                </c:pt>
                <c:pt idx="2106" formatCode="d\-mmm\-yy">
                  <c:v>46287</c:v>
                </c:pt>
              </c:numCache>
            </c:numRef>
          </c:cat>
          <c:val>
            <c:numRef>
              <c:f>Sheet1!$C$2:$C$2108</c:f>
              <c:numCache>
                <c:formatCode>_(* #,##0.0_);_(* \(#,##0.0\);_(* "-"_);_(@_)</c:formatCode>
                <c:ptCount val="2107"/>
                <c:pt idx="0">
                  <c:v>88.831000000000003</c:v>
                </c:pt>
                <c:pt idx="1">
                  <c:v>87.284999999999997</c:v>
                </c:pt>
                <c:pt idx="2">
                  <c:v>87.174999999999997</c:v>
                </c:pt>
                <c:pt idx="3">
                  <c:v>86.585999999999999</c:v>
                </c:pt>
                <c:pt idx="4">
                  <c:v>85.456999999999994</c:v>
                </c:pt>
                <c:pt idx="5">
                  <c:v>85.247</c:v>
                </c:pt>
                <c:pt idx="6">
                  <c:v>85.320999999999998</c:v>
                </c:pt>
                <c:pt idx="7">
                  <c:v>85.122</c:v>
                </c:pt>
                <c:pt idx="8">
                  <c:v>83.549000000000007</c:v>
                </c:pt>
                <c:pt idx="9">
                  <c:v>80.043999999999997</c:v>
                </c:pt>
                <c:pt idx="10">
                  <c:v>78.697999999999993</c:v>
                </c:pt>
                <c:pt idx="11">
                  <c:v>76.92</c:v>
                </c:pt>
                <c:pt idx="12">
                  <c:v>77.332999999999998</c:v>
                </c:pt>
                <c:pt idx="13">
                  <c:v>78.600999999999999</c:v>
                </c:pt>
                <c:pt idx="14">
                  <c:v>79.021000000000001</c:v>
                </c:pt>
                <c:pt idx="15">
                  <c:v>79.361000000000004</c:v>
                </c:pt>
                <c:pt idx="16">
                  <c:v>78.947999999999993</c:v>
                </c:pt>
                <c:pt idx="17">
                  <c:v>79.447000000000003</c:v>
                </c:pt>
                <c:pt idx="18">
                  <c:v>79.98</c:v>
                </c:pt>
                <c:pt idx="19">
                  <c:v>80.888999999999996</c:v>
                </c:pt>
                <c:pt idx="20">
                  <c:v>81.263999999999996</c:v>
                </c:pt>
                <c:pt idx="21">
                  <c:v>79.975999999999999</c:v>
                </c:pt>
                <c:pt idx="22">
                  <c:v>78.545000000000002</c:v>
                </c:pt>
                <c:pt idx="23">
                  <c:v>79.540999999999997</c:v>
                </c:pt>
                <c:pt idx="24">
                  <c:v>78.519000000000005</c:v>
                </c:pt>
                <c:pt idx="25">
                  <c:v>78.497</c:v>
                </c:pt>
                <c:pt idx="26">
                  <c:v>81.792000000000002</c:v>
                </c:pt>
                <c:pt idx="27">
                  <c:v>81.39</c:v>
                </c:pt>
                <c:pt idx="28">
                  <c:v>79.909000000000006</c:v>
                </c:pt>
                <c:pt idx="29">
                  <c:v>81.146000000000001</c:v>
                </c:pt>
                <c:pt idx="30">
                  <c:v>83.801000000000002</c:v>
                </c:pt>
                <c:pt idx="31">
                  <c:v>87.334000000000003</c:v>
                </c:pt>
                <c:pt idx="32">
                  <c:v>84.974999999999994</c:v>
                </c:pt>
                <c:pt idx="33">
                  <c:v>88.747</c:v>
                </c:pt>
                <c:pt idx="34">
                  <c:v>95.259</c:v>
                </c:pt>
                <c:pt idx="35">
                  <c:v>95.272000000000006</c:v>
                </c:pt>
                <c:pt idx="36">
                  <c:v>92.450999999999993</c:v>
                </c:pt>
                <c:pt idx="37">
                  <c:v>92.483000000000004</c:v>
                </c:pt>
                <c:pt idx="38">
                  <c:v>87.67</c:v>
                </c:pt>
                <c:pt idx="39">
                  <c:v>86.007000000000005</c:v>
                </c:pt>
                <c:pt idx="40">
                  <c:v>87.462000000000003</c:v>
                </c:pt>
                <c:pt idx="41">
                  <c:v>87.221999999999994</c:v>
                </c:pt>
                <c:pt idx="42">
                  <c:v>88.138999999999996</c:v>
                </c:pt>
                <c:pt idx="43">
                  <c:v>88.141000000000005</c:v>
                </c:pt>
                <c:pt idx="44">
                  <c:v>86.643000000000001</c:v>
                </c:pt>
                <c:pt idx="45">
                  <c:v>85.343999999999994</c:v>
                </c:pt>
                <c:pt idx="46">
                  <c:v>85.177999999999997</c:v>
                </c:pt>
                <c:pt idx="47">
                  <c:v>86.307000000000002</c:v>
                </c:pt>
                <c:pt idx="48">
                  <c:v>87.125</c:v>
                </c:pt>
                <c:pt idx="49">
                  <c:v>86.927999999999997</c:v>
                </c:pt>
                <c:pt idx="50">
                  <c:v>86.775000000000006</c:v>
                </c:pt>
                <c:pt idx="51">
                  <c:v>90.066000000000003</c:v>
                </c:pt>
                <c:pt idx="52">
                  <c:v>89.87</c:v>
                </c:pt>
                <c:pt idx="53">
                  <c:v>89.111999999999995</c:v>
                </c:pt>
                <c:pt idx="54">
                  <c:v>86.988</c:v>
                </c:pt>
                <c:pt idx="55">
                  <c:v>87.075999999999993</c:v>
                </c:pt>
                <c:pt idx="56">
                  <c:v>88.908000000000001</c:v>
                </c:pt>
                <c:pt idx="57">
                  <c:v>90.087999999999994</c:v>
                </c:pt>
                <c:pt idx="58">
                  <c:v>89.486999999999995</c:v>
                </c:pt>
                <c:pt idx="59">
                  <c:v>90.225999999999999</c:v>
                </c:pt>
                <c:pt idx="60">
                  <c:v>101.133</c:v>
                </c:pt>
                <c:pt idx="61">
                  <c:v>101.075</c:v>
                </c:pt>
                <c:pt idx="62">
                  <c:v>101.574</c:v>
                </c:pt>
                <c:pt idx="63">
                  <c:v>105.458</c:v>
                </c:pt>
                <c:pt idx="64">
                  <c:v>106.21299999999999</c:v>
                </c:pt>
                <c:pt idx="65">
                  <c:v>104.03</c:v>
                </c:pt>
                <c:pt idx="66">
                  <c:v>103.7</c:v>
                </c:pt>
                <c:pt idx="67">
                  <c:v>103.264</c:v>
                </c:pt>
                <c:pt idx="68">
                  <c:v>102.014</c:v>
                </c:pt>
                <c:pt idx="69">
                  <c:v>102.30200000000001</c:v>
                </c:pt>
                <c:pt idx="70">
                  <c:v>102.56</c:v>
                </c:pt>
                <c:pt idx="71">
                  <c:v>101.456</c:v>
                </c:pt>
                <c:pt idx="72">
                  <c:v>100.139</c:v>
                </c:pt>
                <c:pt idx="73">
                  <c:v>100.321</c:v>
                </c:pt>
                <c:pt idx="74">
                  <c:v>98.451999999999998</c:v>
                </c:pt>
                <c:pt idx="75">
                  <c:v>100.991</c:v>
                </c:pt>
                <c:pt idx="76">
                  <c:v>100.634</c:v>
                </c:pt>
                <c:pt idx="77">
                  <c:v>98.798000000000002</c:v>
                </c:pt>
                <c:pt idx="78">
                  <c:v>97.138000000000005</c:v>
                </c:pt>
                <c:pt idx="79">
                  <c:v>96.081000000000003</c:v>
                </c:pt>
                <c:pt idx="80">
                  <c:v>95.977999999999994</c:v>
                </c:pt>
                <c:pt idx="81">
                  <c:v>96.44</c:v>
                </c:pt>
                <c:pt idx="82">
                  <c:v>98.391000000000005</c:v>
                </c:pt>
                <c:pt idx="83">
                  <c:v>101.72199999999999</c:v>
                </c:pt>
                <c:pt idx="84">
                  <c:v>101.666</c:v>
                </c:pt>
                <c:pt idx="85">
                  <c:v>105.33199999999999</c:v>
                </c:pt>
                <c:pt idx="86">
                  <c:v>105.886</c:v>
                </c:pt>
                <c:pt idx="87">
                  <c:v>104.91800000000001</c:v>
                </c:pt>
                <c:pt idx="88">
                  <c:v>103.532</c:v>
                </c:pt>
                <c:pt idx="89">
                  <c:v>106.52500000000001</c:v>
                </c:pt>
                <c:pt idx="90">
                  <c:v>109.736</c:v>
                </c:pt>
                <c:pt idx="91">
                  <c:v>117.31399999999999</c:v>
                </c:pt>
                <c:pt idx="92">
                  <c:v>122.378</c:v>
                </c:pt>
                <c:pt idx="93">
                  <c:v>129.96799999999999</c:v>
                </c:pt>
                <c:pt idx="94">
                  <c:v>127.46</c:v>
                </c:pt>
                <c:pt idx="95">
                  <c:v>112.378</c:v>
                </c:pt>
                <c:pt idx="96">
                  <c:v>112.82</c:v>
                </c:pt>
                <c:pt idx="97">
                  <c:v>116.645</c:v>
                </c:pt>
                <c:pt idx="98">
                  <c:v>122.824</c:v>
                </c:pt>
                <c:pt idx="99">
                  <c:v>122.616</c:v>
                </c:pt>
                <c:pt idx="100">
                  <c:v>123.73</c:v>
                </c:pt>
                <c:pt idx="101">
                  <c:v>124.88500000000001</c:v>
                </c:pt>
                <c:pt idx="102">
                  <c:v>122.69799999999999</c:v>
                </c:pt>
                <c:pt idx="103">
                  <c:v>123.104</c:v>
                </c:pt>
                <c:pt idx="104">
                  <c:v>121.43300000000001</c:v>
                </c:pt>
                <c:pt idx="105">
                  <c:v>117.54300000000001</c:v>
                </c:pt>
                <c:pt idx="106">
                  <c:v>114.04300000000001</c:v>
                </c:pt>
                <c:pt idx="107">
                  <c:v>117.77800000000001</c:v>
                </c:pt>
                <c:pt idx="108">
                  <c:v>117.557</c:v>
                </c:pt>
                <c:pt idx="109">
                  <c:v>122.66500000000001</c:v>
                </c:pt>
                <c:pt idx="110">
                  <c:v>122.039</c:v>
                </c:pt>
                <c:pt idx="111">
                  <c:v>124.762</c:v>
                </c:pt>
                <c:pt idx="112">
                  <c:v>124.586</c:v>
                </c:pt>
                <c:pt idx="113">
                  <c:v>128.815</c:v>
                </c:pt>
                <c:pt idx="114">
                  <c:v>135.40700000000001</c:v>
                </c:pt>
                <c:pt idx="115">
                  <c:v>137.32900000000001</c:v>
                </c:pt>
                <c:pt idx="116">
                  <c:v>134.79900000000001</c:v>
                </c:pt>
                <c:pt idx="117">
                  <c:v>134.87200000000001</c:v>
                </c:pt>
                <c:pt idx="118">
                  <c:v>136.15100000000001</c:v>
                </c:pt>
                <c:pt idx="119">
                  <c:v>138.61099999999999</c:v>
                </c:pt>
                <c:pt idx="120">
                  <c:v>144.471</c:v>
                </c:pt>
                <c:pt idx="121">
                  <c:v>136.20400000000001</c:v>
                </c:pt>
                <c:pt idx="122">
                  <c:v>140.71700000000001</c:v>
                </c:pt>
                <c:pt idx="123">
                  <c:v>138.31100000000001</c:v>
                </c:pt>
                <c:pt idx="124">
                  <c:v>135.36199999999999</c:v>
                </c:pt>
                <c:pt idx="125">
                  <c:v>135.99299999999999</c:v>
                </c:pt>
                <c:pt idx="126">
                  <c:v>135.73599999999999</c:v>
                </c:pt>
                <c:pt idx="127">
                  <c:v>129.93199999999999</c:v>
                </c:pt>
                <c:pt idx="128">
                  <c:v>125.43899999999999</c:v>
                </c:pt>
                <c:pt idx="129">
                  <c:v>125.634</c:v>
                </c:pt>
                <c:pt idx="130">
                  <c:v>124.852</c:v>
                </c:pt>
                <c:pt idx="131">
                  <c:v>120.43899999999999</c:v>
                </c:pt>
                <c:pt idx="132">
                  <c:v>116.84399999999999</c:v>
                </c:pt>
                <c:pt idx="133">
                  <c:v>116.295</c:v>
                </c:pt>
                <c:pt idx="134">
                  <c:v>116.273</c:v>
                </c:pt>
                <c:pt idx="135">
                  <c:v>116.753</c:v>
                </c:pt>
                <c:pt idx="136">
                  <c:v>118.446</c:v>
                </c:pt>
                <c:pt idx="137">
                  <c:v>115.72199999999999</c:v>
                </c:pt>
                <c:pt idx="138">
                  <c:v>113.244</c:v>
                </c:pt>
                <c:pt idx="139">
                  <c:v>109.78100000000001</c:v>
                </c:pt>
                <c:pt idx="140">
                  <c:v>107.26</c:v>
                </c:pt>
                <c:pt idx="141">
                  <c:v>108.175</c:v>
                </c:pt>
                <c:pt idx="142">
                  <c:v>109.169</c:v>
                </c:pt>
                <c:pt idx="143">
                  <c:v>110.836</c:v>
                </c:pt>
                <c:pt idx="144">
                  <c:v>111.54900000000001</c:v>
                </c:pt>
                <c:pt idx="145">
                  <c:v>115.251</c:v>
                </c:pt>
                <c:pt idx="146">
                  <c:v>114.89</c:v>
                </c:pt>
                <c:pt idx="147">
                  <c:v>113.667</c:v>
                </c:pt>
                <c:pt idx="148">
                  <c:v>110.239</c:v>
                </c:pt>
                <c:pt idx="149">
                  <c:v>111.697</c:v>
                </c:pt>
                <c:pt idx="150">
                  <c:v>111.309</c:v>
                </c:pt>
                <c:pt idx="151">
                  <c:v>117.36199999999999</c:v>
                </c:pt>
                <c:pt idx="152">
                  <c:v>127.605</c:v>
                </c:pt>
                <c:pt idx="153">
                  <c:v>124.05500000000001</c:v>
                </c:pt>
                <c:pt idx="154">
                  <c:v>123.84</c:v>
                </c:pt>
                <c:pt idx="155">
                  <c:v>124.05500000000001</c:v>
                </c:pt>
                <c:pt idx="156">
                  <c:v>123.46299999999999</c:v>
                </c:pt>
                <c:pt idx="157">
                  <c:v>121.991</c:v>
                </c:pt>
                <c:pt idx="158">
                  <c:v>119.896</c:v>
                </c:pt>
                <c:pt idx="159">
                  <c:v>120.087</c:v>
                </c:pt>
                <c:pt idx="160">
                  <c:v>117.315</c:v>
                </c:pt>
                <c:pt idx="161">
                  <c:v>116.044</c:v>
                </c:pt>
                <c:pt idx="162">
                  <c:v>117.518</c:v>
                </c:pt>
                <c:pt idx="163">
                  <c:v>119.56</c:v>
                </c:pt>
                <c:pt idx="164">
                  <c:v>123.77500000000001</c:v>
                </c:pt>
                <c:pt idx="165">
                  <c:v>128.44800000000001</c:v>
                </c:pt>
                <c:pt idx="166">
                  <c:v>136.691</c:v>
                </c:pt>
                <c:pt idx="167">
                  <c:v>148.47999999999999</c:v>
                </c:pt>
                <c:pt idx="168">
                  <c:v>143.673</c:v>
                </c:pt>
                <c:pt idx="169">
                  <c:v>141.55600000000001</c:v>
                </c:pt>
                <c:pt idx="170">
                  <c:v>143.369</c:v>
                </c:pt>
                <c:pt idx="171">
                  <c:v>142.80000000000001</c:v>
                </c:pt>
                <c:pt idx="172">
                  <c:v>138.59299999999999</c:v>
                </c:pt>
                <c:pt idx="173">
                  <c:v>133.78</c:v>
                </c:pt>
                <c:pt idx="174">
                  <c:v>136.63300000000001</c:v>
                </c:pt>
                <c:pt idx="175">
                  <c:v>135.11600000000001</c:v>
                </c:pt>
                <c:pt idx="176">
                  <c:v>134.65700000000001</c:v>
                </c:pt>
                <c:pt idx="177">
                  <c:v>137.06200000000001</c:v>
                </c:pt>
                <c:pt idx="178">
                  <c:v>135.57</c:v>
                </c:pt>
                <c:pt idx="179">
                  <c:v>134.11199999999999</c:v>
                </c:pt>
                <c:pt idx="180">
                  <c:v>135.459</c:v>
                </c:pt>
                <c:pt idx="181">
                  <c:v>133.64500000000001</c:v>
                </c:pt>
                <c:pt idx="182">
                  <c:v>131.15600000000001</c:v>
                </c:pt>
                <c:pt idx="183">
                  <c:v>130.11799999999999</c:v>
                </c:pt>
                <c:pt idx="184">
                  <c:v>129.5</c:v>
                </c:pt>
                <c:pt idx="185">
                  <c:v>133.92599999999999</c:v>
                </c:pt>
                <c:pt idx="186">
                  <c:v>133.67599999999999</c:v>
                </c:pt>
                <c:pt idx="187">
                  <c:v>139.38900000000001</c:v>
                </c:pt>
                <c:pt idx="188">
                  <c:v>142.345</c:v>
                </c:pt>
                <c:pt idx="189">
                  <c:v>148.63499999999999</c:v>
                </c:pt>
                <c:pt idx="190">
                  <c:v>147.36699999999999</c:v>
                </c:pt>
                <c:pt idx="191">
                  <c:v>144.995</c:v>
                </c:pt>
                <c:pt idx="192">
                  <c:v>148.22</c:v>
                </c:pt>
                <c:pt idx="193">
                  <c:v>146.25</c:v>
                </c:pt>
                <c:pt idx="194">
                  <c:v>146.30600000000001</c:v>
                </c:pt>
                <c:pt idx="195">
                  <c:v>147.06200000000001</c:v>
                </c:pt>
                <c:pt idx="196">
                  <c:v>146.56100000000001</c:v>
                </c:pt>
                <c:pt idx="197">
                  <c:v>146.279</c:v>
                </c:pt>
                <c:pt idx="198">
                  <c:v>148.38800000000001</c:v>
                </c:pt>
                <c:pt idx="199">
                  <c:v>148.16300000000001</c:v>
                </c:pt>
                <c:pt idx="200">
                  <c:v>150.916</c:v>
                </c:pt>
                <c:pt idx="201">
                  <c:v>153.614</c:v>
                </c:pt>
                <c:pt idx="202">
                  <c:v>155.578</c:v>
                </c:pt>
                <c:pt idx="203">
                  <c:v>159.13399999999999</c:v>
                </c:pt>
                <c:pt idx="204">
                  <c:v>159.47399999999999</c:v>
                </c:pt>
                <c:pt idx="205">
                  <c:v>159.26400000000001</c:v>
                </c:pt>
                <c:pt idx="206">
                  <c:v>159.44</c:v>
                </c:pt>
                <c:pt idx="207">
                  <c:v>159.00299999999999</c:v>
                </c:pt>
                <c:pt idx="208">
                  <c:v>153.00399999999999</c:v>
                </c:pt>
                <c:pt idx="209">
                  <c:v>150.94300000000001</c:v>
                </c:pt>
                <c:pt idx="210">
                  <c:v>148.965</c:v>
                </c:pt>
                <c:pt idx="211">
                  <c:v>146.542</c:v>
                </c:pt>
                <c:pt idx="212">
                  <c:v>142.06399999999999</c:v>
                </c:pt>
                <c:pt idx="213">
                  <c:v>143.48400000000001</c:v>
                </c:pt>
                <c:pt idx="214">
                  <c:v>145.08600000000001</c:v>
                </c:pt>
                <c:pt idx="215">
                  <c:v>146.13300000000001</c:v>
                </c:pt>
                <c:pt idx="216">
                  <c:v>147.45599999999999</c:v>
                </c:pt>
                <c:pt idx="217">
                  <c:v>146.05099999999999</c:v>
                </c:pt>
                <c:pt idx="218">
                  <c:v>146.27799999999999</c:v>
                </c:pt>
                <c:pt idx="219">
                  <c:v>148.12100000000001</c:v>
                </c:pt>
                <c:pt idx="220">
                  <c:v>151.48599999999999</c:v>
                </c:pt>
                <c:pt idx="221">
                  <c:v>152.67699999999999</c:v>
                </c:pt>
                <c:pt idx="222">
                  <c:v>151.9</c:v>
                </c:pt>
                <c:pt idx="223">
                  <c:v>149.197</c:v>
                </c:pt>
                <c:pt idx="224">
                  <c:v>149.01400000000001</c:v>
                </c:pt>
                <c:pt idx="225">
                  <c:v>148.65799999999999</c:v>
                </c:pt>
                <c:pt idx="226">
                  <c:v>143.38999999999999</c:v>
                </c:pt>
                <c:pt idx="227">
                  <c:v>142.19499999999999</c:v>
                </c:pt>
                <c:pt idx="228">
                  <c:v>137.827</c:v>
                </c:pt>
                <c:pt idx="229">
                  <c:v>137.73400000000001</c:v>
                </c:pt>
                <c:pt idx="230">
                  <c:v>140.26499999999999</c:v>
                </c:pt>
                <c:pt idx="231">
                  <c:v>142.048</c:v>
                </c:pt>
                <c:pt idx="232">
                  <c:v>142.119</c:v>
                </c:pt>
                <c:pt idx="233">
                  <c:v>145.67599999999999</c:v>
                </c:pt>
                <c:pt idx="234">
                  <c:v>141.55500000000001</c:v>
                </c:pt>
                <c:pt idx="235">
                  <c:v>139.124</c:v>
                </c:pt>
                <c:pt idx="236">
                  <c:v>134.30000000000001</c:v>
                </c:pt>
                <c:pt idx="237">
                  <c:v>133.97999999999999</c:v>
                </c:pt>
                <c:pt idx="238">
                  <c:v>133.82499999999999</c:v>
                </c:pt>
                <c:pt idx="239">
                  <c:v>133.64599999999999</c:v>
                </c:pt>
                <c:pt idx="240">
                  <c:v>130.785</c:v>
                </c:pt>
                <c:pt idx="241">
                  <c:v>135.435</c:v>
                </c:pt>
                <c:pt idx="242">
                  <c:v>139.12100000000001</c:v>
                </c:pt>
                <c:pt idx="243">
                  <c:v>143.31700000000001</c:v>
                </c:pt>
                <c:pt idx="244">
                  <c:v>139.77099999999999</c:v>
                </c:pt>
                <c:pt idx="245">
                  <c:v>138.08799999999999</c:v>
                </c:pt>
                <c:pt idx="246">
                  <c:v>141.40299999999999</c:v>
                </c:pt>
                <c:pt idx="247">
                  <c:v>142.25299999999999</c:v>
                </c:pt>
                <c:pt idx="248">
                  <c:v>139.45500000000001</c:v>
                </c:pt>
                <c:pt idx="249">
                  <c:v>136.00299999999999</c:v>
                </c:pt>
                <c:pt idx="250">
                  <c:v>132.80600000000001</c:v>
                </c:pt>
                <c:pt idx="251">
                  <c:v>128.137</c:v>
                </c:pt>
                <c:pt idx="252">
                  <c:v>128.77799999999999</c:v>
                </c:pt>
                <c:pt idx="253">
                  <c:v>125.754</c:v>
                </c:pt>
                <c:pt idx="254">
                  <c:v>129.89500000000001</c:v>
                </c:pt>
                <c:pt idx="255">
                  <c:v>128.65700000000001</c:v>
                </c:pt>
                <c:pt idx="256">
                  <c:v>125.366</c:v>
                </c:pt>
                <c:pt idx="257">
                  <c:v>125.59399999999999</c:v>
                </c:pt>
                <c:pt idx="258">
                  <c:v>124.977</c:v>
                </c:pt>
                <c:pt idx="259">
                  <c:v>122.97499999999999</c:v>
                </c:pt>
                <c:pt idx="260">
                  <c:v>124.613</c:v>
                </c:pt>
                <c:pt idx="261">
                  <c:v>123.18300000000001</c:v>
                </c:pt>
                <c:pt idx="262">
                  <c:v>120.72499999999999</c:v>
                </c:pt>
                <c:pt idx="263">
                  <c:v>117.941</c:v>
                </c:pt>
                <c:pt idx="264">
                  <c:v>118.935</c:v>
                </c:pt>
                <c:pt idx="265">
                  <c:v>119.747</c:v>
                </c:pt>
                <c:pt idx="266">
                  <c:v>118.116</c:v>
                </c:pt>
                <c:pt idx="267">
                  <c:v>111.249</c:v>
                </c:pt>
                <c:pt idx="268">
                  <c:v>112.05800000000001</c:v>
                </c:pt>
                <c:pt idx="269">
                  <c:v>113.03400000000001</c:v>
                </c:pt>
                <c:pt idx="270">
                  <c:v>112.002</c:v>
                </c:pt>
                <c:pt idx="271">
                  <c:v>112.46899999999999</c:v>
                </c:pt>
                <c:pt idx="272">
                  <c:v>115.44</c:v>
                </c:pt>
                <c:pt idx="273">
                  <c:v>115.747</c:v>
                </c:pt>
                <c:pt idx="274">
                  <c:v>114.334</c:v>
                </c:pt>
                <c:pt idx="275">
                  <c:v>109.91200000000001</c:v>
                </c:pt>
                <c:pt idx="276">
                  <c:v>110.06399999999999</c:v>
                </c:pt>
                <c:pt idx="277">
                  <c:v>113.324</c:v>
                </c:pt>
                <c:pt idx="278">
                  <c:v>111.81399999999999</c:v>
                </c:pt>
                <c:pt idx="279">
                  <c:v>109.50700000000001</c:v>
                </c:pt>
                <c:pt idx="280">
                  <c:v>108.292</c:v>
                </c:pt>
                <c:pt idx="281">
                  <c:v>108.738</c:v>
                </c:pt>
                <c:pt idx="282">
                  <c:v>108.992</c:v>
                </c:pt>
                <c:pt idx="283">
                  <c:v>106.283</c:v>
                </c:pt>
                <c:pt idx="284">
                  <c:v>106.19199999999999</c:v>
                </c:pt>
                <c:pt idx="285">
                  <c:v>105.32899999999999</c:v>
                </c:pt>
                <c:pt idx="286">
                  <c:v>103.828</c:v>
                </c:pt>
                <c:pt idx="287">
                  <c:v>99.260999999999996</c:v>
                </c:pt>
                <c:pt idx="288">
                  <c:v>97.085999999999999</c:v>
                </c:pt>
                <c:pt idx="289">
                  <c:v>94.787999999999997</c:v>
                </c:pt>
                <c:pt idx="290">
                  <c:v>96.656000000000006</c:v>
                </c:pt>
                <c:pt idx="291">
                  <c:v>103.824</c:v>
                </c:pt>
                <c:pt idx="292">
                  <c:v>87.731999999999999</c:v>
                </c:pt>
                <c:pt idx="293">
                  <c:v>84.682000000000002</c:v>
                </c:pt>
                <c:pt idx="294">
                  <c:v>85.543000000000006</c:v>
                </c:pt>
                <c:pt idx="295">
                  <c:v>83.751000000000005</c:v>
                </c:pt>
                <c:pt idx="296">
                  <c:v>85.53</c:v>
                </c:pt>
                <c:pt idx="297">
                  <c:v>82.629000000000005</c:v>
                </c:pt>
                <c:pt idx="298">
                  <c:v>82.400999999999996</c:v>
                </c:pt>
                <c:pt idx="299">
                  <c:v>91.405000000000001</c:v>
                </c:pt>
                <c:pt idx="300">
                  <c:v>91.2</c:v>
                </c:pt>
                <c:pt idx="301">
                  <c:v>89.489000000000004</c:v>
                </c:pt>
                <c:pt idx="302">
                  <c:v>93.409000000000006</c:v>
                </c:pt>
                <c:pt idx="303">
                  <c:v>90.103999999999999</c:v>
                </c:pt>
                <c:pt idx="304">
                  <c:v>90.590999999999994</c:v>
                </c:pt>
                <c:pt idx="305">
                  <c:v>93.628</c:v>
                </c:pt>
                <c:pt idx="306">
                  <c:v>91.77</c:v>
                </c:pt>
                <c:pt idx="307">
                  <c:v>91.77</c:v>
                </c:pt>
                <c:pt idx="308">
                  <c:v>91.77</c:v>
                </c:pt>
                <c:pt idx="309">
                  <c:v>91.77</c:v>
                </c:pt>
                <c:pt idx="310">
                  <c:v>91.77</c:v>
                </c:pt>
                <c:pt idx="311">
                  <c:v>91.77</c:v>
                </c:pt>
                <c:pt idx="312">
                  <c:v>91.77</c:v>
                </c:pt>
                <c:pt idx="313">
                  <c:v>99.174999999999997</c:v>
                </c:pt>
                <c:pt idx="314">
                  <c:v>98.403999999999996</c:v>
                </c:pt>
                <c:pt idx="315">
                  <c:v>97.882000000000005</c:v>
                </c:pt>
                <c:pt idx="316">
                  <c:v>97.882000000000005</c:v>
                </c:pt>
                <c:pt idx="317">
                  <c:v>97.882000000000005</c:v>
                </c:pt>
                <c:pt idx="318">
                  <c:v>97.882000000000005</c:v>
                </c:pt>
                <c:pt idx="319">
                  <c:v>97.882000000000005</c:v>
                </c:pt>
                <c:pt idx="320">
                  <c:v>92.304000000000002</c:v>
                </c:pt>
                <c:pt idx="321">
                  <c:v>91.64</c:v>
                </c:pt>
                <c:pt idx="322">
                  <c:v>98.16</c:v>
                </c:pt>
                <c:pt idx="323">
                  <c:v>96.22</c:v>
                </c:pt>
                <c:pt idx="324">
                  <c:v>93.7</c:v>
                </c:pt>
                <c:pt idx="325">
                  <c:v>94.796999999999997</c:v>
                </c:pt>
                <c:pt idx="326">
                  <c:v>95.465999999999994</c:v>
                </c:pt>
                <c:pt idx="327">
                  <c:v>96.603999999999999</c:v>
                </c:pt>
                <c:pt idx="328">
                  <c:v>99.831999999999994</c:v>
                </c:pt>
                <c:pt idx="329">
                  <c:v>99.792000000000002</c:v>
                </c:pt>
                <c:pt idx="330">
                  <c:v>103.38800000000001</c:v>
                </c:pt>
                <c:pt idx="331">
                  <c:v>105.241</c:v>
                </c:pt>
                <c:pt idx="332">
                  <c:v>103.06</c:v>
                </c:pt>
                <c:pt idx="333">
                  <c:v>103.06</c:v>
                </c:pt>
                <c:pt idx="334">
                  <c:v>107.544</c:v>
                </c:pt>
                <c:pt idx="335">
                  <c:v>104.81100000000001</c:v>
                </c:pt>
                <c:pt idx="336">
                  <c:v>103.334</c:v>
                </c:pt>
                <c:pt idx="337">
                  <c:v>105.289</c:v>
                </c:pt>
                <c:pt idx="338">
                  <c:v>105.19</c:v>
                </c:pt>
                <c:pt idx="339">
                  <c:v>105.02500000000001</c:v>
                </c:pt>
                <c:pt idx="340">
                  <c:v>106.09</c:v>
                </c:pt>
                <c:pt idx="341">
                  <c:v>108.18300000000001</c:v>
                </c:pt>
                <c:pt idx="342">
                  <c:v>108.157</c:v>
                </c:pt>
                <c:pt idx="343">
                  <c:v>107.437</c:v>
                </c:pt>
                <c:pt idx="344">
                  <c:v>109.20099999999999</c:v>
                </c:pt>
                <c:pt idx="345">
                  <c:v>113.48399999999999</c:v>
                </c:pt>
                <c:pt idx="346">
                  <c:v>114.312</c:v>
                </c:pt>
                <c:pt idx="347">
                  <c:v>101.255</c:v>
                </c:pt>
                <c:pt idx="348">
                  <c:v>101.08799999999999</c:v>
                </c:pt>
                <c:pt idx="349">
                  <c:v>102.313</c:v>
                </c:pt>
                <c:pt idx="350">
                  <c:v>102.349</c:v>
                </c:pt>
                <c:pt idx="351">
                  <c:v>102.848</c:v>
                </c:pt>
                <c:pt idx="352">
                  <c:v>102.30800000000001</c:v>
                </c:pt>
                <c:pt idx="353">
                  <c:v>102.30800000000001</c:v>
                </c:pt>
                <c:pt idx="354">
                  <c:v>102.30800000000001</c:v>
                </c:pt>
                <c:pt idx="355">
                  <c:v>102.30800000000001</c:v>
                </c:pt>
                <c:pt idx="356">
                  <c:v>102.30800000000001</c:v>
                </c:pt>
                <c:pt idx="357">
                  <c:v>102.30800000000001</c:v>
                </c:pt>
                <c:pt idx="358">
                  <c:v>102.30800000000001</c:v>
                </c:pt>
                <c:pt idx="359">
                  <c:v>102.30800000000001</c:v>
                </c:pt>
                <c:pt idx="360">
                  <c:v>102.30800000000001</c:v>
                </c:pt>
                <c:pt idx="361">
                  <c:v>102.30800000000001</c:v>
                </c:pt>
                <c:pt idx="362">
                  <c:v>102.30800000000001</c:v>
                </c:pt>
                <c:pt idx="363">
                  <c:v>102.30800000000001</c:v>
                </c:pt>
                <c:pt idx="364">
                  <c:v>87.518000000000001</c:v>
                </c:pt>
                <c:pt idx="365">
                  <c:v>85.906000000000006</c:v>
                </c:pt>
                <c:pt idx="366">
                  <c:v>87.251000000000005</c:v>
                </c:pt>
                <c:pt idx="367">
                  <c:v>88.759</c:v>
                </c:pt>
                <c:pt idx="368">
                  <c:v>89.274000000000001</c:v>
                </c:pt>
                <c:pt idx="369">
                  <c:v>87.793000000000006</c:v>
                </c:pt>
                <c:pt idx="370">
                  <c:v>86.775000000000006</c:v>
                </c:pt>
                <c:pt idx="371">
                  <c:v>86.707999999999998</c:v>
                </c:pt>
                <c:pt idx="372">
                  <c:v>86.225999999999999</c:v>
                </c:pt>
                <c:pt idx="373">
                  <c:v>86.078000000000003</c:v>
                </c:pt>
                <c:pt idx="374">
                  <c:v>86.825000000000003</c:v>
                </c:pt>
                <c:pt idx="375">
                  <c:v>87.385000000000005</c:v>
                </c:pt>
                <c:pt idx="376">
                  <c:v>86.245000000000005</c:v>
                </c:pt>
                <c:pt idx="377">
                  <c:v>86.656999999999996</c:v>
                </c:pt>
                <c:pt idx="378">
                  <c:v>85.819000000000003</c:v>
                </c:pt>
                <c:pt idx="379">
                  <c:v>85.558999999999997</c:v>
                </c:pt>
                <c:pt idx="380">
                  <c:v>82.289000000000001</c:v>
                </c:pt>
                <c:pt idx="381">
                  <c:v>81.784999999999997</c:v>
                </c:pt>
                <c:pt idx="382">
                  <c:v>81.477999999999994</c:v>
                </c:pt>
                <c:pt idx="383">
                  <c:v>82.033000000000001</c:v>
                </c:pt>
                <c:pt idx="384">
                  <c:v>81.963999999999999</c:v>
                </c:pt>
                <c:pt idx="385">
                  <c:v>84.718999999999994</c:v>
                </c:pt>
                <c:pt idx="386">
                  <c:v>89.805999999999997</c:v>
                </c:pt>
                <c:pt idx="387">
                  <c:v>95.644000000000005</c:v>
                </c:pt>
                <c:pt idx="388">
                  <c:v>92.843999999999994</c:v>
                </c:pt>
                <c:pt idx="389">
                  <c:v>93.424000000000007</c:v>
                </c:pt>
                <c:pt idx="390">
                  <c:v>93.326999999999998</c:v>
                </c:pt>
                <c:pt idx="391">
                  <c:v>92.177000000000007</c:v>
                </c:pt>
                <c:pt idx="392">
                  <c:v>95.263000000000005</c:v>
                </c:pt>
                <c:pt idx="393">
                  <c:v>95.944000000000003</c:v>
                </c:pt>
                <c:pt idx="394">
                  <c:v>93.391999999999996</c:v>
                </c:pt>
                <c:pt idx="395">
                  <c:v>96.706999999999994</c:v>
                </c:pt>
                <c:pt idx="396">
                  <c:v>94.16</c:v>
                </c:pt>
                <c:pt idx="397">
                  <c:v>93.350999999999999</c:v>
                </c:pt>
                <c:pt idx="398">
                  <c:v>93.504999999999995</c:v>
                </c:pt>
                <c:pt idx="399">
                  <c:v>93.099000000000004</c:v>
                </c:pt>
                <c:pt idx="400">
                  <c:v>91.977000000000004</c:v>
                </c:pt>
                <c:pt idx="401">
                  <c:v>90.346000000000004</c:v>
                </c:pt>
                <c:pt idx="402">
                  <c:v>92.744</c:v>
                </c:pt>
                <c:pt idx="403">
                  <c:v>93.441999999999993</c:v>
                </c:pt>
                <c:pt idx="404">
                  <c:v>93.617999999999995</c:v>
                </c:pt>
                <c:pt idx="405">
                  <c:v>91.968999999999994</c:v>
                </c:pt>
                <c:pt idx="406">
                  <c:v>89.721000000000004</c:v>
                </c:pt>
                <c:pt idx="407">
                  <c:v>89.147000000000006</c:v>
                </c:pt>
                <c:pt idx="408">
                  <c:v>89.171000000000006</c:v>
                </c:pt>
                <c:pt idx="409">
                  <c:v>84.736000000000004</c:v>
                </c:pt>
                <c:pt idx="410">
                  <c:v>80.375</c:v>
                </c:pt>
                <c:pt idx="411">
                  <c:v>79.108999999999995</c:v>
                </c:pt>
                <c:pt idx="412">
                  <c:v>77.980999999999995</c:v>
                </c:pt>
                <c:pt idx="413">
                  <c:v>77.197999999999993</c:v>
                </c:pt>
                <c:pt idx="414">
                  <c:v>77.025999999999996</c:v>
                </c:pt>
                <c:pt idx="415">
                  <c:v>76.756</c:v>
                </c:pt>
                <c:pt idx="416">
                  <c:v>75.381</c:v>
                </c:pt>
                <c:pt idx="417">
                  <c:v>75.381</c:v>
                </c:pt>
                <c:pt idx="418">
                  <c:v>75.381</c:v>
                </c:pt>
                <c:pt idx="419">
                  <c:v>76.477000000000004</c:v>
                </c:pt>
                <c:pt idx="420">
                  <c:v>77.03</c:v>
                </c:pt>
                <c:pt idx="421">
                  <c:v>77.03</c:v>
                </c:pt>
                <c:pt idx="422">
                  <c:v>77.03</c:v>
                </c:pt>
                <c:pt idx="423">
                  <c:v>77.03</c:v>
                </c:pt>
                <c:pt idx="424">
                  <c:v>77.03</c:v>
                </c:pt>
                <c:pt idx="425">
                  <c:v>77.03</c:v>
                </c:pt>
                <c:pt idx="426">
                  <c:v>77.03</c:v>
                </c:pt>
                <c:pt idx="427">
                  <c:v>77.03</c:v>
                </c:pt>
                <c:pt idx="428">
                  <c:v>90.343000000000004</c:v>
                </c:pt>
                <c:pt idx="429">
                  <c:v>93.072000000000003</c:v>
                </c:pt>
                <c:pt idx="430">
                  <c:v>93.700999999999993</c:v>
                </c:pt>
                <c:pt idx="431">
                  <c:v>93.433999999999997</c:v>
                </c:pt>
                <c:pt idx="432">
                  <c:v>93.433999999999997</c:v>
                </c:pt>
                <c:pt idx="433">
                  <c:v>92.325999999999993</c:v>
                </c:pt>
                <c:pt idx="434">
                  <c:v>92.257000000000005</c:v>
                </c:pt>
                <c:pt idx="435">
                  <c:v>91.317999999999998</c:v>
                </c:pt>
                <c:pt idx="436">
                  <c:v>89.126999999999995</c:v>
                </c:pt>
                <c:pt idx="437">
                  <c:v>88.394000000000005</c:v>
                </c:pt>
                <c:pt idx="438">
                  <c:v>87.132999999999996</c:v>
                </c:pt>
                <c:pt idx="439">
                  <c:v>85.668999999999997</c:v>
                </c:pt>
                <c:pt idx="440">
                  <c:v>84.66</c:v>
                </c:pt>
                <c:pt idx="441">
                  <c:v>82.442999999999998</c:v>
                </c:pt>
                <c:pt idx="442">
                  <c:v>81.867000000000004</c:v>
                </c:pt>
                <c:pt idx="443">
                  <c:v>79.341999999999999</c:v>
                </c:pt>
                <c:pt idx="444">
                  <c:v>79.555000000000007</c:v>
                </c:pt>
                <c:pt idx="445">
                  <c:v>78.972999999999999</c:v>
                </c:pt>
                <c:pt idx="446">
                  <c:v>78.087999999999994</c:v>
                </c:pt>
                <c:pt idx="447">
                  <c:v>76.909000000000006</c:v>
                </c:pt>
                <c:pt idx="448">
                  <c:v>75.085999999999999</c:v>
                </c:pt>
                <c:pt idx="449">
                  <c:v>75.783000000000001</c:v>
                </c:pt>
                <c:pt idx="450">
                  <c:v>75.783000000000001</c:v>
                </c:pt>
                <c:pt idx="451">
                  <c:v>76.031000000000006</c:v>
                </c:pt>
                <c:pt idx="452">
                  <c:v>74.477999999999994</c:v>
                </c:pt>
                <c:pt idx="453">
                  <c:v>72.242999999999995</c:v>
                </c:pt>
                <c:pt idx="454">
                  <c:v>73.14</c:v>
                </c:pt>
                <c:pt idx="455">
                  <c:v>72.554000000000002</c:v>
                </c:pt>
                <c:pt idx="456">
                  <c:v>71.138000000000005</c:v>
                </c:pt>
                <c:pt idx="457">
                  <c:v>73.180999999999997</c:v>
                </c:pt>
                <c:pt idx="458">
                  <c:v>71.733000000000004</c:v>
                </c:pt>
                <c:pt idx="459">
                  <c:v>73.102999999999994</c:v>
                </c:pt>
                <c:pt idx="460">
                  <c:v>73.725999999999999</c:v>
                </c:pt>
                <c:pt idx="461">
                  <c:v>72.974999999999994</c:v>
                </c:pt>
                <c:pt idx="462">
                  <c:v>71.953999999999994</c:v>
                </c:pt>
                <c:pt idx="463">
                  <c:v>72.412999999999997</c:v>
                </c:pt>
                <c:pt idx="464">
                  <c:v>75.093999999999994</c:v>
                </c:pt>
                <c:pt idx="465">
                  <c:v>75.432000000000002</c:v>
                </c:pt>
                <c:pt idx="466">
                  <c:v>75.054000000000002</c:v>
                </c:pt>
                <c:pt idx="467">
                  <c:v>74.203000000000003</c:v>
                </c:pt>
                <c:pt idx="468">
                  <c:v>74.043000000000006</c:v>
                </c:pt>
                <c:pt idx="469">
                  <c:v>73.302999999999997</c:v>
                </c:pt>
                <c:pt idx="470">
                  <c:v>73.953000000000003</c:v>
                </c:pt>
                <c:pt idx="471">
                  <c:v>73.539000000000001</c:v>
                </c:pt>
                <c:pt idx="472">
                  <c:v>73.468999999999994</c:v>
                </c:pt>
                <c:pt idx="473">
                  <c:v>74.543999999999997</c:v>
                </c:pt>
                <c:pt idx="474">
                  <c:v>74.781000000000006</c:v>
                </c:pt>
                <c:pt idx="475">
                  <c:v>73.664000000000001</c:v>
                </c:pt>
                <c:pt idx="476">
                  <c:v>73.015000000000001</c:v>
                </c:pt>
                <c:pt idx="477">
                  <c:v>72.456000000000003</c:v>
                </c:pt>
                <c:pt idx="478">
                  <c:v>72.239999999999995</c:v>
                </c:pt>
                <c:pt idx="479">
                  <c:v>71.796000000000006</c:v>
                </c:pt>
                <c:pt idx="480">
                  <c:v>70.608999999999995</c:v>
                </c:pt>
                <c:pt idx="481">
                  <c:v>67.721000000000004</c:v>
                </c:pt>
                <c:pt idx="482">
                  <c:v>67.721000000000004</c:v>
                </c:pt>
                <c:pt idx="483">
                  <c:v>67.721000000000004</c:v>
                </c:pt>
                <c:pt idx="484">
                  <c:v>67.721000000000004</c:v>
                </c:pt>
                <c:pt idx="485">
                  <c:v>67.721000000000004</c:v>
                </c:pt>
                <c:pt idx="486">
                  <c:v>67.721000000000004</c:v>
                </c:pt>
                <c:pt idx="487">
                  <c:v>67.721000000000004</c:v>
                </c:pt>
                <c:pt idx="488">
                  <c:v>67.721000000000004</c:v>
                </c:pt>
                <c:pt idx="489">
                  <c:v>67.721000000000004</c:v>
                </c:pt>
                <c:pt idx="490">
                  <c:v>67.721000000000004</c:v>
                </c:pt>
                <c:pt idx="491">
                  <c:v>62.457000000000001</c:v>
                </c:pt>
                <c:pt idx="492">
                  <c:v>64.082999999999998</c:v>
                </c:pt>
                <c:pt idx="493">
                  <c:v>65.323999999999998</c:v>
                </c:pt>
                <c:pt idx="494">
                  <c:v>63.384</c:v>
                </c:pt>
                <c:pt idx="495">
                  <c:v>65.159000000000006</c:v>
                </c:pt>
                <c:pt idx="496">
                  <c:v>62.823999999999998</c:v>
                </c:pt>
                <c:pt idx="497">
                  <c:v>62.469000000000001</c:v>
                </c:pt>
                <c:pt idx="498">
                  <c:v>62.469000000000001</c:v>
                </c:pt>
                <c:pt idx="499">
                  <c:v>60.741999999999997</c:v>
                </c:pt>
                <c:pt idx="500">
                  <c:v>60.887999999999998</c:v>
                </c:pt>
                <c:pt idx="501">
                  <c:v>59.588999999999999</c:v>
                </c:pt>
                <c:pt idx="502">
                  <c:v>59.942</c:v>
                </c:pt>
                <c:pt idx="503">
                  <c:v>59.91</c:v>
                </c:pt>
                <c:pt idx="504">
                  <c:v>61.427999999999997</c:v>
                </c:pt>
                <c:pt idx="505">
                  <c:v>62.582999999999998</c:v>
                </c:pt>
                <c:pt idx="506">
                  <c:v>63.029000000000003</c:v>
                </c:pt>
                <c:pt idx="507">
                  <c:v>62.970999999999997</c:v>
                </c:pt>
                <c:pt idx="508">
                  <c:v>62.970999999999997</c:v>
                </c:pt>
                <c:pt idx="509">
                  <c:v>68.525999999999996</c:v>
                </c:pt>
                <c:pt idx="510">
                  <c:v>64.352999999999994</c:v>
                </c:pt>
                <c:pt idx="511">
                  <c:v>67.174999999999997</c:v>
                </c:pt>
                <c:pt idx="512">
                  <c:v>65.981999999999999</c:v>
                </c:pt>
                <c:pt idx="513">
                  <c:v>65.888000000000005</c:v>
                </c:pt>
                <c:pt idx="514">
                  <c:v>63.831000000000003</c:v>
                </c:pt>
                <c:pt idx="515">
                  <c:v>61.68</c:v>
                </c:pt>
                <c:pt idx="516">
                  <c:v>62.101999999999997</c:v>
                </c:pt>
                <c:pt idx="517">
                  <c:v>64.001999999999995</c:v>
                </c:pt>
                <c:pt idx="518">
                  <c:v>63.978000000000002</c:v>
                </c:pt>
                <c:pt idx="519">
                  <c:v>62.628999999999998</c:v>
                </c:pt>
                <c:pt idx="520">
                  <c:v>60.902000000000001</c:v>
                </c:pt>
                <c:pt idx="521">
                  <c:v>61.79</c:v>
                </c:pt>
                <c:pt idx="522">
                  <c:v>60.398000000000003</c:v>
                </c:pt>
                <c:pt idx="523">
                  <c:v>59.997999999999998</c:v>
                </c:pt>
                <c:pt idx="524">
                  <c:v>60.048000000000002</c:v>
                </c:pt>
                <c:pt idx="525">
                  <c:v>58.726999999999997</c:v>
                </c:pt>
                <c:pt idx="526">
                  <c:v>58.703000000000003</c:v>
                </c:pt>
                <c:pt idx="527">
                  <c:v>59.826000000000001</c:v>
                </c:pt>
                <c:pt idx="528">
                  <c:v>63.048999999999999</c:v>
                </c:pt>
                <c:pt idx="529">
                  <c:v>63.232999999999997</c:v>
                </c:pt>
                <c:pt idx="530">
                  <c:v>67.763999999999996</c:v>
                </c:pt>
                <c:pt idx="531">
                  <c:v>74.082999999999998</c:v>
                </c:pt>
                <c:pt idx="532">
                  <c:v>94.355000000000004</c:v>
                </c:pt>
                <c:pt idx="533">
                  <c:v>93.278999999999996</c:v>
                </c:pt>
                <c:pt idx="534">
                  <c:v>88.872</c:v>
                </c:pt>
                <c:pt idx="535">
                  <c:v>88.316999999999993</c:v>
                </c:pt>
                <c:pt idx="536">
                  <c:v>88.218000000000004</c:v>
                </c:pt>
                <c:pt idx="537">
                  <c:v>100.501</c:v>
                </c:pt>
                <c:pt idx="538">
                  <c:v>140.56700000000001</c:v>
                </c:pt>
                <c:pt idx="539">
                  <c:v>126.387</c:v>
                </c:pt>
                <c:pt idx="540">
                  <c:v>146.566</c:v>
                </c:pt>
                <c:pt idx="541">
                  <c:v>193.14699999999999</c:v>
                </c:pt>
                <c:pt idx="542">
                  <c:v>156.97300000000001</c:v>
                </c:pt>
                <c:pt idx="543">
                  <c:v>207.756</c:v>
                </c:pt>
                <c:pt idx="544">
                  <c:v>210.31399999999999</c:v>
                </c:pt>
                <c:pt idx="545">
                  <c:v>220.648</c:v>
                </c:pt>
                <c:pt idx="546">
                  <c:v>270.495</c:v>
                </c:pt>
                <c:pt idx="547">
                  <c:v>246.12200000000001</c:v>
                </c:pt>
                <c:pt idx="548">
                  <c:v>292.25</c:v>
                </c:pt>
                <c:pt idx="549">
                  <c:v>263.85000000000002</c:v>
                </c:pt>
                <c:pt idx="550">
                  <c:v>214.32900000000001</c:v>
                </c:pt>
                <c:pt idx="551">
                  <c:v>194.45400000000001</c:v>
                </c:pt>
                <c:pt idx="552">
                  <c:v>194.45400000000001</c:v>
                </c:pt>
                <c:pt idx="553">
                  <c:v>210.40100000000001</c:v>
                </c:pt>
                <c:pt idx="554">
                  <c:v>235.077</c:v>
                </c:pt>
                <c:pt idx="555">
                  <c:v>250.41300000000001</c:v>
                </c:pt>
                <c:pt idx="556">
                  <c:v>257.98599999999999</c:v>
                </c:pt>
                <c:pt idx="557">
                  <c:v>249.38</c:v>
                </c:pt>
                <c:pt idx="558">
                  <c:v>236.61500000000001</c:v>
                </c:pt>
                <c:pt idx="559">
                  <c:v>232.631</c:v>
                </c:pt>
                <c:pt idx="560">
                  <c:v>218.16200000000001</c:v>
                </c:pt>
                <c:pt idx="561">
                  <c:v>214.041</c:v>
                </c:pt>
                <c:pt idx="562">
                  <c:v>205.53700000000001</c:v>
                </c:pt>
                <c:pt idx="563">
                  <c:v>212.751</c:v>
                </c:pt>
                <c:pt idx="564">
                  <c:v>201.40700000000001</c:v>
                </c:pt>
                <c:pt idx="565">
                  <c:v>196.05099999999999</c:v>
                </c:pt>
                <c:pt idx="566">
                  <c:v>203.94499999999999</c:v>
                </c:pt>
                <c:pt idx="567">
                  <c:v>217.096</c:v>
                </c:pt>
                <c:pt idx="568">
                  <c:v>232.89500000000001</c:v>
                </c:pt>
                <c:pt idx="569">
                  <c:v>225.26499999999999</c:v>
                </c:pt>
                <c:pt idx="570">
                  <c:v>224.68100000000001</c:v>
                </c:pt>
                <c:pt idx="571">
                  <c:v>225.45099999999999</c:v>
                </c:pt>
                <c:pt idx="572">
                  <c:v>225.303</c:v>
                </c:pt>
                <c:pt idx="573">
                  <c:v>215.113</c:v>
                </c:pt>
                <c:pt idx="574">
                  <c:v>211.22800000000001</c:v>
                </c:pt>
                <c:pt idx="575">
                  <c:v>220.30699999999999</c:v>
                </c:pt>
                <c:pt idx="576">
                  <c:v>218.65799999999999</c:v>
                </c:pt>
                <c:pt idx="577">
                  <c:v>208.429</c:v>
                </c:pt>
                <c:pt idx="578">
                  <c:v>208.096</c:v>
                </c:pt>
                <c:pt idx="579">
                  <c:v>206.035</c:v>
                </c:pt>
                <c:pt idx="580">
                  <c:v>201.774</c:v>
                </c:pt>
                <c:pt idx="581">
                  <c:v>200.173</c:v>
                </c:pt>
                <c:pt idx="582">
                  <c:v>204.98400000000001</c:v>
                </c:pt>
                <c:pt idx="583">
                  <c:v>204.6</c:v>
                </c:pt>
                <c:pt idx="584">
                  <c:v>200.08799999999999</c:v>
                </c:pt>
                <c:pt idx="585">
                  <c:v>187.786</c:v>
                </c:pt>
                <c:pt idx="586">
                  <c:v>183.732</c:v>
                </c:pt>
                <c:pt idx="587">
                  <c:v>181.476</c:v>
                </c:pt>
                <c:pt idx="588">
                  <c:v>163.09399999999999</c:v>
                </c:pt>
                <c:pt idx="589">
                  <c:v>161.81700000000001</c:v>
                </c:pt>
                <c:pt idx="590">
                  <c:v>175.89099999999999</c:v>
                </c:pt>
                <c:pt idx="591">
                  <c:v>153.328</c:v>
                </c:pt>
                <c:pt idx="592">
                  <c:v>139.23699999999999</c:v>
                </c:pt>
                <c:pt idx="593">
                  <c:v>132.916</c:v>
                </c:pt>
                <c:pt idx="594">
                  <c:v>124.54300000000001</c:v>
                </c:pt>
                <c:pt idx="595">
                  <c:v>109.708</c:v>
                </c:pt>
                <c:pt idx="596">
                  <c:v>113.384</c:v>
                </c:pt>
                <c:pt idx="597">
                  <c:v>117.98699999999999</c:v>
                </c:pt>
                <c:pt idx="598">
                  <c:v>127.512</c:v>
                </c:pt>
                <c:pt idx="599">
                  <c:v>156.62700000000001</c:v>
                </c:pt>
                <c:pt idx="600">
                  <c:v>159.18199999999999</c:v>
                </c:pt>
                <c:pt idx="601">
                  <c:v>124.096</c:v>
                </c:pt>
                <c:pt idx="602">
                  <c:v>120.13200000000001</c:v>
                </c:pt>
                <c:pt idx="603">
                  <c:v>125.79300000000001</c:v>
                </c:pt>
                <c:pt idx="604">
                  <c:v>123.779</c:v>
                </c:pt>
                <c:pt idx="605">
                  <c:v>125.819</c:v>
                </c:pt>
                <c:pt idx="606">
                  <c:v>125.27500000000001</c:v>
                </c:pt>
                <c:pt idx="607">
                  <c:v>126.434</c:v>
                </c:pt>
                <c:pt idx="608">
                  <c:v>132.209</c:v>
                </c:pt>
                <c:pt idx="609">
                  <c:v>130.53100000000001</c:v>
                </c:pt>
                <c:pt idx="610">
                  <c:v>135.47399999999999</c:v>
                </c:pt>
                <c:pt idx="611">
                  <c:v>133.601</c:v>
                </c:pt>
                <c:pt idx="612">
                  <c:v>129.40799999999999</c:v>
                </c:pt>
                <c:pt idx="613">
                  <c:v>124.066</c:v>
                </c:pt>
                <c:pt idx="614">
                  <c:v>120.889</c:v>
                </c:pt>
                <c:pt idx="615">
                  <c:v>119.983</c:v>
                </c:pt>
                <c:pt idx="616">
                  <c:v>120.479</c:v>
                </c:pt>
                <c:pt idx="617">
                  <c:v>122.905</c:v>
                </c:pt>
                <c:pt idx="618">
                  <c:v>123.066</c:v>
                </c:pt>
                <c:pt idx="619">
                  <c:v>125.625</c:v>
                </c:pt>
                <c:pt idx="620">
                  <c:v>124.48</c:v>
                </c:pt>
                <c:pt idx="621">
                  <c:v>127.045</c:v>
                </c:pt>
                <c:pt idx="622">
                  <c:v>125.44</c:v>
                </c:pt>
                <c:pt idx="623">
                  <c:v>127.626</c:v>
                </c:pt>
                <c:pt idx="624">
                  <c:v>127.095</c:v>
                </c:pt>
                <c:pt idx="625">
                  <c:v>126.123</c:v>
                </c:pt>
                <c:pt idx="626">
                  <c:v>120.572</c:v>
                </c:pt>
                <c:pt idx="627">
                  <c:v>117.688</c:v>
                </c:pt>
                <c:pt idx="628">
                  <c:v>113.575</c:v>
                </c:pt>
                <c:pt idx="629">
                  <c:v>118.236</c:v>
                </c:pt>
                <c:pt idx="630">
                  <c:v>117.66500000000001</c:v>
                </c:pt>
                <c:pt idx="631">
                  <c:v>117.04</c:v>
                </c:pt>
                <c:pt idx="632">
                  <c:v>117.717</c:v>
                </c:pt>
                <c:pt idx="633">
                  <c:v>117.81399999999999</c:v>
                </c:pt>
                <c:pt idx="634">
                  <c:v>115.285</c:v>
                </c:pt>
                <c:pt idx="635">
                  <c:v>115.285</c:v>
                </c:pt>
                <c:pt idx="636">
                  <c:v>115.285</c:v>
                </c:pt>
                <c:pt idx="637">
                  <c:v>115.285</c:v>
                </c:pt>
                <c:pt idx="638">
                  <c:v>115.285</c:v>
                </c:pt>
                <c:pt idx="639">
                  <c:v>115.285</c:v>
                </c:pt>
                <c:pt idx="640">
                  <c:v>106.38500000000001</c:v>
                </c:pt>
                <c:pt idx="641">
                  <c:v>104.95699999999999</c:v>
                </c:pt>
                <c:pt idx="642">
                  <c:v>102.84</c:v>
                </c:pt>
                <c:pt idx="643">
                  <c:v>105.358</c:v>
                </c:pt>
                <c:pt idx="644">
                  <c:v>103.066</c:v>
                </c:pt>
                <c:pt idx="645">
                  <c:v>101.952</c:v>
                </c:pt>
                <c:pt idx="646">
                  <c:v>103.607</c:v>
                </c:pt>
                <c:pt idx="647">
                  <c:v>103.607</c:v>
                </c:pt>
                <c:pt idx="648">
                  <c:v>103.607</c:v>
                </c:pt>
                <c:pt idx="649">
                  <c:v>103.607</c:v>
                </c:pt>
                <c:pt idx="650">
                  <c:v>103.607</c:v>
                </c:pt>
                <c:pt idx="651">
                  <c:v>103.607</c:v>
                </c:pt>
                <c:pt idx="652">
                  <c:v>103.607</c:v>
                </c:pt>
                <c:pt idx="653">
                  <c:v>86.278999999999996</c:v>
                </c:pt>
                <c:pt idx="654">
                  <c:v>86.278999999999996</c:v>
                </c:pt>
                <c:pt idx="655">
                  <c:v>86.278999999999996</c:v>
                </c:pt>
                <c:pt idx="656">
                  <c:v>88.963999999999999</c:v>
                </c:pt>
                <c:pt idx="657">
                  <c:v>89.245999999999995</c:v>
                </c:pt>
                <c:pt idx="658">
                  <c:v>89.245999999999995</c:v>
                </c:pt>
                <c:pt idx="659">
                  <c:v>89.245999999999995</c:v>
                </c:pt>
                <c:pt idx="660">
                  <c:v>89.245999999999995</c:v>
                </c:pt>
                <c:pt idx="661">
                  <c:v>90.866</c:v>
                </c:pt>
                <c:pt idx="662">
                  <c:v>90.866</c:v>
                </c:pt>
                <c:pt idx="663">
                  <c:v>90.650999999999996</c:v>
                </c:pt>
                <c:pt idx="664">
                  <c:v>90.650999999999996</c:v>
                </c:pt>
                <c:pt idx="665">
                  <c:v>92.713999999999999</c:v>
                </c:pt>
                <c:pt idx="666">
                  <c:v>107.42700000000001</c:v>
                </c:pt>
                <c:pt idx="667">
                  <c:v>110.51900000000001</c:v>
                </c:pt>
                <c:pt idx="668">
                  <c:v>109.95399999999999</c:v>
                </c:pt>
                <c:pt idx="669">
                  <c:v>119.40600000000001</c:v>
                </c:pt>
                <c:pt idx="670">
                  <c:v>120.048</c:v>
                </c:pt>
                <c:pt idx="671">
                  <c:v>116.32299999999999</c:v>
                </c:pt>
                <c:pt idx="672">
                  <c:v>116.253</c:v>
                </c:pt>
                <c:pt idx="673">
                  <c:v>116.252</c:v>
                </c:pt>
                <c:pt idx="674">
                  <c:v>111.619</c:v>
                </c:pt>
                <c:pt idx="675">
                  <c:v>112.953</c:v>
                </c:pt>
                <c:pt idx="676">
                  <c:v>109.99</c:v>
                </c:pt>
                <c:pt idx="677">
                  <c:v>104.643</c:v>
                </c:pt>
                <c:pt idx="678">
                  <c:v>103.298</c:v>
                </c:pt>
                <c:pt idx="679">
                  <c:v>98.194999999999993</c:v>
                </c:pt>
                <c:pt idx="680">
                  <c:v>94.436999999999998</c:v>
                </c:pt>
                <c:pt idx="681">
                  <c:v>92.542000000000002</c:v>
                </c:pt>
                <c:pt idx="682">
                  <c:v>92.653000000000006</c:v>
                </c:pt>
                <c:pt idx="683">
                  <c:v>94.271000000000001</c:v>
                </c:pt>
                <c:pt idx="684">
                  <c:v>98.567999999999998</c:v>
                </c:pt>
                <c:pt idx="685">
                  <c:v>98.567999999999998</c:v>
                </c:pt>
                <c:pt idx="686">
                  <c:v>94.281999999999996</c:v>
                </c:pt>
                <c:pt idx="687">
                  <c:v>94.974000000000004</c:v>
                </c:pt>
                <c:pt idx="688">
                  <c:v>94.852000000000004</c:v>
                </c:pt>
                <c:pt idx="689">
                  <c:v>94.878</c:v>
                </c:pt>
                <c:pt idx="690">
                  <c:v>94.003</c:v>
                </c:pt>
                <c:pt idx="691">
                  <c:v>94.003</c:v>
                </c:pt>
                <c:pt idx="692">
                  <c:v>95.727000000000004</c:v>
                </c:pt>
                <c:pt idx="693">
                  <c:v>97.668999999999997</c:v>
                </c:pt>
                <c:pt idx="694">
                  <c:v>95.072000000000003</c:v>
                </c:pt>
                <c:pt idx="695">
                  <c:v>93.114000000000004</c:v>
                </c:pt>
                <c:pt idx="696">
                  <c:v>86.602000000000004</c:v>
                </c:pt>
                <c:pt idx="697">
                  <c:v>84.441000000000003</c:v>
                </c:pt>
                <c:pt idx="698">
                  <c:v>78.593000000000004</c:v>
                </c:pt>
                <c:pt idx="699">
                  <c:v>72.394999999999996</c:v>
                </c:pt>
                <c:pt idx="700">
                  <c:v>72.394999999999996</c:v>
                </c:pt>
                <c:pt idx="701">
                  <c:v>72.394999999999996</c:v>
                </c:pt>
                <c:pt idx="702">
                  <c:v>72.394999999999996</c:v>
                </c:pt>
                <c:pt idx="703">
                  <c:v>75.843999999999994</c:v>
                </c:pt>
                <c:pt idx="704">
                  <c:v>75.716999999999999</c:v>
                </c:pt>
                <c:pt idx="705">
                  <c:v>75.921000000000006</c:v>
                </c:pt>
                <c:pt idx="706">
                  <c:v>77.456999999999994</c:v>
                </c:pt>
                <c:pt idx="707">
                  <c:v>79.197000000000003</c:v>
                </c:pt>
                <c:pt idx="708">
                  <c:v>89.602000000000004</c:v>
                </c:pt>
                <c:pt idx="709">
                  <c:v>89.602000000000004</c:v>
                </c:pt>
                <c:pt idx="710">
                  <c:v>89.602000000000004</c:v>
                </c:pt>
                <c:pt idx="711">
                  <c:v>89.602000000000004</c:v>
                </c:pt>
                <c:pt idx="712">
                  <c:v>89.602000000000004</c:v>
                </c:pt>
                <c:pt idx="713">
                  <c:v>89.602000000000004</c:v>
                </c:pt>
                <c:pt idx="714">
                  <c:v>89.602000000000004</c:v>
                </c:pt>
                <c:pt idx="715">
                  <c:v>89.602000000000004</c:v>
                </c:pt>
                <c:pt idx="716">
                  <c:v>89.602000000000004</c:v>
                </c:pt>
                <c:pt idx="717">
                  <c:v>89.602000000000004</c:v>
                </c:pt>
                <c:pt idx="718">
                  <c:v>69.385000000000005</c:v>
                </c:pt>
                <c:pt idx="719">
                  <c:v>69.94</c:v>
                </c:pt>
                <c:pt idx="720">
                  <c:v>69.414000000000001</c:v>
                </c:pt>
                <c:pt idx="721">
                  <c:v>69.414000000000001</c:v>
                </c:pt>
                <c:pt idx="722">
                  <c:v>69.414000000000001</c:v>
                </c:pt>
                <c:pt idx="723">
                  <c:v>69.414000000000001</c:v>
                </c:pt>
                <c:pt idx="724">
                  <c:v>68.132000000000005</c:v>
                </c:pt>
                <c:pt idx="725">
                  <c:v>67.23</c:v>
                </c:pt>
                <c:pt idx="726">
                  <c:v>67.23</c:v>
                </c:pt>
                <c:pt idx="727">
                  <c:v>67.23</c:v>
                </c:pt>
                <c:pt idx="728">
                  <c:v>67.23</c:v>
                </c:pt>
                <c:pt idx="729">
                  <c:v>69.522999999999996</c:v>
                </c:pt>
                <c:pt idx="730">
                  <c:v>69.522999999999996</c:v>
                </c:pt>
                <c:pt idx="731">
                  <c:v>67.745999999999995</c:v>
                </c:pt>
                <c:pt idx="732">
                  <c:v>67.781000000000006</c:v>
                </c:pt>
                <c:pt idx="733">
                  <c:v>67.387</c:v>
                </c:pt>
                <c:pt idx="734">
                  <c:v>69.201999999999998</c:v>
                </c:pt>
                <c:pt idx="735">
                  <c:v>68.974999999999994</c:v>
                </c:pt>
                <c:pt idx="736">
                  <c:v>67.311999999999998</c:v>
                </c:pt>
                <c:pt idx="737">
                  <c:v>67.460999999999999</c:v>
                </c:pt>
                <c:pt idx="738">
                  <c:v>69.679000000000002</c:v>
                </c:pt>
                <c:pt idx="739">
                  <c:v>72.44</c:v>
                </c:pt>
                <c:pt idx="740">
                  <c:v>73.441000000000003</c:v>
                </c:pt>
                <c:pt idx="741">
                  <c:v>72.635000000000005</c:v>
                </c:pt>
                <c:pt idx="742">
                  <c:v>74.426000000000002</c:v>
                </c:pt>
                <c:pt idx="743">
                  <c:v>74.426000000000002</c:v>
                </c:pt>
                <c:pt idx="744">
                  <c:v>74.536000000000001</c:v>
                </c:pt>
                <c:pt idx="745">
                  <c:v>74.536000000000001</c:v>
                </c:pt>
                <c:pt idx="746">
                  <c:v>71.578999999999994</c:v>
                </c:pt>
                <c:pt idx="747">
                  <c:v>71.578999999999994</c:v>
                </c:pt>
                <c:pt idx="748">
                  <c:v>72.745999999999995</c:v>
                </c:pt>
                <c:pt idx="749">
                  <c:v>72.745999999999995</c:v>
                </c:pt>
                <c:pt idx="750">
                  <c:v>72.745999999999995</c:v>
                </c:pt>
                <c:pt idx="751">
                  <c:v>77.347999999999999</c:v>
                </c:pt>
                <c:pt idx="752">
                  <c:v>77.347999999999999</c:v>
                </c:pt>
                <c:pt idx="753">
                  <c:v>75.578999999999994</c:v>
                </c:pt>
                <c:pt idx="754">
                  <c:v>75.578999999999994</c:v>
                </c:pt>
                <c:pt idx="755">
                  <c:v>75.578999999999994</c:v>
                </c:pt>
                <c:pt idx="756">
                  <c:v>75.578999999999994</c:v>
                </c:pt>
                <c:pt idx="757">
                  <c:v>75.578999999999994</c:v>
                </c:pt>
                <c:pt idx="758">
                  <c:v>75.578999999999994</c:v>
                </c:pt>
                <c:pt idx="759">
                  <c:v>75.578999999999994</c:v>
                </c:pt>
                <c:pt idx="760">
                  <c:v>75.578999999999994</c:v>
                </c:pt>
                <c:pt idx="761">
                  <c:v>75.578999999999994</c:v>
                </c:pt>
                <c:pt idx="762">
                  <c:v>75.578999999999994</c:v>
                </c:pt>
                <c:pt idx="763">
                  <c:v>75.578999999999994</c:v>
                </c:pt>
                <c:pt idx="764">
                  <c:v>67.798000000000002</c:v>
                </c:pt>
                <c:pt idx="765">
                  <c:v>67.572000000000003</c:v>
                </c:pt>
                <c:pt idx="766">
                  <c:v>67.403999999999996</c:v>
                </c:pt>
                <c:pt idx="767">
                  <c:v>68.878</c:v>
                </c:pt>
                <c:pt idx="768">
                  <c:v>71.581000000000003</c:v>
                </c:pt>
                <c:pt idx="769">
                  <c:v>70.019000000000005</c:v>
                </c:pt>
                <c:pt idx="770">
                  <c:v>71.387</c:v>
                </c:pt>
                <c:pt idx="771">
                  <c:v>76.915000000000006</c:v>
                </c:pt>
                <c:pt idx="772">
                  <c:v>74.611999999999995</c:v>
                </c:pt>
                <c:pt idx="773">
                  <c:v>73.742999999999995</c:v>
                </c:pt>
                <c:pt idx="774">
                  <c:v>73.564999999999998</c:v>
                </c:pt>
                <c:pt idx="775">
                  <c:v>75.596999999999994</c:v>
                </c:pt>
                <c:pt idx="776">
                  <c:v>79.361000000000004</c:v>
                </c:pt>
                <c:pt idx="777">
                  <c:v>82.846999999999994</c:v>
                </c:pt>
                <c:pt idx="778">
                  <c:v>85.691999999999993</c:v>
                </c:pt>
                <c:pt idx="779">
                  <c:v>85.76</c:v>
                </c:pt>
                <c:pt idx="780">
                  <c:v>81.176000000000002</c:v>
                </c:pt>
                <c:pt idx="781">
                  <c:v>79.238</c:v>
                </c:pt>
                <c:pt idx="782">
                  <c:v>78.180000000000007</c:v>
                </c:pt>
                <c:pt idx="783">
                  <c:v>78.554000000000002</c:v>
                </c:pt>
                <c:pt idx="784">
                  <c:v>76.447000000000003</c:v>
                </c:pt>
                <c:pt idx="785">
                  <c:v>75.284000000000006</c:v>
                </c:pt>
                <c:pt idx="786">
                  <c:v>86.295000000000002</c:v>
                </c:pt>
                <c:pt idx="787">
                  <c:v>84.415999999999997</c:v>
                </c:pt>
                <c:pt idx="788">
                  <c:v>86.533000000000001</c:v>
                </c:pt>
                <c:pt idx="789">
                  <c:v>86.905000000000001</c:v>
                </c:pt>
                <c:pt idx="790">
                  <c:v>86.512</c:v>
                </c:pt>
                <c:pt idx="791">
                  <c:v>87.358000000000004</c:v>
                </c:pt>
                <c:pt idx="792">
                  <c:v>89.075999999999993</c:v>
                </c:pt>
                <c:pt idx="793">
                  <c:v>88.54</c:v>
                </c:pt>
                <c:pt idx="794">
                  <c:v>85.760999999999996</c:v>
                </c:pt>
                <c:pt idx="795">
                  <c:v>85.132999999999996</c:v>
                </c:pt>
                <c:pt idx="796">
                  <c:v>84.376999999999995</c:v>
                </c:pt>
                <c:pt idx="797">
                  <c:v>84.048000000000002</c:v>
                </c:pt>
                <c:pt idx="798">
                  <c:v>85.215000000000003</c:v>
                </c:pt>
                <c:pt idx="799">
                  <c:v>84.692999999999998</c:v>
                </c:pt>
                <c:pt idx="800">
                  <c:v>83.76</c:v>
                </c:pt>
                <c:pt idx="801">
                  <c:v>83.709000000000003</c:v>
                </c:pt>
                <c:pt idx="802">
                  <c:v>84.68</c:v>
                </c:pt>
                <c:pt idx="803">
                  <c:v>83.32</c:v>
                </c:pt>
                <c:pt idx="804">
                  <c:v>80.86</c:v>
                </c:pt>
                <c:pt idx="805">
                  <c:v>78.087000000000003</c:v>
                </c:pt>
                <c:pt idx="806">
                  <c:v>80.448999999999998</c:v>
                </c:pt>
                <c:pt idx="807">
                  <c:v>79.908000000000001</c:v>
                </c:pt>
                <c:pt idx="808">
                  <c:v>79.337000000000003</c:v>
                </c:pt>
                <c:pt idx="809">
                  <c:v>79.147000000000006</c:v>
                </c:pt>
                <c:pt idx="810">
                  <c:v>78.900999999999996</c:v>
                </c:pt>
                <c:pt idx="811">
                  <c:v>77.384</c:v>
                </c:pt>
                <c:pt idx="812">
                  <c:v>78.617999999999995</c:v>
                </c:pt>
                <c:pt idx="813">
                  <c:v>77.091999999999999</c:v>
                </c:pt>
                <c:pt idx="814">
                  <c:v>77.052999999999997</c:v>
                </c:pt>
                <c:pt idx="815">
                  <c:v>77.313999999999993</c:v>
                </c:pt>
                <c:pt idx="816">
                  <c:v>78.335999999999999</c:v>
                </c:pt>
                <c:pt idx="817">
                  <c:v>78.055000000000007</c:v>
                </c:pt>
                <c:pt idx="818">
                  <c:v>77.542000000000002</c:v>
                </c:pt>
                <c:pt idx="819">
                  <c:v>76.676000000000002</c:v>
                </c:pt>
                <c:pt idx="820">
                  <c:v>74.448999999999998</c:v>
                </c:pt>
                <c:pt idx="821">
                  <c:v>76.12</c:v>
                </c:pt>
                <c:pt idx="822">
                  <c:v>76.88</c:v>
                </c:pt>
                <c:pt idx="823">
                  <c:v>76.631</c:v>
                </c:pt>
                <c:pt idx="824">
                  <c:v>77.655000000000001</c:v>
                </c:pt>
                <c:pt idx="825">
                  <c:v>78.997</c:v>
                </c:pt>
                <c:pt idx="826">
                  <c:v>78.978999999999999</c:v>
                </c:pt>
                <c:pt idx="827">
                  <c:v>78.081000000000003</c:v>
                </c:pt>
                <c:pt idx="828">
                  <c:v>77.078000000000003</c:v>
                </c:pt>
                <c:pt idx="829">
                  <c:v>76.731999999999999</c:v>
                </c:pt>
                <c:pt idx="830">
                  <c:v>76.367000000000004</c:v>
                </c:pt>
                <c:pt idx="831">
                  <c:v>76.066999999999993</c:v>
                </c:pt>
                <c:pt idx="832">
                  <c:v>75.424000000000007</c:v>
                </c:pt>
                <c:pt idx="833">
                  <c:v>75.456999999999994</c:v>
                </c:pt>
                <c:pt idx="834">
                  <c:v>76.123999999999995</c:v>
                </c:pt>
                <c:pt idx="835">
                  <c:v>75.662999999999997</c:v>
                </c:pt>
                <c:pt idx="836">
                  <c:v>75.146000000000001</c:v>
                </c:pt>
                <c:pt idx="837">
                  <c:v>75.158000000000001</c:v>
                </c:pt>
                <c:pt idx="838">
                  <c:v>74.960999999999999</c:v>
                </c:pt>
                <c:pt idx="839">
                  <c:v>72.617999999999995</c:v>
                </c:pt>
                <c:pt idx="840">
                  <c:v>72.617999999999995</c:v>
                </c:pt>
                <c:pt idx="841">
                  <c:v>72.905000000000001</c:v>
                </c:pt>
                <c:pt idx="842">
                  <c:v>73.245000000000005</c:v>
                </c:pt>
                <c:pt idx="843">
                  <c:v>74.155000000000001</c:v>
                </c:pt>
                <c:pt idx="844">
                  <c:v>74.186000000000007</c:v>
                </c:pt>
                <c:pt idx="845">
                  <c:v>74.936000000000007</c:v>
                </c:pt>
                <c:pt idx="846">
                  <c:v>75.248000000000005</c:v>
                </c:pt>
                <c:pt idx="847">
                  <c:v>74.602999999999994</c:v>
                </c:pt>
                <c:pt idx="848">
                  <c:v>74.09</c:v>
                </c:pt>
                <c:pt idx="849">
                  <c:v>73.555000000000007</c:v>
                </c:pt>
                <c:pt idx="850">
                  <c:v>73.287000000000006</c:v>
                </c:pt>
                <c:pt idx="851">
                  <c:v>73.989999999999995</c:v>
                </c:pt>
                <c:pt idx="852">
                  <c:v>74.311000000000007</c:v>
                </c:pt>
                <c:pt idx="853">
                  <c:v>74.286000000000001</c:v>
                </c:pt>
                <c:pt idx="854">
                  <c:v>74.346999999999994</c:v>
                </c:pt>
                <c:pt idx="855">
                  <c:v>74.367000000000004</c:v>
                </c:pt>
                <c:pt idx="856">
                  <c:v>75.397000000000006</c:v>
                </c:pt>
                <c:pt idx="857">
                  <c:v>76.209999999999994</c:v>
                </c:pt>
                <c:pt idx="858">
                  <c:v>78.626999999999995</c:v>
                </c:pt>
                <c:pt idx="859">
                  <c:v>77.531000000000006</c:v>
                </c:pt>
                <c:pt idx="860">
                  <c:v>78.034999999999997</c:v>
                </c:pt>
                <c:pt idx="861">
                  <c:v>77.524000000000001</c:v>
                </c:pt>
                <c:pt idx="862">
                  <c:v>77.265000000000001</c:v>
                </c:pt>
                <c:pt idx="863">
                  <c:v>77.625</c:v>
                </c:pt>
                <c:pt idx="864">
                  <c:v>78.103999999999999</c:v>
                </c:pt>
                <c:pt idx="865">
                  <c:v>79.793999999999997</c:v>
                </c:pt>
                <c:pt idx="866">
                  <c:v>80.010000000000005</c:v>
                </c:pt>
                <c:pt idx="867">
                  <c:v>79.528999999999996</c:v>
                </c:pt>
                <c:pt idx="868">
                  <c:v>78.853999999999999</c:v>
                </c:pt>
                <c:pt idx="869">
                  <c:v>79.820999999999998</c:v>
                </c:pt>
                <c:pt idx="870">
                  <c:v>83.07</c:v>
                </c:pt>
                <c:pt idx="871">
                  <c:v>82.847999999999999</c:v>
                </c:pt>
                <c:pt idx="872">
                  <c:v>80.22</c:v>
                </c:pt>
                <c:pt idx="873">
                  <c:v>81.13</c:v>
                </c:pt>
                <c:pt idx="874">
                  <c:v>80.756</c:v>
                </c:pt>
                <c:pt idx="875">
                  <c:v>80.540999999999997</c:v>
                </c:pt>
                <c:pt idx="876">
                  <c:v>79.688000000000002</c:v>
                </c:pt>
                <c:pt idx="877">
                  <c:v>79.688999999999993</c:v>
                </c:pt>
                <c:pt idx="878">
                  <c:v>79.039000000000001</c:v>
                </c:pt>
                <c:pt idx="879">
                  <c:v>77.012</c:v>
                </c:pt>
                <c:pt idx="880">
                  <c:v>77.588999999999999</c:v>
                </c:pt>
                <c:pt idx="881">
                  <c:v>75.286000000000001</c:v>
                </c:pt>
                <c:pt idx="882">
                  <c:v>74.325000000000003</c:v>
                </c:pt>
                <c:pt idx="883">
                  <c:v>74.22</c:v>
                </c:pt>
                <c:pt idx="884">
                  <c:v>73.855000000000004</c:v>
                </c:pt>
                <c:pt idx="885">
                  <c:v>73.864000000000004</c:v>
                </c:pt>
                <c:pt idx="886">
                  <c:v>74.349000000000004</c:v>
                </c:pt>
                <c:pt idx="887">
                  <c:v>73.537000000000006</c:v>
                </c:pt>
                <c:pt idx="888">
                  <c:v>72.754999999999995</c:v>
                </c:pt>
                <c:pt idx="889">
                  <c:v>72.28</c:v>
                </c:pt>
                <c:pt idx="890">
                  <c:v>72.036000000000001</c:v>
                </c:pt>
                <c:pt idx="891">
                  <c:v>71.853999999999999</c:v>
                </c:pt>
                <c:pt idx="892">
                  <c:v>68.929000000000002</c:v>
                </c:pt>
                <c:pt idx="893">
                  <c:v>67.796999999999997</c:v>
                </c:pt>
                <c:pt idx="894">
                  <c:v>66.597999999999999</c:v>
                </c:pt>
                <c:pt idx="895">
                  <c:v>66.831000000000003</c:v>
                </c:pt>
                <c:pt idx="896">
                  <c:v>66.747</c:v>
                </c:pt>
                <c:pt idx="897">
                  <c:v>66.715999999999994</c:v>
                </c:pt>
                <c:pt idx="898">
                  <c:v>66.557000000000002</c:v>
                </c:pt>
                <c:pt idx="899">
                  <c:v>67.275000000000006</c:v>
                </c:pt>
                <c:pt idx="900">
                  <c:v>67.816000000000003</c:v>
                </c:pt>
                <c:pt idx="901">
                  <c:v>66.801000000000002</c:v>
                </c:pt>
                <c:pt idx="902">
                  <c:v>66.501000000000005</c:v>
                </c:pt>
                <c:pt idx="903">
                  <c:v>66.802999999999997</c:v>
                </c:pt>
                <c:pt idx="904">
                  <c:v>67.307000000000002</c:v>
                </c:pt>
                <c:pt idx="905">
                  <c:v>67.046999999999997</c:v>
                </c:pt>
                <c:pt idx="906">
                  <c:v>69.111999999999995</c:v>
                </c:pt>
                <c:pt idx="907">
                  <c:v>86.644999999999996</c:v>
                </c:pt>
                <c:pt idx="908">
                  <c:v>80.200999999999993</c:v>
                </c:pt>
                <c:pt idx="909">
                  <c:v>79.929000000000002</c:v>
                </c:pt>
                <c:pt idx="910">
                  <c:v>77.367999999999995</c:v>
                </c:pt>
                <c:pt idx="911">
                  <c:v>79.772999999999996</c:v>
                </c:pt>
                <c:pt idx="912">
                  <c:v>80.103999999999999</c:v>
                </c:pt>
                <c:pt idx="913">
                  <c:v>82.686999999999998</c:v>
                </c:pt>
                <c:pt idx="914">
                  <c:v>82.557000000000002</c:v>
                </c:pt>
                <c:pt idx="915">
                  <c:v>81.489000000000004</c:v>
                </c:pt>
                <c:pt idx="916">
                  <c:v>76.977999999999994</c:v>
                </c:pt>
                <c:pt idx="917">
                  <c:v>82.644999999999996</c:v>
                </c:pt>
                <c:pt idx="918">
                  <c:v>86.498000000000005</c:v>
                </c:pt>
                <c:pt idx="919">
                  <c:v>89.061000000000007</c:v>
                </c:pt>
                <c:pt idx="920">
                  <c:v>84.856999999999999</c:v>
                </c:pt>
                <c:pt idx="921">
                  <c:v>87.158000000000001</c:v>
                </c:pt>
                <c:pt idx="922">
                  <c:v>95.81</c:v>
                </c:pt>
                <c:pt idx="923">
                  <c:v>93.028000000000006</c:v>
                </c:pt>
                <c:pt idx="924">
                  <c:v>93.557000000000002</c:v>
                </c:pt>
                <c:pt idx="925">
                  <c:v>92.605000000000004</c:v>
                </c:pt>
                <c:pt idx="926">
                  <c:v>86.504000000000005</c:v>
                </c:pt>
                <c:pt idx="927">
                  <c:v>87.093000000000004</c:v>
                </c:pt>
                <c:pt idx="928">
                  <c:v>84.040999999999997</c:v>
                </c:pt>
                <c:pt idx="929">
                  <c:v>83.221000000000004</c:v>
                </c:pt>
                <c:pt idx="930">
                  <c:v>82.998999999999995</c:v>
                </c:pt>
                <c:pt idx="931">
                  <c:v>82.771000000000001</c:v>
                </c:pt>
                <c:pt idx="932">
                  <c:v>80.8</c:v>
                </c:pt>
                <c:pt idx="933">
                  <c:v>78.861999999999995</c:v>
                </c:pt>
                <c:pt idx="934">
                  <c:v>79.97</c:v>
                </c:pt>
                <c:pt idx="935">
                  <c:v>82.055999999999997</c:v>
                </c:pt>
                <c:pt idx="936">
                  <c:v>82.343999999999994</c:v>
                </c:pt>
                <c:pt idx="937">
                  <c:v>83.801000000000002</c:v>
                </c:pt>
                <c:pt idx="938">
                  <c:v>82.537999999999997</c:v>
                </c:pt>
                <c:pt idx="939">
                  <c:v>80.67</c:v>
                </c:pt>
                <c:pt idx="940">
                  <c:v>81.287999999999997</c:v>
                </c:pt>
                <c:pt idx="941">
                  <c:v>83.465999999999994</c:v>
                </c:pt>
                <c:pt idx="942">
                  <c:v>85.176000000000002</c:v>
                </c:pt>
                <c:pt idx="943">
                  <c:v>83.183999999999997</c:v>
                </c:pt>
                <c:pt idx="944">
                  <c:v>85.271000000000001</c:v>
                </c:pt>
                <c:pt idx="945">
                  <c:v>84.56</c:v>
                </c:pt>
                <c:pt idx="946">
                  <c:v>83.364999999999995</c:v>
                </c:pt>
                <c:pt idx="947">
                  <c:v>82.459000000000003</c:v>
                </c:pt>
                <c:pt idx="948">
                  <c:v>79.945999999999998</c:v>
                </c:pt>
                <c:pt idx="949">
                  <c:v>78.712000000000003</c:v>
                </c:pt>
                <c:pt idx="950">
                  <c:v>77.742999999999995</c:v>
                </c:pt>
                <c:pt idx="951">
                  <c:v>77.355000000000004</c:v>
                </c:pt>
                <c:pt idx="952">
                  <c:v>78.138000000000005</c:v>
                </c:pt>
                <c:pt idx="953">
                  <c:v>80.400000000000006</c:v>
                </c:pt>
                <c:pt idx="954">
                  <c:v>80.254000000000005</c:v>
                </c:pt>
                <c:pt idx="955">
                  <c:v>88.343999999999994</c:v>
                </c:pt>
                <c:pt idx="956">
                  <c:v>85.034999999999997</c:v>
                </c:pt>
                <c:pt idx="957">
                  <c:v>88.456000000000003</c:v>
                </c:pt>
                <c:pt idx="958">
                  <c:v>89.491</c:v>
                </c:pt>
                <c:pt idx="959">
                  <c:v>88.048000000000002</c:v>
                </c:pt>
                <c:pt idx="960">
                  <c:v>86.811999999999998</c:v>
                </c:pt>
                <c:pt idx="961">
                  <c:v>86.665000000000006</c:v>
                </c:pt>
                <c:pt idx="962">
                  <c:v>83.152000000000001</c:v>
                </c:pt>
                <c:pt idx="963">
                  <c:v>80.756</c:v>
                </c:pt>
                <c:pt idx="964">
                  <c:v>78.888000000000005</c:v>
                </c:pt>
                <c:pt idx="965">
                  <c:v>75.421000000000006</c:v>
                </c:pt>
                <c:pt idx="966">
                  <c:v>74.718000000000004</c:v>
                </c:pt>
                <c:pt idx="967">
                  <c:v>77.840999999999994</c:v>
                </c:pt>
                <c:pt idx="968">
                  <c:v>78.152000000000001</c:v>
                </c:pt>
                <c:pt idx="969">
                  <c:v>76.076999999999998</c:v>
                </c:pt>
                <c:pt idx="970">
                  <c:v>76.216999999999999</c:v>
                </c:pt>
                <c:pt idx="971">
                  <c:v>78.844999999999999</c:v>
                </c:pt>
                <c:pt idx="972">
                  <c:v>78.090999999999994</c:v>
                </c:pt>
                <c:pt idx="973">
                  <c:v>77.478999999999999</c:v>
                </c:pt>
                <c:pt idx="974">
                  <c:v>77</c:v>
                </c:pt>
                <c:pt idx="975">
                  <c:v>76.260000000000005</c:v>
                </c:pt>
                <c:pt idx="976">
                  <c:v>76.260000000000005</c:v>
                </c:pt>
                <c:pt idx="977">
                  <c:v>73.323999999999998</c:v>
                </c:pt>
                <c:pt idx="978">
                  <c:v>73.405000000000001</c:v>
                </c:pt>
                <c:pt idx="979">
                  <c:v>75.186999999999998</c:v>
                </c:pt>
                <c:pt idx="980">
                  <c:v>74.628</c:v>
                </c:pt>
                <c:pt idx="981">
                  <c:v>72.123000000000005</c:v>
                </c:pt>
                <c:pt idx="982">
                  <c:v>73.397999999999996</c:v>
                </c:pt>
                <c:pt idx="983">
                  <c:v>78.790999999999997</c:v>
                </c:pt>
                <c:pt idx="984">
                  <c:v>77.575999999999993</c:v>
                </c:pt>
                <c:pt idx="985">
                  <c:v>79.866</c:v>
                </c:pt>
                <c:pt idx="986">
                  <c:v>78.3</c:v>
                </c:pt>
                <c:pt idx="987">
                  <c:v>78.238</c:v>
                </c:pt>
                <c:pt idx="988">
                  <c:v>81.028000000000006</c:v>
                </c:pt>
                <c:pt idx="989">
                  <c:v>84.066000000000003</c:v>
                </c:pt>
                <c:pt idx="990">
                  <c:v>87.522999999999996</c:v>
                </c:pt>
                <c:pt idx="991">
                  <c:v>87.808999999999997</c:v>
                </c:pt>
                <c:pt idx="992">
                  <c:v>86.1</c:v>
                </c:pt>
                <c:pt idx="993">
                  <c:v>86.043000000000006</c:v>
                </c:pt>
                <c:pt idx="994">
                  <c:v>87.817999999999998</c:v>
                </c:pt>
                <c:pt idx="995">
                  <c:v>88.215999999999994</c:v>
                </c:pt>
                <c:pt idx="996">
                  <c:v>89.037000000000006</c:v>
                </c:pt>
                <c:pt idx="997">
                  <c:v>86.393000000000001</c:v>
                </c:pt>
                <c:pt idx="998">
                  <c:v>89.313999999999993</c:v>
                </c:pt>
                <c:pt idx="999">
                  <c:v>91.483999999999995</c:v>
                </c:pt>
                <c:pt idx="1000">
                  <c:v>90.799000000000007</c:v>
                </c:pt>
                <c:pt idx="1001">
                  <c:v>82.369</c:v>
                </c:pt>
                <c:pt idx="1002">
                  <c:v>89.507999999999996</c:v>
                </c:pt>
                <c:pt idx="1003">
                  <c:v>91.748999999999995</c:v>
                </c:pt>
                <c:pt idx="1004">
                  <c:v>97.305000000000007</c:v>
                </c:pt>
                <c:pt idx="1005">
                  <c:v>95.566000000000003</c:v>
                </c:pt>
                <c:pt idx="1006">
                  <c:v>92.338999999999999</c:v>
                </c:pt>
                <c:pt idx="1007">
                  <c:v>91.489000000000004</c:v>
                </c:pt>
                <c:pt idx="1008">
                  <c:v>95.793999999999997</c:v>
                </c:pt>
                <c:pt idx="1009">
                  <c:v>99.674000000000007</c:v>
                </c:pt>
                <c:pt idx="1010">
                  <c:v>97.468999999999994</c:v>
                </c:pt>
                <c:pt idx="1011">
                  <c:v>94.903000000000006</c:v>
                </c:pt>
                <c:pt idx="1012">
                  <c:v>97.001000000000005</c:v>
                </c:pt>
                <c:pt idx="1013">
                  <c:v>98.021000000000001</c:v>
                </c:pt>
                <c:pt idx="1014">
                  <c:v>98.460999999999999</c:v>
                </c:pt>
                <c:pt idx="1015">
                  <c:v>101.123</c:v>
                </c:pt>
                <c:pt idx="1016">
                  <c:v>98.741</c:v>
                </c:pt>
                <c:pt idx="1017">
                  <c:v>107.29</c:v>
                </c:pt>
                <c:pt idx="1018">
                  <c:v>108.27500000000001</c:v>
                </c:pt>
                <c:pt idx="1019">
                  <c:v>113.36799999999999</c:v>
                </c:pt>
                <c:pt idx="1020">
                  <c:v>113.46</c:v>
                </c:pt>
                <c:pt idx="1021">
                  <c:v>115.053</c:v>
                </c:pt>
                <c:pt idx="1022">
                  <c:v>126.50700000000001</c:v>
                </c:pt>
                <c:pt idx="1023">
                  <c:v>123.685</c:v>
                </c:pt>
                <c:pt idx="1024">
                  <c:v>115.491</c:v>
                </c:pt>
                <c:pt idx="1025">
                  <c:v>108.152</c:v>
                </c:pt>
                <c:pt idx="1026">
                  <c:v>111.857</c:v>
                </c:pt>
                <c:pt idx="1027">
                  <c:v>112.992</c:v>
                </c:pt>
                <c:pt idx="1028">
                  <c:v>112.215</c:v>
                </c:pt>
                <c:pt idx="1029">
                  <c:v>104.21599999999999</c:v>
                </c:pt>
                <c:pt idx="1030">
                  <c:v>90.715000000000003</c:v>
                </c:pt>
                <c:pt idx="1031">
                  <c:v>87.963999999999999</c:v>
                </c:pt>
                <c:pt idx="1032">
                  <c:v>96.926000000000002</c:v>
                </c:pt>
                <c:pt idx="1033">
                  <c:v>99.480999999999995</c:v>
                </c:pt>
                <c:pt idx="1034">
                  <c:v>97.441000000000003</c:v>
                </c:pt>
                <c:pt idx="1035">
                  <c:v>96.748999999999995</c:v>
                </c:pt>
                <c:pt idx="1036">
                  <c:v>95.951999999999998</c:v>
                </c:pt>
                <c:pt idx="1037">
                  <c:v>93.998000000000005</c:v>
                </c:pt>
                <c:pt idx="1038">
                  <c:v>83.409000000000006</c:v>
                </c:pt>
                <c:pt idx="1039">
                  <c:v>82.429000000000002</c:v>
                </c:pt>
                <c:pt idx="1040">
                  <c:v>83.995000000000005</c:v>
                </c:pt>
                <c:pt idx="1041">
                  <c:v>84.751000000000005</c:v>
                </c:pt>
                <c:pt idx="1042">
                  <c:v>76.62</c:v>
                </c:pt>
                <c:pt idx="1043">
                  <c:v>77.218999999999994</c:v>
                </c:pt>
                <c:pt idx="1044">
                  <c:v>81.052999999999997</c:v>
                </c:pt>
                <c:pt idx="1045">
                  <c:v>81.350999999999999</c:v>
                </c:pt>
                <c:pt idx="1046">
                  <c:v>82.600999999999999</c:v>
                </c:pt>
                <c:pt idx="1047">
                  <c:v>85.489000000000004</c:v>
                </c:pt>
                <c:pt idx="1048">
                  <c:v>87.725999999999999</c:v>
                </c:pt>
                <c:pt idx="1049">
                  <c:v>87.956000000000003</c:v>
                </c:pt>
                <c:pt idx="1050">
                  <c:v>87.811000000000007</c:v>
                </c:pt>
                <c:pt idx="1051">
                  <c:v>100.035</c:v>
                </c:pt>
                <c:pt idx="1052">
                  <c:v>92.518000000000001</c:v>
                </c:pt>
                <c:pt idx="1053">
                  <c:v>91.48</c:v>
                </c:pt>
                <c:pt idx="1054">
                  <c:v>89.448999999999998</c:v>
                </c:pt>
                <c:pt idx="1055">
                  <c:v>92.998999999999995</c:v>
                </c:pt>
                <c:pt idx="1056">
                  <c:v>98.596000000000004</c:v>
                </c:pt>
                <c:pt idx="1057">
                  <c:v>98.841999999999999</c:v>
                </c:pt>
                <c:pt idx="1058">
                  <c:v>100.18300000000001</c:v>
                </c:pt>
                <c:pt idx="1059">
                  <c:v>99.66</c:v>
                </c:pt>
                <c:pt idx="1060">
                  <c:v>130.50200000000001</c:v>
                </c:pt>
                <c:pt idx="1061">
                  <c:v>110.03100000000001</c:v>
                </c:pt>
                <c:pt idx="1062">
                  <c:v>106.90900000000001</c:v>
                </c:pt>
                <c:pt idx="1063">
                  <c:v>127.845</c:v>
                </c:pt>
                <c:pt idx="1064">
                  <c:v>108.607</c:v>
                </c:pt>
                <c:pt idx="1065">
                  <c:v>103.94</c:v>
                </c:pt>
                <c:pt idx="1066">
                  <c:v>104.25</c:v>
                </c:pt>
                <c:pt idx="1067">
                  <c:v>109.866</c:v>
                </c:pt>
                <c:pt idx="1068">
                  <c:v>106.358</c:v>
                </c:pt>
                <c:pt idx="1069">
                  <c:v>102.253</c:v>
                </c:pt>
                <c:pt idx="1070">
                  <c:v>101.321</c:v>
                </c:pt>
                <c:pt idx="1071">
                  <c:v>96.581999999999994</c:v>
                </c:pt>
                <c:pt idx="1072">
                  <c:v>91.238</c:v>
                </c:pt>
                <c:pt idx="1073">
                  <c:v>87.290999999999997</c:v>
                </c:pt>
                <c:pt idx="1074">
                  <c:v>89.228999999999999</c:v>
                </c:pt>
                <c:pt idx="1075">
                  <c:v>92.4</c:v>
                </c:pt>
                <c:pt idx="1076">
                  <c:v>93.15</c:v>
                </c:pt>
                <c:pt idx="1077">
                  <c:v>91.015000000000001</c:v>
                </c:pt>
                <c:pt idx="1078">
                  <c:v>90.679000000000002</c:v>
                </c:pt>
                <c:pt idx="1079">
                  <c:v>90.99</c:v>
                </c:pt>
                <c:pt idx="1080">
                  <c:v>92.933000000000007</c:v>
                </c:pt>
                <c:pt idx="1081">
                  <c:v>100.355</c:v>
                </c:pt>
                <c:pt idx="1082">
                  <c:v>109.848</c:v>
                </c:pt>
                <c:pt idx="1083">
                  <c:v>110.65</c:v>
                </c:pt>
                <c:pt idx="1084">
                  <c:v>105.081</c:v>
                </c:pt>
                <c:pt idx="1085">
                  <c:v>137.505</c:v>
                </c:pt>
                <c:pt idx="1086">
                  <c:v>116.167</c:v>
                </c:pt>
                <c:pt idx="1087">
                  <c:v>106.455</c:v>
                </c:pt>
                <c:pt idx="1088">
                  <c:v>104.444</c:v>
                </c:pt>
                <c:pt idx="1089">
                  <c:v>107.542</c:v>
                </c:pt>
                <c:pt idx="1090">
                  <c:v>110.495</c:v>
                </c:pt>
                <c:pt idx="1091">
                  <c:v>107.321</c:v>
                </c:pt>
                <c:pt idx="1092">
                  <c:v>105.754</c:v>
                </c:pt>
                <c:pt idx="1093">
                  <c:v>108.20399999999999</c:v>
                </c:pt>
                <c:pt idx="1094">
                  <c:v>127.42400000000001</c:v>
                </c:pt>
                <c:pt idx="1095">
                  <c:v>144.178</c:v>
                </c:pt>
                <c:pt idx="1096">
                  <c:v>143.173</c:v>
                </c:pt>
                <c:pt idx="1097">
                  <c:v>145.714</c:v>
                </c:pt>
                <c:pt idx="1098">
                  <c:v>145.83600000000001</c:v>
                </c:pt>
                <c:pt idx="1099">
                  <c:v>149.25299999999999</c:v>
                </c:pt>
                <c:pt idx="1100">
                  <c:v>149.625</c:v>
                </c:pt>
                <c:pt idx="1101">
                  <c:v>145.28200000000001</c:v>
                </c:pt>
                <c:pt idx="1102">
                  <c:v>145.13900000000001</c:v>
                </c:pt>
                <c:pt idx="1103">
                  <c:v>155.78800000000001</c:v>
                </c:pt>
                <c:pt idx="1104">
                  <c:v>157.452</c:v>
                </c:pt>
                <c:pt idx="1105">
                  <c:v>160.44900000000001</c:v>
                </c:pt>
                <c:pt idx="1106">
                  <c:v>164.428</c:v>
                </c:pt>
                <c:pt idx="1107">
                  <c:v>157.25</c:v>
                </c:pt>
                <c:pt idx="1108">
                  <c:v>155.744</c:v>
                </c:pt>
                <c:pt idx="1109">
                  <c:v>145.70699999999999</c:v>
                </c:pt>
                <c:pt idx="1110">
                  <c:v>142.08699999999999</c:v>
                </c:pt>
                <c:pt idx="1111">
                  <c:v>128.39099999999999</c:v>
                </c:pt>
                <c:pt idx="1112">
                  <c:v>116.18300000000001</c:v>
                </c:pt>
                <c:pt idx="1113">
                  <c:v>117.46</c:v>
                </c:pt>
                <c:pt idx="1114">
                  <c:v>126.471</c:v>
                </c:pt>
                <c:pt idx="1115">
                  <c:v>106.188</c:v>
                </c:pt>
                <c:pt idx="1116">
                  <c:v>99.010999999999996</c:v>
                </c:pt>
                <c:pt idx="1117">
                  <c:v>102.751</c:v>
                </c:pt>
                <c:pt idx="1118">
                  <c:v>106.06699999999999</c:v>
                </c:pt>
                <c:pt idx="1119">
                  <c:v>102.94799999999999</c:v>
                </c:pt>
                <c:pt idx="1120">
                  <c:v>101.41800000000001</c:v>
                </c:pt>
                <c:pt idx="1121">
                  <c:v>98.316999999999993</c:v>
                </c:pt>
                <c:pt idx="1122">
                  <c:v>97.254000000000005</c:v>
                </c:pt>
                <c:pt idx="1123">
                  <c:v>112.07</c:v>
                </c:pt>
                <c:pt idx="1124">
                  <c:v>108.988</c:v>
                </c:pt>
                <c:pt idx="1125">
                  <c:v>105.47199999999999</c:v>
                </c:pt>
                <c:pt idx="1126">
                  <c:v>102.85899999999999</c:v>
                </c:pt>
                <c:pt idx="1127">
                  <c:v>97.587000000000003</c:v>
                </c:pt>
                <c:pt idx="1128">
                  <c:v>99.415000000000006</c:v>
                </c:pt>
                <c:pt idx="1129">
                  <c:v>103.02200000000001</c:v>
                </c:pt>
                <c:pt idx="1130">
                  <c:v>105.864</c:v>
                </c:pt>
                <c:pt idx="1131">
                  <c:v>113.97199999999999</c:v>
                </c:pt>
                <c:pt idx="1132">
                  <c:v>111.27800000000001</c:v>
                </c:pt>
                <c:pt idx="1133">
                  <c:v>106.97199999999999</c:v>
                </c:pt>
                <c:pt idx="1134">
                  <c:v>102.697</c:v>
                </c:pt>
                <c:pt idx="1135">
                  <c:v>103.515</c:v>
                </c:pt>
                <c:pt idx="1136">
                  <c:v>109.20399999999999</c:v>
                </c:pt>
                <c:pt idx="1137">
                  <c:v>107.941</c:v>
                </c:pt>
                <c:pt idx="1138">
                  <c:v>110.645</c:v>
                </c:pt>
                <c:pt idx="1139">
                  <c:v>123.58799999999999</c:v>
                </c:pt>
                <c:pt idx="1140">
                  <c:v>122.235</c:v>
                </c:pt>
                <c:pt idx="1141">
                  <c:v>123.38800000000001</c:v>
                </c:pt>
                <c:pt idx="1142">
                  <c:v>120.99</c:v>
                </c:pt>
                <c:pt idx="1143">
                  <c:v>118.372</c:v>
                </c:pt>
                <c:pt idx="1144">
                  <c:v>114.458</c:v>
                </c:pt>
                <c:pt idx="1145">
                  <c:v>111.081</c:v>
                </c:pt>
                <c:pt idx="1146">
                  <c:v>101.18899999999999</c:v>
                </c:pt>
                <c:pt idx="1147">
                  <c:v>112.30200000000001</c:v>
                </c:pt>
                <c:pt idx="1148">
                  <c:v>107.77200000000001</c:v>
                </c:pt>
                <c:pt idx="1149">
                  <c:v>105.36</c:v>
                </c:pt>
                <c:pt idx="1150">
                  <c:v>110.78100000000001</c:v>
                </c:pt>
                <c:pt idx="1151">
                  <c:v>112.45099999999999</c:v>
                </c:pt>
                <c:pt idx="1152">
                  <c:v>122.553</c:v>
                </c:pt>
                <c:pt idx="1153">
                  <c:v>131.44200000000001</c:v>
                </c:pt>
                <c:pt idx="1154">
                  <c:v>136.93299999999999</c:v>
                </c:pt>
                <c:pt idx="1155">
                  <c:v>147.26599999999999</c:v>
                </c:pt>
                <c:pt idx="1156">
                  <c:v>158.41800000000001</c:v>
                </c:pt>
                <c:pt idx="1157">
                  <c:v>151.732</c:v>
                </c:pt>
                <c:pt idx="1158">
                  <c:v>160.76900000000001</c:v>
                </c:pt>
                <c:pt idx="1159">
                  <c:v>163.65600000000001</c:v>
                </c:pt>
                <c:pt idx="1160">
                  <c:v>161.352</c:v>
                </c:pt>
                <c:pt idx="1161">
                  <c:v>159.74199999999999</c:v>
                </c:pt>
                <c:pt idx="1162">
                  <c:v>148.51499999999999</c:v>
                </c:pt>
                <c:pt idx="1163">
                  <c:v>148.44499999999999</c:v>
                </c:pt>
                <c:pt idx="1164">
                  <c:v>150.477</c:v>
                </c:pt>
                <c:pt idx="1165">
                  <c:v>153.78700000000001</c:v>
                </c:pt>
                <c:pt idx="1166">
                  <c:v>158.75399999999999</c:v>
                </c:pt>
                <c:pt idx="1167">
                  <c:v>161.56800000000001</c:v>
                </c:pt>
                <c:pt idx="1168">
                  <c:v>158.45099999999999</c:v>
                </c:pt>
                <c:pt idx="1169">
                  <c:v>158.43100000000001</c:v>
                </c:pt>
                <c:pt idx="1170">
                  <c:v>160.042</c:v>
                </c:pt>
                <c:pt idx="1171">
                  <c:v>159.16300000000001</c:v>
                </c:pt>
                <c:pt idx="1172">
                  <c:v>154.71799999999999</c:v>
                </c:pt>
                <c:pt idx="1173">
                  <c:v>154.119</c:v>
                </c:pt>
                <c:pt idx="1174">
                  <c:v>156.68</c:v>
                </c:pt>
                <c:pt idx="1175">
                  <c:v>159.19499999999999</c:v>
                </c:pt>
                <c:pt idx="1176">
                  <c:v>157.249</c:v>
                </c:pt>
                <c:pt idx="1177">
                  <c:v>156.47200000000001</c:v>
                </c:pt>
                <c:pt idx="1178">
                  <c:v>144.965</c:v>
                </c:pt>
                <c:pt idx="1179">
                  <c:v>141.30600000000001</c:v>
                </c:pt>
                <c:pt idx="1180">
                  <c:v>137.75700000000001</c:v>
                </c:pt>
                <c:pt idx="1181">
                  <c:v>138.79</c:v>
                </c:pt>
                <c:pt idx="1182">
                  <c:v>136.596</c:v>
                </c:pt>
                <c:pt idx="1183">
                  <c:v>136.375</c:v>
                </c:pt>
                <c:pt idx="1184">
                  <c:v>139.80199999999999</c:v>
                </c:pt>
                <c:pt idx="1185">
                  <c:v>138.06</c:v>
                </c:pt>
                <c:pt idx="1186">
                  <c:v>124.96899999999999</c:v>
                </c:pt>
                <c:pt idx="1187">
                  <c:v>122.083</c:v>
                </c:pt>
                <c:pt idx="1188">
                  <c:v>124.1</c:v>
                </c:pt>
                <c:pt idx="1189">
                  <c:v>125.986</c:v>
                </c:pt>
                <c:pt idx="1190">
                  <c:v>105.967</c:v>
                </c:pt>
                <c:pt idx="1191">
                  <c:v>104.358</c:v>
                </c:pt>
                <c:pt idx="1192">
                  <c:v>102.89700000000001</c:v>
                </c:pt>
                <c:pt idx="1193">
                  <c:v>103.923</c:v>
                </c:pt>
                <c:pt idx="1194">
                  <c:v>114.05</c:v>
                </c:pt>
                <c:pt idx="1195">
                  <c:v>111.504</c:v>
                </c:pt>
                <c:pt idx="1196">
                  <c:v>113.801</c:v>
                </c:pt>
                <c:pt idx="1197">
                  <c:v>112.005</c:v>
                </c:pt>
                <c:pt idx="1198">
                  <c:v>105.265</c:v>
                </c:pt>
                <c:pt idx="1199">
                  <c:v>98.938000000000002</c:v>
                </c:pt>
                <c:pt idx="1200">
                  <c:v>97.475999999999999</c:v>
                </c:pt>
                <c:pt idx="1201">
                  <c:v>97.1</c:v>
                </c:pt>
                <c:pt idx="1202">
                  <c:v>93.807000000000002</c:v>
                </c:pt>
                <c:pt idx="1203">
                  <c:v>91.534999999999997</c:v>
                </c:pt>
                <c:pt idx="1204">
                  <c:v>87.117000000000004</c:v>
                </c:pt>
                <c:pt idx="1205">
                  <c:v>88.875</c:v>
                </c:pt>
                <c:pt idx="1206">
                  <c:v>92.045000000000002</c:v>
                </c:pt>
                <c:pt idx="1207">
                  <c:v>100.11799999999999</c:v>
                </c:pt>
                <c:pt idx="1208">
                  <c:v>104.194</c:v>
                </c:pt>
                <c:pt idx="1209">
                  <c:v>102.931</c:v>
                </c:pt>
                <c:pt idx="1210">
                  <c:v>101.58499999999999</c:v>
                </c:pt>
                <c:pt idx="1211">
                  <c:v>99.751000000000005</c:v>
                </c:pt>
                <c:pt idx="1212">
                  <c:v>96.128</c:v>
                </c:pt>
                <c:pt idx="1213">
                  <c:v>90.611000000000004</c:v>
                </c:pt>
                <c:pt idx="1214">
                  <c:v>95.319000000000003</c:v>
                </c:pt>
                <c:pt idx="1215">
                  <c:v>99.013000000000005</c:v>
                </c:pt>
                <c:pt idx="1216">
                  <c:v>102.244</c:v>
                </c:pt>
                <c:pt idx="1217">
                  <c:v>104.485</c:v>
                </c:pt>
                <c:pt idx="1218">
                  <c:v>102.95699999999999</c:v>
                </c:pt>
                <c:pt idx="1219">
                  <c:v>102.15600000000001</c:v>
                </c:pt>
                <c:pt idx="1220">
                  <c:v>101.688</c:v>
                </c:pt>
                <c:pt idx="1221">
                  <c:v>101.688</c:v>
                </c:pt>
                <c:pt idx="1222">
                  <c:v>100.498</c:v>
                </c:pt>
                <c:pt idx="1223">
                  <c:v>100.324</c:v>
                </c:pt>
                <c:pt idx="1224">
                  <c:v>101.509</c:v>
                </c:pt>
                <c:pt idx="1225">
                  <c:v>99.572000000000003</c:v>
                </c:pt>
                <c:pt idx="1226">
                  <c:v>99.572000000000003</c:v>
                </c:pt>
                <c:pt idx="1227">
                  <c:v>97.228999999999999</c:v>
                </c:pt>
                <c:pt idx="1228">
                  <c:v>96.808000000000007</c:v>
                </c:pt>
                <c:pt idx="1229">
                  <c:v>96.043000000000006</c:v>
                </c:pt>
                <c:pt idx="1230">
                  <c:v>96.522000000000006</c:v>
                </c:pt>
                <c:pt idx="1231">
                  <c:v>91.138000000000005</c:v>
                </c:pt>
                <c:pt idx="1232">
                  <c:v>94.197999999999993</c:v>
                </c:pt>
                <c:pt idx="1233">
                  <c:v>93.153999999999996</c:v>
                </c:pt>
                <c:pt idx="1234">
                  <c:v>89.837999999999994</c:v>
                </c:pt>
                <c:pt idx="1235">
                  <c:v>89.123000000000005</c:v>
                </c:pt>
                <c:pt idx="1236">
                  <c:v>88.762</c:v>
                </c:pt>
                <c:pt idx="1237">
                  <c:v>87.375</c:v>
                </c:pt>
                <c:pt idx="1238">
                  <c:v>85.105999999999995</c:v>
                </c:pt>
                <c:pt idx="1239">
                  <c:v>88.840999999999994</c:v>
                </c:pt>
                <c:pt idx="1240">
                  <c:v>86.653999999999996</c:v>
                </c:pt>
                <c:pt idx="1241">
                  <c:v>86.653999999999996</c:v>
                </c:pt>
                <c:pt idx="1242">
                  <c:v>87.137</c:v>
                </c:pt>
                <c:pt idx="1243">
                  <c:v>85.063000000000002</c:v>
                </c:pt>
                <c:pt idx="1244">
                  <c:v>84.197000000000003</c:v>
                </c:pt>
                <c:pt idx="1245">
                  <c:v>86.090999999999994</c:v>
                </c:pt>
                <c:pt idx="1246">
                  <c:v>88.287999999999997</c:v>
                </c:pt>
                <c:pt idx="1247">
                  <c:v>84.108000000000004</c:v>
                </c:pt>
                <c:pt idx="1248">
                  <c:v>78.978999999999999</c:v>
                </c:pt>
                <c:pt idx="1249">
                  <c:v>78.905000000000001</c:v>
                </c:pt>
                <c:pt idx="1250">
                  <c:v>83.686999999999998</c:v>
                </c:pt>
                <c:pt idx="1251">
                  <c:v>86.611999999999995</c:v>
                </c:pt>
                <c:pt idx="1252">
                  <c:v>85.504999999999995</c:v>
                </c:pt>
                <c:pt idx="1253">
                  <c:v>86.962999999999994</c:v>
                </c:pt>
                <c:pt idx="1254">
                  <c:v>90.507999999999996</c:v>
                </c:pt>
                <c:pt idx="1255">
                  <c:v>92.626000000000005</c:v>
                </c:pt>
                <c:pt idx="1256">
                  <c:v>89.799000000000007</c:v>
                </c:pt>
                <c:pt idx="1257">
                  <c:v>90.638000000000005</c:v>
                </c:pt>
                <c:pt idx="1258">
                  <c:v>90.123999999999995</c:v>
                </c:pt>
                <c:pt idx="1259">
                  <c:v>92.453000000000003</c:v>
                </c:pt>
                <c:pt idx="1260">
                  <c:v>95.149000000000001</c:v>
                </c:pt>
                <c:pt idx="1261">
                  <c:v>99.646000000000001</c:v>
                </c:pt>
                <c:pt idx="1262">
                  <c:v>101.423</c:v>
                </c:pt>
                <c:pt idx="1263">
                  <c:v>95.793000000000006</c:v>
                </c:pt>
                <c:pt idx="1264">
                  <c:v>98.097999999999999</c:v>
                </c:pt>
                <c:pt idx="1265">
                  <c:v>94.492999999999995</c:v>
                </c:pt>
                <c:pt idx="1266">
                  <c:v>93.826999999999998</c:v>
                </c:pt>
                <c:pt idx="1267">
                  <c:v>92.516999999999996</c:v>
                </c:pt>
                <c:pt idx="1268">
                  <c:v>93.695999999999998</c:v>
                </c:pt>
                <c:pt idx="1269">
                  <c:v>90.849000000000004</c:v>
                </c:pt>
                <c:pt idx="1270">
                  <c:v>90.206000000000003</c:v>
                </c:pt>
                <c:pt idx="1271">
                  <c:v>88.138000000000005</c:v>
                </c:pt>
                <c:pt idx="1272">
                  <c:v>93.718000000000004</c:v>
                </c:pt>
                <c:pt idx="1273">
                  <c:v>94.394000000000005</c:v>
                </c:pt>
                <c:pt idx="1274">
                  <c:v>100.223</c:v>
                </c:pt>
                <c:pt idx="1275">
                  <c:v>102.782</c:v>
                </c:pt>
                <c:pt idx="1276">
                  <c:v>108.742</c:v>
                </c:pt>
                <c:pt idx="1277">
                  <c:v>110.651</c:v>
                </c:pt>
                <c:pt idx="1278">
                  <c:v>107.47</c:v>
                </c:pt>
                <c:pt idx="1279">
                  <c:v>105.039</c:v>
                </c:pt>
                <c:pt idx="1280">
                  <c:v>120.19</c:v>
                </c:pt>
                <c:pt idx="1281">
                  <c:v>111.295</c:v>
                </c:pt>
                <c:pt idx="1282">
                  <c:v>111.057</c:v>
                </c:pt>
                <c:pt idx="1283">
                  <c:v>111.764</c:v>
                </c:pt>
                <c:pt idx="1284">
                  <c:v>109.883</c:v>
                </c:pt>
                <c:pt idx="1285">
                  <c:v>104.53400000000001</c:v>
                </c:pt>
                <c:pt idx="1286">
                  <c:v>99.025000000000006</c:v>
                </c:pt>
                <c:pt idx="1287">
                  <c:v>96.471000000000004</c:v>
                </c:pt>
                <c:pt idx="1288">
                  <c:v>92.686999999999998</c:v>
                </c:pt>
                <c:pt idx="1289">
                  <c:v>93.064999999999998</c:v>
                </c:pt>
                <c:pt idx="1290">
                  <c:v>93.73</c:v>
                </c:pt>
                <c:pt idx="1291">
                  <c:v>94.125</c:v>
                </c:pt>
                <c:pt idx="1292">
                  <c:v>94.177000000000007</c:v>
                </c:pt>
                <c:pt idx="1293">
                  <c:v>92.034999999999997</c:v>
                </c:pt>
                <c:pt idx="1294">
                  <c:v>89.516000000000005</c:v>
                </c:pt>
                <c:pt idx="1295">
                  <c:v>88.353999999999999</c:v>
                </c:pt>
                <c:pt idx="1296">
                  <c:v>88.671999999999997</c:v>
                </c:pt>
                <c:pt idx="1297">
                  <c:v>89.27</c:v>
                </c:pt>
                <c:pt idx="1298">
                  <c:v>88.986000000000004</c:v>
                </c:pt>
                <c:pt idx="1299">
                  <c:v>98.453000000000003</c:v>
                </c:pt>
                <c:pt idx="1300">
                  <c:v>97.331999999999994</c:v>
                </c:pt>
                <c:pt idx="1301">
                  <c:v>95.906999999999996</c:v>
                </c:pt>
                <c:pt idx="1302">
                  <c:v>96.664000000000001</c:v>
                </c:pt>
                <c:pt idx="1303">
                  <c:v>98.715999999999994</c:v>
                </c:pt>
                <c:pt idx="1304">
                  <c:v>101.014</c:v>
                </c:pt>
                <c:pt idx="1305">
                  <c:v>99.457999999999998</c:v>
                </c:pt>
                <c:pt idx="1306">
                  <c:v>97.513999999999996</c:v>
                </c:pt>
                <c:pt idx="1307">
                  <c:v>99.085999999999999</c:v>
                </c:pt>
                <c:pt idx="1308">
                  <c:v>98.183999999999997</c:v>
                </c:pt>
                <c:pt idx="1309">
                  <c:v>95.301000000000002</c:v>
                </c:pt>
                <c:pt idx="1310">
                  <c:v>95.379000000000005</c:v>
                </c:pt>
                <c:pt idx="1311">
                  <c:v>95.084999999999994</c:v>
                </c:pt>
                <c:pt idx="1312">
                  <c:v>95.635999999999996</c:v>
                </c:pt>
                <c:pt idx="1313">
                  <c:v>96.087000000000003</c:v>
                </c:pt>
                <c:pt idx="1314">
                  <c:v>91.506</c:v>
                </c:pt>
                <c:pt idx="1315">
                  <c:v>91.084000000000003</c:v>
                </c:pt>
                <c:pt idx="1316">
                  <c:v>90.076999999999998</c:v>
                </c:pt>
                <c:pt idx="1317">
                  <c:v>90.18</c:v>
                </c:pt>
                <c:pt idx="1318">
                  <c:v>92.379000000000005</c:v>
                </c:pt>
                <c:pt idx="1319">
                  <c:v>92.022000000000006</c:v>
                </c:pt>
                <c:pt idx="1320">
                  <c:v>90.302999999999997</c:v>
                </c:pt>
                <c:pt idx="1321">
                  <c:v>86.209000000000003</c:v>
                </c:pt>
                <c:pt idx="1322">
                  <c:v>88.804000000000002</c:v>
                </c:pt>
                <c:pt idx="1323">
                  <c:v>86.747</c:v>
                </c:pt>
                <c:pt idx="1324">
                  <c:v>85.778000000000006</c:v>
                </c:pt>
                <c:pt idx="1325">
                  <c:v>86.141000000000005</c:v>
                </c:pt>
                <c:pt idx="1326">
                  <c:v>85.596999999999994</c:v>
                </c:pt>
                <c:pt idx="1327">
                  <c:v>84.295000000000002</c:v>
                </c:pt>
                <c:pt idx="1328">
                  <c:v>83.617000000000004</c:v>
                </c:pt>
                <c:pt idx="1329">
                  <c:v>83.783000000000001</c:v>
                </c:pt>
                <c:pt idx="1330">
                  <c:v>81.972999999999999</c:v>
                </c:pt>
                <c:pt idx="1331">
                  <c:v>82.3</c:v>
                </c:pt>
                <c:pt idx="1332">
                  <c:v>82.963999999999999</c:v>
                </c:pt>
                <c:pt idx="1333">
                  <c:v>83.2</c:v>
                </c:pt>
                <c:pt idx="1334">
                  <c:v>84.147000000000006</c:v>
                </c:pt>
                <c:pt idx="1335">
                  <c:v>84.793000000000006</c:v>
                </c:pt>
                <c:pt idx="1336">
                  <c:v>85.277000000000001</c:v>
                </c:pt>
                <c:pt idx="1337">
                  <c:v>87.808999999999997</c:v>
                </c:pt>
                <c:pt idx="1338">
                  <c:v>90.563000000000002</c:v>
                </c:pt>
                <c:pt idx="1339">
                  <c:v>89.87</c:v>
                </c:pt>
                <c:pt idx="1340">
                  <c:v>83.828000000000003</c:v>
                </c:pt>
                <c:pt idx="1341">
                  <c:v>83.596000000000004</c:v>
                </c:pt>
                <c:pt idx="1342">
                  <c:v>83.891000000000005</c:v>
                </c:pt>
                <c:pt idx="1343">
                  <c:v>85.778999999999996</c:v>
                </c:pt>
                <c:pt idx="1344">
                  <c:v>87.116</c:v>
                </c:pt>
                <c:pt idx="1345">
                  <c:v>86.692999999999998</c:v>
                </c:pt>
                <c:pt idx="1346">
                  <c:v>84.932000000000002</c:v>
                </c:pt>
                <c:pt idx="1347">
                  <c:v>83.120999999999995</c:v>
                </c:pt>
                <c:pt idx="1348">
                  <c:v>81.44</c:v>
                </c:pt>
                <c:pt idx="1349">
                  <c:v>81.328000000000003</c:v>
                </c:pt>
                <c:pt idx="1350">
                  <c:v>82.05</c:v>
                </c:pt>
                <c:pt idx="1351">
                  <c:v>81.162999999999997</c:v>
                </c:pt>
                <c:pt idx="1352">
                  <c:v>82.498999999999995</c:v>
                </c:pt>
                <c:pt idx="1353">
                  <c:v>82.605999999999995</c:v>
                </c:pt>
                <c:pt idx="1354">
                  <c:v>82.070999999999998</c:v>
                </c:pt>
                <c:pt idx="1355">
                  <c:v>80.238</c:v>
                </c:pt>
                <c:pt idx="1356">
                  <c:v>78.790000000000006</c:v>
                </c:pt>
                <c:pt idx="1357">
                  <c:v>77.275000000000006</c:v>
                </c:pt>
                <c:pt idx="1358">
                  <c:v>75.66</c:v>
                </c:pt>
                <c:pt idx="1359">
                  <c:v>73.275999999999996</c:v>
                </c:pt>
                <c:pt idx="1360">
                  <c:v>74.918000000000006</c:v>
                </c:pt>
                <c:pt idx="1361">
                  <c:v>77.183999999999997</c:v>
                </c:pt>
                <c:pt idx="1362">
                  <c:v>79.637</c:v>
                </c:pt>
                <c:pt idx="1363">
                  <c:v>78.001999999999995</c:v>
                </c:pt>
                <c:pt idx="1364">
                  <c:v>78.484999999999999</c:v>
                </c:pt>
                <c:pt idx="1365">
                  <c:v>79.626000000000005</c:v>
                </c:pt>
                <c:pt idx="1366">
                  <c:v>79.739000000000004</c:v>
                </c:pt>
                <c:pt idx="1367">
                  <c:v>80.248999999999995</c:v>
                </c:pt>
                <c:pt idx="1368">
                  <c:v>80.349999999999994</c:v>
                </c:pt>
                <c:pt idx="1369">
                  <c:v>83.442999999999998</c:v>
                </c:pt>
                <c:pt idx="1370">
                  <c:v>86.358000000000004</c:v>
                </c:pt>
                <c:pt idx="1371">
                  <c:v>87.206999999999994</c:v>
                </c:pt>
                <c:pt idx="1372">
                  <c:v>91.849000000000004</c:v>
                </c:pt>
                <c:pt idx="1373">
                  <c:v>89.918000000000006</c:v>
                </c:pt>
                <c:pt idx="1374">
                  <c:v>84.965999999999994</c:v>
                </c:pt>
                <c:pt idx="1375">
                  <c:v>83.153000000000006</c:v>
                </c:pt>
                <c:pt idx="1376">
                  <c:v>84.094999999999999</c:v>
                </c:pt>
                <c:pt idx="1377">
                  <c:v>87.53</c:v>
                </c:pt>
                <c:pt idx="1378">
                  <c:v>85.807000000000002</c:v>
                </c:pt>
                <c:pt idx="1379">
                  <c:v>84.198999999999998</c:v>
                </c:pt>
                <c:pt idx="1380">
                  <c:v>82.495000000000005</c:v>
                </c:pt>
                <c:pt idx="1381">
                  <c:v>81.244</c:v>
                </c:pt>
                <c:pt idx="1382">
                  <c:v>79.403999999999996</c:v>
                </c:pt>
                <c:pt idx="1383">
                  <c:v>78.789000000000001</c:v>
                </c:pt>
                <c:pt idx="1384">
                  <c:v>79.137</c:v>
                </c:pt>
                <c:pt idx="1385">
                  <c:v>79.358000000000004</c:v>
                </c:pt>
                <c:pt idx="1386">
                  <c:v>80.730999999999995</c:v>
                </c:pt>
                <c:pt idx="1387">
                  <c:v>80.316999999999993</c:v>
                </c:pt>
                <c:pt idx="1388">
                  <c:v>79.177000000000007</c:v>
                </c:pt>
                <c:pt idx="1389">
                  <c:v>78.497</c:v>
                </c:pt>
                <c:pt idx="1390">
                  <c:v>78.409000000000006</c:v>
                </c:pt>
                <c:pt idx="1391">
                  <c:v>77.61</c:v>
                </c:pt>
                <c:pt idx="1392">
                  <c:v>78.37</c:v>
                </c:pt>
                <c:pt idx="1393">
                  <c:v>79.843000000000004</c:v>
                </c:pt>
                <c:pt idx="1394">
                  <c:v>79.828000000000003</c:v>
                </c:pt>
                <c:pt idx="1395">
                  <c:v>85.671000000000006</c:v>
                </c:pt>
                <c:pt idx="1396">
                  <c:v>89.441000000000003</c:v>
                </c:pt>
                <c:pt idx="1397">
                  <c:v>89.83</c:v>
                </c:pt>
                <c:pt idx="1398">
                  <c:v>89.518000000000001</c:v>
                </c:pt>
                <c:pt idx="1399">
                  <c:v>92.454999999999998</c:v>
                </c:pt>
                <c:pt idx="1400">
                  <c:v>92.582999999999998</c:v>
                </c:pt>
                <c:pt idx="1401">
                  <c:v>92.941000000000003</c:v>
                </c:pt>
                <c:pt idx="1402">
                  <c:v>93.436000000000007</c:v>
                </c:pt>
                <c:pt idx="1403">
                  <c:v>95.72</c:v>
                </c:pt>
                <c:pt idx="1404">
                  <c:v>99.105000000000004</c:v>
                </c:pt>
                <c:pt idx="1405">
                  <c:v>100.095</c:v>
                </c:pt>
                <c:pt idx="1406">
                  <c:v>99.527000000000001</c:v>
                </c:pt>
                <c:pt idx="1407">
                  <c:v>100.61799999999999</c:v>
                </c:pt>
                <c:pt idx="1408">
                  <c:v>96.948999999999998</c:v>
                </c:pt>
                <c:pt idx="1409">
                  <c:v>94.295000000000002</c:v>
                </c:pt>
                <c:pt idx="1410">
                  <c:v>93.852000000000004</c:v>
                </c:pt>
                <c:pt idx="1411">
                  <c:v>95.703000000000003</c:v>
                </c:pt>
                <c:pt idx="1412">
                  <c:v>96.001000000000005</c:v>
                </c:pt>
                <c:pt idx="1413">
                  <c:v>95.891000000000005</c:v>
                </c:pt>
                <c:pt idx="1414">
                  <c:v>97.835999999999999</c:v>
                </c:pt>
                <c:pt idx="1415">
                  <c:v>101.81100000000001</c:v>
                </c:pt>
                <c:pt idx="1416">
                  <c:v>102.367</c:v>
                </c:pt>
                <c:pt idx="1417">
                  <c:v>103.01600000000001</c:v>
                </c:pt>
                <c:pt idx="1418">
                  <c:v>98.378</c:v>
                </c:pt>
                <c:pt idx="1419">
                  <c:v>98.671000000000006</c:v>
                </c:pt>
                <c:pt idx="1420">
                  <c:v>102.31</c:v>
                </c:pt>
                <c:pt idx="1421">
                  <c:v>101.10599999999999</c:v>
                </c:pt>
                <c:pt idx="1422">
                  <c:v>100.578</c:v>
                </c:pt>
                <c:pt idx="1423">
                  <c:v>98.606999999999999</c:v>
                </c:pt>
                <c:pt idx="1424">
                  <c:v>96.653000000000006</c:v>
                </c:pt>
                <c:pt idx="1425">
                  <c:v>90.680999999999997</c:v>
                </c:pt>
                <c:pt idx="1426">
                  <c:v>86.844999999999999</c:v>
                </c:pt>
                <c:pt idx="1427">
                  <c:v>83.847999999999999</c:v>
                </c:pt>
                <c:pt idx="1428">
                  <c:v>86.155000000000001</c:v>
                </c:pt>
                <c:pt idx="1429">
                  <c:v>84.176000000000002</c:v>
                </c:pt>
                <c:pt idx="1430">
                  <c:v>85.632000000000005</c:v>
                </c:pt>
                <c:pt idx="1431">
                  <c:v>86.778999999999996</c:v>
                </c:pt>
                <c:pt idx="1432">
                  <c:v>84.453999999999994</c:v>
                </c:pt>
                <c:pt idx="1433">
                  <c:v>79.406999999999996</c:v>
                </c:pt>
                <c:pt idx="1434">
                  <c:v>77.484999999999999</c:v>
                </c:pt>
                <c:pt idx="1435">
                  <c:v>77.816999999999993</c:v>
                </c:pt>
                <c:pt idx="1436">
                  <c:v>76.94</c:v>
                </c:pt>
                <c:pt idx="1437">
                  <c:v>73.843000000000004</c:v>
                </c:pt>
                <c:pt idx="1438">
                  <c:v>74.495999999999995</c:v>
                </c:pt>
                <c:pt idx="1439">
                  <c:v>76.296999999999997</c:v>
                </c:pt>
                <c:pt idx="1440">
                  <c:v>74.722999999999999</c:v>
                </c:pt>
                <c:pt idx="1441">
                  <c:v>74.876999999999995</c:v>
                </c:pt>
                <c:pt idx="1442">
                  <c:v>75.341999999999999</c:v>
                </c:pt>
                <c:pt idx="1443">
                  <c:v>75.995999999999995</c:v>
                </c:pt>
                <c:pt idx="1444">
                  <c:v>75.162000000000006</c:v>
                </c:pt>
                <c:pt idx="1445">
                  <c:v>75.316999999999993</c:v>
                </c:pt>
                <c:pt idx="1446">
                  <c:v>74.846000000000004</c:v>
                </c:pt>
                <c:pt idx="1447">
                  <c:v>74.316999999999993</c:v>
                </c:pt>
                <c:pt idx="1448">
                  <c:v>75.763000000000005</c:v>
                </c:pt>
                <c:pt idx="1449">
                  <c:v>75.53</c:v>
                </c:pt>
                <c:pt idx="1450">
                  <c:v>75.8</c:v>
                </c:pt>
                <c:pt idx="1451">
                  <c:v>75.072000000000003</c:v>
                </c:pt>
                <c:pt idx="1452">
                  <c:v>75.093999999999994</c:v>
                </c:pt>
                <c:pt idx="1453">
                  <c:v>74.325000000000003</c:v>
                </c:pt>
                <c:pt idx="1454">
                  <c:v>72.525999999999996</c:v>
                </c:pt>
                <c:pt idx="1455">
                  <c:v>68.891999999999996</c:v>
                </c:pt>
                <c:pt idx="1456">
                  <c:v>71.218000000000004</c:v>
                </c:pt>
                <c:pt idx="1457">
                  <c:v>69.599999999999994</c:v>
                </c:pt>
                <c:pt idx="1458">
                  <c:v>69.658000000000001</c:v>
                </c:pt>
                <c:pt idx="1459">
                  <c:v>71.504000000000005</c:v>
                </c:pt>
                <c:pt idx="1460">
                  <c:v>70.962000000000003</c:v>
                </c:pt>
                <c:pt idx="1461">
                  <c:v>72.245000000000005</c:v>
                </c:pt>
                <c:pt idx="1462">
                  <c:v>72.17</c:v>
                </c:pt>
                <c:pt idx="1463">
                  <c:v>71.811999999999998</c:v>
                </c:pt>
                <c:pt idx="1464">
                  <c:v>71.995000000000005</c:v>
                </c:pt>
                <c:pt idx="1465">
                  <c:v>71.19</c:v>
                </c:pt>
                <c:pt idx="1466">
                  <c:v>75.379000000000005</c:v>
                </c:pt>
                <c:pt idx="1467">
                  <c:v>75.515000000000001</c:v>
                </c:pt>
                <c:pt idx="1468">
                  <c:v>76.944999999999993</c:v>
                </c:pt>
                <c:pt idx="1469">
                  <c:v>77.915999999999997</c:v>
                </c:pt>
                <c:pt idx="1470">
                  <c:v>76.497</c:v>
                </c:pt>
                <c:pt idx="1471">
                  <c:v>75.233999999999995</c:v>
                </c:pt>
                <c:pt idx="1472">
                  <c:v>73.408000000000001</c:v>
                </c:pt>
                <c:pt idx="1473">
                  <c:v>73.989000000000004</c:v>
                </c:pt>
                <c:pt idx="1474">
                  <c:v>73.102999999999994</c:v>
                </c:pt>
                <c:pt idx="1475">
                  <c:v>75.53</c:v>
                </c:pt>
                <c:pt idx="1476">
                  <c:v>77.820999999999998</c:v>
                </c:pt>
                <c:pt idx="1477">
                  <c:v>75.686000000000007</c:v>
                </c:pt>
                <c:pt idx="1478">
                  <c:v>74.257999999999996</c:v>
                </c:pt>
                <c:pt idx="1479">
                  <c:v>74.221000000000004</c:v>
                </c:pt>
                <c:pt idx="1480">
                  <c:v>74.671000000000006</c:v>
                </c:pt>
                <c:pt idx="1481">
                  <c:v>74.468000000000004</c:v>
                </c:pt>
                <c:pt idx="1482">
                  <c:v>75.887</c:v>
                </c:pt>
                <c:pt idx="1483">
                  <c:v>75.61</c:v>
                </c:pt>
                <c:pt idx="1484">
                  <c:v>76.200999999999993</c:v>
                </c:pt>
                <c:pt idx="1485">
                  <c:v>75.039000000000001</c:v>
                </c:pt>
                <c:pt idx="1486">
                  <c:v>74.402000000000001</c:v>
                </c:pt>
                <c:pt idx="1487">
                  <c:v>76.165000000000006</c:v>
                </c:pt>
                <c:pt idx="1488">
                  <c:v>74.379000000000005</c:v>
                </c:pt>
                <c:pt idx="1489">
                  <c:v>74.950999999999993</c:v>
                </c:pt>
                <c:pt idx="1490">
                  <c:v>74.248999999999995</c:v>
                </c:pt>
                <c:pt idx="1491">
                  <c:v>72.997</c:v>
                </c:pt>
                <c:pt idx="1492">
                  <c:v>73.393000000000001</c:v>
                </c:pt>
                <c:pt idx="1493">
                  <c:v>73.393000000000001</c:v>
                </c:pt>
                <c:pt idx="1494">
                  <c:v>72.227999999999994</c:v>
                </c:pt>
                <c:pt idx="1495">
                  <c:v>70.733999999999995</c:v>
                </c:pt>
                <c:pt idx="1496">
                  <c:v>70.635000000000005</c:v>
                </c:pt>
                <c:pt idx="1497">
                  <c:v>71.528999999999996</c:v>
                </c:pt>
                <c:pt idx="1498">
                  <c:v>71.671000000000006</c:v>
                </c:pt>
                <c:pt idx="1499">
                  <c:v>68.981999999999999</c:v>
                </c:pt>
                <c:pt idx="1500">
                  <c:v>68.343999999999994</c:v>
                </c:pt>
                <c:pt idx="1501">
                  <c:v>69.302000000000007</c:v>
                </c:pt>
                <c:pt idx="1502">
                  <c:v>70.686999999999998</c:v>
                </c:pt>
                <c:pt idx="1503">
                  <c:v>71.59</c:v>
                </c:pt>
                <c:pt idx="1504">
                  <c:v>71.14</c:v>
                </c:pt>
                <c:pt idx="1505">
                  <c:v>68.945999999999998</c:v>
                </c:pt>
                <c:pt idx="1506">
                  <c:v>69.631</c:v>
                </c:pt>
                <c:pt idx="1507">
                  <c:v>70.566999999999993</c:v>
                </c:pt>
                <c:pt idx="1508">
                  <c:v>71.685000000000002</c:v>
                </c:pt>
                <c:pt idx="1509">
                  <c:v>69.873999999999995</c:v>
                </c:pt>
                <c:pt idx="1510">
                  <c:v>69.77</c:v>
                </c:pt>
                <c:pt idx="1511">
                  <c:v>68.134</c:v>
                </c:pt>
                <c:pt idx="1512">
                  <c:v>67.853999999999999</c:v>
                </c:pt>
                <c:pt idx="1513">
                  <c:v>68.769000000000005</c:v>
                </c:pt>
                <c:pt idx="1514">
                  <c:v>67.980999999999995</c:v>
                </c:pt>
                <c:pt idx="1515">
                  <c:v>67.921000000000006</c:v>
                </c:pt>
                <c:pt idx="1516">
                  <c:v>73.28</c:v>
                </c:pt>
                <c:pt idx="1517">
                  <c:v>70.989000000000004</c:v>
                </c:pt>
                <c:pt idx="1518">
                  <c:v>71.328000000000003</c:v>
                </c:pt>
                <c:pt idx="1519">
                  <c:v>71.915999999999997</c:v>
                </c:pt>
                <c:pt idx="1520">
                  <c:v>71.843999999999994</c:v>
                </c:pt>
                <c:pt idx="1521">
                  <c:v>71.870999999999995</c:v>
                </c:pt>
                <c:pt idx="1522">
                  <c:v>71.772000000000006</c:v>
                </c:pt>
                <c:pt idx="1523">
                  <c:v>72.424000000000007</c:v>
                </c:pt>
                <c:pt idx="1524">
                  <c:v>74.355999999999995</c:v>
                </c:pt>
                <c:pt idx="1525">
                  <c:v>74.712999999999994</c:v>
                </c:pt>
                <c:pt idx="1526">
                  <c:v>74.173000000000002</c:v>
                </c:pt>
                <c:pt idx="1527">
                  <c:v>75.814999999999998</c:v>
                </c:pt>
                <c:pt idx="1528">
                  <c:v>80.477000000000004</c:v>
                </c:pt>
                <c:pt idx="1529">
                  <c:v>79.475999999999999</c:v>
                </c:pt>
                <c:pt idx="1530">
                  <c:v>77.427999999999997</c:v>
                </c:pt>
                <c:pt idx="1531">
                  <c:v>80.228999999999999</c:v>
                </c:pt>
                <c:pt idx="1532">
                  <c:v>79.542000000000002</c:v>
                </c:pt>
                <c:pt idx="1533">
                  <c:v>78.426000000000002</c:v>
                </c:pt>
                <c:pt idx="1534">
                  <c:v>78.134</c:v>
                </c:pt>
                <c:pt idx="1535">
                  <c:v>79.944000000000003</c:v>
                </c:pt>
                <c:pt idx="1536">
                  <c:v>78.450999999999993</c:v>
                </c:pt>
                <c:pt idx="1537">
                  <c:v>76.06</c:v>
                </c:pt>
                <c:pt idx="1538">
                  <c:v>75.546000000000006</c:v>
                </c:pt>
                <c:pt idx="1539">
                  <c:v>74.317999999999998</c:v>
                </c:pt>
                <c:pt idx="1540">
                  <c:v>72.138000000000005</c:v>
                </c:pt>
                <c:pt idx="1541">
                  <c:v>70.635000000000005</c:v>
                </c:pt>
                <c:pt idx="1542">
                  <c:v>70.733000000000004</c:v>
                </c:pt>
                <c:pt idx="1543">
                  <c:v>72.242000000000004</c:v>
                </c:pt>
                <c:pt idx="1544">
                  <c:v>71.522999999999996</c:v>
                </c:pt>
                <c:pt idx="1545">
                  <c:v>70.858999999999995</c:v>
                </c:pt>
                <c:pt idx="1546">
                  <c:v>71.099999999999994</c:v>
                </c:pt>
                <c:pt idx="1547">
                  <c:v>70.072999999999993</c:v>
                </c:pt>
                <c:pt idx="1548">
                  <c:v>70.447000000000003</c:v>
                </c:pt>
                <c:pt idx="1549">
                  <c:v>69.888999999999996</c:v>
                </c:pt>
                <c:pt idx="1550">
                  <c:v>70.468000000000004</c:v>
                </c:pt>
                <c:pt idx="1551">
                  <c:v>71.191999999999993</c:v>
                </c:pt>
                <c:pt idx="1552">
                  <c:v>71.935000000000002</c:v>
                </c:pt>
                <c:pt idx="1553">
                  <c:v>71.42</c:v>
                </c:pt>
                <c:pt idx="1554">
                  <c:v>71.995999999999995</c:v>
                </c:pt>
                <c:pt idx="1555">
                  <c:v>72.828000000000003</c:v>
                </c:pt>
                <c:pt idx="1556">
                  <c:v>72.302999999999997</c:v>
                </c:pt>
                <c:pt idx="1557">
                  <c:v>71.533000000000001</c:v>
                </c:pt>
                <c:pt idx="1558">
                  <c:v>71.733000000000004</c:v>
                </c:pt>
                <c:pt idx="1559">
                  <c:v>72.433000000000007</c:v>
                </c:pt>
                <c:pt idx="1560">
                  <c:v>71.665000000000006</c:v>
                </c:pt>
                <c:pt idx="1561">
                  <c:v>71.611999999999995</c:v>
                </c:pt>
                <c:pt idx="1562">
                  <c:v>71.638999999999996</c:v>
                </c:pt>
                <c:pt idx="1563">
                  <c:v>72.064999999999998</c:v>
                </c:pt>
                <c:pt idx="1564">
                  <c:v>71.754000000000005</c:v>
                </c:pt>
                <c:pt idx="1565">
                  <c:v>71.932000000000002</c:v>
                </c:pt>
                <c:pt idx="1566">
                  <c:v>75.358999999999995</c:v>
                </c:pt>
                <c:pt idx="1567">
                  <c:v>76.480999999999995</c:v>
                </c:pt>
                <c:pt idx="1568">
                  <c:v>76.722999999999999</c:v>
                </c:pt>
                <c:pt idx="1569">
                  <c:v>77.55</c:v>
                </c:pt>
                <c:pt idx="1570">
                  <c:v>78.546000000000006</c:v>
                </c:pt>
                <c:pt idx="1571">
                  <c:v>79.262</c:v>
                </c:pt>
                <c:pt idx="1572">
                  <c:v>79.034999999999997</c:v>
                </c:pt>
                <c:pt idx="1573">
                  <c:v>78.635000000000005</c:v>
                </c:pt>
                <c:pt idx="1574">
                  <c:v>78.366</c:v>
                </c:pt>
                <c:pt idx="1575">
                  <c:v>78.421000000000006</c:v>
                </c:pt>
                <c:pt idx="1576">
                  <c:v>76.822000000000003</c:v>
                </c:pt>
                <c:pt idx="1577">
                  <c:v>75.287999999999997</c:v>
                </c:pt>
                <c:pt idx="1578">
                  <c:v>74.430999999999997</c:v>
                </c:pt>
                <c:pt idx="1579">
                  <c:v>73.864000000000004</c:v>
                </c:pt>
                <c:pt idx="1580">
                  <c:v>73.17</c:v>
                </c:pt>
                <c:pt idx="1581">
                  <c:v>71.206999999999994</c:v>
                </c:pt>
                <c:pt idx="1582">
                  <c:v>71.203000000000003</c:v>
                </c:pt>
                <c:pt idx="1583">
                  <c:v>70.665999999999997</c:v>
                </c:pt>
                <c:pt idx="1584">
                  <c:v>70.822999999999993</c:v>
                </c:pt>
                <c:pt idx="1585">
                  <c:v>71.61</c:v>
                </c:pt>
                <c:pt idx="1586">
                  <c:v>72.403000000000006</c:v>
                </c:pt>
                <c:pt idx="1587">
                  <c:v>73.253</c:v>
                </c:pt>
                <c:pt idx="1588">
                  <c:v>74.272999999999996</c:v>
                </c:pt>
                <c:pt idx="1589">
                  <c:v>76.903000000000006</c:v>
                </c:pt>
                <c:pt idx="1590">
                  <c:v>75.477000000000004</c:v>
                </c:pt>
                <c:pt idx="1591">
                  <c:v>72.290999999999997</c:v>
                </c:pt>
                <c:pt idx="1592">
                  <c:v>74.48</c:v>
                </c:pt>
                <c:pt idx="1593">
                  <c:v>76.730999999999995</c:v>
                </c:pt>
                <c:pt idx="1594">
                  <c:v>74.909000000000006</c:v>
                </c:pt>
                <c:pt idx="1595">
                  <c:v>74.515000000000001</c:v>
                </c:pt>
                <c:pt idx="1596">
                  <c:v>75.340999999999994</c:v>
                </c:pt>
                <c:pt idx="1597">
                  <c:v>74.361999999999995</c:v>
                </c:pt>
                <c:pt idx="1598">
                  <c:v>76.436999999999998</c:v>
                </c:pt>
                <c:pt idx="1599">
                  <c:v>78.593999999999994</c:v>
                </c:pt>
                <c:pt idx="1600">
                  <c:v>81.870999999999995</c:v>
                </c:pt>
                <c:pt idx="1601">
                  <c:v>80.221999999999994</c:v>
                </c:pt>
                <c:pt idx="1602">
                  <c:v>78.88</c:v>
                </c:pt>
                <c:pt idx="1603">
                  <c:v>77.926000000000002</c:v>
                </c:pt>
                <c:pt idx="1604">
                  <c:v>77.984999999999999</c:v>
                </c:pt>
                <c:pt idx="1605">
                  <c:v>78.617000000000004</c:v>
                </c:pt>
                <c:pt idx="1606">
                  <c:v>77.516999999999996</c:v>
                </c:pt>
                <c:pt idx="1607">
                  <c:v>76.864000000000004</c:v>
                </c:pt>
                <c:pt idx="1608">
                  <c:v>74.983999999999995</c:v>
                </c:pt>
                <c:pt idx="1609">
                  <c:v>73.064999999999998</c:v>
                </c:pt>
                <c:pt idx="1610">
                  <c:v>70.763000000000005</c:v>
                </c:pt>
                <c:pt idx="1611">
                  <c:v>69.552000000000007</c:v>
                </c:pt>
                <c:pt idx="1612">
                  <c:v>71.018000000000001</c:v>
                </c:pt>
                <c:pt idx="1613">
                  <c:v>70.52</c:v>
                </c:pt>
                <c:pt idx="1614">
                  <c:v>68.456000000000003</c:v>
                </c:pt>
                <c:pt idx="1615">
                  <c:v>66.632999999999996</c:v>
                </c:pt>
                <c:pt idx="1616">
                  <c:v>66.519000000000005</c:v>
                </c:pt>
                <c:pt idx="1617">
                  <c:v>67.59</c:v>
                </c:pt>
                <c:pt idx="1618">
                  <c:v>67.409000000000006</c:v>
                </c:pt>
                <c:pt idx="1619">
                  <c:v>67.394999999999996</c:v>
                </c:pt>
                <c:pt idx="1620">
                  <c:v>67.590999999999994</c:v>
                </c:pt>
                <c:pt idx="1621">
                  <c:v>68.917000000000002</c:v>
                </c:pt>
                <c:pt idx="1622">
                  <c:v>69.650999999999996</c:v>
                </c:pt>
                <c:pt idx="1623">
                  <c:v>70.186000000000007</c:v>
                </c:pt>
                <c:pt idx="1624">
                  <c:v>71.430000000000007</c:v>
                </c:pt>
                <c:pt idx="1625">
                  <c:v>70.802999999999997</c:v>
                </c:pt>
                <c:pt idx="1626">
                  <c:v>71.644000000000005</c:v>
                </c:pt>
                <c:pt idx="1627">
                  <c:v>72.596999999999994</c:v>
                </c:pt>
                <c:pt idx="1628">
                  <c:v>70.84</c:v>
                </c:pt>
                <c:pt idx="1629">
                  <c:v>69.078999999999994</c:v>
                </c:pt>
                <c:pt idx="1630">
                  <c:v>67.417000000000002</c:v>
                </c:pt>
                <c:pt idx="1631">
                  <c:v>67.025000000000006</c:v>
                </c:pt>
                <c:pt idx="1632">
                  <c:v>65.215999999999994</c:v>
                </c:pt>
                <c:pt idx="1633">
                  <c:v>69.149000000000001</c:v>
                </c:pt>
                <c:pt idx="1634">
                  <c:v>69.894000000000005</c:v>
                </c:pt>
                <c:pt idx="1635">
                  <c:v>69.66</c:v>
                </c:pt>
                <c:pt idx="1636">
                  <c:v>69.724000000000004</c:v>
                </c:pt>
                <c:pt idx="1637">
                  <c:v>68.811999999999998</c:v>
                </c:pt>
                <c:pt idx="1638">
                  <c:v>68.534999999999997</c:v>
                </c:pt>
                <c:pt idx="1639">
                  <c:v>68.734999999999999</c:v>
                </c:pt>
                <c:pt idx="1640">
                  <c:v>69.896000000000001</c:v>
                </c:pt>
                <c:pt idx="1641">
                  <c:v>68.980999999999995</c:v>
                </c:pt>
                <c:pt idx="1642">
                  <c:v>69.269000000000005</c:v>
                </c:pt>
                <c:pt idx="1643">
                  <c:v>68.415999999999997</c:v>
                </c:pt>
                <c:pt idx="1644">
                  <c:v>68.366</c:v>
                </c:pt>
                <c:pt idx="1645">
                  <c:v>68.658000000000001</c:v>
                </c:pt>
                <c:pt idx="1646">
                  <c:v>68.879000000000005</c:v>
                </c:pt>
                <c:pt idx="1647">
                  <c:v>69.230999999999995</c:v>
                </c:pt>
                <c:pt idx="1648">
                  <c:v>68.957999999999998</c:v>
                </c:pt>
                <c:pt idx="1649">
                  <c:v>68.911000000000001</c:v>
                </c:pt>
                <c:pt idx="1650">
                  <c:v>68.097999999999999</c:v>
                </c:pt>
                <c:pt idx="1651">
                  <c:v>68.53</c:v>
                </c:pt>
                <c:pt idx="1652">
                  <c:v>68.146000000000001</c:v>
                </c:pt>
                <c:pt idx="1653">
                  <c:v>68.676000000000002</c:v>
                </c:pt>
                <c:pt idx="1654">
                  <c:v>68.709000000000003</c:v>
                </c:pt>
                <c:pt idx="1655">
                  <c:v>69.899000000000001</c:v>
                </c:pt>
                <c:pt idx="1656">
                  <c:v>70.046999999999997</c:v>
                </c:pt>
                <c:pt idx="1657">
                  <c:v>69.033000000000001</c:v>
                </c:pt>
                <c:pt idx="1658">
                  <c:v>68.831999999999994</c:v>
                </c:pt>
                <c:pt idx="1659">
                  <c:v>68.572999999999993</c:v>
                </c:pt>
                <c:pt idx="1660">
                  <c:v>68.418000000000006</c:v>
                </c:pt>
                <c:pt idx="1661">
                  <c:v>68.787000000000006</c:v>
                </c:pt>
                <c:pt idx="1662">
                  <c:v>69.94</c:v>
                </c:pt>
                <c:pt idx="1663">
                  <c:v>71.945999999999998</c:v>
                </c:pt>
                <c:pt idx="1664">
                  <c:v>72.778000000000006</c:v>
                </c:pt>
                <c:pt idx="1665">
                  <c:v>73.337999999999994</c:v>
                </c:pt>
                <c:pt idx="1666">
                  <c:v>72.653999999999996</c:v>
                </c:pt>
                <c:pt idx="1667">
                  <c:v>68.893000000000001</c:v>
                </c:pt>
                <c:pt idx="1668">
                  <c:v>69.097999999999999</c:v>
                </c:pt>
                <c:pt idx="1669">
                  <c:v>68.926000000000002</c:v>
                </c:pt>
                <c:pt idx="1670">
                  <c:v>70.518000000000001</c:v>
                </c:pt>
                <c:pt idx="1671">
                  <c:v>71.135999999999996</c:v>
                </c:pt>
                <c:pt idx="1672">
                  <c:v>71.087999999999994</c:v>
                </c:pt>
                <c:pt idx="1673">
                  <c:v>73.122</c:v>
                </c:pt>
                <c:pt idx="1674">
                  <c:v>73.656000000000006</c:v>
                </c:pt>
                <c:pt idx="1675">
                  <c:v>73.769000000000005</c:v>
                </c:pt>
                <c:pt idx="1676">
                  <c:v>73.722999999999999</c:v>
                </c:pt>
                <c:pt idx="1677">
                  <c:v>73.790999999999997</c:v>
                </c:pt>
                <c:pt idx="1678">
                  <c:v>74.052999999999997</c:v>
                </c:pt>
                <c:pt idx="1679">
                  <c:v>73.427000000000007</c:v>
                </c:pt>
                <c:pt idx="1680">
                  <c:v>74.325999999999993</c:v>
                </c:pt>
                <c:pt idx="1681">
                  <c:v>75.275999999999996</c:v>
                </c:pt>
                <c:pt idx="1682">
                  <c:v>74.484999999999999</c:v>
                </c:pt>
                <c:pt idx="1683">
                  <c:v>74.334999999999994</c:v>
                </c:pt>
                <c:pt idx="1684">
                  <c:v>73.019000000000005</c:v>
                </c:pt>
                <c:pt idx="1685">
                  <c:v>72.778999999999996</c:v>
                </c:pt>
                <c:pt idx="1686">
                  <c:v>71.831999999999994</c:v>
                </c:pt>
                <c:pt idx="1687">
                  <c:v>72.108000000000004</c:v>
                </c:pt>
                <c:pt idx="1688">
                  <c:v>71.091999999999999</c:v>
                </c:pt>
                <c:pt idx="1689">
                  <c:v>71.444999999999993</c:v>
                </c:pt>
                <c:pt idx="1690">
                  <c:v>71.685000000000002</c:v>
                </c:pt>
                <c:pt idx="1691">
                  <c:v>71.789000000000001</c:v>
                </c:pt>
                <c:pt idx="1692">
                  <c:v>73.031999999999996</c:v>
                </c:pt>
                <c:pt idx="1693">
                  <c:v>73.765000000000001</c:v>
                </c:pt>
                <c:pt idx="1694">
                  <c:v>73.718000000000004</c:v>
                </c:pt>
                <c:pt idx="1695">
                  <c:v>75.465000000000003</c:v>
                </c:pt>
                <c:pt idx="1696">
                  <c:v>77.272999999999996</c:v>
                </c:pt>
                <c:pt idx="1697">
                  <c:v>75.766999999999996</c:v>
                </c:pt>
                <c:pt idx="1698">
                  <c:v>76.903000000000006</c:v>
                </c:pt>
                <c:pt idx="1699">
                  <c:v>77.150000000000006</c:v>
                </c:pt>
                <c:pt idx="1700">
                  <c:v>76.569999999999993</c:v>
                </c:pt>
                <c:pt idx="1701">
                  <c:v>78.135000000000005</c:v>
                </c:pt>
                <c:pt idx="1702">
                  <c:v>78.483999999999995</c:v>
                </c:pt>
                <c:pt idx="1703">
                  <c:v>78.117999999999995</c:v>
                </c:pt>
                <c:pt idx="1704">
                  <c:v>78.102999999999994</c:v>
                </c:pt>
                <c:pt idx="1705">
                  <c:v>77.006</c:v>
                </c:pt>
                <c:pt idx="1706">
                  <c:v>78.174000000000007</c:v>
                </c:pt>
                <c:pt idx="1707">
                  <c:v>80.001999999999995</c:v>
                </c:pt>
                <c:pt idx="1708">
                  <c:v>80.787000000000006</c:v>
                </c:pt>
                <c:pt idx="1709">
                  <c:v>82.481999999999999</c:v>
                </c:pt>
                <c:pt idx="1710">
                  <c:v>79.626000000000005</c:v>
                </c:pt>
                <c:pt idx="1711">
                  <c:v>77.634</c:v>
                </c:pt>
                <c:pt idx="1712">
                  <c:v>76.938000000000002</c:v>
                </c:pt>
                <c:pt idx="1713">
                  <c:v>77.507999999999996</c:v>
                </c:pt>
                <c:pt idx="1714">
                  <c:v>76.504000000000005</c:v>
                </c:pt>
                <c:pt idx="1715">
                  <c:v>74.617000000000004</c:v>
                </c:pt>
                <c:pt idx="1716">
                  <c:v>74.344999999999999</c:v>
                </c:pt>
                <c:pt idx="1717">
                  <c:v>74.524000000000001</c:v>
                </c:pt>
                <c:pt idx="1718">
                  <c:v>73.760000000000005</c:v>
                </c:pt>
                <c:pt idx="1719">
                  <c:v>75.91</c:v>
                </c:pt>
                <c:pt idx="1720">
                  <c:v>76.558000000000007</c:v>
                </c:pt>
                <c:pt idx="1721">
                  <c:v>76.995999999999995</c:v>
                </c:pt>
                <c:pt idx="1722">
                  <c:v>76.22</c:v>
                </c:pt>
                <c:pt idx="1723">
                  <c:v>77.275000000000006</c:v>
                </c:pt>
                <c:pt idx="1724">
                  <c:v>76.06</c:v>
                </c:pt>
                <c:pt idx="1725">
                  <c:v>75.73</c:v>
                </c:pt>
                <c:pt idx="1726">
                  <c:v>75.683000000000007</c:v>
                </c:pt>
                <c:pt idx="1727">
                  <c:v>75.623999999999995</c:v>
                </c:pt>
                <c:pt idx="1728">
                  <c:v>74.509</c:v>
                </c:pt>
                <c:pt idx="1729">
                  <c:v>72.947999999999993</c:v>
                </c:pt>
                <c:pt idx="1730">
                  <c:v>70.876999999999995</c:v>
                </c:pt>
                <c:pt idx="1731">
                  <c:v>68.974000000000004</c:v>
                </c:pt>
                <c:pt idx="1732">
                  <c:v>67.688000000000002</c:v>
                </c:pt>
                <c:pt idx="1733">
                  <c:v>69.099000000000004</c:v>
                </c:pt>
                <c:pt idx="1734">
                  <c:v>69.954999999999998</c:v>
                </c:pt>
                <c:pt idx="1735">
                  <c:v>71.462999999999994</c:v>
                </c:pt>
                <c:pt idx="1736">
                  <c:v>73.522999999999996</c:v>
                </c:pt>
                <c:pt idx="1737">
                  <c:v>76.215000000000003</c:v>
                </c:pt>
                <c:pt idx="1738">
                  <c:v>74.563000000000002</c:v>
                </c:pt>
                <c:pt idx="1739">
                  <c:v>76.388000000000005</c:v>
                </c:pt>
                <c:pt idx="1740">
                  <c:v>78.832999999999998</c:v>
                </c:pt>
                <c:pt idx="1741">
                  <c:v>77.614000000000004</c:v>
                </c:pt>
                <c:pt idx="1742">
                  <c:v>78.763999999999996</c:v>
                </c:pt>
                <c:pt idx="1743">
                  <c:v>78.063999999999993</c:v>
                </c:pt>
                <c:pt idx="1744">
                  <c:v>77.391000000000005</c:v>
                </c:pt>
                <c:pt idx="1745">
                  <c:v>77.265000000000001</c:v>
                </c:pt>
                <c:pt idx="1746">
                  <c:v>78.506</c:v>
                </c:pt>
                <c:pt idx="1747">
                  <c:v>79.727999999999994</c:v>
                </c:pt>
                <c:pt idx="1748">
                  <c:v>79.399000000000001</c:v>
                </c:pt>
                <c:pt idx="1749">
                  <c:v>81.34</c:v>
                </c:pt>
                <c:pt idx="1750">
                  <c:v>82.69</c:v>
                </c:pt>
                <c:pt idx="1751">
                  <c:v>82.85</c:v>
                </c:pt>
                <c:pt idx="1752">
                  <c:v>85.334999999999994</c:v>
                </c:pt>
                <c:pt idx="1753">
                  <c:v>83.885999999999996</c:v>
                </c:pt>
                <c:pt idx="1754">
                  <c:v>89.921999999999997</c:v>
                </c:pt>
                <c:pt idx="1755">
                  <c:v>91.587999999999994</c:v>
                </c:pt>
                <c:pt idx="1756">
                  <c:v>92.144999999999996</c:v>
                </c:pt>
                <c:pt idx="1757">
                  <c:v>92.944999999999993</c:v>
                </c:pt>
                <c:pt idx="1758">
                  <c:v>92.114000000000004</c:v>
                </c:pt>
                <c:pt idx="1759">
                  <c:v>92.665999999999997</c:v>
                </c:pt>
                <c:pt idx="1760">
                  <c:v>129.31399999999999</c:v>
                </c:pt>
                <c:pt idx="1761">
                  <c:v>131.482</c:v>
                </c:pt>
                <c:pt idx="1762">
                  <c:v>115.014</c:v>
                </c:pt>
                <c:pt idx="1763">
                  <c:v>112.379</c:v>
                </c:pt>
                <c:pt idx="1764">
                  <c:v>108.873</c:v>
                </c:pt>
                <c:pt idx="1765">
                  <c:v>107.334</c:v>
                </c:pt>
                <c:pt idx="1766">
                  <c:v>108.205</c:v>
                </c:pt>
                <c:pt idx="1767">
                  <c:v>107.812</c:v>
                </c:pt>
                <c:pt idx="1768">
                  <c:v>107.465</c:v>
                </c:pt>
                <c:pt idx="1769">
                  <c:v>107.819</c:v>
                </c:pt>
                <c:pt idx="1770">
                  <c:v>101.711</c:v>
                </c:pt>
                <c:pt idx="1771">
                  <c:v>100.251</c:v>
                </c:pt>
                <c:pt idx="1772">
                  <c:v>96.340999999999994</c:v>
                </c:pt>
                <c:pt idx="1773">
                  <c:v>95.659000000000006</c:v>
                </c:pt>
                <c:pt idx="1774">
                  <c:v>95.66</c:v>
                </c:pt>
                <c:pt idx="1775">
                  <c:v>97.995000000000005</c:v>
                </c:pt>
                <c:pt idx="1776">
                  <c:v>96.486999999999995</c:v>
                </c:pt>
                <c:pt idx="1777">
                  <c:v>96.703999999999994</c:v>
                </c:pt>
                <c:pt idx="1778">
                  <c:v>97.353999999999999</c:v>
                </c:pt>
                <c:pt idx="1779">
                  <c:v>93.801000000000002</c:v>
                </c:pt>
                <c:pt idx="1780">
                  <c:v>90.641999999999996</c:v>
                </c:pt>
                <c:pt idx="1781">
                  <c:v>90.638000000000005</c:v>
                </c:pt>
                <c:pt idx="1782">
                  <c:v>83.331999999999994</c:v>
                </c:pt>
                <c:pt idx="1783">
                  <c:v>84.361999999999995</c:v>
                </c:pt>
                <c:pt idx="1784">
                  <c:v>83.015000000000001</c:v>
                </c:pt>
                <c:pt idx="1785">
                  <c:v>83.956000000000003</c:v>
                </c:pt>
                <c:pt idx="1786">
                  <c:v>82.686000000000007</c:v>
                </c:pt>
                <c:pt idx="1787">
                  <c:v>83.733999999999995</c:v>
                </c:pt>
                <c:pt idx="1788">
                  <c:v>83.936999999999998</c:v>
                </c:pt>
                <c:pt idx="1789">
                  <c:v>83.911000000000001</c:v>
                </c:pt>
                <c:pt idx="1790">
                  <c:v>82.039000000000001</c:v>
                </c:pt>
                <c:pt idx="1791">
                  <c:v>80.323999999999998</c:v>
                </c:pt>
                <c:pt idx="1792">
                  <c:v>79.013000000000005</c:v>
                </c:pt>
                <c:pt idx="1793">
                  <c:v>79.44</c:v>
                </c:pt>
                <c:pt idx="1794">
                  <c:v>78.738</c:v>
                </c:pt>
                <c:pt idx="1795">
                  <c:v>78.134</c:v>
                </c:pt>
                <c:pt idx="1796">
                  <c:v>78.242000000000004</c:v>
                </c:pt>
                <c:pt idx="1797">
                  <c:v>73.912000000000006</c:v>
                </c:pt>
                <c:pt idx="1798">
                  <c:v>72.930000000000007</c:v>
                </c:pt>
                <c:pt idx="1799">
                  <c:v>74.097999999999999</c:v>
                </c:pt>
                <c:pt idx="1800">
                  <c:v>76.876000000000005</c:v>
                </c:pt>
                <c:pt idx="1801">
                  <c:v>75.944999999999993</c:v>
                </c:pt>
                <c:pt idx="1802">
                  <c:v>78.986000000000004</c:v>
                </c:pt>
                <c:pt idx="1803">
                  <c:v>79.774000000000001</c:v>
                </c:pt>
                <c:pt idx="1804">
                  <c:v>81.992999999999995</c:v>
                </c:pt>
                <c:pt idx="1805">
                  <c:v>81.957999999999998</c:v>
                </c:pt>
                <c:pt idx="1806">
                  <c:v>82.67</c:v>
                </c:pt>
                <c:pt idx="1807">
                  <c:v>78.38</c:v>
                </c:pt>
                <c:pt idx="1808">
                  <c:v>79.468000000000004</c:v>
                </c:pt>
                <c:pt idx="1809">
                  <c:v>79.427999999999997</c:v>
                </c:pt>
                <c:pt idx="1810">
                  <c:v>77.977000000000004</c:v>
                </c:pt>
                <c:pt idx="1811">
                  <c:v>77.866</c:v>
                </c:pt>
                <c:pt idx="1812">
                  <c:v>76.715999999999994</c:v>
                </c:pt>
                <c:pt idx="1813">
                  <c:v>75.707999999999998</c:v>
                </c:pt>
                <c:pt idx="1814">
                  <c:v>75.001999999999995</c:v>
                </c:pt>
                <c:pt idx="1815">
                  <c:v>75.224999999999994</c:v>
                </c:pt>
                <c:pt idx="1816">
                  <c:v>74.587000000000003</c:v>
                </c:pt>
                <c:pt idx="1817">
                  <c:v>74.262</c:v>
                </c:pt>
                <c:pt idx="1818">
                  <c:v>73.918999999999997</c:v>
                </c:pt>
                <c:pt idx="1819">
                  <c:v>74.912000000000006</c:v>
                </c:pt>
                <c:pt idx="1820">
                  <c:v>74.927000000000007</c:v>
                </c:pt>
                <c:pt idx="1821">
                  <c:v>74.728999999999999</c:v>
                </c:pt>
                <c:pt idx="1822">
                  <c:v>74.971000000000004</c:v>
                </c:pt>
                <c:pt idx="1823">
                  <c:v>74.316000000000003</c:v>
                </c:pt>
                <c:pt idx="1824">
                  <c:v>72.887</c:v>
                </c:pt>
                <c:pt idx="1825">
                  <c:v>72.662000000000006</c:v>
                </c:pt>
                <c:pt idx="1826">
                  <c:v>72.531000000000006</c:v>
                </c:pt>
                <c:pt idx="1827">
                  <c:v>71.668999999999997</c:v>
                </c:pt>
                <c:pt idx="1828">
                  <c:v>71.406999999999996</c:v>
                </c:pt>
                <c:pt idx="1829">
                  <c:v>71.966999999999999</c:v>
                </c:pt>
                <c:pt idx="1830">
                  <c:v>71.387</c:v>
                </c:pt>
                <c:pt idx="1831">
                  <c:v>71.367000000000004</c:v>
                </c:pt>
                <c:pt idx="1832">
                  <c:v>73.103999999999999</c:v>
                </c:pt>
                <c:pt idx="1833">
                  <c:v>72.453999999999994</c:v>
                </c:pt>
                <c:pt idx="1834">
                  <c:v>74.622</c:v>
                </c:pt>
                <c:pt idx="1835">
                  <c:v>75.185000000000002</c:v>
                </c:pt>
                <c:pt idx="1836">
                  <c:v>74.376000000000005</c:v>
                </c:pt>
                <c:pt idx="1837">
                  <c:v>74.855999999999995</c:v>
                </c:pt>
                <c:pt idx="1838">
                  <c:v>75.117000000000004</c:v>
                </c:pt>
                <c:pt idx="1839">
                  <c:v>74.536000000000001</c:v>
                </c:pt>
                <c:pt idx="1840">
                  <c:v>73.921999999999997</c:v>
                </c:pt>
                <c:pt idx="1841">
                  <c:v>72.649000000000001</c:v>
                </c:pt>
                <c:pt idx="1842">
                  <c:v>70.188999999999993</c:v>
                </c:pt>
                <c:pt idx="1843">
                  <c:v>69.064999999999998</c:v>
                </c:pt>
                <c:pt idx="1844">
                  <c:v>68.388000000000005</c:v>
                </c:pt>
                <c:pt idx="1845">
                  <c:v>66.733000000000004</c:v>
                </c:pt>
                <c:pt idx="1846">
                  <c:v>67.661000000000001</c:v>
                </c:pt>
                <c:pt idx="1847">
                  <c:v>67.698999999999998</c:v>
                </c:pt>
                <c:pt idx="1848">
                  <c:v>66.912000000000006</c:v>
                </c:pt>
                <c:pt idx="1849">
                  <c:v>66.027000000000001</c:v>
                </c:pt>
                <c:pt idx="1850">
                  <c:v>67.040000000000006</c:v>
                </c:pt>
                <c:pt idx="1851">
                  <c:v>67.316000000000003</c:v>
                </c:pt>
                <c:pt idx="1852">
                  <c:v>67.471999999999994</c:v>
                </c:pt>
                <c:pt idx="1853">
                  <c:v>70.272999999999996</c:v>
                </c:pt>
                <c:pt idx="1854">
                  <c:v>72.384</c:v>
                </c:pt>
                <c:pt idx="1855">
                  <c:v>72.150999999999996</c:v>
                </c:pt>
                <c:pt idx="1856">
                  <c:v>71.8</c:v>
                </c:pt>
                <c:pt idx="1857">
                  <c:v>70.228999999999999</c:v>
                </c:pt>
                <c:pt idx="1858">
                  <c:v>71.736000000000004</c:v>
                </c:pt>
                <c:pt idx="1859">
                  <c:v>72.14</c:v>
                </c:pt>
                <c:pt idx="1860">
                  <c:v>71.281000000000006</c:v>
                </c:pt>
                <c:pt idx="1861">
                  <c:v>69.634</c:v>
                </c:pt>
                <c:pt idx="1862">
                  <c:v>68.131</c:v>
                </c:pt>
                <c:pt idx="1863">
                  <c:v>67.918999999999997</c:v>
                </c:pt>
                <c:pt idx="1864">
                  <c:v>69.474000000000004</c:v>
                </c:pt>
                <c:pt idx="1865">
                  <c:v>69.400999999999996</c:v>
                </c:pt>
                <c:pt idx="1866">
                  <c:v>70.411000000000001</c:v>
                </c:pt>
                <c:pt idx="1867">
                  <c:v>69.864000000000004</c:v>
                </c:pt>
                <c:pt idx="1868">
                  <c:v>79.192999999999998</c:v>
                </c:pt>
                <c:pt idx="1869">
                  <c:v>80.748999999999995</c:v>
                </c:pt>
                <c:pt idx="1870">
                  <c:v>81.557000000000002</c:v>
                </c:pt>
                <c:pt idx="1871">
                  <c:v>82.478999999999999</c:v>
                </c:pt>
                <c:pt idx="1872">
                  <c:v>83.915999999999997</c:v>
                </c:pt>
                <c:pt idx="1873">
                  <c:v>82.24</c:v>
                </c:pt>
                <c:pt idx="1874">
                  <c:v>81.733999999999995</c:v>
                </c:pt>
                <c:pt idx="1875">
                  <c:v>81.382000000000005</c:v>
                </c:pt>
                <c:pt idx="1876">
                  <c:v>79.680000000000007</c:v>
                </c:pt>
                <c:pt idx="1877">
                  <c:v>78.567999999999998</c:v>
                </c:pt>
                <c:pt idx="1878">
                  <c:v>78.156000000000006</c:v>
                </c:pt>
                <c:pt idx="1879">
                  <c:v>78.051000000000002</c:v>
                </c:pt>
                <c:pt idx="1880">
                  <c:v>78.358999999999995</c:v>
                </c:pt>
                <c:pt idx="1881">
                  <c:v>78.900000000000006</c:v>
                </c:pt>
                <c:pt idx="1882">
                  <c:v>81.283000000000001</c:v>
                </c:pt>
                <c:pt idx="1883">
                  <c:v>81.813000000000002</c:v>
                </c:pt>
                <c:pt idx="1884">
                  <c:v>82.94</c:v>
                </c:pt>
                <c:pt idx="1885">
                  <c:v>80.932000000000002</c:v>
                </c:pt>
                <c:pt idx="1886">
                  <c:v>81.358999999999995</c:v>
                </c:pt>
                <c:pt idx="1887">
                  <c:v>82.096999999999994</c:v>
                </c:pt>
                <c:pt idx="1888">
                  <c:v>82.192999999999998</c:v>
                </c:pt>
                <c:pt idx="1889">
                  <c:v>80.62</c:v>
                </c:pt>
                <c:pt idx="1890">
                  <c:v>80.888999999999996</c:v>
                </c:pt>
                <c:pt idx="1891">
                  <c:v>80.954999999999998</c:v>
                </c:pt>
                <c:pt idx="1892">
                  <c:v>79.335999999999999</c:v>
                </c:pt>
                <c:pt idx="1893">
                  <c:v>76.953999999999994</c:v>
                </c:pt>
                <c:pt idx="1894">
                  <c:v>75.206000000000003</c:v>
                </c:pt>
                <c:pt idx="1895">
                  <c:v>74.855000000000004</c:v>
                </c:pt>
                <c:pt idx="1896">
                  <c:v>73.861000000000004</c:v>
                </c:pt>
                <c:pt idx="1897">
                  <c:v>73.715999999999994</c:v>
                </c:pt>
                <c:pt idx="1898">
                  <c:v>74.245999999999995</c:v>
                </c:pt>
                <c:pt idx="1899">
                  <c:v>77.575000000000003</c:v>
                </c:pt>
                <c:pt idx="1900">
                  <c:v>76.298000000000002</c:v>
                </c:pt>
                <c:pt idx="1901">
                  <c:v>76.807000000000002</c:v>
                </c:pt>
                <c:pt idx="1902">
                  <c:v>76.641000000000005</c:v>
                </c:pt>
                <c:pt idx="1903">
                  <c:v>74.971999999999994</c:v>
                </c:pt>
                <c:pt idx="1904">
                  <c:v>74.44</c:v>
                </c:pt>
                <c:pt idx="1905">
                  <c:v>74.105000000000004</c:v>
                </c:pt>
                <c:pt idx="1906">
                  <c:v>74.596999999999994</c:v>
                </c:pt>
                <c:pt idx="1907">
                  <c:v>74.981999999999999</c:v>
                </c:pt>
                <c:pt idx="1908">
                  <c:v>74.638000000000005</c:v>
                </c:pt>
                <c:pt idx="1909">
                  <c:v>76.912999999999997</c:v>
                </c:pt>
                <c:pt idx="1910">
                  <c:v>76.930999999999997</c:v>
                </c:pt>
                <c:pt idx="1911">
                  <c:v>76.212000000000003</c:v>
                </c:pt>
                <c:pt idx="1912">
                  <c:v>77.841999999999999</c:v>
                </c:pt>
                <c:pt idx="1913">
                  <c:v>76.195999999999998</c:v>
                </c:pt>
                <c:pt idx="1914">
                  <c:v>74.69</c:v>
                </c:pt>
                <c:pt idx="1915">
                  <c:v>74.122</c:v>
                </c:pt>
                <c:pt idx="1916">
                  <c:v>73.445999999999998</c:v>
                </c:pt>
                <c:pt idx="1917">
                  <c:v>73.311000000000007</c:v>
                </c:pt>
                <c:pt idx="1918">
                  <c:v>74.067999999999998</c:v>
                </c:pt>
                <c:pt idx="1919">
                  <c:v>74.076999999999998</c:v>
                </c:pt>
                <c:pt idx="1920">
                  <c:v>72.948999999999998</c:v>
                </c:pt>
                <c:pt idx="1921">
                  <c:v>72.289000000000001</c:v>
                </c:pt>
                <c:pt idx="1922">
                  <c:v>72.13</c:v>
                </c:pt>
                <c:pt idx="1923">
                  <c:v>71.787999999999997</c:v>
                </c:pt>
                <c:pt idx="1924">
                  <c:v>73.281999999999996</c:v>
                </c:pt>
                <c:pt idx="1925">
                  <c:v>74.113</c:v>
                </c:pt>
                <c:pt idx="1926">
                  <c:v>73.587000000000003</c:v>
                </c:pt>
                <c:pt idx="1927">
                  <c:v>72.472999999999999</c:v>
                </c:pt>
                <c:pt idx="1928">
                  <c:v>71.225999999999999</c:v>
                </c:pt>
                <c:pt idx="1929">
                  <c:v>70.308000000000007</c:v>
                </c:pt>
                <c:pt idx="1930">
                  <c:v>69.978999999999999</c:v>
                </c:pt>
                <c:pt idx="1931">
                  <c:v>70.358000000000004</c:v>
                </c:pt>
                <c:pt idx="1932">
                  <c:v>69.685000000000002</c:v>
                </c:pt>
                <c:pt idx="1933">
                  <c:v>69.122</c:v>
                </c:pt>
                <c:pt idx="1934">
                  <c:v>68.960999999999999</c:v>
                </c:pt>
                <c:pt idx="1935">
                  <c:v>69.459999999999994</c:v>
                </c:pt>
                <c:pt idx="1936">
                  <c:v>69.149000000000001</c:v>
                </c:pt>
                <c:pt idx="1937">
                  <c:v>68.769000000000005</c:v>
                </c:pt>
                <c:pt idx="1938">
                  <c:v>68.453999999999994</c:v>
                </c:pt>
                <c:pt idx="1939">
                  <c:v>68.031000000000006</c:v>
                </c:pt>
                <c:pt idx="1940">
                  <c:v>67.567999999999998</c:v>
                </c:pt>
                <c:pt idx="1941">
                  <c:v>68.582999999999998</c:v>
                </c:pt>
                <c:pt idx="1942">
                  <c:v>70.536000000000001</c:v>
                </c:pt>
                <c:pt idx="1943">
                  <c:v>70.197000000000003</c:v>
                </c:pt>
                <c:pt idx="1944">
                  <c:v>72.117999999999995</c:v>
                </c:pt>
                <c:pt idx="1945">
                  <c:v>71.884</c:v>
                </c:pt>
                <c:pt idx="1946">
                  <c:v>72.277000000000001</c:v>
                </c:pt>
                <c:pt idx="1947">
                  <c:v>71.548000000000002</c:v>
                </c:pt>
                <c:pt idx="1948">
                  <c:v>74.183000000000007</c:v>
                </c:pt>
                <c:pt idx="1949">
                  <c:v>75.715999999999994</c:v>
                </c:pt>
                <c:pt idx="1950">
                  <c:v>74.753</c:v>
                </c:pt>
                <c:pt idx="1951">
                  <c:v>74.230999999999995</c:v>
                </c:pt>
                <c:pt idx="1952">
                  <c:v>73.951999999999998</c:v>
                </c:pt>
                <c:pt idx="1953">
                  <c:v>73.691000000000003</c:v>
                </c:pt>
                <c:pt idx="1954">
                  <c:v>73.05</c:v>
                </c:pt>
                <c:pt idx="1955">
                  <c:v>75.376000000000005</c:v>
                </c:pt>
                <c:pt idx="1956">
                  <c:v>75.828999999999994</c:v>
                </c:pt>
                <c:pt idx="1957">
                  <c:v>76.363</c:v>
                </c:pt>
                <c:pt idx="1958">
                  <c:v>77.347999999999999</c:v>
                </c:pt>
                <c:pt idx="1959">
                  <c:v>76.501000000000005</c:v>
                </c:pt>
                <c:pt idx="1960">
                  <c:v>76.808999999999997</c:v>
                </c:pt>
                <c:pt idx="1961">
                  <c:v>80.052999999999997</c:v>
                </c:pt>
                <c:pt idx="1962">
                  <c:v>78.241</c:v>
                </c:pt>
                <c:pt idx="1963">
                  <c:v>76.86</c:v>
                </c:pt>
                <c:pt idx="1964">
                  <c:v>77.712999999999994</c:v>
                </c:pt>
                <c:pt idx="1965">
                  <c:v>78.95</c:v>
                </c:pt>
                <c:pt idx="1966">
                  <c:v>80.686000000000007</c:v>
                </c:pt>
                <c:pt idx="1967">
                  <c:v>81.543999999999997</c:v>
                </c:pt>
                <c:pt idx="1968">
                  <c:v>81.834000000000003</c:v>
                </c:pt>
                <c:pt idx="1969">
                  <c:v>81.962000000000003</c:v>
                </c:pt>
                <c:pt idx="1970">
                  <c:v>80.906000000000006</c:v>
                </c:pt>
                <c:pt idx="1971">
                  <c:v>80.888999999999996</c:v>
                </c:pt>
                <c:pt idx="1972">
                  <c:v>82.003</c:v>
                </c:pt>
                <c:pt idx="1973">
                  <c:v>80.619</c:v>
                </c:pt>
                <c:pt idx="1974">
                  <c:v>81.007999999999996</c:v>
                </c:pt>
                <c:pt idx="1975">
                  <c:v>83.855000000000004</c:v>
                </c:pt>
                <c:pt idx="1976">
                  <c:v>85.593999999999994</c:v>
                </c:pt>
                <c:pt idx="1977">
                  <c:v>86.775999999999996</c:v>
                </c:pt>
                <c:pt idx="1978">
                  <c:v>87.063000000000002</c:v>
                </c:pt>
                <c:pt idx="1979">
                  <c:v>83.932000000000002</c:v>
                </c:pt>
                <c:pt idx="1980">
                  <c:v>86.506</c:v>
                </c:pt>
                <c:pt idx="1981">
                  <c:v>91.462000000000003</c:v>
                </c:pt>
                <c:pt idx="1982">
                  <c:v>87.903000000000006</c:v>
                </c:pt>
                <c:pt idx="1983">
                  <c:v>89.409000000000006</c:v>
                </c:pt>
                <c:pt idx="1984">
                  <c:v>90.233999999999995</c:v>
                </c:pt>
                <c:pt idx="1985">
                  <c:v>92.454999999999998</c:v>
                </c:pt>
                <c:pt idx="1986">
                  <c:v>92.855000000000004</c:v>
                </c:pt>
                <c:pt idx="1987">
                  <c:v>91.028000000000006</c:v>
                </c:pt>
                <c:pt idx="1988">
                  <c:v>95.293000000000006</c:v>
                </c:pt>
                <c:pt idx="1989">
                  <c:v>101.33499999999999</c:v>
                </c:pt>
                <c:pt idx="1990">
                  <c:v>103.343</c:v>
                </c:pt>
                <c:pt idx="1991">
                  <c:v>104.77500000000001</c:v>
                </c:pt>
                <c:pt idx="1992">
                  <c:v>101.277</c:v>
                </c:pt>
                <c:pt idx="1993">
                  <c:v>96.837999999999994</c:v>
                </c:pt>
                <c:pt idx="1994">
                  <c:v>96.942999999999998</c:v>
                </c:pt>
                <c:pt idx="1995">
                  <c:v>96.326999999999998</c:v>
                </c:pt>
                <c:pt idx="1996">
                  <c:v>95.072000000000003</c:v>
                </c:pt>
                <c:pt idx="1997">
                  <c:v>88.215999999999994</c:v>
                </c:pt>
                <c:pt idx="1998">
                  <c:v>88.078000000000003</c:v>
                </c:pt>
                <c:pt idx="1999" formatCode="General">
                  <c:v>87.662000000000006</c:v>
                </c:pt>
                <c:pt idx="2000" formatCode="General">
                  <c:v>86.632999999999996</c:v>
                </c:pt>
                <c:pt idx="2001" formatCode="General">
                  <c:v>85.308999999999997</c:v>
                </c:pt>
                <c:pt idx="2002" formatCode="General">
                  <c:v>84.563000000000002</c:v>
                </c:pt>
                <c:pt idx="2003" formatCode="General">
                  <c:v>83.756</c:v>
                </c:pt>
                <c:pt idx="2004" formatCode="General">
                  <c:v>82.415999999999997</c:v>
                </c:pt>
                <c:pt idx="2005" formatCode="General">
                  <c:v>81.543999999999997</c:v>
                </c:pt>
                <c:pt idx="2006" formatCode="General">
                  <c:v>81.912999999999997</c:v>
                </c:pt>
                <c:pt idx="2007" formatCode="General">
                  <c:v>82.873000000000005</c:v>
                </c:pt>
                <c:pt idx="2008" formatCode="General">
                  <c:v>86.924999999999997</c:v>
                </c:pt>
                <c:pt idx="2009" formatCode="General">
                  <c:v>89.447999999999993</c:v>
                </c:pt>
                <c:pt idx="2010" formatCode="General">
                  <c:v>88.497</c:v>
                </c:pt>
                <c:pt idx="2011" formatCode="General">
                  <c:v>89.061000000000007</c:v>
                </c:pt>
                <c:pt idx="2012" formatCode="General">
                  <c:v>89.653000000000006</c:v>
                </c:pt>
                <c:pt idx="2013" formatCode="General">
                  <c:v>91.573999999999998</c:v>
                </c:pt>
                <c:pt idx="2014" formatCode="General">
                  <c:v>89.353999999999999</c:v>
                </c:pt>
                <c:pt idx="2015" formatCode="General">
                  <c:v>85.909000000000006</c:v>
                </c:pt>
                <c:pt idx="2016" formatCode="General">
                  <c:v>83.887</c:v>
                </c:pt>
                <c:pt idx="2017" formatCode="General">
                  <c:v>83.738</c:v>
                </c:pt>
                <c:pt idx="2018" formatCode="General">
                  <c:v>83.281999999999996</c:v>
                </c:pt>
                <c:pt idx="2019" formatCode="General">
                  <c:v>84.747</c:v>
                </c:pt>
                <c:pt idx="2020" formatCode="General">
                  <c:v>84.638000000000005</c:v>
                </c:pt>
                <c:pt idx="2021" formatCode="General">
                  <c:v>89.01</c:v>
                </c:pt>
                <c:pt idx="2022" formatCode="General">
                  <c:v>90.915000000000006</c:v>
                </c:pt>
                <c:pt idx="2023" formatCode="General">
                  <c:v>93.293000000000006</c:v>
                </c:pt>
                <c:pt idx="2024" formatCode="General">
                  <c:v>92.480999999999995</c:v>
                </c:pt>
                <c:pt idx="2025" formatCode="General">
                  <c:v>91.873000000000005</c:v>
                </c:pt>
                <c:pt idx="2026" formatCode="General">
                  <c:v>91.757000000000005</c:v>
                </c:pt>
                <c:pt idx="2027" formatCode="General">
                  <c:v>90.676000000000002</c:v>
                </c:pt>
                <c:pt idx="2028" formatCode="General">
                  <c:v>89.590999999999994</c:v>
                </c:pt>
                <c:pt idx="2029" formatCode="General">
                  <c:v>88.578000000000003</c:v>
                </c:pt>
                <c:pt idx="2030" formatCode="General">
                  <c:v>92.552000000000007</c:v>
                </c:pt>
                <c:pt idx="2031" formatCode="General">
                  <c:v>94.281000000000006</c:v>
                </c:pt>
                <c:pt idx="2032" formatCode="General">
                  <c:v>97.037999999999997</c:v>
                </c:pt>
                <c:pt idx="2033" formatCode="General">
                  <c:v>101.42700000000001</c:v>
                </c:pt>
                <c:pt idx="2034" formatCode="General">
                  <c:v>96.343999999999994</c:v>
                </c:pt>
                <c:pt idx="2035" formatCode="General">
                  <c:v>96.433999999999997</c:v>
                </c:pt>
                <c:pt idx="2036" formatCode="General">
                  <c:v>96.95</c:v>
                </c:pt>
                <c:pt idx="2037" formatCode="General">
                  <c:v>92.753</c:v>
                </c:pt>
                <c:pt idx="2038" formatCode="General">
                  <c:v>87</c:v>
                </c:pt>
                <c:pt idx="2039" formatCode="General">
                  <c:v>86.188000000000002</c:v>
                </c:pt>
                <c:pt idx="2040" formatCode="General">
                  <c:v>86.546000000000006</c:v>
                </c:pt>
                <c:pt idx="2041" formatCode="General">
                  <c:v>86.617999999999995</c:v>
                </c:pt>
                <c:pt idx="2042" formatCode="General">
                  <c:v>87.947000000000003</c:v>
                </c:pt>
                <c:pt idx="2043" formatCode="General">
                  <c:v>90.9</c:v>
                </c:pt>
                <c:pt idx="2044" formatCode="General">
                  <c:v>90.715000000000003</c:v>
                </c:pt>
                <c:pt idx="2045" formatCode="General">
                  <c:v>89.15</c:v>
                </c:pt>
                <c:pt idx="2046" formatCode="General">
                  <c:v>89.903000000000006</c:v>
                </c:pt>
                <c:pt idx="2047" formatCode="General">
                  <c:v>88.909000000000006</c:v>
                </c:pt>
                <c:pt idx="2048" formatCode="General">
                  <c:v>89.447999999999993</c:v>
                </c:pt>
                <c:pt idx="2049" formatCode="General">
                  <c:v>89.573999999999998</c:v>
                </c:pt>
                <c:pt idx="2050" formatCode="General">
                  <c:v>89.911000000000001</c:v>
                </c:pt>
                <c:pt idx="2051" formatCode="General">
                  <c:v>89.938000000000002</c:v>
                </c:pt>
                <c:pt idx="2052" formatCode="General">
                  <c:v>89.730999999999995</c:v>
                </c:pt>
                <c:pt idx="2053" formatCode="General">
                  <c:v>89.543000000000006</c:v>
                </c:pt>
                <c:pt idx="2054" formatCode="General">
                  <c:v>91.867000000000004</c:v>
                </c:pt>
                <c:pt idx="2055" formatCode="General">
                  <c:v>91.483999999999995</c:v>
                </c:pt>
                <c:pt idx="2056" formatCode="General">
                  <c:v>90.888000000000005</c:v>
                </c:pt>
                <c:pt idx="2057" formatCode="General">
                  <c:v>88.887</c:v>
                </c:pt>
                <c:pt idx="2058" formatCode="General">
                  <c:v>90.474999999999994</c:v>
                </c:pt>
                <c:pt idx="2059" formatCode="General">
                  <c:v>90.516000000000005</c:v>
                </c:pt>
                <c:pt idx="2060" formatCode="General">
                  <c:v>90.659000000000006</c:v>
                </c:pt>
                <c:pt idx="2061" formatCode="General">
                  <c:v>91.938000000000002</c:v>
                </c:pt>
                <c:pt idx="2062" formatCode="General">
                  <c:v>91.891000000000005</c:v>
                </c:pt>
                <c:pt idx="2063" formatCode="General">
                  <c:v>91.188000000000002</c:v>
                </c:pt>
                <c:pt idx="2064" formatCode="General">
                  <c:v>91.893000000000001</c:v>
                </c:pt>
                <c:pt idx="2065" formatCode="General">
                  <c:v>93.278999999999996</c:v>
                </c:pt>
                <c:pt idx="2066" formatCode="General">
                  <c:v>93.888000000000005</c:v>
                </c:pt>
                <c:pt idx="2067" formatCode="General">
                  <c:v>92.350999999999999</c:v>
                </c:pt>
                <c:pt idx="2068" formatCode="General">
                  <c:v>93.92</c:v>
                </c:pt>
                <c:pt idx="2069" formatCode="General">
                  <c:v>94.784999999999997</c:v>
                </c:pt>
                <c:pt idx="2070" formatCode="General">
                  <c:v>95.650999999999996</c:v>
                </c:pt>
                <c:pt idx="2071" formatCode="General">
                  <c:v>93.600999999999999</c:v>
                </c:pt>
                <c:pt idx="2072" formatCode="General">
                  <c:v>92.765000000000001</c:v>
                </c:pt>
                <c:pt idx="2073" formatCode="General">
                  <c:v>91.433000000000007</c:v>
                </c:pt>
                <c:pt idx="2074" formatCode="General">
                  <c:v>89.918000000000006</c:v>
                </c:pt>
                <c:pt idx="2075" formatCode="General">
                  <c:v>90.061999999999998</c:v>
                </c:pt>
                <c:pt idx="2076" formatCode="General">
                  <c:v>90.381</c:v>
                </c:pt>
                <c:pt idx="2077" formatCode="General">
                  <c:v>88.855000000000004</c:v>
                </c:pt>
                <c:pt idx="2078" formatCode="General">
                  <c:v>88.989000000000004</c:v>
                </c:pt>
                <c:pt idx="2079" formatCode="General">
                  <c:v>88.105000000000004</c:v>
                </c:pt>
                <c:pt idx="2080" formatCode="General">
                  <c:v>86.27</c:v>
                </c:pt>
                <c:pt idx="2081" formatCode="General">
                  <c:v>84.275000000000006</c:v>
                </c:pt>
                <c:pt idx="2082" formatCode="General">
                  <c:v>84.798000000000002</c:v>
                </c:pt>
                <c:pt idx="2083" formatCode="General">
                  <c:v>84.947000000000003</c:v>
                </c:pt>
                <c:pt idx="2084" formatCode="General">
                  <c:v>84.551000000000002</c:v>
                </c:pt>
                <c:pt idx="2085" formatCode="General">
                  <c:v>84.501999999999995</c:v>
                </c:pt>
                <c:pt idx="2086" formatCode="General">
                  <c:v>84.141000000000005</c:v>
                </c:pt>
                <c:pt idx="2087" formatCode="General">
                  <c:v>83.938000000000002</c:v>
                </c:pt>
                <c:pt idx="2088">
                  <c:v>84.34</c:v>
                </c:pt>
                <c:pt idx="2089">
                  <c:v>84.340999999999994</c:v>
                </c:pt>
                <c:pt idx="2090">
                  <c:v>84.492000000000004</c:v>
                </c:pt>
                <c:pt idx="2091">
                  <c:v>84.906000000000006</c:v>
                </c:pt>
                <c:pt idx="2092">
                  <c:v>85.385999999999996</c:v>
                </c:pt>
                <c:pt idx="2093">
                  <c:v>83.96</c:v>
                </c:pt>
                <c:pt idx="2094">
                  <c:v>83.638000000000005</c:v>
                </c:pt>
                <c:pt idx="2095">
                  <c:v>83.510999999999996</c:v>
                </c:pt>
                <c:pt idx="2096">
                  <c:v>82.512</c:v>
                </c:pt>
                <c:pt idx="2097">
                  <c:v>82.456999999999994</c:v>
                </c:pt>
                <c:pt idx="2098">
                  <c:v>82.566999999999993</c:v>
                </c:pt>
                <c:pt idx="2099">
                  <c:v>82.753</c:v>
                </c:pt>
                <c:pt idx="2100">
                  <c:v>83.671000000000006</c:v>
                </c:pt>
                <c:pt idx="2101">
                  <c:v>84.53</c:v>
                </c:pt>
                <c:pt idx="2102">
                  <c:v>84.35</c:v>
                </c:pt>
                <c:pt idx="2103">
                  <c:v>82.498999999999995</c:v>
                </c:pt>
                <c:pt idx="2104">
                  <c:v>82.007999999999996</c:v>
                </c:pt>
                <c:pt idx="2105">
                  <c:v>87.429000000000002</c:v>
                </c:pt>
                <c:pt idx="2106">
                  <c:v>87.061999999999998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82E-444B-85AF-4B3E20BBB3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0729344"/>
        <c:axId val="1510725312"/>
      </c:lineChart>
      <c:dateAx>
        <c:axId val="1496895424"/>
        <c:scaling>
          <c:orientation val="minMax"/>
          <c:min val="45567"/>
        </c:scaling>
        <c:delete val="0"/>
        <c:axPos val="b"/>
        <c:numFmt formatCode="[$-409]d\-mmm\-yy;@" sourceLinked="0"/>
        <c:majorTickMark val="none"/>
        <c:minorTickMark val="none"/>
        <c:tickLblPos val="nextTo"/>
        <c:spPr>
          <a:ln w="9525">
            <a:noFill/>
          </a:ln>
        </c:spPr>
        <c:txPr>
          <a:bodyPr rot="-5400000"/>
          <a:lstStyle/>
          <a:p>
            <a:pPr>
              <a:defRPr/>
            </a:pPr>
            <a:endParaRPr lang="en-US"/>
          </a:p>
        </c:txPr>
        <c:crossAx val="1496903488"/>
        <c:crosses val="autoZero"/>
        <c:auto val="1"/>
        <c:lblOffset val="100"/>
        <c:baseTimeUnit val="days"/>
        <c:majorUnit val="30"/>
        <c:majorTimeUnit val="days"/>
        <c:minorUnit val="1"/>
        <c:minorTimeUnit val="days"/>
      </c:dateAx>
      <c:valAx>
        <c:axId val="1496903488"/>
        <c:scaling>
          <c:orientation val="minMax"/>
          <c:max val="13"/>
        </c:scaling>
        <c:delete val="0"/>
        <c:axPos val="l"/>
        <c:numFmt formatCode="#,##0.0" sourceLinked="0"/>
        <c:majorTickMark val="none"/>
        <c:minorTickMark val="none"/>
        <c:tickLblPos val="nextTo"/>
        <c:spPr>
          <a:ln w="9525">
            <a:noFill/>
          </a:ln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496895424"/>
        <c:crosses val="autoZero"/>
        <c:crossBetween val="between"/>
        <c:majorUnit val="1"/>
      </c:valAx>
      <c:valAx>
        <c:axId val="1510725312"/>
        <c:scaling>
          <c:orientation val="minMax"/>
          <c:max val="140"/>
          <c:min val="60"/>
        </c:scaling>
        <c:delete val="0"/>
        <c:axPos val="r"/>
        <c:numFmt formatCode="0" sourceLinked="0"/>
        <c:majorTickMark val="out"/>
        <c:minorTickMark val="none"/>
        <c:tickLblPos val="nextTo"/>
        <c:spPr>
          <a:noFill/>
          <a:ln w="9525">
            <a:noFill/>
          </a:ln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10729344"/>
        <c:crosses val="max"/>
        <c:crossBetween val="between"/>
        <c:majorUnit val="10"/>
      </c:valAx>
      <c:dateAx>
        <c:axId val="151072934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510725312"/>
        <c:crosses val="autoZero"/>
        <c:auto val="1"/>
        <c:lblOffset val="100"/>
        <c:baseTimeUnit val="days"/>
      </c:dateAx>
      <c:spPr>
        <a:noFill/>
        <a:ln w="6350">
          <a:noFill/>
        </a:ln>
      </c:spPr>
    </c:plotArea>
    <c:legend>
      <c:legendPos val="t"/>
      <c:layout>
        <c:manualLayout>
          <c:xMode val="edge"/>
          <c:yMode val="edge"/>
          <c:x val="0.11875806338247806"/>
          <c:y val="0.10145280356906304"/>
          <c:w val="0.65656142946997431"/>
          <c:h val="8.4101595811134203E-2"/>
        </c:manualLayout>
      </c:layout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 err="1">
                <a:solidFill>
                  <a:schemeClr val="tx1"/>
                </a:solidFill>
              </a:rPr>
              <a:t>Aliran</a:t>
            </a:r>
            <a:r>
              <a:rPr lang="en-US" b="1">
                <a:solidFill>
                  <a:schemeClr val="tx1"/>
                </a:solidFill>
              </a:rPr>
              <a:t> Modal Asing di SBN, </a:t>
            </a:r>
          </a:p>
          <a:p>
            <a:pPr>
              <a:defRPr/>
            </a:pPr>
            <a:r>
              <a:rPr lang="en-US" b="1">
                <a:solidFill>
                  <a:schemeClr val="tx1"/>
                </a:solidFill>
              </a:rPr>
              <a:t>Saham &amp; SRBI </a:t>
            </a: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(Rp </a:t>
            </a:r>
            <a:r>
              <a:rPr lang="en-US" err="1">
                <a:solidFill>
                  <a:schemeClr val="tx1"/>
                </a:solidFill>
              </a:rPr>
              <a:t>Triliun</a:t>
            </a:r>
            <a:r>
              <a:rPr lang="en-US">
                <a:solidFill>
                  <a:schemeClr val="tx1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308333333333333"/>
          <c:y val="1.85185185185185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5516410386655997E-2"/>
          <c:y val="0.24828479762610281"/>
          <c:w val="0.92896717922668803"/>
          <c:h val="0.69427129068098437"/>
        </c:manualLayout>
      </c:layout>
      <c:barChart>
        <c:barDir val="col"/>
        <c:grouping val="stacked"/>
        <c:varyColors val="0"/>
        <c:ser>
          <c:idx val="1"/>
          <c:order val="1"/>
          <c:tx>
            <c:strRef>
              <c:f>'[Flow Asing (SBN Saham SRBI).xlsx]Tahunan'!$B$1</c:f>
              <c:strCache>
                <c:ptCount val="1"/>
                <c:pt idx="0">
                  <c:v>SBN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E4F-4E06-83A3-7D0C2645C7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'[Flow Asing (SBN Saham SRBI).xlsx]Tahunan'!$A$2:$A$13</c:f>
              <c:numCache>
                <c:formatCode>General</c:formatCod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numCache>
              <c:extLst/>
            </c:numRef>
          </c:cat>
          <c:val>
            <c:numRef>
              <c:f>'[Flow Asing (SBN Saham SRBI).xlsx]Tahunan'!$B$2:$B$13</c:f>
              <c:numCache>
                <c:formatCode>_-* #,##0.0_-;\-* #,##0.0_-;_-* "-"??_-;_-@_-</c:formatCode>
                <c:ptCount val="7"/>
                <c:pt idx="0">
                  <c:v>-87.949999999999932</c:v>
                </c:pt>
                <c:pt idx="1">
                  <c:v>-82.569999999999936</c:v>
                </c:pt>
                <c:pt idx="2">
                  <c:v>-129.14999999999998</c:v>
                </c:pt>
                <c:pt idx="3">
                  <c:v>79.8599999999999</c:v>
                </c:pt>
                <c:pt idx="4">
                  <c:v>35.466000000000008</c:v>
                </c:pt>
                <c:pt idx="5">
                  <c:v>1.8140000000000782</c:v>
                </c:pt>
                <c:pt idx="6">
                  <c:v>35.460000000000036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2160-48AB-943E-55F5B11FFE7C}"/>
            </c:ext>
          </c:extLst>
        </c:ser>
        <c:ser>
          <c:idx val="2"/>
          <c:order val="2"/>
          <c:tx>
            <c:strRef>
              <c:f>'[Flow Asing (SBN Saham SRBI).xlsx]Tahunan'!$C$1</c:f>
              <c:strCache>
                <c:ptCount val="1"/>
                <c:pt idx="0">
                  <c:v>Saham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E4F-4E06-83A3-7D0C2645C7FE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E4F-4E06-83A3-7D0C2645C7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'[Flow Asing (SBN Saham SRBI).xlsx]Tahunan'!$A$2:$A$13</c:f>
              <c:numCache>
                <c:formatCode>General</c:formatCod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numCache>
              <c:extLst/>
            </c:numRef>
          </c:cat>
          <c:val>
            <c:numRef>
              <c:f>'[Flow Asing (SBN Saham SRBI).xlsx]Tahunan'!$C$2:$C$13</c:f>
              <c:numCache>
                <c:formatCode>_-* #,##0.0_-;\-* #,##0.0_-;_-* "-"??_-;_-@_-</c:formatCode>
                <c:ptCount val="7"/>
                <c:pt idx="0">
                  <c:v>-47.813230000000004</c:v>
                </c:pt>
                <c:pt idx="1">
                  <c:v>37.974532999999987</c:v>
                </c:pt>
                <c:pt idx="2">
                  <c:v>60.575416999999902</c:v>
                </c:pt>
                <c:pt idx="3">
                  <c:v>-6.1881299999999868</c:v>
                </c:pt>
                <c:pt idx="4">
                  <c:v>16.529030999999989</c:v>
                </c:pt>
                <c:pt idx="5">
                  <c:v>-17.341827000000045</c:v>
                </c:pt>
                <c:pt idx="6">
                  <c:v>-85.66407199999999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2160-48AB-943E-55F5B11FFE7C}"/>
            </c:ext>
          </c:extLst>
        </c:ser>
        <c:ser>
          <c:idx val="3"/>
          <c:order val="3"/>
          <c:tx>
            <c:strRef>
              <c:f>'[Flow Asing (SBN Saham SRBI).xlsx]Tahunan'!$D$1</c:f>
              <c:strCache>
                <c:ptCount val="1"/>
                <c:pt idx="0">
                  <c:v>SRBI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6"/>
              <c:layout>
                <c:manualLayout>
                  <c:x val="-3.2287645806050908E-3"/>
                  <c:y val="-6.28415893326878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E4F-4E06-83A3-7D0C2645C7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'[Flow Asing (SBN Saham SRBI).xlsx]Tahunan'!$A$2:$A$13</c:f>
              <c:numCache>
                <c:formatCode>General</c:formatCod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numCache>
              <c:extLst/>
            </c:numRef>
          </c:cat>
          <c:val>
            <c:numRef>
              <c:f>'[Flow Asing (SBN Saham SRBI).xlsx]Tahunan'!$D$2:$D$13</c:f>
              <c:numCache>
                <c:formatCode>General</c:formatCode>
                <c:ptCount val="7"/>
                <c:pt idx="3" formatCode="_-* #,##0.0_-;\-* #,##0.0_-;_-* &quot;-&quot;??_-;_-@_-">
                  <c:v>62.174132</c:v>
                </c:pt>
                <c:pt idx="4" formatCode="_-* #,##0.0_-;\-* #,##0.0_-;_-* &quot;-&quot;??_-;_-@_-">
                  <c:v>161.99299600000001</c:v>
                </c:pt>
                <c:pt idx="5" formatCode="_-* #,##0.0_-;\-* #,##0.0_-;_-* &quot;-&quot;??_-;_-@_-">
                  <c:v>-110.11312799999999</c:v>
                </c:pt>
                <c:pt idx="6" formatCode="_-* #,##0.0_-;\-* #,##0.0_-;_-* &quot;-&quot;??_-;_-@_-">
                  <c:v>180.60586299999997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5-2160-48AB-943E-55F5B11FFE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51459728"/>
        <c:axId val="52652367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'[Flow Asing (SBN Saham SRBI).xlsx]Tahunan'!$A$1</c15:sqref>
                        </c15:formulaRef>
                      </c:ext>
                    </c:extLst>
                    <c:strCache>
                      <c:ptCount val="1"/>
                      <c:pt idx="0">
                        <c:v>Tahun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'[Flow Asing (SBN Saham SRBI).xlsx]Tahunan'!$A$2:$A$13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2020</c:v>
                      </c:pt>
                      <c:pt idx="1">
                        <c:v>2021</c:v>
                      </c:pt>
                      <c:pt idx="2">
                        <c:v>2022</c:v>
                      </c:pt>
                      <c:pt idx="3">
                        <c:v>2023</c:v>
                      </c:pt>
                      <c:pt idx="4">
                        <c:v>2024</c:v>
                      </c:pt>
                      <c:pt idx="5">
                        <c:v>2025</c:v>
                      </c:pt>
                      <c:pt idx="6">
                        <c:v>2026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'[Flow Asing (SBN Saham SRBI).xlsx]Tahunan'!$A$2:$A$13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2020</c:v>
                      </c:pt>
                      <c:pt idx="1">
                        <c:v>2021</c:v>
                      </c:pt>
                      <c:pt idx="2">
                        <c:v>2022</c:v>
                      </c:pt>
                      <c:pt idx="3">
                        <c:v>2023</c:v>
                      </c:pt>
                      <c:pt idx="4">
                        <c:v>2024</c:v>
                      </c:pt>
                      <c:pt idx="5">
                        <c:v>2025</c:v>
                      </c:pt>
                      <c:pt idx="6">
                        <c:v>2026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7-2160-48AB-943E-55F5B11FFE7C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4"/>
          <c:order val="4"/>
          <c:tx>
            <c:strRef>
              <c:f>'[Flow Asing (SBN Saham SRBI).xlsx]Tahunan'!$E$1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E4F-4E06-83A3-7D0C2645C7FE}"/>
                </c:ext>
              </c:extLst>
            </c:dLbl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'[Flow Asing (SBN Saham SRBI).xlsx]Tahunan'!$A$2:$A$13</c:f>
              <c:numCache>
                <c:formatCode>General</c:formatCod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numCache>
              <c:extLst/>
            </c:numRef>
          </c:cat>
          <c:val>
            <c:numRef>
              <c:f>'[Flow Asing (SBN Saham SRBI).xlsx]Tahunan'!$E$2:$E$13</c:f>
              <c:numCache>
                <c:formatCode>_-* #,##0.0_-;\-* #,##0.0_-;_-* "-"??_-;_-@_-</c:formatCode>
                <c:ptCount val="7"/>
                <c:pt idx="0">
                  <c:v>-135.76322999999994</c:v>
                </c:pt>
                <c:pt idx="1">
                  <c:v>-44.59546699999995</c:v>
                </c:pt>
                <c:pt idx="2">
                  <c:v>-68.574583000000075</c:v>
                </c:pt>
                <c:pt idx="3">
                  <c:v>135.84600199999991</c:v>
                </c:pt>
                <c:pt idx="4">
                  <c:v>213.98802699999999</c:v>
                </c:pt>
                <c:pt idx="5">
                  <c:v>-125.64095499999996</c:v>
                </c:pt>
                <c:pt idx="6">
                  <c:v>130.401791</c:v>
                </c:pt>
              </c:numCache>
              <c:extLst/>
            </c:numRef>
          </c:val>
          <c:smooth val="1"/>
          <c:extLst>
            <c:ext xmlns:c16="http://schemas.microsoft.com/office/drawing/2014/chart" uri="{C3380CC4-5D6E-409C-BE32-E72D297353CC}">
              <c16:uniqueId val="{00000006-2160-48AB-943E-55F5B11FFE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459728"/>
        <c:axId val="52652367"/>
      </c:lineChart>
      <c:catAx>
        <c:axId val="15145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2652367"/>
        <c:crosses val="autoZero"/>
        <c:auto val="1"/>
        <c:lblAlgn val="ctr"/>
        <c:lblOffset val="100"/>
        <c:noMultiLvlLbl val="0"/>
      </c:catAx>
      <c:valAx>
        <c:axId val="52652367"/>
        <c:scaling>
          <c:orientation val="minMax"/>
        </c:scaling>
        <c:delete val="1"/>
        <c:axPos val="l"/>
        <c:numFmt formatCode="#,##0" sourceLinked="0"/>
        <c:majorTickMark val="none"/>
        <c:minorTickMark val="none"/>
        <c:tickLblPos val="nextTo"/>
        <c:crossAx val="151459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196850657943407"/>
          <c:y val="0.16492339301952127"/>
          <c:w val="0.75543557432476238"/>
          <c:h val="4.955674032188139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>
                <a:solidFill>
                  <a:schemeClr val="tx1"/>
                </a:solidFill>
              </a:rPr>
              <a:t>Nilai </a:t>
            </a:r>
            <a:r>
              <a:rPr lang="en-US" b="1" err="1">
                <a:solidFill>
                  <a:schemeClr val="tx1"/>
                </a:solidFill>
              </a:rPr>
              <a:t>Tukar</a:t>
            </a:r>
            <a:r>
              <a:rPr lang="en-US" b="1">
                <a:solidFill>
                  <a:schemeClr val="tx1"/>
                </a:solidFill>
              </a:rPr>
              <a:t> Rupiah</a:t>
            </a: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(Rp/USD)</a:t>
            </a:r>
          </a:p>
        </c:rich>
      </c:tx>
      <c:layout>
        <c:manualLayout>
          <c:xMode val="edge"/>
          <c:yMode val="edge"/>
          <c:x val="0.30365575144264839"/>
          <c:y val="2.329290943661788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446981627296588"/>
          <c:y val="0.22528663575740379"/>
          <c:w val="0.69383382124932247"/>
          <c:h val="0.66347413194020943"/>
        </c:manualLayout>
      </c:layout>
      <c:lineChart>
        <c:grouping val="standard"/>
        <c:varyColors val="0"/>
        <c:ser>
          <c:idx val="0"/>
          <c:order val="0"/>
          <c:tx>
            <c:strRef>
              <c:f>Chart!$C$3</c:f>
              <c:strCache>
                <c:ptCount val="1"/>
                <c:pt idx="0">
                  <c:v>Nilai Tukar Rupiah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30"/>
              <c:layout>
                <c:manualLayout>
                  <c:x val="-5.1347473609959199E-2"/>
                  <c:y val="2.79514913239414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C15-49F0-8583-2AC5510BB62B}"/>
                </c:ext>
              </c:extLst>
            </c:dLbl>
            <c:dLbl>
              <c:idx val="4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BFF-437B-8B1F-8C9BF1B1CFB3}"/>
                </c:ext>
              </c:extLst>
            </c:dLbl>
            <c:numFmt formatCode="#,##0" sourceLinked="0"/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Chart!$B$4:$B$48</c:f>
              <c:numCache>
                <c:formatCode>m/d/yyyy</c:formatCode>
                <c:ptCount val="45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  <c:pt idx="30">
                  <c:v>45839</c:v>
                </c:pt>
                <c:pt idx="31">
                  <c:v>45870</c:v>
                </c:pt>
                <c:pt idx="32">
                  <c:v>45901</c:v>
                </c:pt>
                <c:pt idx="33">
                  <c:v>45931</c:v>
                </c:pt>
                <c:pt idx="34">
                  <c:v>45962</c:v>
                </c:pt>
                <c:pt idx="35">
                  <c:v>45992</c:v>
                </c:pt>
                <c:pt idx="36">
                  <c:v>46023</c:v>
                </c:pt>
                <c:pt idx="37">
                  <c:v>46054</c:v>
                </c:pt>
                <c:pt idx="38">
                  <c:v>46082</c:v>
                </c:pt>
                <c:pt idx="39">
                  <c:v>46113</c:v>
                </c:pt>
                <c:pt idx="40">
                  <c:v>46143</c:v>
                </c:pt>
                <c:pt idx="41">
                  <c:v>46174</c:v>
                </c:pt>
                <c:pt idx="42">
                  <c:v>46204</c:v>
                </c:pt>
                <c:pt idx="43">
                  <c:v>46235</c:v>
                </c:pt>
                <c:pt idx="44">
                  <c:v>46266</c:v>
                </c:pt>
              </c:numCache>
            </c:numRef>
          </c:cat>
          <c:val>
            <c:numRef>
              <c:f>Chart!$C$4:$C$48</c:f>
              <c:numCache>
                <c:formatCode>0</c:formatCode>
                <c:ptCount val="45"/>
                <c:pt idx="0">
                  <c:v>15295.23809524</c:v>
                </c:pt>
                <c:pt idx="1">
                  <c:v>15126</c:v>
                </c:pt>
                <c:pt idx="2">
                  <c:v>15300.714285710001</c:v>
                </c:pt>
                <c:pt idx="3">
                  <c:v>14866.714285710001</c:v>
                </c:pt>
                <c:pt idx="4">
                  <c:v>14810.857380949999</c:v>
                </c:pt>
                <c:pt idx="5">
                  <c:v>14932.00029412</c:v>
                </c:pt>
                <c:pt idx="6">
                  <c:v>15039.75</c:v>
                </c:pt>
                <c:pt idx="7">
                  <c:v>15245.13659091</c:v>
                </c:pt>
                <c:pt idx="8">
                  <c:v>15354.2</c:v>
                </c:pt>
                <c:pt idx="9">
                  <c:v>15741.227500000001</c:v>
                </c:pt>
                <c:pt idx="10">
                  <c:v>15617.40909091</c:v>
                </c:pt>
                <c:pt idx="11">
                  <c:v>15513.36842105</c:v>
                </c:pt>
                <c:pt idx="12">
                  <c:v>15610.81863636</c:v>
                </c:pt>
                <c:pt idx="13">
                  <c:v>15665.33361111</c:v>
                </c:pt>
                <c:pt idx="14">
                  <c:v>15702.61111111</c:v>
                </c:pt>
                <c:pt idx="15">
                  <c:v>16100</c:v>
                </c:pt>
                <c:pt idx="16">
                  <c:v>16083.94472222</c:v>
                </c:pt>
                <c:pt idx="17">
                  <c:v>16329.38888889</c:v>
                </c:pt>
                <c:pt idx="18">
                  <c:v>16261.65282609</c:v>
                </c:pt>
                <c:pt idx="19">
                  <c:v>15793.181818180001</c:v>
                </c:pt>
                <c:pt idx="20">
                  <c:v>15341.25</c:v>
                </c:pt>
                <c:pt idx="21">
                  <c:v>15541.347826089999</c:v>
                </c:pt>
                <c:pt idx="22">
                  <c:v>15812.35</c:v>
                </c:pt>
                <c:pt idx="23">
                  <c:v>16023.5</c:v>
                </c:pt>
                <c:pt idx="24">
                  <c:v>16261.99973684</c:v>
                </c:pt>
                <c:pt idx="25">
                  <c:v>16337.9005</c:v>
                </c:pt>
                <c:pt idx="26">
                  <c:v>16456.15815789</c:v>
                </c:pt>
                <c:pt idx="27">
                  <c:v>16820</c:v>
                </c:pt>
                <c:pt idx="28">
                  <c:v>16440.705588240002</c:v>
                </c:pt>
                <c:pt idx="29">
                  <c:v>16310.55583333</c:v>
                </c:pt>
                <c:pt idx="30">
                  <c:v>16276.435217390001</c:v>
                </c:pt>
                <c:pt idx="31">
                  <c:v>16308.8</c:v>
                </c:pt>
                <c:pt idx="32">
                  <c:v>16512.190952379999</c:v>
                </c:pt>
                <c:pt idx="33">
                  <c:v>16607.347826090001</c:v>
                </c:pt>
                <c:pt idx="34">
                  <c:v>16703.05025</c:v>
                </c:pt>
                <c:pt idx="35">
                  <c:v>16699.238095240002</c:v>
                </c:pt>
                <c:pt idx="36">
                  <c:v>16828.1005</c:v>
                </c:pt>
                <c:pt idx="37">
                  <c:v>16825.66722222</c:v>
                </c:pt>
                <c:pt idx="38">
                  <c:v>16911.529411759999</c:v>
                </c:pt>
                <c:pt idx="39">
                  <c:v>17140.761904759998</c:v>
                </c:pt>
                <c:pt idx="40">
                  <c:v>17545.625625000001</c:v>
                </c:pt>
                <c:pt idx="41">
                  <c:v>17923.3</c:v>
                </c:pt>
                <c:pt idx="42">
                  <c:v>18007.565217390002</c:v>
                </c:pt>
                <c:pt idx="43">
                  <c:v>17849.315789470002</c:v>
                </c:pt>
                <c:pt idx="44">
                  <c:v>17743.04545455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73D-491A-BBEC-D4DDD9397B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1390336"/>
        <c:axId val="227133520"/>
      </c:lineChart>
      <c:dateAx>
        <c:axId val="411390336"/>
        <c:scaling>
          <c:orientation val="minMax"/>
          <c:min val="45839"/>
        </c:scaling>
        <c:delete val="0"/>
        <c:axPos val="b"/>
        <c:numFmt formatCode="mmm\-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227133520"/>
        <c:crosses val="autoZero"/>
        <c:auto val="1"/>
        <c:lblOffset val="100"/>
        <c:baseTimeUnit val="months"/>
      </c:dateAx>
      <c:valAx>
        <c:axId val="227133520"/>
        <c:scaling>
          <c:orientation val="minMax"/>
          <c:min val="16000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41139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>
                <a:solidFill>
                  <a:schemeClr val="tx1"/>
                </a:solidFill>
              </a:rPr>
              <a:t>BI Rate</a:t>
            </a: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</a:t>
            </a:r>
            <a:r>
              <a:rPr lang="en-US" err="1">
                <a:solidFill>
                  <a:schemeClr val="tx1"/>
                </a:solidFill>
              </a:rPr>
              <a:t>persen</a:t>
            </a:r>
            <a:r>
              <a:rPr lang="en-US">
                <a:solidFill>
                  <a:schemeClr val="tx1"/>
                </a:solidFill>
              </a:rPr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7287182852143477E-2"/>
          <c:y val="0.12875301626781738"/>
          <c:w val="0.8200987076767785"/>
          <c:h val="0.76022976923116492"/>
        </c:manualLayout>
      </c:layout>
      <c:lineChart>
        <c:grouping val="standard"/>
        <c:varyColors val="0"/>
        <c:ser>
          <c:idx val="0"/>
          <c:order val="0"/>
          <c:tx>
            <c:strRef>
              <c:f>Chart!$X$3</c:f>
              <c:strCache>
                <c:ptCount val="1"/>
                <c:pt idx="0">
                  <c:v>BI 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4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EC-4E73-8D2F-7B8AB7B934F5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Chart!$W$4:$W$48</c:f>
              <c:numCache>
                <c:formatCode>mm/yyyy</c:formatCode>
                <c:ptCount val="45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  <c:pt idx="30">
                  <c:v>45839</c:v>
                </c:pt>
                <c:pt idx="31">
                  <c:v>45870</c:v>
                </c:pt>
                <c:pt idx="32">
                  <c:v>45901</c:v>
                </c:pt>
                <c:pt idx="33">
                  <c:v>45931</c:v>
                </c:pt>
                <c:pt idx="34">
                  <c:v>45962</c:v>
                </c:pt>
                <c:pt idx="35">
                  <c:v>45992</c:v>
                </c:pt>
                <c:pt idx="36">
                  <c:v>46023</c:v>
                </c:pt>
                <c:pt idx="37">
                  <c:v>46054</c:v>
                </c:pt>
                <c:pt idx="38">
                  <c:v>46082</c:v>
                </c:pt>
                <c:pt idx="39">
                  <c:v>46113</c:v>
                </c:pt>
                <c:pt idx="40">
                  <c:v>46143</c:v>
                </c:pt>
                <c:pt idx="41">
                  <c:v>46174</c:v>
                </c:pt>
                <c:pt idx="42">
                  <c:v>46204</c:v>
                </c:pt>
                <c:pt idx="43">
                  <c:v>46235</c:v>
                </c:pt>
                <c:pt idx="44">
                  <c:v>46266</c:v>
                </c:pt>
              </c:numCache>
            </c:numRef>
          </c:cat>
          <c:val>
            <c:numRef>
              <c:f>Chart!$X$4:$X$48</c:f>
              <c:numCache>
                <c:formatCode>0.00</c:formatCode>
                <c:ptCount val="45"/>
                <c:pt idx="0">
                  <c:v>5.75</c:v>
                </c:pt>
                <c:pt idx="1">
                  <c:v>5.75</c:v>
                </c:pt>
                <c:pt idx="2">
                  <c:v>5.75</c:v>
                </c:pt>
                <c:pt idx="3">
                  <c:v>5.75</c:v>
                </c:pt>
                <c:pt idx="4">
                  <c:v>5.75</c:v>
                </c:pt>
                <c:pt idx="5">
                  <c:v>5.75</c:v>
                </c:pt>
                <c:pt idx="6">
                  <c:v>5.75</c:v>
                </c:pt>
                <c:pt idx="7">
                  <c:v>5.75</c:v>
                </c:pt>
                <c:pt idx="8">
                  <c:v>5.75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6.25</c:v>
                </c:pt>
                <c:pt idx="16">
                  <c:v>6.25</c:v>
                </c:pt>
                <c:pt idx="17">
                  <c:v>6.25</c:v>
                </c:pt>
                <c:pt idx="18">
                  <c:v>6.25</c:v>
                </c:pt>
                <c:pt idx="19">
                  <c:v>6.25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5.75</c:v>
                </c:pt>
                <c:pt idx="25">
                  <c:v>5.75</c:v>
                </c:pt>
                <c:pt idx="26">
                  <c:v>5.75</c:v>
                </c:pt>
                <c:pt idx="27">
                  <c:v>5.75</c:v>
                </c:pt>
                <c:pt idx="28">
                  <c:v>5.5</c:v>
                </c:pt>
                <c:pt idx="29">
                  <c:v>5.5</c:v>
                </c:pt>
                <c:pt idx="30">
                  <c:v>5.25</c:v>
                </c:pt>
                <c:pt idx="31">
                  <c:v>5</c:v>
                </c:pt>
                <c:pt idx="32">
                  <c:v>4.75</c:v>
                </c:pt>
                <c:pt idx="33">
                  <c:v>4.75</c:v>
                </c:pt>
                <c:pt idx="34">
                  <c:v>4.75</c:v>
                </c:pt>
                <c:pt idx="35">
                  <c:v>4.75</c:v>
                </c:pt>
                <c:pt idx="36">
                  <c:v>4.75</c:v>
                </c:pt>
                <c:pt idx="37">
                  <c:v>4.75</c:v>
                </c:pt>
                <c:pt idx="38">
                  <c:v>4.75</c:v>
                </c:pt>
                <c:pt idx="39">
                  <c:v>4.75</c:v>
                </c:pt>
                <c:pt idx="40">
                  <c:v>5.25</c:v>
                </c:pt>
                <c:pt idx="41">
                  <c:v>5.75</c:v>
                </c:pt>
                <c:pt idx="42">
                  <c:v>5.75</c:v>
                </c:pt>
                <c:pt idx="43">
                  <c:v>5.75</c:v>
                </c:pt>
                <c:pt idx="44">
                  <c:v>5.75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9E-46BE-A489-4483078DB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56580720"/>
        <c:axId val="227249200"/>
      </c:lineChart>
      <c:dateAx>
        <c:axId val="456580720"/>
        <c:scaling>
          <c:orientation val="minMax"/>
          <c:min val="45658"/>
        </c:scaling>
        <c:delete val="0"/>
        <c:axPos val="b"/>
        <c:numFmt formatCode="mmm\-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227249200"/>
        <c:crosses val="autoZero"/>
        <c:auto val="1"/>
        <c:lblOffset val="100"/>
        <c:baseTimeUnit val="months"/>
      </c:dateAx>
      <c:valAx>
        <c:axId val="227249200"/>
        <c:scaling>
          <c:orientation val="minMax"/>
          <c:min val="4"/>
        </c:scaling>
        <c:delete val="0"/>
        <c:axPos val="l"/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456580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>
                <a:solidFill>
                  <a:schemeClr val="tx1"/>
                </a:solidFill>
              </a:rPr>
              <a:t>Nilai </a:t>
            </a:r>
            <a:r>
              <a:rPr lang="en-US" b="1" err="1">
                <a:solidFill>
                  <a:schemeClr val="tx1"/>
                </a:solidFill>
              </a:rPr>
              <a:t>Tukar</a:t>
            </a:r>
            <a:r>
              <a:rPr lang="en-US" b="1">
                <a:solidFill>
                  <a:schemeClr val="tx1"/>
                </a:solidFill>
              </a:rPr>
              <a:t> Rupiah</a:t>
            </a: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(Rp/USD)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418209119778686"/>
          <c:y val="0.19240879991109927"/>
          <c:w val="0.63452457046358701"/>
          <c:h val="0.68099494975535335"/>
        </c:manualLayout>
      </c:layout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 Harian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836"/>
              <c:numFmt formatCode="#,##0" sourceLinked="0"/>
              <c:spPr>
                <a:solidFill>
                  <a:schemeClr val="accent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7E58-415E-89C3-1E905CB77368}"/>
                </c:ext>
              </c:extLst>
            </c:dLbl>
            <c:dLbl>
              <c:idx val="18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E58-415E-89C3-1E905CB77368}"/>
                </c:ext>
              </c:extLst>
            </c:dLbl>
            <c:dLbl>
              <c:idx val="19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E58-415E-89C3-1E905CB77368}"/>
                </c:ext>
              </c:extLst>
            </c:dLbl>
            <c:dLbl>
              <c:idx val="19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E58-415E-89C3-1E905CB77368}"/>
                </c:ext>
              </c:extLst>
            </c:dLbl>
            <c:dLbl>
              <c:idx val="19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E58-415E-89C3-1E905CB77368}"/>
                </c:ext>
              </c:extLst>
            </c:dLbl>
            <c:dLbl>
              <c:idx val="1994"/>
              <c:layout>
                <c:manualLayout>
                  <c:x val="-2.037063967415995E-3"/>
                  <c:y val="-4.302554864388254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17,975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E58-415E-89C3-1E905CB77368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Sheet1!$A$2:$A$2001</c:f>
              <c:numCache>
                <c:formatCode>m/d/yyyy</c:formatCode>
                <c:ptCount val="2000"/>
                <c:pt idx="0">
                  <c:v>43466</c:v>
                </c:pt>
                <c:pt idx="1">
                  <c:v>43467</c:v>
                </c:pt>
                <c:pt idx="2">
                  <c:v>43468</c:v>
                </c:pt>
                <c:pt idx="3">
                  <c:v>43469</c:v>
                </c:pt>
                <c:pt idx="4">
                  <c:v>43472</c:v>
                </c:pt>
                <c:pt idx="5">
                  <c:v>43473</c:v>
                </c:pt>
                <c:pt idx="6">
                  <c:v>43474</c:v>
                </c:pt>
                <c:pt idx="7">
                  <c:v>43475</c:v>
                </c:pt>
                <c:pt idx="8">
                  <c:v>43476</c:v>
                </c:pt>
                <c:pt idx="9">
                  <c:v>43479</c:v>
                </c:pt>
                <c:pt idx="10">
                  <c:v>43480</c:v>
                </c:pt>
                <c:pt idx="11">
                  <c:v>43481</c:v>
                </c:pt>
                <c:pt idx="12">
                  <c:v>43482</c:v>
                </c:pt>
                <c:pt idx="13">
                  <c:v>43483</c:v>
                </c:pt>
                <c:pt idx="14">
                  <c:v>43486</c:v>
                </c:pt>
                <c:pt idx="15">
                  <c:v>43487</c:v>
                </c:pt>
                <c:pt idx="16">
                  <c:v>43488</c:v>
                </c:pt>
                <c:pt idx="17">
                  <c:v>43489</c:v>
                </c:pt>
                <c:pt idx="18">
                  <c:v>43490</c:v>
                </c:pt>
                <c:pt idx="19">
                  <c:v>43493</c:v>
                </c:pt>
                <c:pt idx="20">
                  <c:v>43494</c:v>
                </c:pt>
                <c:pt idx="21">
                  <c:v>43495</c:v>
                </c:pt>
                <c:pt idx="22">
                  <c:v>43496</c:v>
                </c:pt>
                <c:pt idx="23">
                  <c:v>43497</c:v>
                </c:pt>
                <c:pt idx="24">
                  <c:v>43500</c:v>
                </c:pt>
                <c:pt idx="25">
                  <c:v>43501</c:v>
                </c:pt>
                <c:pt idx="26">
                  <c:v>43502</c:v>
                </c:pt>
                <c:pt idx="27">
                  <c:v>43503</c:v>
                </c:pt>
                <c:pt idx="28">
                  <c:v>43504</c:v>
                </c:pt>
                <c:pt idx="29">
                  <c:v>43507</c:v>
                </c:pt>
                <c:pt idx="30">
                  <c:v>43508</c:v>
                </c:pt>
                <c:pt idx="31">
                  <c:v>43509</c:v>
                </c:pt>
                <c:pt idx="32">
                  <c:v>43510</c:v>
                </c:pt>
                <c:pt idx="33">
                  <c:v>43511</c:v>
                </c:pt>
                <c:pt idx="34">
                  <c:v>43514</c:v>
                </c:pt>
                <c:pt idx="35">
                  <c:v>43515</c:v>
                </c:pt>
                <c:pt idx="36">
                  <c:v>43516</c:v>
                </c:pt>
                <c:pt idx="37">
                  <c:v>43517</c:v>
                </c:pt>
                <c:pt idx="38">
                  <c:v>43518</c:v>
                </c:pt>
                <c:pt idx="39">
                  <c:v>43521</c:v>
                </c:pt>
                <c:pt idx="40">
                  <c:v>43522</c:v>
                </c:pt>
                <c:pt idx="41">
                  <c:v>43523</c:v>
                </c:pt>
                <c:pt idx="42">
                  <c:v>43524</c:v>
                </c:pt>
                <c:pt idx="43">
                  <c:v>43525</c:v>
                </c:pt>
                <c:pt idx="44">
                  <c:v>43528</c:v>
                </c:pt>
                <c:pt idx="45">
                  <c:v>43529</c:v>
                </c:pt>
                <c:pt idx="46">
                  <c:v>43530</c:v>
                </c:pt>
                <c:pt idx="47">
                  <c:v>43531</c:v>
                </c:pt>
                <c:pt idx="48">
                  <c:v>43532</c:v>
                </c:pt>
                <c:pt idx="49">
                  <c:v>43535</c:v>
                </c:pt>
                <c:pt idx="50">
                  <c:v>43536</c:v>
                </c:pt>
                <c:pt idx="51">
                  <c:v>43537</c:v>
                </c:pt>
                <c:pt idx="52">
                  <c:v>43538</c:v>
                </c:pt>
                <c:pt idx="53">
                  <c:v>43539</c:v>
                </c:pt>
                <c:pt idx="54">
                  <c:v>43542</c:v>
                </c:pt>
                <c:pt idx="55">
                  <c:v>43543</c:v>
                </c:pt>
                <c:pt idx="56">
                  <c:v>43544</c:v>
                </c:pt>
                <c:pt idx="57">
                  <c:v>43545</c:v>
                </c:pt>
                <c:pt idx="58">
                  <c:v>43546</c:v>
                </c:pt>
                <c:pt idx="59">
                  <c:v>43549</c:v>
                </c:pt>
                <c:pt idx="60">
                  <c:v>43550</c:v>
                </c:pt>
                <c:pt idx="61">
                  <c:v>43551</c:v>
                </c:pt>
                <c:pt idx="62">
                  <c:v>43552</c:v>
                </c:pt>
                <c:pt idx="63">
                  <c:v>43553</c:v>
                </c:pt>
                <c:pt idx="64">
                  <c:v>43556</c:v>
                </c:pt>
                <c:pt idx="65">
                  <c:v>43557</c:v>
                </c:pt>
                <c:pt idx="66">
                  <c:v>43558</c:v>
                </c:pt>
                <c:pt idx="67">
                  <c:v>43559</c:v>
                </c:pt>
                <c:pt idx="68">
                  <c:v>43560</c:v>
                </c:pt>
                <c:pt idx="69">
                  <c:v>43563</c:v>
                </c:pt>
                <c:pt idx="70">
                  <c:v>43564</c:v>
                </c:pt>
                <c:pt idx="71">
                  <c:v>43565</c:v>
                </c:pt>
                <c:pt idx="72">
                  <c:v>43566</c:v>
                </c:pt>
                <c:pt idx="73">
                  <c:v>43567</c:v>
                </c:pt>
                <c:pt idx="74">
                  <c:v>43570</c:v>
                </c:pt>
                <c:pt idx="75">
                  <c:v>43571</c:v>
                </c:pt>
                <c:pt idx="76">
                  <c:v>43572</c:v>
                </c:pt>
                <c:pt idx="77">
                  <c:v>43573</c:v>
                </c:pt>
                <c:pt idx="78">
                  <c:v>43574</c:v>
                </c:pt>
                <c:pt idx="79">
                  <c:v>43577</c:v>
                </c:pt>
                <c:pt idx="80">
                  <c:v>43578</c:v>
                </c:pt>
                <c:pt idx="81">
                  <c:v>43579</c:v>
                </c:pt>
                <c:pt idx="82">
                  <c:v>43580</c:v>
                </c:pt>
                <c:pt idx="83">
                  <c:v>43581</c:v>
                </c:pt>
                <c:pt idx="84">
                  <c:v>43584</c:v>
                </c:pt>
                <c:pt idx="85">
                  <c:v>43585</c:v>
                </c:pt>
                <c:pt idx="86">
                  <c:v>43586</c:v>
                </c:pt>
                <c:pt idx="87">
                  <c:v>43587</c:v>
                </c:pt>
                <c:pt idx="88">
                  <c:v>43588</c:v>
                </c:pt>
                <c:pt idx="89">
                  <c:v>43591</c:v>
                </c:pt>
                <c:pt idx="90">
                  <c:v>43592</c:v>
                </c:pt>
                <c:pt idx="91">
                  <c:v>43593</c:v>
                </c:pt>
                <c:pt idx="92">
                  <c:v>43594</c:v>
                </c:pt>
                <c:pt idx="93">
                  <c:v>43595</c:v>
                </c:pt>
                <c:pt idx="94">
                  <c:v>43598</c:v>
                </c:pt>
                <c:pt idx="95">
                  <c:v>43599</c:v>
                </c:pt>
                <c:pt idx="96">
                  <c:v>43600</c:v>
                </c:pt>
                <c:pt idx="97">
                  <c:v>43601</c:v>
                </c:pt>
                <c:pt idx="98">
                  <c:v>43602</c:v>
                </c:pt>
                <c:pt idx="99">
                  <c:v>43605</c:v>
                </c:pt>
                <c:pt idx="100">
                  <c:v>43606</c:v>
                </c:pt>
                <c:pt idx="101">
                  <c:v>43607</c:v>
                </c:pt>
                <c:pt idx="102">
                  <c:v>43608</c:v>
                </c:pt>
                <c:pt idx="103">
                  <c:v>43609</c:v>
                </c:pt>
                <c:pt idx="104">
                  <c:v>43612</c:v>
                </c:pt>
                <c:pt idx="105">
                  <c:v>43613</c:v>
                </c:pt>
                <c:pt idx="106">
                  <c:v>43614</c:v>
                </c:pt>
                <c:pt idx="107">
                  <c:v>43615</c:v>
                </c:pt>
                <c:pt idx="108">
                  <c:v>43616</c:v>
                </c:pt>
                <c:pt idx="109">
                  <c:v>43619</c:v>
                </c:pt>
                <c:pt idx="110">
                  <c:v>43620</c:v>
                </c:pt>
                <c:pt idx="111">
                  <c:v>43621</c:v>
                </c:pt>
                <c:pt idx="112">
                  <c:v>43622</c:v>
                </c:pt>
                <c:pt idx="113">
                  <c:v>43623</c:v>
                </c:pt>
                <c:pt idx="114">
                  <c:v>43626</c:v>
                </c:pt>
                <c:pt idx="115">
                  <c:v>43627</c:v>
                </c:pt>
                <c:pt idx="116">
                  <c:v>43628</c:v>
                </c:pt>
                <c:pt idx="117">
                  <c:v>43629</c:v>
                </c:pt>
                <c:pt idx="118">
                  <c:v>43630</c:v>
                </c:pt>
                <c:pt idx="119">
                  <c:v>43633</c:v>
                </c:pt>
                <c:pt idx="120">
                  <c:v>43634</c:v>
                </c:pt>
                <c:pt idx="121">
                  <c:v>43635</c:v>
                </c:pt>
                <c:pt idx="122">
                  <c:v>43636</c:v>
                </c:pt>
                <c:pt idx="123">
                  <c:v>43637</c:v>
                </c:pt>
                <c:pt idx="124">
                  <c:v>43640</c:v>
                </c:pt>
                <c:pt idx="125">
                  <c:v>43641</c:v>
                </c:pt>
                <c:pt idx="126">
                  <c:v>43642</c:v>
                </c:pt>
                <c:pt idx="127">
                  <c:v>43643</c:v>
                </c:pt>
                <c:pt idx="128">
                  <c:v>43644</c:v>
                </c:pt>
                <c:pt idx="129">
                  <c:v>43647</c:v>
                </c:pt>
                <c:pt idx="130">
                  <c:v>43648</c:v>
                </c:pt>
                <c:pt idx="131">
                  <c:v>43649</c:v>
                </c:pt>
                <c:pt idx="132">
                  <c:v>43650</c:v>
                </c:pt>
                <c:pt idx="133">
                  <c:v>43651</c:v>
                </c:pt>
                <c:pt idx="134">
                  <c:v>43654</c:v>
                </c:pt>
                <c:pt idx="135">
                  <c:v>43655</c:v>
                </c:pt>
                <c:pt idx="136">
                  <c:v>43656</c:v>
                </c:pt>
                <c:pt idx="137">
                  <c:v>43657</c:v>
                </c:pt>
                <c:pt idx="138">
                  <c:v>43658</c:v>
                </c:pt>
                <c:pt idx="139">
                  <c:v>43661</c:v>
                </c:pt>
                <c:pt idx="140">
                  <c:v>43662</c:v>
                </c:pt>
                <c:pt idx="141">
                  <c:v>43663</c:v>
                </c:pt>
                <c:pt idx="142">
                  <c:v>43664</c:v>
                </c:pt>
                <c:pt idx="143">
                  <c:v>43665</c:v>
                </c:pt>
                <c:pt idx="144">
                  <c:v>43668</c:v>
                </c:pt>
                <c:pt idx="145">
                  <c:v>43669</c:v>
                </c:pt>
                <c:pt idx="146">
                  <c:v>43670</c:v>
                </c:pt>
                <c:pt idx="147">
                  <c:v>43671</c:v>
                </c:pt>
                <c:pt idx="148">
                  <c:v>43672</c:v>
                </c:pt>
                <c:pt idx="149">
                  <c:v>43675</c:v>
                </c:pt>
                <c:pt idx="150">
                  <c:v>43676</c:v>
                </c:pt>
                <c:pt idx="151">
                  <c:v>43677</c:v>
                </c:pt>
                <c:pt idx="152">
                  <c:v>43678</c:v>
                </c:pt>
                <c:pt idx="153">
                  <c:v>43679</c:v>
                </c:pt>
                <c:pt idx="154">
                  <c:v>43682</c:v>
                </c:pt>
                <c:pt idx="155">
                  <c:v>43683</c:v>
                </c:pt>
                <c:pt idx="156">
                  <c:v>43684</c:v>
                </c:pt>
                <c:pt idx="157">
                  <c:v>43685</c:v>
                </c:pt>
                <c:pt idx="158">
                  <c:v>43686</c:v>
                </c:pt>
                <c:pt idx="159">
                  <c:v>43689</c:v>
                </c:pt>
                <c:pt idx="160">
                  <c:v>43690</c:v>
                </c:pt>
                <c:pt idx="161">
                  <c:v>43691</c:v>
                </c:pt>
                <c:pt idx="162">
                  <c:v>43692</c:v>
                </c:pt>
                <c:pt idx="163">
                  <c:v>43693</c:v>
                </c:pt>
                <c:pt idx="164">
                  <c:v>43696</c:v>
                </c:pt>
                <c:pt idx="165">
                  <c:v>43697</c:v>
                </c:pt>
                <c:pt idx="166">
                  <c:v>43698</c:v>
                </c:pt>
                <c:pt idx="167">
                  <c:v>43699</c:v>
                </c:pt>
                <c:pt idx="168">
                  <c:v>43700</c:v>
                </c:pt>
                <c:pt idx="169">
                  <c:v>43703</c:v>
                </c:pt>
                <c:pt idx="170">
                  <c:v>43704</c:v>
                </c:pt>
                <c:pt idx="171">
                  <c:v>43705</c:v>
                </c:pt>
                <c:pt idx="172">
                  <c:v>43706</c:v>
                </c:pt>
                <c:pt idx="173">
                  <c:v>43707</c:v>
                </c:pt>
                <c:pt idx="174">
                  <c:v>43710</c:v>
                </c:pt>
                <c:pt idx="175">
                  <c:v>43711</c:v>
                </c:pt>
                <c:pt idx="176">
                  <c:v>43712</c:v>
                </c:pt>
                <c:pt idx="177">
                  <c:v>43713</c:v>
                </c:pt>
                <c:pt idx="178">
                  <c:v>43714</c:v>
                </c:pt>
                <c:pt idx="179">
                  <c:v>43717</c:v>
                </c:pt>
                <c:pt idx="180">
                  <c:v>43718</c:v>
                </c:pt>
                <c:pt idx="181">
                  <c:v>43719</c:v>
                </c:pt>
                <c:pt idx="182">
                  <c:v>43720</c:v>
                </c:pt>
                <c:pt idx="183">
                  <c:v>43721</c:v>
                </c:pt>
                <c:pt idx="184">
                  <c:v>43724</c:v>
                </c:pt>
                <c:pt idx="185">
                  <c:v>43725</c:v>
                </c:pt>
                <c:pt idx="186">
                  <c:v>43726</c:v>
                </c:pt>
                <c:pt idx="187">
                  <c:v>43727</c:v>
                </c:pt>
                <c:pt idx="188">
                  <c:v>43728</c:v>
                </c:pt>
                <c:pt idx="189">
                  <c:v>43731</c:v>
                </c:pt>
                <c:pt idx="190">
                  <c:v>43732</c:v>
                </c:pt>
                <c:pt idx="191">
                  <c:v>43733</c:v>
                </c:pt>
                <c:pt idx="192">
                  <c:v>43734</c:v>
                </c:pt>
                <c:pt idx="193">
                  <c:v>43735</c:v>
                </c:pt>
                <c:pt idx="194">
                  <c:v>43738</c:v>
                </c:pt>
                <c:pt idx="195">
                  <c:v>43739</c:v>
                </c:pt>
                <c:pt idx="196">
                  <c:v>43740</c:v>
                </c:pt>
                <c:pt idx="197">
                  <c:v>43741</c:v>
                </c:pt>
                <c:pt idx="198">
                  <c:v>43742</c:v>
                </c:pt>
                <c:pt idx="199">
                  <c:v>43745</c:v>
                </c:pt>
                <c:pt idx="200">
                  <c:v>43746</c:v>
                </c:pt>
                <c:pt idx="201">
                  <c:v>43747</c:v>
                </c:pt>
                <c:pt idx="202">
                  <c:v>43748</c:v>
                </c:pt>
                <c:pt idx="203">
                  <c:v>43749</c:v>
                </c:pt>
                <c:pt idx="204">
                  <c:v>43752</c:v>
                </c:pt>
                <c:pt idx="205">
                  <c:v>43753</c:v>
                </c:pt>
                <c:pt idx="206">
                  <c:v>43754</c:v>
                </c:pt>
                <c:pt idx="207">
                  <c:v>43755</c:v>
                </c:pt>
                <c:pt idx="208">
                  <c:v>43756</c:v>
                </c:pt>
                <c:pt idx="209">
                  <c:v>43759</c:v>
                </c:pt>
                <c:pt idx="210">
                  <c:v>43760</c:v>
                </c:pt>
                <c:pt idx="211">
                  <c:v>43761</c:v>
                </c:pt>
                <c:pt idx="212">
                  <c:v>43762</c:v>
                </c:pt>
                <c:pt idx="213">
                  <c:v>43763</c:v>
                </c:pt>
                <c:pt idx="214">
                  <c:v>43766</c:v>
                </c:pt>
                <c:pt idx="215">
                  <c:v>43767</c:v>
                </c:pt>
                <c:pt idx="216">
                  <c:v>43768</c:v>
                </c:pt>
                <c:pt idx="217">
                  <c:v>43769</c:v>
                </c:pt>
                <c:pt idx="218">
                  <c:v>43770</c:v>
                </c:pt>
                <c:pt idx="219">
                  <c:v>43773</c:v>
                </c:pt>
                <c:pt idx="220">
                  <c:v>43774</c:v>
                </c:pt>
                <c:pt idx="221">
                  <c:v>43775</c:v>
                </c:pt>
                <c:pt idx="222">
                  <c:v>43776</c:v>
                </c:pt>
                <c:pt idx="223">
                  <c:v>43777</c:v>
                </c:pt>
                <c:pt idx="224">
                  <c:v>43780</c:v>
                </c:pt>
                <c:pt idx="225">
                  <c:v>43781</c:v>
                </c:pt>
                <c:pt idx="226">
                  <c:v>43782</c:v>
                </c:pt>
                <c:pt idx="227">
                  <c:v>43783</c:v>
                </c:pt>
                <c:pt idx="228">
                  <c:v>43784</c:v>
                </c:pt>
                <c:pt idx="229">
                  <c:v>43787</c:v>
                </c:pt>
                <c:pt idx="230">
                  <c:v>43788</c:v>
                </c:pt>
                <c:pt idx="231">
                  <c:v>43789</c:v>
                </c:pt>
                <c:pt idx="232">
                  <c:v>43790</c:v>
                </c:pt>
                <c:pt idx="233">
                  <c:v>43791</c:v>
                </c:pt>
                <c:pt idx="234">
                  <c:v>43794</c:v>
                </c:pt>
                <c:pt idx="235">
                  <c:v>43795</c:v>
                </c:pt>
                <c:pt idx="236">
                  <c:v>43796</c:v>
                </c:pt>
                <c:pt idx="237">
                  <c:v>43797</c:v>
                </c:pt>
                <c:pt idx="238">
                  <c:v>43798</c:v>
                </c:pt>
                <c:pt idx="239">
                  <c:v>43801</c:v>
                </c:pt>
                <c:pt idx="240">
                  <c:v>43802</c:v>
                </c:pt>
                <c:pt idx="241">
                  <c:v>43803</c:v>
                </c:pt>
                <c:pt idx="242">
                  <c:v>43804</c:v>
                </c:pt>
                <c:pt idx="243">
                  <c:v>43805</c:v>
                </c:pt>
                <c:pt idx="244">
                  <c:v>43808</c:v>
                </c:pt>
                <c:pt idx="245">
                  <c:v>43809</c:v>
                </c:pt>
                <c:pt idx="246">
                  <c:v>43810</c:v>
                </c:pt>
                <c:pt idx="247">
                  <c:v>43811</c:v>
                </c:pt>
                <c:pt idx="248">
                  <c:v>43812</c:v>
                </c:pt>
                <c:pt idx="249">
                  <c:v>43815</c:v>
                </c:pt>
                <c:pt idx="250">
                  <c:v>43816</c:v>
                </c:pt>
                <c:pt idx="251">
                  <c:v>43817</c:v>
                </c:pt>
                <c:pt idx="252">
                  <c:v>43818</c:v>
                </c:pt>
                <c:pt idx="253">
                  <c:v>43819</c:v>
                </c:pt>
                <c:pt idx="254">
                  <c:v>43822</c:v>
                </c:pt>
                <c:pt idx="255">
                  <c:v>43823</c:v>
                </c:pt>
                <c:pt idx="256">
                  <c:v>43824</c:v>
                </c:pt>
                <c:pt idx="257">
                  <c:v>43825</c:v>
                </c:pt>
                <c:pt idx="258">
                  <c:v>43826</c:v>
                </c:pt>
                <c:pt idx="259">
                  <c:v>43829</c:v>
                </c:pt>
                <c:pt idx="260">
                  <c:v>43830</c:v>
                </c:pt>
                <c:pt idx="261">
                  <c:v>43831</c:v>
                </c:pt>
                <c:pt idx="262">
                  <c:v>43832</c:v>
                </c:pt>
                <c:pt idx="263">
                  <c:v>43833</c:v>
                </c:pt>
                <c:pt idx="264">
                  <c:v>43836</c:v>
                </c:pt>
                <c:pt idx="265">
                  <c:v>43837</c:v>
                </c:pt>
                <c:pt idx="266">
                  <c:v>43838</c:v>
                </c:pt>
                <c:pt idx="267">
                  <c:v>43839</c:v>
                </c:pt>
                <c:pt idx="268">
                  <c:v>43840</c:v>
                </c:pt>
                <c:pt idx="269">
                  <c:v>43843</c:v>
                </c:pt>
                <c:pt idx="270">
                  <c:v>43844</c:v>
                </c:pt>
                <c:pt idx="271">
                  <c:v>43845</c:v>
                </c:pt>
                <c:pt idx="272">
                  <c:v>43846</c:v>
                </c:pt>
                <c:pt idx="273">
                  <c:v>43847</c:v>
                </c:pt>
                <c:pt idx="274">
                  <c:v>43850</c:v>
                </c:pt>
                <c:pt idx="275">
                  <c:v>43851</c:v>
                </c:pt>
                <c:pt idx="276">
                  <c:v>43852</c:v>
                </c:pt>
                <c:pt idx="277">
                  <c:v>43853</c:v>
                </c:pt>
                <c:pt idx="278">
                  <c:v>43854</c:v>
                </c:pt>
                <c:pt idx="279">
                  <c:v>43857</c:v>
                </c:pt>
                <c:pt idx="280">
                  <c:v>43858</c:v>
                </c:pt>
                <c:pt idx="281">
                  <c:v>43859</c:v>
                </c:pt>
                <c:pt idx="282">
                  <c:v>43860</c:v>
                </c:pt>
                <c:pt idx="283">
                  <c:v>43861</c:v>
                </c:pt>
                <c:pt idx="284">
                  <c:v>43864</c:v>
                </c:pt>
                <c:pt idx="285">
                  <c:v>43865</c:v>
                </c:pt>
                <c:pt idx="286">
                  <c:v>43866</c:v>
                </c:pt>
                <c:pt idx="287">
                  <c:v>43867</c:v>
                </c:pt>
                <c:pt idx="288">
                  <c:v>43868</c:v>
                </c:pt>
                <c:pt idx="289">
                  <c:v>43871</c:v>
                </c:pt>
                <c:pt idx="290">
                  <c:v>43872</c:v>
                </c:pt>
                <c:pt idx="291">
                  <c:v>43873</c:v>
                </c:pt>
                <c:pt idx="292">
                  <c:v>43874</c:v>
                </c:pt>
                <c:pt idx="293">
                  <c:v>43875</c:v>
                </c:pt>
                <c:pt idx="294">
                  <c:v>43878</c:v>
                </c:pt>
                <c:pt idx="295">
                  <c:v>43879</c:v>
                </c:pt>
                <c:pt idx="296">
                  <c:v>43880</c:v>
                </c:pt>
                <c:pt idx="297">
                  <c:v>43881</c:v>
                </c:pt>
                <c:pt idx="298">
                  <c:v>43882</c:v>
                </c:pt>
                <c:pt idx="299">
                  <c:v>43885</c:v>
                </c:pt>
                <c:pt idx="300">
                  <c:v>43886</c:v>
                </c:pt>
                <c:pt idx="301">
                  <c:v>43887</c:v>
                </c:pt>
                <c:pt idx="302">
                  <c:v>43888</c:v>
                </c:pt>
                <c:pt idx="303">
                  <c:v>43889</c:v>
                </c:pt>
                <c:pt idx="304">
                  <c:v>43892</c:v>
                </c:pt>
                <c:pt idx="305">
                  <c:v>43893</c:v>
                </c:pt>
                <c:pt idx="306">
                  <c:v>43894</c:v>
                </c:pt>
                <c:pt idx="307">
                  <c:v>43895</c:v>
                </c:pt>
                <c:pt idx="308">
                  <c:v>43896</c:v>
                </c:pt>
                <c:pt idx="309">
                  <c:v>43899</c:v>
                </c:pt>
                <c:pt idx="310">
                  <c:v>43900</c:v>
                </c:pt>
                <c:pt idx="311">
                  <c:v>43901</c:v>
                </c:pt>
                <c:pt idx="312">
                  <c:v>43902</c:v>
                </c:pt>
                <c:pt idx="313">
                  <c:v>43903</c:v>
                </c:pt>
                <c:pt idx="314">
                  <c:v>43906</c:v>
                </c:pt>
                <c:pt idx="315">
                  <c:v>43907</c:v>
                </c:pt>
                <c:pt idx="316">
                  <c:v>43908</c:v>
                </c:pt>
                <c:pt idx="317">
                  <c:v>43909</c:v>
                </c:pt>
                <c:pt idx="318">
                  <c:v>43910</c:v>
                </c:pt>
                <c:pt idx="319">
                  <c:v>43913</c:v>
                </c:pt>
                <c:pt idx="320">
                  <c:v>43914</c:v>
                </c:pt>
                <c:pt idx="321">
                  <c:v>43915</c:v>
                </c:pt>
                <c:pt idx="322">
                  <c:v>43916</c:v>
                </c:pt>
                <c:pt idx="323">
                  <c:v>43917</c:v>
                </c:pt>
                <c:pt idx="324">
                  <c:v>43920</c:v>
                </c:pt>
                <c:pt idx="325">
                  <c:v>43921</c:v>
                </c:pt>
                <c:pt idx="326">
                  <c:v>43922</c:v>
                </c:pt>
                <c:pt idx="327">
                  <c:v>43923</c:v>
                </c:pt>
                <c:pt idx="328">
                  <c:v>43924</c:v>
                </c:pt>
                <c:pt idx="329">
                  <c:v>43927</c:v>
                </c:pt>
                <c:pt idx="330">
                  <c:v>43928</c:v>
                </c:pt>
                <c:pt idx="331">
                  <c:v>43929</c:v>
                </c:pt>
                <c:pt idx="332">
                  <c:v>43930</c:v>
                </c:pt>
                <c:pt idx="333">
                  <c:v>43931</c:v>
                </c:pt>
                <c:pt idx="334">
                  <c:v>43934</c:v>
                </c:pt>
                <c:pt idx="335">
                  <c:v>43935</c:v>
                </c:pt>
                <c:pt idx="336">
                  <c:v>43936</c:v>
                </c:pt>
                <c:pt idx="337">
                  <c:v>43937</c:v>
                </c:pt>
                <c:pt idx="338">
                  <c:v>43938</c:v>
                </c:pt>
                <c:pt idx="339">
                  <c:v>43941</c:v>
                </c:pt>
                <c:pt idx="340">
                  <c:v>43942</c:v>
                </c:pt>
                <c:pt idx="341">
                  <c:v>43943</c:v>
                </c:pt>
                <c:pt idx="342">
                  <c:v>43944</c:v>
                </c:pt>
                <c:pt idx="343">
                  <c:v>43945</c:v>
                </c:pt>
                <c:pt idx="344">
                  <c:v>43948</c:v>
                </c:pt>
                <c:pt idx="345">
                  <c:v>43949</c:v>
                </c:pt>
                <c:pt idx="346">
                  <c:v>43950</c:v>
                </c:pt>
                <c:pt idx="347">
                  <c:v>43951</c:v>
                </c:pt>
                <c:pt idx="348">
                  <c:v>43952</c:v>
                </c:pt>
                <c:pt idx="349">
                  <c:v>43955</c:v>
                </c:pt>
                <c:pt idx="350">
                  <c:v>43956</c:v>
                </c:pt>
                <c:pt idx="351">
                  <c:v>43957</c:v>
                </c:pt>
                <c:pt idx="352">
                  <c:v>43958</c:v>
                </c:pt>
                <c:pt idx="353">
                  <c:v>43959</c:v>
                </c:pt>
                <c:pt idx="354">
                  <c:v>43962</c:v>
                </c:pt>
                <c:pt idx="355">
                  <c:v>43963</c:v>
                </c:pt>
                <c:pt idx="356">
                  <c:v>43964</c:v>
                </c:pt>
                <c:pt idx="357">
                  <c:v>43965</c:v>
                </c:pt>
                <c:pt idx="358">
                  <c:v>43966</c:v>
                </c:pt>
                <c:pt idx="359">
                  <c:v>43969</c:v>
                </c:pt>
                <c:pt idx="360">
                  <c:v>43970</c:v>
                </c:pt>
                <c:pt idx="361">
                  <c:v>43971</c:v>
                </c:pt>
                <c:pt idx="362">
                  <c:v>43972</c:v>
                </c:pt>
                <c:pt idx="363">
                  <c:v>43973</c:v>
                </c:pt>
                <c:pt idx="364">
                  <c:v>43976</c:v>
                </c:pt>
                <c:pt idx="365">
                  <c:v>43977</c:v>
                </c:pt>
                <c:pt idx="366">
                  <c:v>43978</c:v>
                </c:pt>
                <c:pt idx="367">
                  <c:v>43979</c:v>
                </c:pt>
                <c:pt idx="368">
                  <c:v>43980</c:v>
                </c:pt>
                <c:pt idx="369">
                  <c:v>43983</c:v>
                </c:pt>
                <c:pt idx="370">
                  <c:v>43984</c:v>
                </c:pt>
                <c:pt idx="371">
                  <c:v>43985</c:v>
                </c:pt>
                <c:pt idx="372">
                  <c:v>43986</c:v>
                </c:pt>
                <c:pt idx="373">
                  <c:v>43987</c:v>
                </c:pt>
                <c:pt idx="374">
                  <c:v>43990</c:v>
                </c:pt>
                <c:pt idx="375">
                  <c:v>43991</c:v>
                </c:pt>
                <c:pt idx="376">
                  <c:v>43992</c:v>
                </c:pt>
                <c:pt idx="377">
                  <c:v>43993</c:v>
                </c:pt>
                <c:pt idx="378">
                  <c:v>43994</c:v>
                </c:pt>
                <c:pt idx="379">
                  <c:v>43997</c:v>
                </c:pt>
                <c:pt idx="380">
                  <c:v>43998</c:v>
                </c:pt>
                <c:pt idx="381">
                  <c:v>43999</c:v>
                </c:pt>
                <c:pt idx="382">
                  <c:v>44000</c:v>
                </c:pt>
                <c:pt idx="383">
                  <c:v>44001</c:v>
                </c:pt>
                <c:pt idx="384">
                  <c:v>44004</c:v>
                </c:pt>
                <c:pt idx="385">
                  <c:v>44005</c:v>
                </c:pt>
                <c:pt idx="386">
                  <c:v>44006</c:v>
                </c:pt>
                <c:pt idx="387">
                  <c:v>44007</c:v>
                </c:pt>
                <c:pt idx="388">
                  <c:v>44008</c:v>
                </c:pt>
                <c:pt idx="389">
                  <c:v>44011</c:v>
                </c:pt>
                <c:pt idx="390">
                  <c:v>44012</c:v>
                </c:pt>
                <c:pt idx="391">
                  <c:v>44013</c:v>
                </c:pt>
                <c:pt idx="392">
                  <c:v>44014</c:v>
                </c:pt>
                <c:pt idx="393">
                  <c:v>44015</c:v>
                </c:pt>
                <c:pt idx="394">
                  <c:v>44018</c:v>
                </c:pt>
                <c:pt idx="395">
                  <c:v>44019</c:v>
                </c:pt>
                <c:pt idx="396">
                  <c:v>44020</c:v>
                </c:pt>
                <c:pt idx="397">
                  <c:v>44021</c:v>
                </c:pt>
                <c:pt idx="398">
                  <c:v>44022</c:v>
                </c:pt>
                <c:pt idx="399">
                  <c:v>44025</c:v>
                </c:pt>
                <c:pt idx="400">
                  <c:v>44026</c:v>
                </c:pt>
                <c:pt idx="401">
                  <c:v>44027</c:v>
                </c:pt>
                <c:pt idx="402">
                  <c:v>44028</c:v>
                </c:pt>
                <c:pt idx="403">
                  <c:v>44029</c:v>
                </c:pt>
                <c:pt idx="404">
                  <c:v>44032</c:v>
                </c:pt>
                <c:pt idx="405">
                  <c:v>44033</c:v>
                </c:pt>
                <c:pt idx="406">
                  <c:v>44034</c:v>
                </c:pt>
                <c:pt idx="407">
                  <c:v>44035</c:v>
                </c:pt>
                <c:pt idx="408">
                  <c:v>44036</c:v>
                </c:pt>
                <c:pt idx="409">
                  <c:v>44039</c:v>
                </c:pt>
                <c:pt idx="410">
                  <c:v>44040</c:v>
                </c:pt>
                <c:pt idx="411">
                  <c:v>44041</c:v>
                </c:pt>
                <c:pt idx="412">
                  <c:v>44042</c:v>
                </c:pt>
                <c:pt idx="413">
                  <c:v>44043</c:v>
                </c:pt>
                <c:pt idx="414">
                  <c:v>44046</c:v>
                </c:pt>
                <c:pt idx="415">
                  <c:v>44047</c:v>
                </c:pt>
                <c:pt idx="416">
                  <c:v>44048</c:v>
                </c:pt>
                <c:pt idx="417">
                  <c:v>44049</c:v>
                </c:pt>
                <c:pt idx="418">
                  <c:v>44050</c:v>
                </c:pt>
                <c:pt idx="419">
                  <c:v>44053</c:v>
                </c:pt>
                <c:pt idx="420">
                  <c:v>44054</c:v>
                </c:pt>
                <c:pt idx="421">
                  <c:v>44055</c:v>
                </c:pt>
                <c:pt idx="422">
                  <c:v>44056</c:v>
                </c:pt>
                <c:pt idx="423">
                  <c:v>44057</c:v>
                </c:pt>
                <c:pt idx="424">
                  <c:v>44060</c:v>
                </c:pt>
                <c:pt idx="425">
                  <c:v>44061</c:v>
                </c:pt>
                <c:pt idx="426">
                  <c:v>44062</c:v>
                </c:pt>
                <c:pt idx="427">
                  <c:v>44063</c:v>
                </c:pt>
                <c:pt idx="428">
                  <c:v>44064</c:v>
                </c:pt>
                <c:pt idx="429">
                  <c:v>44067</c:v>
                </c:pt>
                <c:pt idx="430">
                  <c:v>44068</c:v>
                </c:pt>
                <c:pt idx="431">
                  <c:v>44069</c:v>
                </c:pt>
                <c:pt idx="432">
                  <c:v>44070</c:v>
                </c:pt>
                <c:pt idx="433">
                  <c:v>44071</c:v>
                </c:pt>
                <c:pt idx="434">
                  <c:v>44074</c:v>
                </c:pt>
                <c:pt idx="435">
                  <c:v>44075</c:v>
                </c:pt>
                <c:pt idx="436">
                  <c:v>44076</c:v>
                </c:pt>
                <c:pt idx="437">
                  <c:v>44077</c:v>
                </c:pt>
                <c:pt idx="438">
                  <c:v>44078</c:v>
                </c:pt>
                <c:pt idx="439">
                  <c:v>44081</c:v>
                </c:pt>
                <c:pt idx="440">
                  <c:v>44082</c:v>
                </c:pt>
                <c:pt idx="441">
                  <c:v>44083</c:v>
                </c:pt>
                <c:pt idx="442">
                  <c:v>44084</c:v>
                </c:pt>
                <c:pt idx="443">
                  <c:v>44085</c:v>
                </c:pt>
                <c:pt idx="444">
                  <c:v>44088</c:v>
                </c:pt>
                <c:pt idx="445">
                  <c:v>44089</c:v>
                </c:pt>
                <c:pt idx="446">
                  <c:v>44090</c:v>
                </c:pt>
                <c:pt idx="447">
                  <c:v>44091</c:v>
                </c:pt>
                <c:pt idx="448">
                  <c:v>44092</c:v>
                </c:pt>
                <c:pt idx="449">
                  <c:v>44095</c:v>
                </c:pt>
                <c:pt idx="450">
                  <c:v>44096</c:v>
                </c:pt>
                <c:pt idx="451">
                  <c:v>44097</c:v>
                </c:pt>
                <c:pt idx="452">
                  <c:v>44098</c:v>
                </c:pt>
                <c:pt idx="453">
                  <c:v>44099</c:v>
                </c:pt>
                <c:pt idx="454">
                  <c:v>44102</c:v>
                </c:pt>
                <c:pt idx="455">
                  <c:v>44103</c:v>
                </c:pt>
                <c:pt idx="456">
                  <c:v>44104</c:v>
                </c:pt>
                <c:pt idx="457">
                  <c:v>44105</c:v>
                </c:pt>
                <c:pt idx="458">
                  <c:v>44106</c:v>
                </c:pt>
                <c:pt idx="459">
                  <c:v>44109</c:v>
                </c:pt>
                <c:pt idx="460">
                  <c:v>44110</c:v>
                </c:pt>
                <c:pt idx="461">
                  <c:v>44111</c:v>
                </c:pt>
                <c:pt idx="462">
                  <c:v>44112</c:v>
                </c:pt>
                <c:pt idx="463">
                  <c:v>44113</c:v>
                </c:pt>
                <c:pt idx="464">
                  <c:v>44116</c:v>
                </c:pt>
                <c:pt idx="465">
                  <c:v>44117</c:v>
                </c:pt>
                <c:pt idx="466">
                  <c:v>44118</c:v>
                </c:pt>
                <c:pt idx="467">
                  <c:v>44119</c:v>
                </c:pt>
                <c:pt idx="468">
                  <c:v>44120</c:v>
                </c:pt>
                <c:pt idx="469">
                  <c:v>44123</c:v>
                </c:pt>
                <c:pt idx="470">
                  <c:v>44124</c:v>
                </c:pt>
                <c:pt idx="471">
                  <c:v>44125</c:v>
                </c:pt>
                <c:pt idx="472">
                  <c:v>44126</c:v>
                </c:pt>
                <c:pt idx="473">
                  <c:v>44127</c:v>
                </c:pt>
                <c:pt idx="474">
                  <c:v>44130</c:v>
                </c:pt>
                <c:pt idx="475">
                  <c:v>44131</c:v>
                </c:pt>
                <c:pt idx="476">
                  <c:v>44132</c:v>
                </c:pt>
                <c:pt idx="477">
                  <c:v>44133</c:v>
                </c:pt>
                <c:pt idx="478">
                  <c:v>44134</c:v>
                </c:pt>
                <c:pt idx="479">
                  <c:v>44137</c:v>
                </c:pt>
                <c:pt idx="480">
                  <c:v>44138</c:v>
                </c:pt>
                <c:pt idx="481">
                  <c:v>44139</c:v>
                </c:pt>
                <c:pt idx="482">
                  <c:v>44140</c:v>
                </c:pt>
                <c:pt idx="483">
                  <c:v>44141</c:v>
                </c:pt>
                <c:pt idx="484">
                  <c:v>44144</c:v>
                </c:pt>
                <c:pt idx="485">
                  <c:v>44145</c:v>
                </c:pt>
                <c:pt idx="486">
                  <c:v>44146</c:v>
                </c:pt>
                <c:pt idx="487">
                  <c:v>44147</c:v>
                </c:pt>
                <c:pt idx="488">
                  <c:v>44148</c:v>
                </c:pt>
                <c:pt idx="489">
                  <c:v>44151</c:v>
                </c:pt>
                <c:pt idx="490">
                  <c:v>44152</c:v>
                </c:pt>
                <c:pt idx="491">
                  <c:v>44153</c:v>
                </c:pt>
                <c:pt idx="492">
                  <c:v>44154</c:v>
                </c:pt>
                <c:pt idx="493">
                  <c:v>44155</c:v>
                </c:pt>
                <c:pt idx="494">
                  <c:v>44158</c:v>
                </c:pt>
                <c:pt idx="495">
                  <c:v>44159</c:v>
                </c:pt>
                <c:pt idx="496">
                  <c:v>44160</c:v>
                </c:pt>
                <c:pt idx="497">
                  <c:v>44161</c:v>
                </c:pt>
                <c:pt idx="498">
                  <c:v>44162</c:v>
                </c:pt>
                <c:pt idx="499">
                  <c:v>44165</c:v>
                </c:pt>
                <c:pt idx="500">
                  <c:v>44166</c:v>
                </c:pt>
                <c:pt idx="501">
                  <c:v>44167</c:v>
                </c:pt>
                <c:pt idx="502">
                  <c:v>44168</c:v>
                </c:pt>
                <c:pt idx="503">
                  <c:v>44169</c:v>
                </c:pt>
                <c:pt idx="504">
                  <c:v>44172</c:v>
                </c:pt>
                <c:pt idx="505">
                  <c:v>44173</c:v>
                </c:pt>
                <c:pt idx="506">
                  <c:v>44174</c:v>
                </c:pt>
                <c:pt idx="507">
                  <c:v>44175</c:v>
                </c:pt>
                <c:pt idx="508">
                  <c:v>44176</c:v>
                </c:pt>
                <c:pt idx="509">
                  <c:v>44179</c:v>
                </c:pt>
                <c:pt idx="510">
                  <c:v>44180</c:v>
                </c:pt>
                <c:pt idx="511">
                  <c:v>44181</c:v>
                </c:pt>
                <c:pt idx="512">
                  <c:v>44182</c:v>
                </c:pt>
                <c:pt idx="513">
                  <c:v>44183</c:v>
                </c:pt>
                <c:pt idx="514">
                  <c:v>44186</c:v>
                </c:pt>
                <c:pt idx="515">
                  <c:v>44187</c:v>
                </c:pt>
                <c:pt idx="516">
                  <c:v>44188</c:v>
                </c:pt>
                <c:pt idx="517">
                  <c:v>44189</c:v>
                </c:pt>
                <c:pt idx="518">
                  <c:v>44190</c:v>
                </c:pt>
                <c:pt idx="519">
                  <c:v>44193</c:v>
                </c:pt>
                <c:pt idx="520">
                  <c:v>44194</c:v>
                </c:pt>
                <c:pt idx="521">
                  <c:v>44195</c:v>
                </c:pt>
                <c:pt idx="522">
                  <c:v>44196</c:v>
                </c:pt>
                <c:pt idx="523">
                  <c:v>44197</c:v>
                </c:pt>
                <c:pt idx="524">
                  <c:v>44200</c:v>
                </c:pt>
                <c:pt idx="525">
                  <c:v>44201</c:v>
                </c:pt>
                <c:pt idx="526">
                  <c:v>44202</c:v>
                </c:pt>
                <c:pt idx="527">
                  <c:v>44203</c:v>
                </c:pt>
                <c:pt idx="528">
                  <c:v>44204</c:v>
                </c:pt>
                <c:pt idx="529">
                  <c:v>44207</c:v>
                </c:pt>
                <c:pt idx="530">
                  <c:v>44208</c:v>
                </c:pt>
                <c:pt idx="531">
                  <c:v>44209</c:v>
                </c:pt>
                <c:pt idx="532">
                  <c:v>44210</c:v>
                </c:pt>
                <c:pt idx="533">
                  <c:v>44211</c:v>
                </c:pt>
                <c:pt idx="534">
                  <c:v>44214</c:v>
                </c:pt>
                <c:pt idx="535">
                  <c:v>44215</c:v>
                </c:pt>
                <c:pt idx="536">
                  <c:v>44216</c:v>
                </c:pt>
                <c:pt idx="537">
                  <c:v>44217</c:v>
                </c:pt>
                <c:pt idx="538">
                  <c:v>44218</c:v>
                </c:pt>
                <c:pt idx="539">
                  <c:v>44221</c:v>
                </c:pt>
                <c:pt idx="540">
                  <c:v>44222</c:v>
                </c:pt>
                <c:pt idx="541">
                  <c:v>44223</c:v>
                </c:pt>
                <c:pt idx="542">
                  <c:v>44224</c:v>
                </c:pt>
                <c:pt idx="543">
                  <c:v>44225</c:v>
                </c:pt>
                <c:pt idx="544">
                  <c:v>44228</c:v>
                </c:pt>
                <c:pt idx="545">
                  <c:v>44229</c:v>
                </c:pt>
                <c:pt idx="546">
                  <c:v>44230</c:v>
                </c:pt>
                <c:pt idx="547">
                  <c:v>44231</c:v>
                </c:pt>
                <c:pt idx="548">
                  <c:v>44232</c:v>
                </c:pt>
                <c:pt idx="549">
                  <c:v>44235</c:v>
                </c:pt>
                <c:pt idx="550">
                  <c:v>44236</c:v>
                </c:pt>
                <c:pt idx="551">
                  <c:v>44237</c:v>
                </c:pt>
                <c:pt idx="552">
                  <c:v>44238</c:v>
                </c:pt>
                <c:pt idx="553">
                  <c:v>44239</c:v>
                </c:pt>
                <c:pt idx="554">
                  <c:v>44242</c:v>
                </c:pt>
                <c:pt idx="555">
                  <c:v>44243</c:v>
                </c:pt>
                <c:pt idx="556">
                  <c:v>44244</c:v>
                </c:pt>
                <c:pt idx="557">
                  <c:v>44245</c:v>
                </c:pt>
                <c:pt idx="558">
                  <c:v>44246</c:v>
                </c:pt>
                <c:pt idx="559">
                  <c:v>44249</c:v>
                </c:pt>
                <c:pt idx="560">
                  <c:v>44250</c:v>
                </c:pt>
                <c:pt idx="561">
                  <c:v>44251</c:v>
                </c:pt>
                <c:pt idx="562">
                  <c:v>44252</c:v>
                </c:pt>
                <c:pt idx="563">
                  <c:v>44253</c:v>
                </c:pt>
                <c:pt idx="564">
                  <c:v>44256</c:v>
                </c:pt>
                <c:pt idx="565">
                  <c:v>44257</c:v>
                </c:pt>
                <c:pt idx="566">
                  <c:v>44258</c:v>
                </c:pt>
                <c:pt idx="567">
                  <c:v>44259</c:v>
                </c:pt>
                <c:pt idx="568">
                  <c:v>44260</c:v>
                </c:pt>
                <c:pt idx="569">
                  <c:v>44263</c:v>
                </c:pt>
                <c:pt idx="570">
                  <c:v>44264</c:v>
                </c:pt>
                <c:pt idx="571">
                  <c:v>44265</c:v>
                </c:pt>
                <c:pt idx="572">
                  <c:v>44266</c:v>
                </c:pt>
                <c:pt idx="573">
                  <c:v>44267</c:v>
                </c:pt>
                <c:pt idx="574">
                  <c:v>44270</c:v>
                </c:pt>
                <c:pt idx="575">
                  <c:v>44271</c:v>
                </c:pt>
                <c:pt idx="576">
                  <c:v>44272</c:v>
                </c:pt>
                <c:pt idx="577">
                  <c:v>44273</c:v>
                </c:pt>
                <c:pt idx="578">
                  <c:v>44274</c:v>
                </c:pt>
                <c:pt idx="579">
                  <c:v>44277</c:v>
                </c:pt>
                <c:pt idx="580">
                  <c:v>44278</c:v>
                </c:pt>
                <c:pt idx="581">
                  <c:v>44279</c:v>
                </c:pt>
                <c:pt idx="582">
                  <c:v>44280</c:v>
                </c:pt>
                <c:pt idx="583">
                  <c:v>44281</c:v>
                </c:pt>
                <c:pt idx="584">
                  <c:v>44284</c:v>
                </c:pt>
                <c:pt idx="585">
                  <c:v>44285</c:v>
                </c:pt>
                <c:pt idx="586">
                  <c:v>44286</c:v>
                </c:pt>
                <c:pt idx="587">
                  <c:v>44287</c:v>
                </c:pt>
                <c:pt idx="588">
                  <c:v>44288</c:v>
                </c:pt>
                <c:pt idx="589">
                  <c:v>44291</c:v>
                </c:pt>
                <c:pt idx="590">
                  <c:v>44292</c:v>
                </c:pt>
                <c:pt idx="591">
                  <c:v>44293</c:v>
                </c:pt>
                <c:pt idx="592">
                  <c:v>44294</c:v>
                </c:pt>
                <c:pt idx="593">
                  <c:v>44295</c:v>
                </c:pt>
                <c:pt idx="594">
                  <c:v>44298</c:v>
                </c:pt>
                <c:pt idx="595">
                  <c:v>44299</c:v>
                </c:pt>
                <c:pt idx="596">
                  <c:v>44300</c:v>
                </c:pt>
                <c:pt idx="597">
                  <c:v>44301</c:v>
                </c:pt>
                <c:pt idx="598">
                  <c:v>44302</c:v>
                </c:pt>
                <c:pt idx="599">
                  <c:v>44305</c:v>
                </c:pt>
                <c:pt idx="600">
                  <c:v>44306</c:v>
                </c:pt>
                <c:pt idx="601">
                  <c:v>44307</c:v>
                </c:pt>
                <c:pt idx="602">
                  <c:v>44308</c:v>
                </c:pt>
                <c:pt idx="603">
                  <c:v>44309</c:v>
                </c:pt>
                <c:pt idx="604">
                  <c:v>44312</c:v>
                </c:pt>
                <c:pt idx="605">
                  <c:v>44313</c:v>
                </c:pt>
                <c:pt idx="606">
                  <c:v>44314</c:v>
                </c:pt>
                <c:pt idx="607">
                  <c:v>44315</c:v>
                </c:pt>
                <c:pt idx="608">
                  <c:v>44316</c:v>
                </c:pt>
                <c:pt idx="609">
                  <c:v>44319</c:v>
                </c:pt>
                <c:pt idx="610">
                  <c:v>44320</c:v>
                </c:pt>
                <c:pt idx="611">
                  <c:v>44321</c:v>
                </c:pt>
                <c:pt idx="612">
                  <c:v>44322</c:v>
                </c:pt>
                <c:pt idx="613">
                  <c:v>44323</c:v>
                </c:pt>
                <c:pt idx="614">
                  <c:v>44326</c:v>
                </c:pt>
                <c:pt idx="615">
                  <c:v>44327</c:v>
                </c:pt>
                <c:pt idx="616">
                  <c:v>44328</c:v>
                </c:pt>
                <c:pt idx="617">
                  <c:v>44329</c:v>
                </c:pt>
                <c:pt idx="618">
                  <c:v>44330</c:v>
                </c:pt>
                <c:pt idx="619">
                  <c:v>44333</c:v>
                </c:pt>
                <c:pt idx="620">
                  <c:v>44334</c:v>
                </c:pt>
                <c:pt idx="621">
                  <c:v>44335</c:v>
                </c:pt>
                <c:pt idx="622">
                  <c:v>44336</c:v>
                </c:pt>
                <c:pt idx="623">
                  <c:v>44337</c:v>
                </c:pt>
                <c:pt idx="624">
                  <c:v>44340</c:v>
                </c:pt>
                <c:pt idx="625">
                  <c:v>44341</c:v>
                </c:pt>
                <c:pt idx="626">
                  <c:v>44342</c:v>
                </c:pt>
                <c:pt idx="627">
                  <c:v>44343</c:v>
                </c:pt>
                <c:pt idx="628">
                  <c:v>44344</c:v>
                </c:pt>
                <c:pt idx="629">
                  <c:v>44347</c:v>
                </c:pt>
                <c:pt idx="630">
                  <c:v>44348</c:v>
                </c:pt>
                <c:pt idx="631">
                  <c:v>44349</c:v>
                </c:pt>
                <c:pt idx="632">
                  <c:v>44350</c:v>
                </c:pt>
                <c:pt idx="633">
                  <c:v>44351</c:v>
                </c:pt>
                <c:pt idx="634">
                  <c:v>44354</c:v>
                </c:pt>
                <c:pt idx="635">
                  <c:v>44355</c:v>
                </c:pt>
                <c:pt idx="636">
                  <c:v>44356</c:v>
                </c:pt>
                <c:pt idx="637">
                  <c:v>44357</c:v>
                </c:pt>
                <c:pt idx="638">
                  <c:v>44358</c:v>
                </c:pt>
                <c:pt idx="639">
                  <c:v>44361</c:v>
                </c:pt>
                <c:pt idx="640">
                  <c:v>44362</c:v>
                </c:pt>
                <c:pt idx="641">
                  <c:v>44363</c:v>
                </c:pt>
                <c:pt idx="642">
                  <c:v>44364</c:v>
                </c:pt>
                <c:pt idx="643">
                  <c:v>44365</c:v>
                </c:pt>
                <c:pt idx="644">
                  <c:v>44368</c:v>
                </c:pt>
                <c:pt idx="645">
                  <c:v>44369</c:v>
                </c:pt>
                <c:pt idx="646">
                  <c:v>44370</c:v>
                </c:pt>
                <c:pt idx="647">
                  <c:v>44371</c:v>
                </c:pt>
                <c:pt idx="648">
                  <c:v>44372</c:v>
                </c:pt>
                <c:pt idx="649">
                  <c:v>44375</c:v>
                </c:pt>
                <c:pt idx="650">
                  <c:v>44376</c:v>
                </c:pt>
                <c:pt idx="651">
                  <c:v>44377</c:v>
                </c:pt>
                <c:pt idx="652">
                  <c:v>44378</c:v>
                </c:pt>
                <c:pt idx="653">
                  <c:v>44379</c:v>
                </c:pt>
                <c:pt idx="654">
                  <c:v>44382</c:v>
                </c:pt>
                <c:pt idx="655">
                  <c:v>44383</c:v>
                </c:pt>
                <c:pt idx="656">
                  <c:v>44384</c:v>
                </c:pt>
                <c:pt idx="657">
                  <c:v>44385</c:v>
                </c:pt>
                <c:pt idx="658">
                  <c:v>44386</c:v>
                </c:pt>
                <c:pt idx="659">
                  <c:v>44389</c:v>
                </c:pt>
                <c:pt idx="660">
                  <c:v>44390</c:v>
                </c:pt>
                <c:pt idx="661">
                  <c:v>44391</c:v>
                </c:pt>
                <c:pt idx="662">
                  <c:v>44392</c:v>
                </c:pt>
                <c:pt idx="663">
                  <c:v>44393</c:v>
                </c:pt>
                <c:pt idx="664">
                  <c:v>44396</c:v>
                </c:pt>
                <c:pt idx="665">
                  <c:v>44397</c:v>
                </c:pt>
                <c:pt idx="666">
                  <c:v>44398</c:v>
                </c:pt>
                <c:pt idx="667">
                  <c:v>44399</c:v>
                </c:pt>
                <c:pt idx="668">
                  <c:v>44400</c:v>
                </c:pt>
                <c:pt idx="669">
                  <c:v>44403</c:v>
                </c:pt>
                <c:pt idx="670">
                  <c:v>44404</c:v>
                </c:pt>
                <c:pt idx="671">
                  <c:v>44405</c:v>
                </c:pt>
                <c:pt idx="672">
                  <c:v>44406</c:v>
                </c:pt>
                <c:pt idx="673">
                  <c:v>44407</c:v>
                </c:pt>
                <c:pt idx="674">
                  <c:v>44410</c:v>
                </c:pt>
                <c:pt idx="675">
                  <c:v>44411</c:v>
                </c:pt>
                <c:pt idx="676">
                  <c:v>44412</c:v>
                </c:pt>
                <c:pt idx="677">
                  <c:v>44413</c:v>
                </c:pt>
                <c:pt idx="678">
                  <c:v>44414</c:v>
                </c:pt>
                <c:pt idx="679">
                  <c:v>44417</c:v>
                </c:pt>
                <c:pt idx="680">
                  <c:v>44418</c:v>
                </c:pt>
                <c:pt idx="681">
                  <c:v>44419</c:v>
                </c:pt>
                <c:pt idx="682">
                  <c:v>44420</c:v>
                </c:pt>
                <c:pt idx="683">
                  <c:v>44421</c:v>
                </c:pt>
                <c:pt idx="684">
                  <c:v>44424</c:v>
                </c:pt>
                <c:pt idx="685">
                  <c:v>44425</c:v>
                </c:pt>
                <c:pt idx="686">
                  <c:v>44426</c:v>
                </c:pt>
                <c:pt idx="687">
                  <c:v>44427</c:v>
                </c:pt>
                <c:pt idx="688">
                  <c:v>44428</c:v>
                </c:pt>
                <c:pt idx="689">
                  <c:v>44431</c:v>
                </c:pt>
                <c:pt idx="690">
                  <c:v>44432</c:v>
                </c:pt>
                <c:pt idx="691">
                  <c:v>44433</c:v>
                </c:pt>
                <c:pt idx="692">
                  <c:v>44434</c:v>
                </c:pt>
                <c:pt idx="693">
                  <c:v>44435</c:v>
                </c:pt>
                <c:pt idx="694">
                  <c:v>44438</c:v>
                </c:pt>
                <c:pt idx="695">
                  <c:v>44439</c:v>
                </c:pt>
                <c:pt idx="696">
                  <c:v>44440</c:v>
                </c:pt>
                <c:pt idx="697">
                  <c:v>44441</c:v>
                </c:pt>
                <c:pt idx="698">
                  <c:v>44442</c:v>
                </c:pt>
                <c:pt idx="699">
                  <c:v>44445</c:v>
                </c:pt>
                <c:pt idx="700">
                  <c:v>44446</c:v>
                </c:pt>
                <c:pt idx="701">
                  <c:v>44447</c:v>
                </c:pt>
                <c:pt idx="702">
                  <c:v>44448</c:v>
                </c:pt>
                <c:pt idx="703">
                  <c:v>44449</c:v>
                </c:pt>
                <c:pt idx="704">
                  <c:v>44452</c:v>
                </c:pt>
                <c:pt idx="705">
                  <c:v>44453</c:v>
                </c:pt>
                <c:pt idx="706">
                  <c:v>44454</c:v>
                </c:pt>
                <c:pt idx="707">
                  <c:v>44455</c:v>
                </c:pt>
                <c:pt idx="708">
                  <c:v>44456</c:v>
                </c:pt>
                <c:pt idx="709">
                  <c:v>44459</c:v>
                </c:pt>
                <c:pt idx="710">
                  <c:v>44460</c:v>
                </c:pt>
                <c:pt idx="711">
                  <c:v>44461</c:v>
                </c:pt>
                <c:pt idx="712">
                  <c:v>44462</c:v>
                </c:pt>
                <c:pt idx="713">
                  <c:v>44463</c:v>
                </c:pt>
                <c:pt idx="714">
                  <c:v>44466</c:v>
                </c:pt>
                <c:pt idx="715">
                  <c:v>44467</c:v>
                </c:pt>
                <c:pt idx="716">
                  <c:v>44468</c:v>
                </c:pt>
                <c:pt idx="717">
                  <c:v>44469</c:v>
                </c:pt>
                <c:pt idx="718">
                  <c:v>44470</c:v>
                </c:pt>
                <c:pt idx="719">
                  <c:v>44473</c:v>
                </c:pt>
                <c:pt idx="720">
                  <c:v>44474</c:v>
                </c:pt>
                <c:pt idx="721">
                  <c:v>44475</c:v>
                </c:pt>
                <c:pt idx="722">
                  <c:v>44476</c:v>
                </c:pt>
                <c:pt idx="723">
                  <c:v>44477</c:v>
                </c:pt>
                <c:pt idx="724">
                  <c:v>44480</c:v>
                </c:pt>
                <c:pt idx="725">
                  <c:v>44481</c:v>
                </c:pt>
                <c:pt idx="726">
                  <c:v>44482</c:v>
                </c:pt>
                <c:pt idx="727">
                  <c:v>44483</c:v>
                </c:pt>
                <c:pt idx="728">
                  <c:v>44484</c:v>
                </c:pt>
                <c:pt idx="729">
                  <c:v>44487</c:v>
                </c:pt>
                <c:pt idx="730">
                  <c:v>44488</c:v>
                </c:pt>
                <c:pt idx="731">
                  <c:v>44489</c:v>
                </c:pt>
                <c:pt idx="732">
                  <c:v>44490</c:v>
                </c:pt>
                <c:pt idx="733">
                  <c:v>44491</c:v>
                </c:pt>
                <c:pt idx="734">
                  <c:v>44494</c:v>
                </c:pt>
                <c:pt idx="735">
                  <c:v>44495</c:v>
                </c:pt>
                <c:pt idx="736">
                  <c:v>44496</c:v>
                </c:pt>
                <c:pt idx="737">
                  <c:v>44497</c:v>
                </c:pt>
                <c:pt idx="738">
                  <c:v>44498</c:v>
                </c:pt>
                <c:pt idx="739">
                  <c:v>44501</c:v>
                </c:pt>
                <c:pt idx="740">
                  <c:v>44502</c:v>
                </c:pt>
                <c:pt idx="741">
                  <c:v>44503</c:v>
                </c:pt>
                <c:pt idx="742">
                  <c:v>44504</c:v>
                </c:pt>
                <c:pt idx="743">
                  <c:v>44505</c:v>
                </c:pt>
                <c:pt idx="744">
                  <c:v>44508</c:v>
                </c:pt>
                <c:pt idx="745">
                  <c:v>44509</c:v>
                </c:pt>
                <c:pt idx="746">
                  <c:v>44510</c:v>
                </c:pt>
                <c:pt idx="747">
                  <c:v>44511</c:v>
                </c:pt>
                <c:pt idx="748">
                  <c:v>44512</c:v>
                </c:pt>
                <c:pt idx="749">
                  <c:v>44515</c:v>
                </c:pt>
                <c:pt idx="750">
                  <c:v>44516</c:v>
                </c:pt>
                <c:pt idx="751">
                  <c:v>44517</c:v>
                </c:pt>
                <c:pt idx="752">
                  <c:v>44518</c:v>
                </c:pt>
                <c:pt idx="753">
                  <c:v>44519</c:v>
                </c:pt>
                <c:pt idx="754">
                  <c:v>44522</c:v>
                </c:pt>
                <c:pt idx="755">
                  <c:v>44523</c:v>
                </c:pt>
                <c:pt idx="756">
                  <c:v>44524</c:v>
                </c:pt>
                <c:pt idx="757">
                  <c:v>44525</c:v>
                </c:pt>
                <c:pt idx="758">
                  <c:v>44526</c:v>
                </c:pt>
                <c:pt idx="759">
                  <c:v>44529</c:v>
                </c:pt>
                <c:pt idx="760">
                  <c:v>44530</c:v>
                </c:pt>
                <c:pt idx="761">
                  <c:v>44531</c:v>
                </c:pt>
                <c:pt idx="762">
                  <c:v>44532</c:v>
                </c:pt>
                <c:pt idx="763">
                  <c:v>44533</c:v>
                </c:pt>
                <c:pt idx="764">
                  <c:v>44536</c:v>
                </c:pt>
                <c:pt idx="765">
                  <c:v>44537</c:v>
                </c:pt>
                <c:pt idx="766">
                  <c:v>44538</c:v>
                </c:pt>
                <c:pt idx="767">
                  <c:v>44539</c:v>
                </c:pt>
                <c:pt idx="768">
                  <c:v>44540</c:v>
                </c:pt>
                <c:pt idx="769">
                  <c:v>44543</c:v>
                </c:pt>
                <c:pt idx="770">
                  <c:v>44544</c:v>
                </c:pt>
                <c:pt idx="771">
                  <c:v>44545</c:v>
                </c:pt>
                <c:pt idx="772">
                  <c:v>44546</c:v>
                </c:pt>
                <c:pt idx="773">
                  <c:v>44547</c:v>
                </c:pt>
                <c:pt idx="774">
                  <c:v>44550</c:v>
                </c:pt>
                <c:pt idx="775">
                  <c:v>44551</c:v>
                </c:pt>
                <c:pt idx="776">
                  <c:v>44552</c:v>
                </c:pt>
                <c:pt idx="777">
                  <c:v>44553</c:v>
                </c:pt>
                <c:pt idx="778">
                  <c:v>44554</c:v>
                </c:pt>
                <c:pt idx="779">
                  <c:v>44557</c:v>
                </c:pt>
                <c:pt idx="780">
                  <c:v>44558</c:v>
                </c:pt>
                <c:pt idx="781">
                  <c:v>44559</c:v>
                </c:pt>
                <c:pt idx="782">
                  <c:v>44560</c:v>
                </c:pt>
                <c:pt idx="783">
                  <c:v>44561</c:v>
                </c:pt>
                <c:pt idx="784">
                  <c:v>44564</c:v>
                </c:pt>
                <c:pt idx="785">
                  <c:v>44565</c:v>
                </c:pt>
                <c:pt idx="786">
                  <c:v>44566</c:v>
                </c:pt>
                <c:pt idx="787">
                  <c:v>44567</c:v>
                </c:pt>
                <c:pt idx="788">
                  <c:v>44568</c:v>
                </c:pt>
                <c:pt idx="789">
                  <c:v>44571</c:v>
                </c:pt>
                <c:pt idx="790">
                  <c:v>44572</c:v>
                </c:pt>
                <c:pt idx="791">
                  <c:v>44573</c:v>
                </c:pt>
                <c:pt idx="792">
                  <c:v>44574</c:v>
                </c:pt>
                <c:pt idx="793">
                  <c:v>44575</c:v>
                </c:pt>
                <c:pt idx="794">
                  <c:v>44578</c:v>
                </c:pt>
                <c:pt idx="795">
                  <c:v>44579</c:v>
                </c:pt>
                <c:pt idx="796">
                  <c:v>44580</c:v>
                </c:pt>
                <c:pt idx="797">
                  <c:v>44581</c:v>
                </c:pt>
                <c:pt idx="798">
                  <c:v>44582</c:v>
                </c:pt>
                <c:pt idx="799">
                  <c:v>44585</c:v>
                </c:pt>
                <c:pt idx="800">
                  <c:v>44586</c:v>
                </c:pt>
                <c:pt idx="801">
                  <c:v>44587</c:v>
                </c:pt>
                <c:pt idx="802">
                  <c:v>44588</c:v>
                </c:pt>
                <c:pt idx="803">
                  <c:v>44589</c:v>
                </c:pt>
                <c:pt idx="804">
                  <c:v>44592</c:v>
                </c:pt>
                <c:pt idx="805">
                  <c:v>44593</c:v>
                </c:pt>
                <c:pt idx="806">
                  <c:v>44594</c:v>
                </c:pt>
                <c:pt idx="807">
                  <c:v>44595</c:v>
                </c:pt>
                <c:pt idx="808">
                  <c:v>44596</c:v>
                </c:pt>
                <c:pt idx="809">
                  <c:v>44599</c:v>
                </c:pt>
                <c:pt idx="810">
                  <c:v>44600</c:v>
                </c:pt>
                <c:pt idx="811">
                  <c:v>44601</c:v>
                </c:pt>
                <c:pt idx="812">
                  <c:v>44602</c:v>
                </c:pt>
                <c:pt idx="813">
                  <c:v>44603</c:v>
                </c:pt>
                <c:pt idx="814">
                  <c:v>44606</c:v>
                </c:pt>
                <c:pt idx="815">
                  <c:v>44607</c:v>
                </c:pt>
                <c:pt idx="816">
                  <c:v>44608</c:v>
                </c:pt>
                <c:pt idx="817">
                  <c:v>44609</c:v>
                </c:pt>
                <c:pt idx="818">
                  <c:v>44610</c:v>
                </c:pt>
                <c:pt idx="819">
                  <c:v>44613</c:v>
                </c:pt>
                <c:pt idx="820">
                  <c:v>44614</c:v>
                </c:pt>
                <c:pt idx="821">
                  <c:v>44615</c:v>
                </c:pt>
                <c:pt idx="822">
                  <c:v>44616</c:v>
                </c:pt>
                <c:pt idx="823">
                  <c:v>44617</c:v>
                </c:pt>
                <c:pt idx="824">
                  <c:v>44620</c:v>
                </c:pt>
                <c:pt idx="825">
                  <c:v>44621</c:v>
                </c:pt>
                <c:pt idx="826">
                  <c:v>44622</c:v>
                </c:pt>
                <c:pt idx="827">
                  <c:v>44623</c:v>
                </c:pt>
                <c:pt idx="828">
                  <c:v>44624</c:v>
                </c:pt>
                <c:pt idx="829">
                  <c:v>44627</c:v>
                </c:pt>
                <c:pt idx="830">
                  <c:v>44628</c:v>
                </c:pt>
                <c:pt idx="831">
                  <c:v>44629</c:v>
                </c:pt>
                <c:pt idx="832">
                  <c:v>44630</c:v>
                </c:pt>
                <c:pt idx="833">
                  <c:v>44631</c:v>
                </c:pt>
                <c:pt idx="834">
                  <c:v>44634</c:v>
                </c:pt>
                <c:pt idx="835">
                  <c:v>44635</c:v>
                </c:pt>
                <c:pt idx="836">
                  <c:v>44636</c:v>
                </c:pt>
                <c:pt idx="837">
                  <c:v>44637</c:v>
                </c:pt>
                <c:pt idx="838">
                  <c:v>44638</c:v>
                </c:pt>
                <c:pt idx="839">
                  <c:v>44641</c:v>
                </c:pt>
                <c:pt idx="840">
                  <c:v>44642</c:v>
                </c:pt>
                <c:pt idx="841">
                  <c:v>44643</c:v>
                </c:pt>
                <c:pt idx="842">
                  <c:v>44644</c:v>
                </c:pt>
                <c:pt idx="843">
                  <c:v>44645</c:v>
                </c:pt>
                <c:pt idx="844">
                  <c:v>44648</c:v>
                </c:pt>
                <c:pt idx="845">
                  <c:v>44649</c:v>
                </c:pt>
                <c:pt idx="846">
                  <c:v>44650</c:v>
                </c:pt>
                <c:pt idx="847">
                  <c:v>44651</c:v>
                </c:pt>
                <c:pt idx="848">
                  <c:v>44652</c:v>
                </c:pt>
                <c:pt idx="849">
                  <c:v>44655</c:v>
                </c:pt>
                <c:pt idx="850">
                  <c:v>44656</c:v>
                </c:pt>
                <c:pt idx="851">
                  <c:v>44657</c:v>
                </c:pt>
                <c:pt idx="852">
                  <c:v>44658</c:v>
                </c:pt>
                <c:pt idx="853">
                  <c:v>44659</c:v>
                </c:pt>
                <c:pt idx="854">
                  <c:v>44662</c:v>
                </c:pt>
                <c:pt idx="855">
                  <c:v>44663</c:v>
                </c:pt>
                <c:pt idx="856">
                  <c:v>44664</c:v>
                </c:pt>
                <c:pt idx="857">
                  <c:v>44665</c:v>
                </c:pt>
                <c:pt idx="858">
                  <c:v>44666</c:v>
                </c:pt>
                <c:pt idx="859">
                  <c:v>44669</c:v>
                </c:pt>
                <c:pt idx="860">
                  <c:v>44670</c:v>
                </c:pt>
                <c:pt idx="861">
                  <c:v>44671</c:v>
                </c:pt>
                <c:pt idx="862">
                  <c:v>44672</c:v>
                </c:pt>
                <c:pt idx="863">
                  <c:v>44673</c:v>
                </c:pt>
                <c:pt idx="864">
                  <c:v>44676</c:v>
                </c:pt>
                <c:pt idx="865">
                  <c:v>44677</c:v>
                </c:pt>
                <c:pt idx="866">
                  <c:v>44678</c:v>
                </c:pt>
                <c:pt idx="867">
                  <c:v>44679</c:v>
                </c:pt>
                <c:pt idx="868">
                  <c:v>44680</c:v>
                </c:pt>
                <c:pt idx="869">
                  <c:v>44683</c:v>
                </c:pt>
                <c:pt idx="870">
                  <c:v>44684</c:v>
                </c:pt>
                <c:pt idx="871">
                  <c:v>44685</c:v>
                </c:pt>
                <c:pt idx="872">
                  <c:v>44686</c:v>
                </c:pt>
                <c:pt idx="873">
                  <c:v>44687</c:v>
                </c:pt>
                <c:pt idx="874">
                  <c:v>44690</c:v>
                </c:pt>
                <c:pt idx="875">
                  <c:v>44691</c:v>
                </c:pt>
                <c:pt idx="876">
                  <c:v>44692</c:v>
                </c:pt>
                <c:pt idx="877">
                  <c:v>44693</c:v>
                </c:pt>
                <c:pt idx="878">
                  <c:v>44694</c:v>
                </c:pt>
                <c:pt idx="879">
                  <c:v>44697</c:v>
                </c:pt>
                <c:pt idx="880">
                  <c:v>44698</c:v>
                </c:pt>
                <c:pt idx="881">
                  <c:v>44699</c:v>
                </c:pt>
                <c:pt idx="882">
                  <c:v>44700</c:v>
                </c:pt>
                <c:pt idx="883">
                  <c:v>44701</c:v>
                </c:pt>
                <c:pt idx="884">
                  <c:v>44704</c:v>
                </c:pt>
                <c:pt idx="885">
                  <c:v>44705</c:v>
                </c:pt>
                <c:pt idx="886">
                  <c:v>44706</c:v>
                </c:pt>
                <c:pt idx="887">
                  <c:v>44707</c:v>
                </c:pt>
                <c:pt idx="888">
                  <c:v>44708</c:v>
                </c:pt>
                <c:pt idx="889">
                  <c:v>44711</c:v>
                </c:pt>
                <c:pt idx="890">
                  <c:v>44712</c:v>
                </c:pt>
                <c:pt idx="891">
                  <c:v>44713</c:v>
                </c:pt>
                <c:pt idx="892">
                  <c:v>44714</c:v>
                </c:pt>
                <c:pt idx="893">
                  <c:v>44715</c:v>
                </c:pt>
                <c:pt idx="894">
                  <c:v>44718</c:v>
                </c:pt>
                <c:pt idx="895">
                  <c:v>44719</c:v>
                </c:pt>
                <c:pt idx="896">
                  <c:v>44720</c:v>
                </c:pt>
                <c:pt idx="897">
                  <c:v>44721</c:v>
                </c:pt>
                <c:pt idx="898">
                  <c:v>44722</c:v>
                </c:pt>
                <c:pt idx="899">
                  <c:v>44725</c:v>
                </c:pt>
                <c:pt idx="900">
                  <c:v>44726</c:v>
                </c:pt>
                <c:pt idx="901">
                  <c:v>44727</c:v>
                </c:pt>
                <c:pt idx="902">
                  <c:v>44728</c:v>
                </c:pt>
                <c:pt idx="903">
                  <c:v>44729</c:v>
                </c:pt>
                <c:pt idx="904">
                  <c:v>44732</c:v>
                </c:pt>
                <c:pt idx="905">
                  <c:v>44733</c:v>
                </c:pt>
                <c:pt idx="906">
                  <c:v>44734</c:v>
                </c:pt>
                <c:pt idx="907">
                  <c:v>44735</c:v>
                </c:pt>
                <c:pt idx="908">
                  <c:v>44736</c:v>
                </c:pt>
                <c:pt idx="909">
                  <c:v>44739</c:v>
                </c:pt>
                <c:pt idx="910">
                  <c:v>44740</c:v>
                </c:pt>
                <c:pt idx="911">
                  <c:v>44741</c:v>
                </c:pt>
                <c:pt idx="912">
                  <c:v>44742</c:v>
                </c:pt>
                <c:pt idx="913">
                  <c:v>44743</c:v>
                </c:pt>
                <c:pt idx="914">
                  <c:v>44746</c:v>
                </c:pt>
                <c:pt idx="915">
                  <c:v>44747</c:v>
                </c:pt>
                <c:pt idx="916">
                  <c:v>44748</c:v>
                </c:pt>
                <c:pt idx="917">
                  <c:v>44749</c:v>
                </c:pt>
                <c:pt idx="918">
                  <c:v>44750</c:v>
                </c:pt>
                <c:pt idx="919">
                  <c:v>44753</c:v>
                </c:pt>
                <c:pt idx="920">
                  <c:v>44754</c:v>
                </c:pt>
                <c:pt idx="921">
                  <c:v>44755</c:v>
                </c:pt>
                <c:pt idx="922">
                  <c:v>44756</c:v>
                </c:pt>
                <c:pt idx="923">
                  <c:v>44757</c:v>
                </c:pt>
                <c:pt idx="924">
                  <c:v>44760</c:v>
                </c:pt>
                <c:pt idx="925">
                  <c:v>44761</c:v>
                </c:pt>
                <c:pt idx="926">
                  <c:v>44762</c:v>
                </c:pt>
                <c:pt idx="927">
                  <c:v>44763</c:v>
                </c:pt>
                <c:pt idx="928">
                  <c:v>44764</c:v>
                </c:pt>
                <c:pt idx="929">
                  <c:v>44767</c:v>
                </c:pt>
                <c:pt idx="930">
                  <c:v>44768</c:v>
                </c:pt>
                <c:pt idx="931">
                  <c:v>44769</c:v>
                </c:pt>
                <c:pt idx="932">
                  <c:v>44770</c:v>
                </c:pt>
                <c:pt idx="933">
                  <c:v>44771</c:v>
                </c:pt>
                <c:pt idx="934">
                  <c:v>44774</c:v>
                </c:pt>
                <c:pt idx="935">
                  <c:v>44775</c:v>
                </c:pt>
                <c:pt idx="936">
                  <c:v>44776</c:v>
                </c:pt>
                <c:pt idx="937">
                  <c:v>44777</c:v>
                </c:pt>
                <c:pt idx="938">
                  <c:v>44778</c:v>
                </c:pt>
                <c:pt idx="939">
                  <c:v>44781</c:v>
                </c:pt>
                <c:pt idx="940">
                  <c:v>44782</c:v>
                </c:pt>
                <c:pt idx="941">
                  <c:v>44783</c:v>
                </c:pt>
                <c:pt idx="942">
                  <c:v>44784</c:v>
                </c:pt>
                <c:pt idx="943">
                  <c:v>44785</c:v>
                </c:pt>
                <c:pt idx="944">
                  <c:v>44788</c:v>
                </c:pt>
                <c:pt idx="945">
                  <c:v>44789</c:v>
                </c:pt>
                <c:pt idx="946">
                  <c:v>44790</c:v>
                </c:pt>
                <c:pt idx="947">
                  <c:v>44791</c:v>
                </c:pt>
                <c:pt idx="948">
                  <c:v>44792</c:v>
                </c:pt>
                <c:pt idx="949">
                  <c:v>44795</c:v>
                </c:pt>
                <c:pt idx="950">
                  <c:v>44796</c:v>
                </c:pt>
                <c:pt idx="951">
                  <c:v>44797</c:v>
                </c:pt>
                <c:pt idx="952">
                  <c:v>44798</c:v>
                </c:pt>
                <c:pt idx="953">
                  <c:v>44799</c:v>
                </c:pt>
                <c:pt idx="954">
                  <c:v>44802</c:v>
                </c:pt>
                <c:pt idx="955">
                  <c:v>44803</c:v>
                </c:pt>
                <c:pt idx="956">
                  <c:v>44804</c:v>
                </c:pt>
                <c:pt idx="957">
                  <c:v>44805</c:v>
                </c:pt>
                <c:pt idx="958">
                  <c:v>44806</c:v>
                </c:pt>
                <c:pt idx="959">
                  <c:v>44809</c:v>
                </c:pt>
                <c:pt idx="960">
                  <c:v>44810</c:v>
                </c:pt>
                <c:pt idx="961">
                  <c:v>44811</c:v>
                </c:pt>
                <c:pt idx="962">
                  <c:v>44812</c:v>
                </c:pt>
                <c:pt idx="963">
                  <c:v>44813</c:v>
                </c:pt>
                <c:pt idx="964">
                  <c:v>44816</c:v>
                </c:pt>
                <c:pt idx="965">
                  <c:v>44817</c:v>
                </c:pt>
                <c:pt idx="966">
                  <c:v>44818</c:v>
                </c:pt>
                <c:pt idx="967">
                  <c:v>44819</c:v>
                </c:pt>
                <c:pt idx="968">
                  <c:v>44820</c:v>
                </c:pt>
                <c:pt idx="969">
                  <c:v>44823</c:v>
                </c:pt>
                <c:pt idx="970">
                  <c:v>44824</c:v>
                </c:pt>
                <c:pt idx="971">
                  <c:v>44825</c:v>
                </c:pt>
                <c:pt idx="972">
                  <c:v>44826</c:v>
                </c:pt>
                <c:pt idx="973">
                  <c:v>44827</c:v>
                </c:pt>
                <c:pt idx="974">
                  <c:v>44830</c:v>
                </c:pt>
                <c:pt idx="975">
                  <c:v>44831</c:v>
                </c:pt>
                <c:pt idx="976">
                  <c:v>44832</c:v>
                </c:pt>
                <c:pt idx="977">
                  <c:v>44833</c:v>
                </c:pt>
                <c:pt idx="978">
                  <c:v>44834</c:v>
                </c:pt>
                <c:pt idx="979">
                  <c:v>44837</c:v>
                </c:pt>
                <c:pt idx="980">
                  <c:v>44838</c:v>
                </c:pt>
                <c:pt idx="981">
                  <c:v>44839</c:v>
                </c:pt>
                <c:pt idx="982">
                  <c:v>44840</c:v>
                </c:pt>
                <c:pt idx="983">
                  <c:v>44841</c:v>
                </c:pt>
                <c:pt idx="984">
                  <c:v>44844</c:v>
                </c:pt>
                <c:pt idx="985">
                  <c:v>44845</c:v>
                </c:pt>
                <c:pt idx="986">
                  <c:v>44846</c:v>
                </c:pt>
                <c:pt idx="987">
                  <c:v>44847</c:v>
                </c:pt>
                <c:pt idx="988">
                  <c:v>44848</c:v>
                </c:pt>
                <c:pt idx="989">
                  <c:v>44851</c:v>
                </c:pt>
                <c:pt idx="990">
                  <c:v>44852</c:v>
                </c:pt>
                <c:pt idx="991">
                  <c:v>44853</c:v>
                </c:pt>
                <c:pt idx="992">
                  <c:v>44854</c:v>
                </c:pt>
                <c:pt idx="993">
                  <c:v>44855</c:v>
                </c:pt>
                <c:pt idx="994">
                  <c:v>44858</c:v>
                </c:pt>
                <c:pt idx="995">
                  <c:v>44859</c:v>
                </c:pt>
                <c:pt idx="996">
                  <c:v>44860</c:v>
                </c:pt>
                <c:pt idx="997">
                  <c:v>44861</c:v>
                </c:pt>
                <c:pt idx="998">
                  <c:v>44862</c:v>
                </c:pt>
                <c:pt idx="999">
                  <c:v>44865</c:v>
                </c:pt>
                <c:pt idx="1000">
                  <c:v>44866</c:v>
                </c:pt>
                <c:pt idx="1001">
                  <c:v>44867</c:v>
                </c:pt>
                <c:pt idx="1002">
                  <c:v>44868</c:v>
                </c:pt>
                <c:pt idx="1003">
                  <c:v>44869</c:v>
                </c:pt>
                <c:pt idx="1004">
                  <c:v>44872</c:v>
                </c:pt>
                <c:pt idx="1005">
                  <c:v>44873</c:v>
                </c:pt>
                <c:pt idx="1006">
                  <c:v>44874</c:v>
                </c:pt>
                <c:pt idx="1007">
                  <c:v>44875</c:v>
                </c:pt>
                <c:pt idx="1008">
                  <c:v>44876</c:v>
                </c:pt>
                <c:pt idx="1009">
                  <c:v>44879</c:v>
                </c:pt>
                <c:pt idx="1010">
                  <c:v>44880</c:v>
                </c:pt>
                <c:pt idx="1011">
                  <c:v>44881</c:v>
                </c:pt>
                <c:pt idx="1012">
                  <c:v>44882</c:v>
                </c:pt>
                <c:pt idx="1013">
                  <c:v>44883</c:v>
                </c:pt>
                <c:pt idx="1014">
                  <c:v>44886</c:v>
                </c:pt>
                <c:pt idx="1015">
                  <c:v>44887</c:v>
                </c:pt>
                <c:pt idx="1016">
                  <c:v>44888</c:v>
                </c:pt>
                <c:pt idx="1017">
                  <c:v>44889</c:v>
                </c:pt>
                <c:pt idx="1018">
                  <c:v>44890</c:v>
                </c:pt>
                <c:pt idx="1019">
                  <c:v>44893</c:v>
                </c:pt>
                <c:pt idx="1020">
                  <c:v>44894</c:v>
                </c:pt>
                <c:pt idx="1021">
                  <c:v>44895</c:v>
                </c:pt>
                <c:pt idx="1022">
                  <c:v>44896</c:v>
                </c:pt>
                <c:pt idx="1023">
                  <c:v>44897</c:v>
                </c:pt>
                <c:pt idx="1024">
                  <c:v>44900</c:v>
                </c:pt>
                <c:pt idx="1025">
                  <c:v>44901</c:v>
                </c:pt>
                <c:pt idx="1026">
                  <c:v>44902</c:v>
                </c:pt>
                <c:pt idx="1027">
                  <c:v>44903</c:v>
                </c:pt>
                <c:pt idx="1028">
                  <c:v>44904</c:v>
                </c:pt>
                <c:pt idx="1029">
                  <c:v>44907</c:v>
                </c:pt>
                <c:pt idx="1030">
                  <c:v>44908</c:v>
                </c:pt>
                <c:pt idx="1031">
                  <c:v>44909</c:v>
                </c:pt>
                <c:pt idx="1032">
                  <c:v>44910</c:v>
                </c:pt>
                <c:pt idx="1033">
                  <c:v>44911</c:v>
                </c:pt>
                <c:pt idx="1034">
                  <c:v>44914</c:v>
                </c:pt>
                <c:pt idx="1035">
                  <c:v>44915</c:v>
                </c:pt>
                <c:pt idx="1036">
                  <c:v>44916</c:v>
                </c:pt>
                <c:pt idx="1037">
                  <c:v>44917</c:v>
                </c:pt>
                <c:pt idx="1038">
                  <c:v>44918</c:v>
                </c:pt>
                <c:pt idx="1039">
                  <c:v>44921</c:v>
                </c:pt>
                <c:pt idx="1040">
                  <c:v>44922</c:v>
                </c:pt>
                <c:pt idx="1041">
                  <c:v>44923</c:v>
                </c:pt>
                <c:pt idx="1042">
                  <c:v>44924</c:v>
                </c:pt>
                <c:pt idx="1043">
                  <c:v>44925</c:v>
                </c:pt>
                <c:pt idx="1044">
                  <c:v>44928</c:v>
                </c:pt>
                <c:pt idx="1045">
                  <c:v>44929</c:v>
                </c:pt>
                <c:pt idx="1046">
                  <c:v>44930</c:v>
                </c:pt>
                <c:pt idx="1047">
                  <c:v>44931</c:v>
                </c:pt>
                <c:pt idx="1048">
                  <c:v>44932</c:v>
                </c:pt>
                <c:pt idx="1049">
                  <c:v>44935</c:v>
                </c:pt>
                <c:pt idx="1050">
                  <c:v>44936</c:v>
                </c:pt>
                <c:pt idx="1051">
                  <c:v>44937</c:v>
                </c:pt>
                <c:pt idx="1052">
                  <c:v>44938</c:v>
                </c:pt>
                <c:pt idx="1053">
                  <c:v>44939</c:v>
                </c:pt>
                <c:pt idx="1054">
                  <c:v>44942</c:v>
                </c:pt>
                <c:pt idx="1055">
                  <c:v>44943</c:v>
                </c:pt>
                <c:pt idx="1056">
                  <c:v>44944</c:v>
                </c:pt>
                <c:pt idx="1057">
                  <c:v>44945</c:v>
                </c:pt>
                <c:pt idx="1058">
                  <c:v>44946</c:v>
                </c:pt>
                <c:pt idx="1059">
                  <c:v>44949</c:v>
                </c:pt>
                <c:pt idx="1060">
                  <c:v>44950</c:v>
                </c:pt>
                <c:pt idx="1061">
                  <c:v>44951</c:v>
                </c:pt>
                <c:pt idx="1062">
                  <c:v>44952</c:v>
                </c:pt>
                <c:pt idx="1063">
                  <c:v>44953</c:v>
                </c:pt>
                <c:pt idx="1064">
                  <c:v>44956</c:v>
                </c:pt>
                <c:pt idx="1065">
                  <c:v>44957</c:v>
                </c:pt>
                <c:pt idx="1066">
                  <c:v>44958</c:v>
                </c:pt>
                <c:pt idx="1067">
                  <c:v>44959</c:v>
                </c:pt>
                <c:pt idx="1068">
                  <c:v>44960</c:v>
                </c:pt>
                <c:pt idx="1069">
                  <c:v>44963</c:v>
                </c:pt>
                <c:pt idx="1070">
                  <c:v>44964</c:v>
                </c:pt>
                <c:pt idx="1071">
                  <c:v>44965</c:v>
                </c:pt>
                <c:pt idx="1072">
                  <c:v>44966</c:v>
                </c:pt>
                <c:pt idx="1073">
                  <c:v>44967</c:v>
                </c:pt>
                <c:pt idx="1074">
                  <c:v>44970</c:v>
                </c:pt>
                <c:pt idx="1075">
                  <c:v>44971</c:v>
                </c:pt>
                <c:pt idx="1076">
                  <c:v>44972</c:v>
                </c:pt>
                <c:pt idx="1077">
                  <c:v>44973</c:v>
                </c:pt>
                <c:pt idx="1078">
                  <c:v>44974</c:v>
                </c:pt>
                <c:pt idx="1079">
                  <c:v>44977</c:v>
                </c:pt>
                <c:pt idx="1080">
                  <c:v>44978</c:v>
                </c:pt>
                <c:pt idx="1081">
                  <c:v>44979</c:v>
                </c:pt>
                <c:pt idx="1082">
                  <c:v>44980</c:v>
                </c:pt>
                <c:pt idx="1083">
                  <c:v>44981</c:v>
                </c:pt>
                <c:pt idx="1084">
                  <c:v>44984</c:v>
                </c:pt>
                <c:pt idx="1085">
                  <c:v>44985</c:v>
                </c:pt>
                <c:pt idx="1086">
                  <c:v>44986</c:v>
                </c:pt>
                <c:pt idx="1087">
                  <c:v>44987</c:v>
                </c:pt>
                <c:pt idx="1088">
                  <c:v>44988</c:v>
                </c:pt>
                <c:pt idx="1089">
                  <c:v>44991</c:v>
                </c:pt>
                <c:pt idx="1090">
                  <c:v>44992</c:v>
                </c:pt>
                <c:pt idx="1091">
                  <c:v>44993</c:v>
                </c:pt>
                <c:pt idx="1092">
                  <c:v>44994</c:v>
                </c:pt>
                <c:pt idx="1093">
                  <c:v>44995</c:v>
                </c:pt>
                <c:pt idx="1094">
                  <c:v>44998</c:v>
                </c:pt>
                <c:pt idx="1095">
                  <c:v>44999</c:v>
                </c:pt>
                <c:pt idx="1096">
                  <c:v>45000</c:v>
                </c:pt>
                <c:pt idx="1097">
                  <c:v>45001</c:v>
                </c:pt>
                <c:pt idx="1098">
                  <c:v>45002</c:v>
                </c:pt>
                <c:pt idx="1099">
                  <c:v>45005</c:v>
                </c:pt>
                <c:pt idx="1100">
                  <c:v>45006</c:v>
                </c:pt>
                <c:pt idx="1101">
                  <c:v>45007</c:v>
                </c:pt>
                <c:pt idx="1102">
                  <c:v>45008</c:v>
                </c:pt>
                <c:pt idx="1103">
                  <c:v>45009</c:v>
                </c:pt>
                <c:pt idx="1104">
                  <c:v>45012</c:v>
                </c:pt>
                <c:pt idx="1105">
                  <c:v>45013</c:v>
                </c:pt>
                <c:pt idx="1106">
                  <c:v>45014</c:v>
                </c:pt>
                <c:pt idx="1107">
                  <c:v>45015</c:v>
                </c:pt>
                <c:pt idx="1108">
                  <c:v>45016</c:v>
                </c:pt>
                <c:pt idx="1109">
                  <c:v>45019</c:v>
                </c:pt>
                <c:pt idx="1110">
                  <c:v>45020</c:v>
                </c:pt>
                <c:pt idx="1111">
                  <c:v>45021</c:v>
                </c:pt>
                <c:pt idx="1112">
                  <c:v>45022</c:v>
                </c:pt>
                <c:pt idx="1113">
                  <c:v>45023</c:v>
                </c:pt>
                <c:pt idx="1114">
                  <c:v>45026</c:v>
                </c:pt>
                <c:pt idx="1115">
                  <c:v>45027</c:v>
                </c:pt>
                <c:pt idx="1116">
                  <c:v>45028</c:v>
                </c:pt>
                <c:pt idx="1117">
                  <c:v>45029</c:v>
                </c:pt>
                <c:pt idx="1118">
                  <c:v>45030</c:v>
                </c:pt>
                <c:pt idx="1119">
                  <c:v>45033</c:v>
                </c:pt>
                <c:pt idx="1120">
                  <c:v>45034</c:v>
                </c:pt>
                <c:pt idx="1121">
                  <c:v>45035</c:v>
                </c:pt>
                <c:pt idx="1122">
                  <c:v>45036</c:v>
                </c:pt>
                <c:pt idx="1123">
                  <c:v>45037</c:v>
                </c:pt>
                <c:pt idx="1124">
                  <c:v>45040</c:v>
                </c:pt>
                <c:pt idx="1125">
                  <c:v>45041</c:v>
                </c:pt>
                <c:pt idx="1126">
                  <c:v>45042</c:v>
                </c:pt>
                <c:pt idx="1127">
                  <c:v>45043</c:v>
                </c:pt>
                <c:pt idx="1128">
                  <c:v>45044</c:v>
                </c:pt>
                <c:pt idx="1129">
                  <c:v>45047</c:v>
                </c:pt>
                <c:pt idx="1130">
                  <c:v>45048</c:v>
                </c:pt>
                <c:pt idx="1131">
                  <c:v>45049</c:v>
                </c:pt>
                <c:pt idx="1132">
                  <c:v>45050</c:v>
                </c:pt>
                <c:pt idx="1133">
                  <c:v>45051</c:v>
                </c:pt>
                <c:pt idx="1134">
                  <c:v>45054</c:v>
                </c:pt>
                <c:pt idx="1135">
                  <c:v>45055</c:v>
                </c:pt>
                <c:pt idx="1136">
                  <c:v>45056</c:v>
                </c:pt>
                <c:pt idx="1137">
                  <c:v>45057</c:v>
                </c:pt>
                <c:pt idx="1138">
                  <c:v>45058</c:v>
                </c:pt>
                <c:pt idx="1139">
                  <c:v>45061</c:v>
                </c:pt>
                <c:pt idx="1140">
                  <c:v>45062</c:v>
                </c:pt>
                <c:pt idx="1141">
                  <c:v>45063</c:v>
                </c:pt>
                <c:pt idx="1142">
                  <c:v>45064</c:v>
                </c:pt>
                <c:pt idx="1143">
                  <c:v>45065</c:v>
                </c:pt>
                <c:pt idx="1144">
                  <c:v>45068</c:v>
                </c:pt>
                <c:pt idx="1145">
                  <c:v>45069</c:v>
                </c:pt>
                <c:pt idx="1146">
                  <c:v>45070</c:v>
                </c:pt>
                <c:pt idx="1147">
                  <c:v>45071</c:v>
                </c:pt>
                <c:pt idx="1148">
                  <c:v>45072</c:v>
                </c:pt>
                <c:pt idx="1149">
                  <c:v>45075</c:v>
                </c:pt>
                <c:pt idx="1150">
                  <c:v>45076</c:v>
                </c:pt>
                <c:pt idx="1151">
                  <c:v>45077</c:v>
                </c:pt>
                <c:pt idx="1152">
                  <c:v>45078</c:v>
                </c:pt>
                <c:pt idx="1153">
                  <c:v>45079</c:v>
                </c:pt>
                <c:pt idx="1154">
                  <c:v>45082</c:v>
                </c:pt>
                <c:pt idx="1155">
                  <c:v>45083</c:v>
                </c:pt>
                <c:pt idx="1156">
                  <c:v>45084</c:v>
                </c:pt>
                <c:pt idx="1157">
                  <c:v>45085</c:v>
                </c:pt>
                <c:pt idx="1158">
                  <c:v>45086</c:v>
                </c:pt>
                <c:pt idx="1159">
                  <c:v>45089</c:v>
                </c:pt>
                <c:pt idx="1160">
                  <c:v>45090</c:v>
                </c:pt>
                <c:pt idx="1161">
                  <c:v>45091</c:v>
                </c:pt>
                <c:pt idx="1162">
                  <c:v>45092</c:v>
                </c:pt>
                <c:pt idx="1163">
                  <c:v>45093</c:v>
                </c:pt>
                <c:pt idx="1164">
                  <c:v>45096</c:v>
                </c:pt>
                <c:pt idx="1165">
                  <c:v>45097</c:v>
                </c:pt>
                <c:pt idx="1166">
                  <c:v>45098</c:v>
                </c:pt>
                <c:pt idx="1167">
                  <c:v>45099</c:v>
                </c:pt>
                <c:pt idx="1168">
                  <c:v>45100</c:v>
                </c:pt>
                <c:pt idx="1169">
                  <c:v>45103</c:v>
                </c:pt>
                <c:pt idx="1170">
                  <c:v>45104</c:v>
                </c:pt>
                <c:pt idx="1171">
                  <c:v>45105</c:v>
                </c:pt>
                <c:pt idx="1172">
                  <c:v>45106</c:v>
                </c:pt>
                <c:pt idx="1173">
                  <c:v>45107</c:v>
                </c:pt>
                <c:pt idx="1174">
                  <c:v>45110</c:v>
                </c:pt>
                <c:pt idx="1175">
                  <c:v>45111</c:v>
                </c:pt>
                <c:pt idx="1176">
                  <c:v>45112</c:v>
                </c:pt>
                <c:pt idx="1177">
                  <c:v>45113</c:v>
                </c:pt>
                <c:pt idx="1178">
                  <c:v>45114</c:v>
                </c:pt>
                <c:pt idx="1179">
                  <c:v>45117</c:v>
                </c:pt>
                <c:pt idx="1180">
                  <c:v>45118</c:v>
                </c:pt>
                <c:pt idx="1181">
                  <c:v>45119</c:v>
                </c:pt>
                <c:pt idx="1182">
                  <c:v>45120</c:v>
                </c:pt>
                <c:pt idx="1183">
                  <c:v>45121</c:v>
                </c:pt>
                <c:pt idx="1184">
                  <c:v>45124</c:v>
                </c:pt>
                <c:pt idx="1185">
                  <c:v>45125</c:v>
                </c:pt>
                <c:pt idx="1186">
                  <c:v>45126</c:v>
                </c:pt>
                <c:pt idx="1187">
                  <c:v>45127</c:v>
                </c:pt>
                <c:pt idx="1188">
                  <c:v>45128</c:v>
                </c:pt>
                <c:pt idx="1189">
                  <c:v>45131</c:v>
                </c:pt>
                <c:pt idx="1190">
                  <c:v>45132</c:v>
                </c:pt>
                <c:pt idx="1191">
                  <c:v>45133</c:v>
                </c:pt>
                <c:pt idx="1192">
                  <c:v>45134</c:v>
                </c:pt>
                <c:pt idx="1193">
                  <c:v>45135</c:v>
                </c:pt>
                <c:pt idx="1194">
                  <c:v>45138</c:v>
                </c:pt>
                <c:pt idx="1195">
                  <c:v>45139</c:v>
                </c:pt>
                <c:pt idx="1196">
                  <c:v>45140</c:v>
                </c:pt>
                <c:pt idx="1197">
                  <c:v>45141</c:v>
                </c:pt>
                <c:pt idx="1198">
                  <c:v>45142</c:v>
                </c:pt>
                <c:pt idx="1199">
                  <c:v>45145</c:v>
                </c:pt>
                <c:pt idx="1200">
                  <c:v>45146</c:v>
                </c:pt>
                <c:pt idx="1201">
                  <c:v>45147</c:v>
                </c:pt>
                <c:pt idx="1202">
                  <c:v>45148</c:v>
                </c:pt>
                <c:pt idx="1203">
                  <c:v>45149</c:v>
                </c:pt>
                <c:pt idx="1204">
                  <c:v>45152</c:v>
                </c:pt>
                <c:pt idx="1205">
                  <c:v>45153</c:v>
                </c:pt>
                <c:pt idx="1206">
                  <c:v>45154</c:v>
                </c:pt>
                <c:pt idx="1207">
                  <c:v>45155</c:v>
                </c:pt>
                <c:pt idx="1208">
                  <c:v>45156</c:v>
                </c:pt>
                <c:pt idx="1209">
                  <c:v>45159</c:v>
                </c:pt>
                <c:pt idx="1210">
                  <c:v>45160</c:v>
                </c:pt>
                <c:pt idx="1211">
                  <c:v>45161</c:v>
                </c:pt>
                <c:pt idx="1212">
                  <c:v>45162</c:v>
                </c:pt>
                <c:pt idx="1213">
                  <c:v>45163</c:v>
                </c:pt>
                <c:pt idx="1214">
                  <c:v>45166</c:v>
                </c:pt>
                <c:pt idx="1215">
                  <c:v>45167</c:v>
                </c:pt>
                <c:pt idx="1216">
                  <c:v>45168</c:v>
                </c:pt>
                <c:pt idx="1217">
                  <c:v>45169</c:v>
                </c:pt>
                <c:pt idx="1218">
                  <c:v>45170</c:v>
                </c:pt>
                <c:pt idx="1219">
                  <c:v>45173</c:v>
                </c:pt>
                <c:pt idx="1220">
                  <c:v>45174</c:v>
                </c:pt>
                <c:pt idx="1221">
                  <c:v>45175</c:v>
                </c:pt>
                <c:pt idx="1222">
                  <c:v>45176</c:v>
                </c:pt>
                <c:pt idx="1223">
                  <c:v>45177</c:v>
                </c:pt>
                <c:pt idx="1224">
                  <c:v>45180</c:v>
                </c:pt>
                <c:pt idx="1225">
                  <c:v>45181</c:v>
                </c:pt>
                <c:pt idx="1226">
                  <c:v>45182</c:v>
                </c:pt>
                <c:pt idx="1227">
                  <c:v>45183</c:v>
                </c:pt>
                <c:pt idx="1228">
                  <c:v>45184</c:v>
                </c:pt>
                <c:pt idx="1229">
                  <c:v>45187</c:v>
                </c:pt>
                <c:pt idx="1230">
                  <c:v>45188</c:v>
                </c:pt>
                <c:pt idx="1231">
                  <c:v>45189</c:v>
                </c:pt>
                <c:pt idx="1232">
                  <c:v>45190</c:v>
                </c:pt>
                <c:pt idx="1233">
                  <c:v>45191</c:v>
                </c:pt>
                <c:pt idx="1234">
                  <c:v>45194</c:v>
                </c:pt>
                <c:pt idx="1235">
                  <c:v>45195</c:v>
                </c:pt>
                <c:pt idx="1236">
                  <c:v>45196</c:v>
                </c:pt>
                <c:pt idx="1237">
                  <c:v>45197</c:v>
                </c:pt>
                <c:pt idx="1238">
                  <c:v>45198</c:v>
                </c:pt>
                <c:pt idx="1239">
                  <c:v>45201</c:v>
                </c:pt>
                <c:pt idx="1240">
                  <c:v>45202</c:v>
                </c:pt>
                <c:pt idx="1241">
                  <c:v>45203</c:v>
                </c:pt>
                <c:pt idx="1242">
                  <c:v>45204</c:v>
                </c:pt>
                <c:pt idx="1243">
                  <c:v>45205</c:v>
                </c:pt>
                <c:pt idx="1244">
                  <c:v>45208</c:v>
                </c:pt>
                <c:pt idx="1245">
                  <c:v>45209</c:v>
                </c:pt>
                <c:pt idx="1246">
                  <c:v>45210</c:v>
                </c:pt>
                <c:pt idx="1247">
                  <c:v>45211</c:v>
                </c:pt>
                <c:pt idx="1248">
                  <c:v>45212</c:v>
                </c:pt>
                <c:pt idx="1249">
                  <c:v>45215</c:v>
                </c:pt>
                <c:pt idx="1250">
                  <c:v>45216</c:v>
                </c:pt>
                <c:pt idx="1251">
                  <c:v>45217</c:v>
                </c:pt>
                <c:pt idx="1252">
                  <c:v>45218</c:v>
                </c:pt>
                <c:pt idx="1253">
                  <c:v>45219</c:v>
                </c:pt>
                <c:pt idx="1254">
                  <c:v>45222</c:v>
                </c:pt>
                <c:pt idx="1255">
                  <c:v>45223</c:v>
                </c:pt>
                <c:pt idx="1256">
                  <c:v>45224</c:v>
                </c:pt>
                <c:pt idx="1257">
                  <c:v>45225</c:v>
                </c:pt>
                <c:pt idx="1258">
                  <c:v>45226</c:v>
                </c:pt>
                <c:pt idx="1259">
                  <c:v>45229</c:v>
                </c:pt>
                <c:pt idx="1260">
                  <c:v>45230</c:v>
                </c:pt>
                <c:pt idx="1261">
                  <c:v>45231</c:v>
                </c:pt>
                <c:pt idx="1262">
                  <c:v>45232</c:v>
                </c:pt>
                <c:pt idx="1263">
                  <c:v>45233</c:v>
                </c:pt>
                <c:pt idx="1264">
                  <c:v>45236</c:v>
                </c:pt>
                <c:pt idx="1265">
                  <c:v>45237</c:v>
                </c:pt>
                <c:pt idx="1266">
                  <c:v>45238</c:v>
                </c:pt>
                <c:pt idx="1267">
                  <c:v>45239</c:v>
                </c:pt>
                <c:pt idx="1268">
                  <c:v>45240</c:v>
                </c:pt>
                <c:pt idx="1269">
                  <c:v>45243</c:v>
                </c:pt>
                <c:pt idx="1270">
                  <c:v>45244</c:v>
                </c:pt>
                <c:pt idx="1271">
                  <c:v>45245</c:v>
                </c:pt>
                <c:pt idx="1272">
                  <c:v>45246</c:v>
                </c:pt>
                <c:pt idx="1273">
                  <c:v>45247</c:v>
                </c:pt>
                <c:pt idx="1274">
                  <c:v>45250</c:v>
                </c:pt>
                <c:pt idx="1275">
                  <c:v>45251</c:v>
                </c:pt>
                <c:pt idx="1276">
                  <c:v>45252</c:v>
                </c:pt>
                <c:pt idx="1277">
                  <c:v>45253</c:v>
                </c:pt>
                <c:pt idx="1278">
                  <c:v>45254</c:v>
                </c:pt>
                <c:pt idx="1279">
                  <c:v>45257</c:v>
                </c:pt>
                <c:pt idx="1280">
                  <c:v>45258</c:v>
                </c:pt>
                <c:pt idx="1281">
                  <c:v>45259</c:v>
                </c:pt>
                <c:pt idx="1282">
                  <c:v>45260</c:v>
                </c:pt>
                <c:pt idx="1283">
                  <c:v>45261</c:v>
                </c:pt>
                <c:pt idx="1284">
                  <c:v>45264</c:v>
                </c:pt>
                <c:pt idx="1285">
                  <c:v>45265</c:v>
                </c:pt>
                <c:pt idx="1286">
                  <c:v>45266</c:v>
                </c:pt>
                <c:pt idx="1287">
                  <c:v>45267</c:v>
                </c:pt>
                <c:pt idx="1288">
                  <c:v>45268</c:v>
                </c:pt>
                <c:pt idx="1289">
                  <c:v>45271</c:v>
                </c:pt>
                <c:pt idx="1290">
                  <c:v>45272</c:v>
                </c:pt>
                <c:pt idx="1291">
                  <c:v>45273</c:v>
                </c:pt>
                <c:pt idx="1292">
                  <c:v>45274</c:v>
                </c:pt>
                <c:pt idx="1293">
                  <c:v>45275</c:v>
                </c:pt>
                <c:pt idx="1294">
                  <c:v>45278</c:v>
                </c:pt>
                <c:pt idx="1295">
                  <c:v>45279</c:v>
                </c:pt>
                <c:pt idx="1296">
                  <c:v>45280</c:v>
                </c:pt>
                <c:pt idx="1297">
                  <c:v>45281</c:v>
                </c:pt>
                <c:pt idx="1298">
                  <c:v>45282</c:v>
                </c:pt>
                <c:pt idx="1299">
                  <c:v>45285</c:v>
                </c:pt>
                <c:pt idx="1300">
                  <c:v>45286</c:v>
                </c:pt>
                <c:pt idx="1301">
                  <c:v>45287</c:v>
                </c:pt>
                <c:pt idx="1302">
                  <c:v>45288</c:v>
                </c:pt>
                <c:pt idx="1303">
                  <c:v>45289</c:v>
                </c:pt>
                <c:pt idx="1304">
                  <c:v>45292</c:v>
                </c:pt>
                <c:pt idx="1305">
                  <c:v>45293</c:v>
                </c:pt>
                <c:pt idx="1306">
                  <c:v>45294</c:v>
                </c:pt>
                <c:pt idx="1307">
                  <c:v>45295</c:v>
                </c:pt>
                <c:pt idx="1308">
                  <c:v>45296</c:v>
                </c:pt>
                <c:pt idx="1309">
                  <c:v>45299</c:v>
                </c:pt>
                <c:pt idx="1310">
                  <c:v>45300</c:v>
                </c:pt>
                <c:pt idx="1311">
                  <c:v>45301</c:v>
                </c:pt>
                <c:pt idx="1312">
                  <c:v>45302</c:v>
                </c:pt>
                <c:pt idx="1313">
                  <c:v>45303</c:v>
                </c:pt>
                <c:pt idx="1314">
                  <c:v>45306</c:v>
                </c:pt>
                <c:pt idx="1315">
                  <c:v>45307</c:v>
                </c:pt>
                <c:pt idx="1316">
                  <c:v>45308</c:v>
                </c:pt>
                <c:pt idx="1317">
                  <c:v>45309</c:v>
                </c:pt>
                <c:pt idx="1318">
                  <c:v>45310</c:v>
                </c:pt>
                <c:pt idx="1319">
                  <c:v>45313</c:v>
                </c:pt>
                <c:pt idx="1320">
                  <c:v>45314</c:v>
                </c:pt>
                <c:pt idx="1321">
                  <c:v>45315</c:v>
                </c:pt>
                <c:pt idx="1322">
                  <c:v>45316</c:v>
                </c:pt>
                <c:pt idx="1323">
                  <c:v>45317</c:v>
                </c:pt>
                <c:pt idx="1324">
                  <c:v>45320</c:v>
                </c:pt>
                <c:pt idx="1325">
                  <c:v>45321</c:v>
                </c:pt>
                <c:pt idx="1326">
                  <c:v>45322</c:v>
                </c:pt>
                <c:pt idx="1327">
                  <c:v>45323</c:v>
                </c:pt>
                <c:pt idx="1328">
                  <c:v>45324</c:v>
                </c:pt>
                <c:pt idx="1329">
                  <c:v>45327</c:v>
                </c:pt>
                <c:pt idx="1330">
                  <c:v>45328</c:v>
                </c:pt>
                <c:pt idx="1331">
                  <c:v>45329</c:v>
                </c:pt>
                <c:pt idx="1332">
                  <c:v>45330</c:v>
                </c:pt>
                <c:pt idx="1333">
                  <c:v>45331</c:v>
                </c:pt>
                <c:pt idx="1334">
                  <c:v>45334</c:v>
                </c:pt>
                <c:pt idx="1335">
                  <c:v>45335</c:v>
                </c:pt>
                <c:pt idx="1336">
                  <c:v>45336</c:v>
                </c:pt>
                <c:pt idx="1337">
                  <c:v>45337</c:v>
                </c:pt>
                <c:pt idx="1338">
                  <c:v>45338</c:v>
                </c:pt>
                <c:pt idx="1339">
                  <c:v>45341</c:v>
                </c:pt>
                <c:pt idx="1340">
                  <c:v>45342</c:v>
                </c:pt>
                <c:pt idx="1341">
                  <c:v>45343</c:v>
                </c:pt>
                <c:pt idx="1342">
                  <c:v>45344</c:v>
                </c:pt>
                <c:pt idx="1343">
                  <c:v>45345</c:v>
                </c:pt>
                <c:pt idx="1344">
                  <c:v>45348</c:v>
                </c:pt>
                <c:pt idx="1345">
                  <c:v>45349</c:v>
                </c:pt>
                <c:pt idx="1346">
                  <c:v>45350</c:v>
                </c:pt>
                <c:pt idx="1347">
                  <c:v>45351</c:v>
                </c:pt>
                <c:pt idx="1348">
                  <c:v>45352</c:v>
                </c:pt>
                <c:pt idx="1349">
                  <c:v>45355</c:v>
                </c:pt>
                <c:pt idx="1350">
                  <c:v>45356</c:v>
                </c:pt>
                <c:pt idx="1351">
                  <c:v>45357</c:v>
                </c:pt>
                <c:pt idx="1352">
                  <c:v>45358</c:v>
                </c:pt>
                <c:pt idx="1353">
                  <c:v>45359</c:v>
                </c:pt>
                <c:pt idx="1354">
                  <c:v>45362</c:v>
                </c:pt>
                <c:pt idx="1355">
                  <c:v>45363</c:v>
                </c:pt>
                <c:pt idx="1356">
                  <c:v>45364</c:v>
                </c:pt>
                <c:pt idx="1357">
                  <c:v>45365</c:v>
                </c:pt>
                <c:pt idx="1358">
                  <c:v>45366</c:v>
                </c:pt>
                <c:pt idx="1359">
                  <c:v>45369</c:v>
                </c:pt>
                <c:pt idx="1360">
                  <c:v>45370</c:v>
                </c:pt>
                <c:pt idx="1361">
                  <c:v>45371</c:v>
                </c:pt>
                <c:pt idx="1362">
                  <c:v>45372</c:v>
                </c:pt>
                <c:pt idx="1363">
                  <c:v>45373</c:v>
                </c:pt>
                <c:pt idx="1364">
                  <c:v>45376</c:v>
                </c:pt>
                <c:pt idx="1365">
                  <c:v>45377</c:v>
                </c:pt>
                <c:pt idx="1366">
                  <c:v>45378</c:v>
                </c:pt>
                <c:pt idx="1367">
                  <c:v>45379</c:v>
                </c:pt>
                <c:pt idx="1368">
                  <c:v>45380</c:v>
                </c:pt>
                <c:pt idx="1369">
                  <c:v>45383</c:v>
                </c:pt>
                <c:pt idx="1370">
                  <c:v>45384</c:v>
                </c:pt>
                <c:pt idx="1371">
                  <c:v>45385</c:v>
                </c:pt>
                <c:pt idx="1372">
                  <c:v>45386</c:v>
                </c:pt>
                <c:pt idx="1373">
                  <c:v>45387</c:v>
                </c:pt>
                <c:pt idx="1374">
                  <c:v>45390</c:v>
                </c:pt>
                <c:pt idx="1375">
                  <c:v>45391</c:v>
                </c:pt>
                <c:pt idx="1376">
                  <c:v>45392</c:v>
                </c:pt>
                <c:pt idx="1377">
                  <c:v>45393</c:v>
                </c:pt>
                <c:pt idx="1378">
                  <c:v>45394</c:v>
                </c:pt>
                <c:pt idx="1379">
                  <c:v>45397</c:v>
                </c:pt>
                <c:pt idx="1380">
                  <c:v>45398</c:v>
                </c:pt>
                <c:pt idx="1381">
                  <c:v>45399</c:v>
                </c:pt>
                <c:pt idx="1382">
                  <c:v>45400</c:v>
                </c:pt>
                <c:pt idx="1383">
                  <c:v>45401</c:v>
                </c:pt>
                <c:pt idx="1384">
                  <c:v>45404</c:v>
                </c:pt>
                <c:pt idx="1385">
                  <c:v>45405</c:v>
                </c:pt>
                <c:pt idx="1386">
                  <c:v>45406</c:v>
                </c:pt>
                <c:pt idx="1387">
                  <c:v>45407</c:v>
                </c:pt>
                <c:pt idx="1388">
                  <c:v>45408</c:v>
                </c:pt>
                <c:pt idx="1389">
                  <c:v>45411</c:v>
                </c:pt>
                <c:pt idx="1390">
                  <c:v>45412</c:v>
                </c:pt>
                <c:pt idx="1391">
                  <c:v>45413</c:v>
                </c:pt>
                <c:pt idx="1392">
                  <c:v>45414</c:v>
                </c:pt>
                <c:pt idx="1393">
                  <c:v>45415</c:v>
                </c:pt>
                <c:pt idx="1394">
                  <c:v>45418</c:v>
                </c:pt>
                <c:pt idx="1395">
                  <c:v>45419</c:v>
                </c:pt>
                <c:pt idx="1396">
                  <c:v>45420</c:v>
                </c:pt>
                <c:pt idx="1397">
                  <c:v>45421</c:v>
                </c:pt>
                <c:pt idx="1398">
                  <c:v>45422</c:v>
                </c:pt>
                <c:pt idx="1399">
                  <c:v>45425</c:v>
                </c:pt>
                <c:pt idx="1400">
                  <c:v>45426</c:v>
                </c:pt>
                <c:pt idx="1401">
                  <c:v>45427</c:v>
                </c:pt>
                <c:pt idx="1402">
                  <c:v>45428</c:v>
                </c:pt>
                <c:pt idx="1403">
                  <c:v>45429</c:v>
                </c:pt>
                <c:pt idx="1404">
                  <c:v>45432</c:v>
                </c:pt>
                <c:pt idx="1405">
                  <c:v>45433</c:v>
                </c:pt>
                <c:pt idx="1406">
                  <c:v>45434</c:v>
                </c:pt>
                <c:pt idx="1407">
                  <c:v>45435</c:v>
                </c:pt>
                <c:pt idx="1408">
                  <c:v>45436</c:v>
                </c:pt>
                <c:pt idx="1409">
                  <c:v>45439</c:v>
                </c:pt>
                <c:pt idx="1410">
                  <c:v>45440</c:v>
                </c:pt>
                <c:pt idx="1411">
                  <c:v>45441</c:v>
                </c:pt>
                <c:pt idx="1412">
                  <c:v>45442</c:v>
                </c:pt>
                <c:pt idx="1413">
                  <c:v>45443</c:v>
                </c:pt>
                <c:pt idx="1414">
                  <c:v>45446</c:v>
                </c:pt>
                <c:pt idx="1415">
                  <c:v>45447</c:v>
                </c:pt>
                <c:pt idx="1416">
                  <c:v>45448</c:v>
                </c:pt>
                <c:pt idx="1417">
                  <c:v>45449</c:v>
                </c:pt>
                <c:pt idx="1418">
                  <c:v>45450</c:v>
                </c:pt>
                <c:pt idx="1419">
                  <c:v>45453</c:v>
                </c:pt>
                <c:pt idx="1420">
                  <c:v>45454</c:v>
                </c:pt>
                <c:pt idx="1421">
                  <c:v>45455</c:v>
                </c:pt>
                <c:pt idx="1422">
                  <c:v>45456</c:v>
                </c:pt>
                <c:pt idx="1423">
                  <c:v>45457</c:v>
                </c:pt>
                <c:pt idx="1424">
                  <c:v>45460</c:v>
                </c:pt>
                <c:pt idx="1425">
                  <c:v>45461</c:v>
                </c:pt>
                <c:pt idx="1426">
                  <c:v>45462</c:v>
                </c:pt>
                <c:pt idx="1427">
                  <c:v>45463</c:v>
                </c:pt>
                <c:pt idx="1428">
                  <c:v>45464</c:v>
                </c:pt>
                <c:pt idx="1429">
                  <c:v>45467</c:v>
                </c:pt>
                <c:pt idx="1430">
                  <c:v>45468</c:v>
                </c:pt>
                <c:pt idx="1431">
                  <c:v>45469</c:v>
                </c:pt>
                <c:pt idx="1432">
                  <c:v>45470</c:v>
                </c:pt>
                <c:pt idx="1433">
                  <c:v>45471</c:v>
                </c:pt>
                <c:pt idx="1434">
                  <c:v>45474</c:v>
                </c:pt>
                <c:pt idx="1435">
                  <c:v>45475</c:v>
                </c:pt>
                <c:pt idx="1436">
                  <c:v>45476</c:v>
                </c:pt>
                <c:pt idx="1437">
                  <c:v>45477</c:v>
                </c:pt>
                <c:pt idx="1438">
                  <c:v>45478</c:v>
                </c:pt>
                <c:pt idx="1439">
                  <c:v>45481</c:v>
                </c:pt>
                <c:pt idx="1440">
                  <c:v>45482</c:v>
                </c:pt>
                <c:pt idx="1441">
                  <c:v>45483</c:v>
                </c:pt>
                <c:pt idx="1442">
                  <c:v>45484</c:v>
                </c:pt>
                <c:pt idx="1443">
                  <c:v>45485</c:v>
                </c:pt>
                <c:pt idx="1444">
                  <c:v>45488</c:v>
                </c:pt>
                <c:pt idx="1445">
                  <c:v>45489</c:v>
                </c:pt>
                <c:pt idx="1446">
                  <c:v>45490</c:v>
                </c:pt>
                <c:pt idx="1447">
                  <c:v>45491</c:v>
                </c:pt>
                <c:pt idx="1448">
                  <c:v>45492</c:v>
                </c:pt>
                <c:pt idx="1449">
                  <c:v>45495</c:v>
                </c:pt>
                <c:pt idx="1450">
                  <c:v>45496</c:v>
                </c:pt>
                <c:pt idx="1451">
                  <c:v>45497</c:v>
                </c:pt>
                <c:pt idx="1452">
                  <c:v>45498</c:v>
                </c:pt>
                <c:pt idx="1453">
                  <c:v>45499</c:v>
                </c:pt>
                <c:pt idx="1454">
                  <c:v>45502</c:v>
                </c:pt>
                <c:pt idx="1455">
                  <c:v>45503</c:v>
                </c:pt>
                <c:pt idx="1456">
                  <c:v>45504</c:v>
                </c:pt>
                <c:pt idx="1457">
                  <c:v>45505</c:v>
                </c:pt>
                <c:pt idx="1458">
                  <c:v>45506</c:v>
                </c:pt>
                <c:pt idx="1459">
                  <c:v>45509</c:v>
                </c:pt>
                <c:pt idx="1460">
                  <c:v>45510</c:v>
                </c:pt>
                <c:pt idx="1461">
                  <c:v>45511</c:v>
                </c:pt>
                <c:pt idx="1462">
                  <c:v>45512</c:v>
                </c:pt>
                <c:pt idx="1463">
                  <c:v>45513</c:v>
                </c:pt>
                <c:pt idx="1464">
                  <c:v>45516</c:v>
                </c:pt>
                <c:pt idx="1465">
                  <c:v>45517</c:v>
                </c:pt>
                <c:pt idx="1466">
                  <c:v>45518</c:v>
                </c:pt>
                <c:pt idx="1467">
                  <c:v>45519</c:v>
                </c:pt>
                <c:pt idx="1468">
                  <c:v>45520</c:v>
                </c:pt>
                <c:pt idx="1469">
                  <c:v>45523</c:v>
                </c:pt>
                <c:pt idx="1470">
                  <c:v>45524</c:v>
                </c:pt>
                <c:pt idx="1471">
                  <c:v>45525</c:v>
                </c:pt>
                <c:pt idx="1472">
                  <c:v>45526</c:v>
                </c:pt>
                <c:pt idx="1473">
                  <c:v>45527</c:v>
                </c:pt>
                <c:pt idx="1474">
                  <c:v>45530</c:v>
                </c:pt>
                <c:pt idx="1475">
                  <c:v>45531</c:v>
                </c:pt>
                <c:pt idx="1476">
                  <c:v>45532</c:v>
                </c:pt>
                <c:pt idx="1477">
                  <c:v>45533</c:v>
                </c:pt>
                <c:pt idx="1478">
                  <c:v>45534</c:v>
                </c:pt>
                <c:pt idx="1479">
                  <c:v>45537</c:v>
                </c:pt>
                <c:pt idx="1480">
                  <c:v>45538</c:v>
                </c:pt>
                <c:pt idx="1481">
                  <c:v>45539</c:v>
                </c:pt>
                <c:pt idx="1482">
                  <c:v>45540</c:v>
                </c:pt>
                <c:pt idx="1483">
                  <c:v>45541</c:v>
                </c:pt>
                <c:pt idx="1484">
                  <c:v>45544</c:v>
                </c:pt>
                <c:pt idx="1485">
                  <c:v>45545</c:v>
                </c:pt>
                <c:pt idx="1486">
                  <c:v>45546</c:v>
                </c:pt>
                <c:pt idx="1487">
                  <c:v>45547</c:v>
                </c:pt>
                <c:pt idx="1488">
                  <c:v>45548</c:v>
                </c:pt>
                <c:pt idx="1489">
                  <c:v>45551</c:v>
                </c:pt>
                <c:pt idx="1490">
                  <c:v>45552</c:v>
                </c:pt>
                <c:pt idx="1491">
                  <c:v>45553</c:v>
                </c:pt>
                <c:pt idx="1492">
                  <c:v>45554</c:v>
                </c:pt>
                <c:pt idx="1493">
                  <c:v>45555</c:v>
                </c:pt>
                <c:pt idx="1494">
                  <c:v>45558</c:v>
                </c:pt>
                <c:pt idx="1495">
                  <c:v>45559</c:v>
                </c:pt>
                <c:pt idx="1496">
                  <c:v>45560</c:v>
                </c:pt>
                <c:pt idx="1497">
                  <c:v>45561</c:v>
                </c:pt>
                <c:pt idx="1498">
                  <c:v>45562</c:v>
                </c:pt>
                <c:pt idx="1499">
                  <c:v>45565</c:v>
                </c:pt>
                <c:pt idx="1500">
                  <c:v>45566</c:v>
                </c:pt>
                <c:pt idx="1501">
                  <c:v>45567</c:v>
                </c:pt>
                <c:pt idx="1502">
                  <c:v>45568</c:v>
                </c:pt>
                <c:pt idx="1503">
                  <c:v>45569</c:v>
                </c:pt>
                <c:pt idx="1504">
                  <c:v>45572</c:v>
                </c:pt>
                <c:pt idx="1505">
                  <c:v>45573</c:v>
                </c:pt>
                <c:pt idx="1506">
                  <c:v>45574</c:v>
                </c:pt>
                <c:pt idx="1507">
                  <c:v>45575</c:v>
                </c:pt>
                <c:pt idx="1508">
                  <c:v>45576</c:v>
                </c:pt>
                <c:pt idx="1509">
                  <c:v>45579</c:v>
                </c:pt>
                <c:pt idx="1510">
                  <c:v>45580</c:v>
                </c:pt>
                <c:pt idx="1511">
                  <c:v>45581</c:v>
                </c:pt>
                <c:pt idx="1512">
                  <c:v>45582</c:v>
                </c:pt>
                <c:pt idx="1513">
                  <c:v>45583</c:v>
                </c:pt>
                <c:pt idx="1514">
                  <c:v>45586</c:v>
                </c:pt>
                <c:pt idx="1515">
                  <c:v>45587</c:v>
                </c:pt>
                <c:pt idx="1516">
                  <c:v>45588</c:v>
                </c:pt>
                <c:pt idx="1517">
                  <c:v>45589</c:v>
                </c:pt>
                <c:pt idx="1518">
                  <c:v>45590</c:v>
                </c:pt>
                <c:pt idx="1519">
                  <c:v>45593</c:v>
                </c:pt>
                <c:pt idx="1520">
                  <c:v>45594</c:v>
                </c:pt>
                <c:pt idx="1521">
                  <c:v>45595</c:v>
                </c:pt>
                <c:pt idx="1522">
                  <c:v>45596</c:v>
                </c:pt>
                <c:pt idx="1523">
                  <c:v>45597</c:v>
                </c:pt>
                <c:pt idx="1524">
                  <c:v>45600</c:v>
                </c:pt>
                <c:pt idx="1525">
                  <c:v>45601</c:v>
                </c:pt>
                <c:pt idx="1526">
                  <c:v>45602</c:v>
                </c:pt>
                <c:pt idx="1527">
                  <c:v>45603</c:v>
                </c:pt>
                <c:pt idx="1528">
                  <c:v>45604</c:v>
                </c:pt>
                <c:pt idx="1529">
                  <c:v>45607</c:v>
                </c:pt>
                <c:pt idx="1530">
                  <c:v>45608</c:v>
                </c:pt>
                <c:pt idx="1531">
                  <c:v>45609</c:v>
                </c:pt>
                <c:pt idx="1532">
                  <c:v>45610</c:v>
                </c:pt>
                <c:pt idx="1533">
                  <c:v>45611</c:v>
                </c:pt>
                <c:pt idx="1534">
                  <c:v>45614</c:v>
                </c:pt>
                <c:pt idx="1535">
                  <c:v>45615</c:v>
                </c:pt>
                <c:pt idx="1536">
                  <c:v>45616</c:v>
                </c:pt>
                <c:pt idx="1537">
                  <c:v>45617</c:v>
                </c:pt>
                <c:pt idx="1538">
                  <c:v>45618</c:v>
                </c:pt>
                <c:pt idx="1539">
                  <c:v>45621</c:v>
                </c:pt>
                <c:pt idx="1540">
                  <c:v>45622</c:v>
                </c:pt>
                <c:pt idx="1541">
                  <c:v>45623</c:v>
                </c:pt>
                <c:pt idx="1542">
                  <c:v>45624</c:v>
                </c:pt>
                <c:pt idx="1543">
                  <c:v>45625</c:v>
                </c:pt>
                <c:pt idx="1544">
                  <c:v>45628</c:v>
                </c:pt>
                <c:pt idx="1545">
                  <c:v>45629</c:v>
                </c:pt>
                <c:pt idx="1546">
                  <c:v>45630</c:v>
                </c:pt>
                <c:pt idx="1547">
                  <c:v>45631</c:v>
                </c:pt>
                <c:pt idx="1548">
                  <c:v>45632</c:v>
                </c:pt>
                <c:pt idx="1549">
                  <c:v>45635</c:v>
                </c:pt>
                <c:pt idx="1550">
                  <c:v>45636</c:v>
                </c:pt>
                <c:pt idx="1551">
                  <c:v>45637</c:v>
                </c:pt>
                <c:pt idx="1552">
                  <c:v>45638</c:v>
                </c:pt>
                <c:pt idx="1553">
                  <c:v>45639</c:v>
                </c:pt>
                <c:pt idx="1554">
                  <c:v>45642</c:v>
                </c:pt>
                <c:pt idx="1555">
                  <c:v>45643</c:v>
                </c:pt>
                <c:pt idx="1556">
                  <c:v>45644</c:v>
                </c:pt>
                <c:pt idx="1557">
                  <c:v>45645</c:v>
                </c:pt>
                <c:pt idx="1558">
                  <c:v>45646</c:v>
                </c:pt>
                <c:pt idx="1559">
                  <c:v>45649</c:v>
                </c:pt>
                <c:pt idx="1560">
                  <c:v>45650</c:v>
                </c:pt>
                <c:pt idx="1561">
                  <c:v>45651</c:v>
                </c:pt>
                <c:pt idx="1562">
                  <c:v>45652</c:v>
                </c:pt>
                <c:pt idx="1563">
                  <c:v>45653</c:v>
                </c:pt>
                <c:pt idx="1564">
                  <c:v>45656</c:v>
                </c:pt>
                <c:pt idx="1565">
                  <c:v>45657</c:v>
                </c:pt>
                <c:pt idx="1566">
                  <c:v>45658</c:v>
                </c:pt>
                <c:pt idx="1567">
                  <c:v>45659</c:v>
                </c:pt>
                <c:pt idx="1568">
                  <c:v>45660</c:v>
                </c:pt>
                <c:pt idx="1569">
                  <c:v>45663</c:v>
                </c:pt>
                <c:pt idx="1570">
                  <c:v>45664</c:v>
                </c:pt>
                <c:pt idx="1571">
                  <c:v>45665</c:v>
                </c:pt>
                <c:pt idx="1572">
                  <c:v>45666</c:v>
                </c:pt>
                <c:pt idx="1573">
                  <c:v>45667</c:v>
                </c:pt>
                <c:pt idx="1574">
                  <c:v>45670</c:v>
                </c:pt>
                <c:pt idx="1575">
                  <c:v>45671</c:v>
                </c:pt>
                <c:pt idx="1576">
                  <c:v>45672</c:v>
                </c:pt>
                <c:pt idx="1577">
                  <c:v>45673</c:v>
                </c:pt>
                <c:pt idx="1578">
                  <c:v>45674</c:v>
                </c:pt>
                <c:pt idx="1579">
                  <c:v>45677</c:v>
                </c:pt>
                <c:pt idx="1580">
                  <c:v>45678</c:v>
                </c:pt>
                <c:pt idx="1581">
                  <c:v>45679</c:v>
                </c:pt>
                <c:pt idx="1582">
                  <c:v>45680</c:v>
                </c:pt>
                <c:pt idx="1583">
                  <c:v>45681</c:v>
                </c:pt>
                <c:pt idx="1584">
                  <c:v>45684</c:v>
                </c:pt>
                <c:pt idx="1585">
                  <c:v>45685</c:v>
                </c:pt>
                <c:pt idx="1586">
                  <c:v>45686</c:v>
                </c:pt>
                <c:pt idx="1587">
                  <c:v>45687</c:v>
                </c:pt>
                <c:pt idx="1588">
                  <c:v>45688</c:v>
                </c:pt>
                <c:pt idx="1589">
                  <c:v>45691</c:v>
                </c:pt>
                <c:pt idx="1590">
                  <c:v>45692</c:v>
                </c:pt>
                <c:pt idx="1591">
                  <c:v>45693</c:v>
                </c:pt>
                <c:pt idx="1592">
                  <c:v>45694</c:v>
                </c:pt>
                <c:pt idx="1593">
                  <c:v>45695</c:v>
                </c:pt>
                <c:pt idx="1594">
                  <c:v>45698</c:v>
                </c:pt>
                <c:pt idx="1595">
                  <c:v>45699</c:v>
                </c:pt>
                <c:pt idx="1596">
                  <c:v>45700</c:v>
                </c:pt>
                <c:pt idx="1597">
                  <c:v>45701</c:v>
                </c:pt>
                <c:pt idx="1598">
                  <c:v>45702</c:v>
                </c:pt>
                <c:pt idx="1599">
                  <c:v>45705</c:v>
                </c:pt>
                <c:pt idx="1600">
                  <c:v>45706</c:v>
                </c:pt>
                <c:pt idx="1601">
                  <c:v>45707</c:v>
                </c:pt>
                <c:pt idx="1602">
                  <c:v>45708</c:v>
                </c:pt>
                <c:pt idx="1603">
                  <c:v>45709</c:v>
                </c:pt>
                <c:pt idx="1604">
                  <c:v>45712</c:v>
                </c:pt>
                <c:pt idx="1605">
                  <c:v>45713</c:v>
                </c:pt>
                <c:pt idx="1606">
                  <c:v>45714</c:v>
                </c:pt>
                <c:pt idx="1607">
                  <c:v>45715</c:v>
                </c:pt>
                <c:pt idx="1608">
                  <c:v>45716</c:v>
                </c:pt>
                <c:pt idx="1609">
                  <c:v>45719</c:v>
                </c:pt>
                <c:pt idx="1610">
                  <c:v>45720</c:v>
                </c:pt>
                <c:pt idx="1611">
                  <c:v>45721</c:v>
                </c:pt>
                <c:pt idx="1612">
                  <c:v>45722</c:v>
                </c:pt>
                <c:pt idx="1613">
                  <c:v>45723</c:v>
                </c:pt>
                <c:pt idx="1614">
                  <c:v>45726</c:v>
                </c:pt>
                <c:pt idx="1615">
                  <c:v>45727</c:v>
                </c:pt>
                <c:pt idx="1616">
                  <c:v>45728</c:v>
                </c:pt>
                <c:pt idx="1617">
                  <c:v>45729</c:v>
                </c:pt>
                <c:pt idx="1618">
                  <c:v>45730</c:v>
                </c:pt>
                <c:pt idx="1619">
                  <c:v>45733</c:v>
                </c:pt>
                <c:pt idx="1620">
                  <c:v>45734</c:v>
                </c:pt>
                <c:pt idx="1621">
                  <c:v>45735</c:v>
                </c:pt>
                <c:pt idx="1622">
                  <c:v>45736</c:v>
                </c:pt>
                <c:pt idx="1623">
                  <c:v>45737</c:v>
                </c:pt>
                <c:pt idx="1624">
                  <c:v>45740</c:v>
                </c:pt>
                <c:pt idx="1625">
                  <c:v>45741</c:v>
                </c:pt>
                <c:pt idx="1626">
                  <c:v>45742</c:v>
                </c:pt>
                <c:pt idx="1627">
                  <c:v>45743</c:v>
                </c:pt>
                <c:pt idx="1628">
                  <c:v>45744</c:v>
                </c:pt>
                <c:pt idx="1629">
                  <c:v>45747</c:v>
                </c:pt>
                <c:pt idx="1630">
                  <c:v>45748</c:v>
                </c:pt>
                <c:pt idx="1631">
                  <c:v>45749</c:v>
                </c:pt>
                <c:pt idx="1632">
                  <c:v>45750</c:v>
                </c:pt>
                <c:pt idx="1633">
                  <c:v>45751</c:v>
                </c:pt>
                <c:pt idx="1634">
                  <c:v>45754</c:v>
                </c:pt>
                <c:pt idx="1635">
                  <c:v>45755</c:v>
                </c:pt>
                <c:pt idx="1636">
                  <c:v>45756</c:v>
                </c:pt>
                <c:pt idx="1637">
                  <c:v>45757</c:v>
                </c:pt>
                <c:pt idx="1638">
                  <c:v>45758</c:v>
                </c:pt>
                <c:pt idx="1639">
                  <c:v>45761</c:v>
                </c:pt>
                <c:pt idx="1640">
                  <c:v>45762</c:v>
                </c:pt>
                <c:pt idx="1641">
                  <c:v>45763</c:v>
                </c:pt>
                <c:pt idx="1642">
                  <c:v>45764</c:v>
                </c:pt>
                <c:pt idx="1643">
                  <c:v>45765</c:v>
                </c:pt>
                <c:pt idx="1644">
                  <c:v>45768</c:v>
                </c:pt>
                <c:pt idx="1645">
                  <c:v>45769</c:v>
                </c:pt>
                <c:pt idx="1646">
                  <c:v>45770</c:v>
                </c:pt>
                <c:pt idx="1647">
                  <c:v>45771</c:v>
                </c:pt>
                <c:pt idx="1648">
                  <c:v>45772</c:v>
                </c:pt>
                <c:pt idx="1649">
                  <c:v>45775</c:v>
                </c:pt>
                <c:pt idx="1650">
                  <c:v>45776</c:v>
                </c:pt>
                <c:pt idx="1651">
                  <c:v>45777</c:v>
                </c:pt>
                <c:pt idx="1652">
                  <c:v>45778</c:v>
                </c:pt>
                <c:pt idx="1653">
                  <c:v>45779</c:v>
                </c:pt>
                <c:pt idx="1654">
                  <c:v>45782</c:v>
                </c:pt>
                <c:pt idx="1655">
                  <c:v>45783</c:v>
                </c:pt>
                <c:pt idx="1656">
                  <c:v>45784</c:v>
                </c:pt>
                <c:pt idx="1657">
                  <c:v>45785</c:v>
                </c:pt>
                <c:pt idx="1658">
                  <c:v>45786</c:v>
                </c:pt>
                <c:pt idx="1659">
                  <c:v>45789</c:v>
                </c:pt>
                <c:pt idx="1660">
                  <c:v>45790</c:v>
                </c:pt>
                <c:pt idx="1661">
                  <c:v>45791</c:v>
                </c:pt>
                <c:pt idx="1662">
                  <c:v>45792</c:v>
                </c:pt>
                <c:pt idx="1663">
                  <c:v>45793</c:v>
                </c:pt>
                <c:pt idx="1664">
                  <c:v>45796</c:v>
                </c:pt>
                <c:pt idx="1665">
                  <c:v>45797</c:v>
                </c:pt>
                <c:pt idx="1666">
                  <c:v>45798</c:v>
                </c:pt>
                <c:pt idx="1667">
                  <c:v>45799</c:v>
                </c:pt>
                <c:pt idx="1668">
                  <c:v>45800</c:v>
                </c:pt>
                <c:pt idx="1669">
                  <c:v>45803</c:v>
                </c:pt>
                <c:pt idx="1670">
                  <c:v>45804</c:v>
                </c:pt>
                <c:pt idx="1671">
                  <c:v>45805</c:v>
                </c:pt>
                <c:pt idx="1672">
                  <c:v>45806</c:v>
                </c:pt>
                <c:pt idx="1673">
                  <c:v>45807</c:v>
                </c:pt>
                <c:pt idx="1674">
                  <c:v>45810</c:v>
                </c:pt>
                <c:pt idx="1675">
                  <c:v>45811</c:v>
                </c:pt>
                <c:pt idx="1676">
                  <c:v>45812</c:v>
                </c:pt>
                <c:pt idx="1677">
                  <c:v>45813</c:v>
                </c:pt>
                <c:pt idx="1678">
                  <c:v>45814</c:v>
                </c:pt>
                <c:pt idx="1679">
                  <c:v>45817</c:v>
                </c:pt>
                <c:pt idx="1680">
                  <c:v>45818</c:v>
                </c:pt>
                <c:pt idx="1681">
                  <c:v>45819</c:v>
                </c:pt>
                <c:pt idx="1682">
                  <c:v>45820</c:v>
                </c:pt>
                <c:pt idx="1683">
                  <c:v>45821</c:v>
                </c:pt>
                <c:pt idx="1684">
                  <c:v>45824</c:v>
                </c:pt>
                <c:pt idx="1685">
                  <c:v>45825</c:v>
                </c:pt>
                <c:pt idx="1686">
                  <c:v>45826</c:v>
                </c:pt>
                <c:pt idx="1687">
                  <c:v>45827</c:v>
                </c:pt>
                <c:pt idx="1688">
                  <c:v>45828</c:v>
                </c:pt>
                <c:pt idx="1689">
                  <c:v>45831</c:v>
                </c:pt>
                <c:pt idx="1690">
                  <c:v>45832</c:v>
                </c:pt>
                <c:pt idx="1691">
                  <c:v>45833</c:v>
                </c:pt>
                <c:pt idx="1692">
                  <c:v>45834</c:v>
                </c:pt>
                <c:pt idx="1693">
                  <c:v>45835</c:v>
                </c:pt>
                <c:pt idx="1694">
                  <c:v>45838</c:v>
                </c:pt>
                <c:pt idx="1695">
                  <c:v>45839</c:v>
                </c:pt>
                <c:pt idx="1696">
                  <c:v>45840</c:v>
                </c:pt>
                <c:pt idx="1697">
                  <c:v>45841</c:v>
                </c:pt>
                <c:pt idx="1698">
                  <c:v>45842</c:v>
                </c:pt>
                <c:pt idx="1699">
                  <c:v>45845</c:v>
                </c:pt>
                <c:pt idx="1700">
                  <c:v>45846</c:v>
                </c:pt>
                <c:pt idx="1701">
                  <c:v>45847</c:v>
                </c:pt>
                <c:pt idx="1702">
                  <c:v>45848</c:v>
                </c:pt>
                <c:pt idx="1703">
                  <c:v>45849</c:v>
                </c:pt>
                <c:pt idx="1704">
                  <c:v>45852</c:v>
                </c:pt>
                <c:pt idx="1705">
                  <c:v>45853</c:v>
                </c:pt>
                <c:pt idx="1706">
                  <c:v>45854</c:v>
                </c:pt>
                <c:pt idx="1707">
                  <c:v>45855</c:v>
                </c:pt>
                <c:pt idx="1708">
                  <c:v>45856</c:v>
                </c:pt>
                <c:pt idx="1709">
                  <c:v>45859</c:v>
                </c:pt>
                <c:pt idx="1710">
                  <c:v>45860</c:v>
                </c:pt>
                <c:pt idx="1711">
                  <c:v>45861</c:v>
                </c:pt>
                <c:pt idx="1712">
                  <c:v>45862</c:v>
                </c:pt>
                <c:pt idx="1713">
                  <c:v>45863</c:v>
                </c:pt>
                <c:pt idx="1714">
                  <c:v>45866</c:v>
                </c:pt>
                <c:pt idx="1715">
                  <c:v>45867</c:v>
                </c:pt>
                <c:pt idx="1716">
                  <c:v>45868</c:v>
                </c:pt>
                <c:pt idx="1717">
                  <c:v>45869</c:v>
                </c:pt>
                <c:pt idx="1718">
                  <c:v>45870</c:v>
                </c:pt>
                <c:pt idx="1719">
                  <c:v>45873</c:v>
                </c:pt>
                <c:pt idx="1720">
                  <c:v>45874</c:v>
                </c:pt>
                <c:pt idx="1721">
                  <c:v>45875</c:v>
                </c:pt>
                <c:pt idx="1722">
                  <c:v>45876</c:v>
                </c:pt>
                <c:pt idx="1723">
                  <c:v>45877</c:v>
                </c:pt>
                <c:pt idx="1724">
                  <c:v>45880</c:v>
                </c:pt>
                <c:pt idx="1725">
                  <c:v>45881</c:v>
                </c:pt>
                <c:pt idx="1726">
                  <c:v>45882</c:v>
                </c:pt>
                <c:pt idx="1727">
                  <c:v>45883</c:v>
                </c:pt>
                <c:pt idx="1728">
                  <c:v>45884</c:v>
                </c:pt>
                <c:pt idx="1729">
                  <c:v>45887</c:v>
                </c:pt>
                <c:pt idx="1730">
                  <c:v>45888</c:v>
                </c:pt>
                <c:pt idx="1731">
                  <c:v>45889</c:v>
                </c:pt>
                <c:pt idx="1732">
                  <c:v>45890</c:v>
                </c:pt>
                <c:pt idx="1733">
                  <c:v>45891</c:v>
                </c:pt>
                <c:pt idx="1734">
                  <c:v>45894</c:v>
                </c:pt>
                <c:pt idx="1735">
                  <c:v>45895</c:v>
                </c:pt>
                <c:pt idx="1736">
                  <c:v>45896</c:v>
                </c:pt>
                <c:pt idx="1737">
                  <c:v>45897</c:v>
                </c:pt>
                <c:pt idx="1738">
                  <c:v>45898</c:v>
                </c:pt>
                <c:pt idx="1739">
                  <c:v>45901</c:v>
                </c:pt>
                <c:pt idx="1740">
                  <c:v>45902</c:v>
                </c:pt>
                <c:pt idx="1741">
                  <c:v>45903</c:v>
                </c:pt>
                <c:pt idx="1742">
                  <c:v>45904</c:v>
                </c:pt>
                <c:pt idx="1743">
                  <c:v>45905</c:v>
                </c:pt>
                <c:pt idx="1744">
                  <c:v>45908</c:v>
                </c:pt>
                <c:pt idx="1745">
                  <c:v>45909</c:v>
                </c:pt>
                <c:pt idx="1746">
                  <c:v>45910</c:v>
                </c:pt>
                <c:pt idx="1747">
                  <c:v>45911</c:v>
                </c:pt>
                <c:pt idx="1748">
                  <c:v>45912</c:v>
                </c:pt>
                <c:pt idx="1749">
                  <c:v>45915</c:v>
                </c:pt>
                <c:pt idx="1750">
                  <c:v>45916</c:v>
                </c:pt>
                <c:pt idx="1751">
                  <c:v>45917</c:v>
                </c:pt>
                <c:pt idx="1752">
                  <c:v>45918</c:v>
                </c:pt>
                <c:pt idx="1753">
                  <c:v>45919</c:v>
                </c:pt>
                <c:pt idx="1754">
                  <c:v>45922</c:v>
                </c:pt>
                <c:pt idx="1755">
                  <c:v>45923</c:v>
                </c:pt>
                <c:pt idx="1756">
                  <c:v>45924</c:v>
                </c:pt>
                <c:pt idx="1757">
                  <c:v>45925</c:v>
                </c:pt>
                <c:pt idx="1758">
                  <c:v>45926</c:v>
                </c:pt>
                <c:pt idx="1759">
                  <c:v>45929</c:v>
                </c:pt>
                <c:pt idx="1760">
                  <c:v>45930</c:v>
                </c:pt>
                <c:pt idx="1761">
                  <c:v>45931</c:v>
                </c:pt>
                <c:pt idx="1762">
                  <c:v>45932</c:v>
                </c:pt>
                <c:pt idx="1763">
                  <c:v>45933</c:v>
                </c:pt>
                <c:pt idx="1764">
                  <c:v>45936</c:v>
                </c:pt>
                <c:pt idx="1765">
                  <c:v>45937</c:v>
                </c:pt>
                <c:pt idx="1766">
                  <c:v>45938</c:v>
                </c:pt>
                <c:pt idx="1767">
                  <c:v>45939</c:v>
                </c:pt>
                <c:pt idx="1768">
                  <c:v>45940</c:v>
                </c:pt>
                <c:pt idx="1769">
                  <c:v>45943</c:v>
                </c:pt>
                <c:pt idx="1770">
                  <c:v>45944</c:v>
                </c:pt>
                <c:pt idx="1771">
                  <c:v>45945</c:v>
                </c:pt>
                <c:pt idx="1772">
                  <c:v>45946</c:v>
                </c:pt>
                <c:pt idx="1773">
                  <c:v>45947</c:v>
                </c:pt>
                <c:pt idx="1774">
                  <c:v>45950</c:v>
                </c:pt>
                <c:pt idx="1775">
                  <c:v>45951</c:v>
                </c:pt>
                <c:pt idx="1776">
                  <c:v>45952</c:v>
                </c:pt>
                <c:pt idx="1777">
                  <c:v>45953</c:v>
                </c:pt>
                <c:pt idx="1778">
                  <c:v>45954</c:v>
                </c:pt>
                <c:pt idx="1779">
                  <c:v>45957</c:v>
                </c:pt>
                <c:pt idx="1780">
                  <c:v>45958</c:v>
                </c:pt>
                <c:pt idx="1781">
                  <c:v>45959</c:v>
                </c:pt>
                <c:pt idx="1782">
                  <c:v>45960</c:v>
                </c:pt>
                <c:pt idx="1783">
                  <c:v>45961</c:v>
                </c:pt>
                <c:pt idx="1784">
                  <c:v>45964</c:v>
                </c:pt>
                <c:pt idx="1785">
                  <c:v>45965</c:v>
                </c:pt>
                <c:pt idx="1786">
                  <c:v>45966</c:v>
                </c:pt>
                <c:pt idx="1787">
                  <c:v>45967</c:v>
                </c:pt>
                <c:pt idx="1788">
                  <c:v>45968</c:v>
                </c:pt>
                <c:pt idx="1789">
                  <c:v>45971</c:v>
                </c:pt>
                <c:pt idx="1790">
                  <c:v>45972</c:v>
                </c:pt>
                <c:pt idx="1791">
                  <c:v>45973</c:v>
                </c:pt>
                <c:pt idx="1792">
                  <c:v>45974</c:v>
                </c:pt>
                <c:pt idx="1793">
                  <c:v>45975</c:v>
                </c:pt>
                <c:pt idx="1794">
                  <c:v>45978</c:v>
                </c:pt>
                <c:pt idx="1795">
                  <c:v>45979</c:v>
                </c:pt>
                <c:pt idx="1796">
                  <c:v>45980</c:v>
                </c:pt>
                <c:pt idx="1797">
                  <c:v>45981</c:v>
                </c:pt>
                <c:pt idx="1798">
                  <c:v>45982</c:v>
                </c:pt>
                <c:pt idx="1799">
                  <c:v>45985</c:v>
                </c:pt>
                <c:pt idx="1800">
                  <c:v>45986</c:v>
                </c:pt>
                <c:pt idx="1801">
                  <c:v>45987</c:v>
                </c:pt>
                <c:pt idx="1802">
                  <c:v>45988</c:v>
                </c:pt>
                <c:pt idx="1803">
                  <c:v>45989</c:v>
                </c:pt>
                <c:pt idx="1804">
                  <c:v>45992</c:v>
                </c:pt>
                <c:pt idx="1805">
                  <c:v>45993</c:v>
                </c:pt>
                <c:pt idx="1806">
                  <c:v>45994</c:v>
                </c:pt>
                <c:pt idx="1807">
                  <c:v>45995</c:v>
                </c:pt>
                <c:pt idx="1808">
                  <c:v>45996</c:v>
                </c:pt>
                <c:pt idx="1809">
                  <c:v>45999</c:v>
                </c:pt>
                <c:pt idx="1810">
                  <c:v>46000</c:v>
                </c:pt>
                <c:pt idx="1811">
                  <c:v>46001</c:v>
                </c:pt>
                <c:pt idx="1812">
                  <c:v>46002</c:v>
                </c:pt>
                <c:pt idx="1813">
                  <c:v>46003</c:v>
                </c:pt>
                <c:pt idx="1814">
                  <c:v>46006</c:v>
                </c:pt>
                <c:pt idx="1815">
                  <c:v>46007</c:v>
                </c:pt>
                <c:pt idx="1816">
                  <c:v>46008</c:v>
                </c:pt>
                <c:pt idx="1817">
                  <c:v>46009</c:v>
                </c:pt>
                <c:pt idx="1818">
                  <c:v>46010</c:v>
                </c:pt>
                <c:pt idx="1819">
                  <c:v>46013</c:v>
                </c:pt>
                <c:pt idx="1820">
                  <c:v>46014</c:v>
                </c:pt>
                <c:pt idx="1821">
                  <c:v>46015</c:v>
                </c:pt>
                <c:pt idx="1822">
                  <c:v>46020</c:v>
                </c:pt>
                <c:pt idx="1823">
                  <c:v>46021</c:v>
                </c:pt>
                <c:pt idx="1824">
                  <c:v>46022</c:v>
                </c:pt>
                <c:pt idx="1825">
                  <c:v>46024</c:v>
                </c:pt>
                <c:pt idx="1826">
                  <c:v>46027</c:v>
                </c:pt>
                <c:pt idx="1827">
                  <c:v>46028</c:v>
                </c:pt>
                <c:pt idx="1828">
                  <c:v>46029</c:v>
                </c:pt>
                <c:pt idx="1829">
                  <c:v>46030</c:v>
                </c:pt>
                <c:pt idx="1830">
                  <c:v>46031</c:v>
                </c:pt>
                <c:pt idx="1831">
                  <c:v>46034</c:v>
                </c:pt>
                <c:pt idx="1832">
                  <c:v>46035</c:v>
                </c:pt>
                <c:pt idx="1833">
                  <c:v>46036</c:v>
                </c:pt>
                <c:pt idx="1834">
                  <c:v>46037</c:v>
                </c:pt>
                <c:pt idx="1835">
                  <c:v>46041</c:v>
                </c:pt>
                <c:pt idx="1836">
                  <c:v>46042</c:v>
                </c:pt>
                <c:pt idx="1837">
                  <c:v>46043</c:v>
                </c:pt>
                <c:pt idx="1838">
                  <c:v>46044</c:v>
                </c:pt>
                <c:pt idx="1839">
                  <c:v>46045</c:v>
                </c:pt>
                <c:pt idx="1840">
                  <c:v>46048</c:v>
                </c:pt>
                <c:pt idx="1841">
                  <c:v>46049</c:v>
                </c:pt>
                <c:pt idx="1842">
                  <c:v>46050</c:v>
                </c:pt>
                <c:pt idx="1843">
                  <c:v>46051</c:v>
                </c:pt>
                <c:pt idx="1844">
                  <c:v>46052</c:v>
                </c:pt>
                <c:pt idx="1845">
                  <c:v>46055</c:v>
                </c:pt>
                <c:pt idx="1846">
                  <c:v>46056</c:v>
                </c:pt>
                <c:pt idx="1847">
                  <c:v>46057</c:v>
                </c:pt>
                <c:pt idx="1848">
                  <c:v>46058</c:v>
                </c:pt>
                <c:pt idx="1849">
                  <c:v>46059</c:v>
                </c:pt>
                <c:pt idx="1850">
                  <c:v>46062</c:v>
                </c:pt>
                <c:pt idx="1851">
                  <c:v>46063</c:v>
                </c:pt>
                <c:pt idx="1852">
                  <c:v>46064</c:v>
                </c:pt>
                <c:pt idx="1853">
                  <c:v>46065</c:v>
                </c:pt>
                <c:pt idx="1854">
                  <c:v>46066</c:v>
                </c:pt>
                <c:pt idx="1855">
                  <c:v>46071</c:v>
                </c:pt>
                <c:pt idx="1856">
                  <c:v>46072</c:v>
                </c:pt>
                <c:pt idx="1857">
                  <c:v>46073</c:v>
                </c:pt>
                <c:pt idx="1858">
                  <c:v>46076</c:v>
                </c:pt>
                <c:pt idx="1859">
                  <c:v>46077</c:v>
                </c:pt>
                <c:pt idx="1860">
                  <c:v>46078</c:v>
                </c:pt>
                <c:pt idx="1861">
                  <c:v>46079</c:v>
                </c:pt>
                <c:pt idx="1862">
                  <c:v>46080</c:v>
                </c:pt>
                <c:pt idx="1863">
                  <c:v>46083</c:v>
                </c:pt>
                <c:pt idx="1864">
                  <c:v>46084</c:v>
                </c:pt>
                <c:pt idx="1865">
                  <c:v>46085</c:v>
                </c:pt>
                <c:pt idx="1866">
                  <c:v>46086</c:v>
                </c:pt>
                <c:pt idx="1867">
                  <c:v>46087</c:v>
                </c:pt>
                <c:pt idx="1868">
                  <c:v>46090</c:v>
                </c:pt>
                <c:pt idx="1869">
                  <c:v>46091</c:v>
                </c:pt>
                <c:pt idx="1870">
                  <c:v>46092</c:v>
                </c:pt>
                <c:pt idx="1871">
                  <c:v>46093</c:v>
                </c:pt>
                <c:pt idx="1872">
                  <c:v>46094</c:v>
                </c:pt>
                <c:pt idx="1873">
                  <c:v>46097</c:v>
                </c:pt>
                <c:pt idx="1874">
                  <c:v>46098</c:v>
                </c:pt>
                <c:pt idx="1875">
                  <c:v>46106</c:v>
                </c:pt>
                <c:pt idx="1876">
                  <c:v>46107</c:v>
                </c:pt>
                <c:pt idx="1877">
                  <c:v>46108</c:v>
                </c:pt>
                <c:pt idx="1878">
                  <c:v>46111</c:v>
                </c:pt>
                <c:pt idx="1879">
                  <c:v>46112</c:v>
                </c:pt>
                <c:pt idx="1880">
                  <c:v>46113</c:v>
                </c:pt>
                <c:pt idx="1881">
                  <c:v>46114</c:v>
                </c:pt>
                <c:pt idx="1882">
                  <c:v>46118</c:v>
                </c:pt>
                <c:pt idx="1883">
                  <c:v>46119</c:v>
                </c:pt>
                <c:pt idx="1884">
                  <c:v>46120</c:v>
                </c:pt>
                <c:pt idx="1885">
                  <c:v>46121</c:v>
                </c:pt>
                <c:pt idx="1886">
                  <c:v>46122</c:v>
                </c:pt>
                <c:pt idx="1887">
                  <c:v>46125</c:v>
                </c:pt>
                <c:pt idx="1888">
                  <c:v>46126</c:v>
                </c:pt>
                <c:pt idx="1889">
                  <c:v>46127</c:v>
                </c:pt>
                <c:pt idx="1890">
                  <c:v>46128</c:v>
                </c:pt>
                <c:pt idx="1891">
                  <c:v>46129</c:v>
                </c:pt>
                <c:pt idx="1892">
                  <c:v>46132</c:v>
                </c:pt>
                <c:pt idx="1893">
                  <c:v>46133</c:v>
                </c:pt>
                <c:pt idx="1894">
                  <c:v>46134</c:v>
                </c:pt>
                <c:pt idx="1895">
                  <c:v>46135</c:v>
                </c:pt>
                <c:pt idx="1896">
                  <c:v>46136</c:v>
                </c:pt>
                <c:pt idx="1897">
                  <c:v>46139</c:v>
                </c:pt>
                <c:pt idx="1898">
                  <c:v>46140</c:v>
                </c:pt>
                <c:pt idx="1899">
                  <c:v>46141</c:v>
                </c:pt>
                <c:pt idx="1900">
                  <c:v>46142</c:v>
                </c:pt>
                <c:pt idx="1901">
                  <c:v>46146</c:v>
                </c:pt>
                <c:pt idx="1902">
                  <c:v>46147</c:v>
                </c:pt>
                <c:pt idx="1903">
                  <c:v>46148</c:v>
                </c:pt>
                <c:pt idx="1904">
                  <c:v>46149</c:v>
                </c:pt>
                <c:pt idx="1905">
                  <c:v>46150</c:v>
                </c:pt>
                <c:pt idx="1906">
                  <c:v>46153</c:v>
                </c:pt>
                <c:pt idx="1907">
                  <c:v>46154</c:v>
                </c:pt>
                <c:pt idx="1908">
                  <c:v>46155</c:v>
                </c:pt>
                <c:pt idx="1909">
                  <c:v>46160</c:v>
                </c:pt>
                <c:pt idx="1910">
                  <c:v>46161</c:v>
                </c:pt>
                <c:pt idx="1911">
                  <c:v>46162</c:v>
                </c:pt>
                <c:pt idx="1912">
                  <c:v>46163</c:v>
                </c:pt>
                <c:pt idx="1913">
                  <c:v>46164</c:v>
                </c:pt>
                <c:pt idx="1914">
                  <c:v>46167</c:v>
                </c:pt>
                <c:pt idx="1915">
                  <c:v>46168</c:v>
                </c:pt>
                <c:pt idx="1916">
                  <c:v>46171</c:v>
                </c:pt>
                <c:pt idx="1917">
                  <c:v>46174</c:v>
                </c:pt>
                <c:pt idx="1918">
                  <c:v>46175</c:v>
                </c:pt>
                <c:pt idx="1919">
                  <c:v>46176</c:v>
                </c:pt>
                <c:pt idx="1920">
                  <c:v>46177</c:v>
                </c:pt>
                <c:pt idx="1921">
                  <c:v>46178</c:v>
                </c:pt>
                <c:pt idx="1922">
                  <c:v>46181</c:v>
                </c:pt>
                <c:pt idx="1923">
                  <c:v>46182</c:v>
                </c:pt>
                <c:pt idx="1924">
                  <c:v>46183</c:v>
                </c:pt>
                <c:pt idx="1925">
                  <c:v>46184</c:v>
                </c:pt>
                <c:pt idx="1926">
                  <c:v>46185</c:v>
                </c:pt>
                <c:pt idx="1927">
                  <c:v>46188</c:v>
                </c:pt>
                <c:pt idx="1928">
                  <c:v>46190</c:v>
                </c:pt>
                <c:pt idx="1929">
                  <c:v>46191</c:v>
                </c:pt>
                <c:pt idx="1930">
                  <c:v>46192</c:v>
                </c:pt>
                <c:pt idx="1931">
                  <c:v>46195</c:v>
                </c:pt>
                <c:pt idx="1932">
                  <c:v>46196</c:v>
                </c:pt>
                <c:pt idx="1933">
                  <c:v>46197</c:v>
                </c:pt>
                <c:pt idx="1934">
                  <c:v>46198</c:v>
                </c:pt>
                <c:pt idx="1935">
                  <c:v>46199</c:v>
                </c:pt>
                <c:pt idx="1936">
                  <c:v>46202</c:v>
                </c:pt>
                <c:pt idx="1937">
                  <c:v>46203</c:v>
                </c:pt>
                <c:pt idx="1938">
                  <c:v>46204</c:v>
                </c:pt>
                <c:pt idx="1939">
                  <c:v>46205</c:v>
                </c:pt>
                <c:pt idx="1940">
                  <c:v>46206</c:v>
                </c:pt>
                <c:pt idx="1941">
                  <c:v>46209</c:v>
                </c:pt>
                <c:pt idx="1942">
                  <c:v>46210</c:v>
                </c:pt>
                <c:pt idx="1943">
                  <c:v>46211</c:v>
                </c:pt>
                <c:pt idx="1944">
                  <c:v>46212</c:v>
                </c:pt>
                <c:pt idx="1945">
                  <c:v>46213</c:v>
                </c:pt>
                <c:pt idx="1946">
                  <c:v>46216</c:v>
                </c:pt>
                <c:pt idx="1947">
                  <c:v>46217</c:v>
                </c:pt>
                <c:pt idx="1948">
                  <c:v>46218</c:v>
                </c:pt>
                <c:pt idx="1949">
                  <c:v>46219</c:v>
                </c:pt>
                <c:pt idx="1950">
                  <c:v>46220</c:v>
                </c:pt>
                <c:pt idx="1951">
                  <c:v>46223</c:v>
                </c:pt>
                <c:pt idx="1952">
                  <c:v>46224</c:v>
                </c:pt>
                <c:pt idx="1953">
                  <c:v>46225</c:v>
                </c:pt>
                <c:pt idx="1954">
                  <c:v>46226</c:v>
                </c:pt>
                <c:pt idx="1955">
                  <c:v>46227</c:v>
                </c:pt>
                <c:pt idx="1956">
                  <c:v>46230</c:v>
                </c:pt>
                <c:pt idx="1957">
                  <c:v>46231</c:v>
                </c:pt>
                <c:pt idx="1958">
                  <c:v>46232</c:v>
                </c:pt>
                <c:pt idx="1959">
                  <c:v>46233</c:v>
                </c:pt>
                <c:pt idx="1960">
                  <c:v>46234</c:v>
                </c:pt>
                <c:pt idx="1961">
                  <c:v>46237</c:v>
                </c:pt>
                <c:pt idx="1962">
                  <c:v>46238</c:v>
                </c:pt>
                <c:pt idx="1963">
                  <c:v>46239</c:v>
                </c:pt>
                <c:pt idx="1964">
                  <c:v>46240</c:v>
                </c:pt>
                <c:pt idx="1965">
                  <c:v>46241</c:v>
                </c:pt>
                <c:pt idx="1966">
                  <c:v>46244</c:v>
                </c:pt>
                <c:pt idx="1967">
                  <c:v>46245</c:v>
                </c:pt>
                <c:pt idx="1968">
                  <c:v>46246</c:v>
                </c:pt>
                <c:pt idx="1969">
                  <c:v>46247</c:v>
                </c:pt>
                <c:pt idx="1970">
                  <c:v>46248</c:v>
                </c:pt>
                <c:pt idx="1971">
                  <c:v>46252</c:v>
                </c:pt>
                <c:pt idx="1972">
                  <c:v>46253</c:v>
                </c:pt>
                <c:pt idx="1973">
                  <c:v>46254</c:v>
                </c:pt>
                <c:pt idx="1974">
                  <c:v>46255</c:v>
                </c:pt>
                <c:pt idx="1975">
                  <c:v>46258</c:v>
                </c:pt>
                <c:pt idx="1976">
                  <c:v>46260</c:v>
                </c:pt>
                <c:pt idx="1977">
                  <c:v>46261</c:v>
                </c:pt>
                <c:pt idx="1978">
                  <c:v>46262</c:v>
                </c:pt>
                <c:pt idx="1979">
                  <c:v>46265</c:v>
                </c:pt>
                <c:pt idx="1980">
                  <c:v>46266</c:v>
                </c:pt>
                <c:pt idx="1981">
                  <c:v>46267</c:v>
                </c:pt>
                <c:pt idx="1982">
                  <c:v>46268</c:v>
                </c:pt>
                <c:pt idx="1983">
                  <c:v>46269</c:v>
                </c:pt>
                <c:pt idx="1984">
                  <c:v>46272</c:v>
                </c:pt>
                <c:pt idx="1985">
                  <c:v>46273</c:v>
                </c:pt>
                <c:pt idx="1986">
                  <c:v>46274</c:v>
                </c:pt>
                <c:pt idx="1987">
                  <c:v>46275</c:v>
                </c:pt>
                <c:pt idx="1988">
                  <c:v>46276</c:v>
                </c:pt>
                <c:pt idx="1989">
                  <c:v>46279</c:v>
                </c:pt>
                <c:pt idx="1990">
                  <c:v>46280</c:v>
                </c:pt>
                <c:pt idx="1991">
                  <c:v>46281</c:v>
                </c:pt>
                <c:pt idx="1992">
                  <c:v>46282</c:v>
                </c:pt>
                <c:pt idx="1993">
                  <c:v>46283</c:v>
                </c:pt>
                <c:pt idx="1994">
                  <c:v>46286</c:v>
                </c:pt>
                <c:pt idx="1995">
                  <c:v>46287</c:v>
                </c:pt>
                <c:pt idx="1996">
                  <c:v>46288</c:v>
                </c:pt>
                <c:pt idx="1997">
                  <c:v>46289</c:v>
                </c:pt>
                <c:pt idx="1998">
                  <c:v>46290</c:v>
                </c:pt>
                <c:pt idx="1999">
                  <c:v>46293</c:v>
                </c:pt>
              </c:numCache>
            </c:numRef>
          </c:cat>
          <c:val>
            <c:numRef>
              <c:f>Sheet1!$B$2:$B$2001</c:f>
              <c:numCache>
                <c:formatCode>_(* #,##0_);_(* \(#,##0\);_(* "-"_);_(@_)</c:formatCode>
                <c:ptCount val="2000"/>
                <c:pt idx="0">
                  <c:v>14390</c:v>
                </c:pt>
                <c:pt idx="1">
                  <c:v>14458</c:v>
                </c:pt>
                <c:pt idx="2">
                  <c:v>14410</c:v>
                </c:pt>
                <c:pt idx="3">
                  <c:v>14270</c:v>
                </c:pt>
                <c:pt idx="4">
                  <c:v>14080</c:v>
                </c:pt>
                <c:pt idx="5">
                  <c:v>14148</c:v>
                </c:pt>
                <c:pt idx="6">
                  <c:v>14125</c:v>
                </c:pt>
                <c:pt idx="7">
                  <c:v>14053</c:v>
                </c:pt>
                <c:pt idx="8">
                  <c:v>14048</c:v>
                </c:pt>
                <c:pt idx="9">
                  <c:v>14125</c:v>
                </c:pt>
                <c:pt idx="10">
                  <c:v>14090</c:v>
                </c:pt>
                <c:pt idx="11">
                  <c:v>14128</c:v>
                </c:pt>
                <c:pt idx="12">
                  <c:v>14192</c:v>
                </c:pt>
                <c:pt idx="13">
                  <c:v>14178</c:v>
                </c:pt>
                <c:pt idx="14">
                  <c:v>14228</c:v>
                </c:pt>
                <c:pt idx="15">
                  <c:v>14220</c:v>
                </c:pt>
                <c:pt idx="16">
                  <c:v>14188</c:v>
                </c:pt>
                <c:pt idx="17">
                  <c:v>14170</c:v>
                </c:pt>
                <c:pt idx="18">
                  <c:v>14093</c:v>
                </c:pt>
                <c:pt idx="19">
                  <c:v>14072</c:v>
                </c:pt>
                <c:pt idx="20">
                  <c:v>14096</c:v>
                </c:pt>
                <c:pt idx="21">
                  <c:v>14131</c:v>
                </c:pt>
                <c:pt idx="22">
                  <c:v>13973</c:v>
                </c:pt>
                <c:pt idx="23">
                  <c:v>13945</c:v>
                </c:pt>
                <c:pt idx="24">
                  <c:v>13960</c:v>
                </c:pt>
                <c:pt idx="25">
                  <c:v>13960</c:v>
                </c:pt>
                <c:pt idx="26">
                  <c:v>13920</c:v>
                </c:pt>
                <c:pt idx="27">
                  <c:v>13973</c:v>
                </c:pt>
                <c:pt idx="28">
                  <c:v>13965</c:v>
                </c:pt>
                <c:pt idx="29">
                  <c:v>14038</c:v>
                </c:pt>
                <c:pt idx="30">
                  <c:v>14069</c:v>
                </c:pt>
                <c:pt idx="31">
                  <c:v>14058</c:v>
                </c:pt>
                <c:pt idx="32">
                  <c:v>14090</c:v>
                </c:pt>
                <c:pt idx="33">
                  <c:v>14149</c:v>
                </c:pt>
                <c:pt idx="34">
                  <c:v>14107</c:v>
                </c:pt>
                <c:pt idx="35">
                  <c:v>14103</c:v>
                </c:pt>
                <c:pt idx="36">
                  <c:v>14042</c:v>
                </c:pt>
                <c:pt idx="37">
                  <c:v>14071</c:v>
                </c:pt>
                <c:pt idx="38">
                  <c:v>14058</c:v>
                </c:pt>
                <c:pt idx="39">
                  <c:v>14018</c:v>
                </c:pt>
                <c:pt idx="40">
                  <c:v>13992</c:v>
                </c:pt>
                <c:pt idx="41">
                  <c:v>14030</c:v>
                </c:pt>
                <c:pt idx="42">
                  <c:v>14069</c:v>
                </c:pt>
                <c:pt idx="43">
                  <c:v>14120</c:v>
                </c:pt>
                <c:pt idx="44">
                  <c:v>14130</c:v>
                </c:pt>
                <c:pt idx="45">
                  <c:v>14128</c:v>
                </c:pt>
                <c:pt idx="46">
                  <c:v>14144</c:v>
                </c:pt>
                <c:pt idx="47">
                  <c:v>14144</c:v>
                </c:pt>
                <c:pt idx="48">
                  <c:v>14315</c:v>
                </c:pt>
                <c:pt idx="49">
                  <c:v>14291</c:v>
                </c:pt>
                <c:pt idx="50">
                  <c:v>14265</c:v>
                </c:pt>
                <c:pt idx="51">
                  <c:v>14265</c:v>
                </c:pt>
                <c:pt idx="52">
                  <c:v>14278</c:v>
                </c:pt>
                <c:pt idx="53">
                  <c:v>14262</c:v>
                </c:pt>
                <c:pt idx="54">
                  <c:v>14239</c:v>
                </c:pt>
                <c:pt idx="55">
                  <c:v>14232</c:v>
                </c:pt>
                <c:pt idx="56">
                  <c:v>14188</c:v>
                </c:pt>
                <c:pt idx="57">
                  <c:v>14140</c:v>
                </c:pt>
                <c:pt idx="58">
                  <c:v>14165</c:v>
                </c:pt>
                <c:pt idx="59">
                  <c:v>14185</c:v>
                </c:pt>
                <c:pt idx="60">
                  <c:v>14172</c:v>
                </c:pt>
                <c:pt idx="61">
                  <c:v>14195</c:v>
                </c:pt>
                <c:pt idx="62">
                  <c:v>14243</c:v>
                </c:pt>
                <c:pt idx="63">
                  <c:v>14241</c:v>
                </c:pt>
                <c:pt idx="64">
                  <c:v>14225</c:v>
                </c:pt>
                <c:pt idx="65">
                  <c:v>14220</c:v>
                </c:pt>
                <c:pt idx="66">
                  <c:v>14220</c:v>
                </c:pt>
                <c:pt idx="67">
                  <c:v>14182</c:v>
                </c:pt>
                <c:pt idx="68">
                  <c:v>14133</c:v>
                </c:pt>
                <c:pt idx="69">
                  <c:v>14167</c:v>
                </c:pt>
                <c:pt idx="70">
                  <c:v>14133</c:v>
                </c:pt>
                <c:pt idx="71">
                  <c:v>14153</c:v>
                </c:pt>
                <c:pt idx="72">
                  <c:v>14140</c:v>
                </c:pt>
                <c:pt idx="73">
                  <c:v>14095</c:v>
                </c:pt>
                <c:pt idx="74">
                  <c:v>14060</c:v>
                </c:pt>
                <c:pt idx="75">
                  <c:v>14085</c:v>
                </c:pt>
                <c:pt idx="76">
                  <c:v>14085</c:v>
                </c:pt>
                <c:pt idx="77">
                  <c:v>14045</c:v>
                </c:pt>
                <c:pt idx="78">
                  <c:v>14045</c:v>
                </c:pt>
                <c:pt idx="79">
                  <c:v>14078</c:v>
                </c:pt>
                <c:pt idx="80">
                  <c:v>14080</c:v>
                </c:pt>
                <c:pt idx="81">
                  <c:v>14104</c:v>
                </c:pt>
                <c:pt idx="82">
                  <c:v>14187</c:v>
                </c:pt>
                <c:pt idx="83">
                  <c:v>14190</c:v>
                </c:pt>
                <c:pt idx="84">
                  <c:v>14209</c:v>
                </c:pt>
                <c:pt idx="85">
                  <c:v>14259</c:v>
                </c:pt>
                <c:pt idx="86">
                  <c:v>14259</c:v>
                </c:pt>
                <c:pt idx="87">
                  <c:v>14252</c:v>
                </c:pt>
                <c:pt idx="88">
                  <c:v>14266</c:v>
                </c:pt>
                <c:pt idx="89">
                  <c:v>14299</c:v>
                </c:pt>
                <c:pt idx="90">
                  <c:v>14280</c:v>
                </c:pt>
                <c:pt idx="91">
                  <c:v>14295</c:v>
                </c:pt>
                <c:pt idx="92">
                  <c:v>14365</c:v>
                </c:pt>
                <c:pt idx="93">
                  <c:v>14327</c:v>
                </c:pt>
                <c:pt idx="94">
                  <c:v>14425</c:v>
                </c:pt>
                <c:pt idx="95">
                  <c:v>14438</c:v>
                </c:pt>
                <c:pt idx="96">
                  <c:v>14460</c:v>
                </c:pt>
                <c:pt idx="97">
                  <c:v>14452</c:v>
                </c:pt>
                <c:pt idx="98">
                  <c:v>14453</c:v>
                </c:pt>
                <c:pt idx="99">
                  <c:v>14458</c:v>
                </c:pt>
                <c:pt idx="100">
                  <c:v>14480</c:v>
                </c:pt>
                <c:pt idx="101">
                  <c:v>14525</c:v>
                </c:pt>
                <c:pt idx="102">
                  <c:v>14463</c:v>
                </c:pt>
                <c:pt idx="103">
                  <c:v>14390</c:v>
                </c:pt>
                <c:pt idx="104">
                  <c:v>14380</c:v>
                </c:pt>
                <c:pt idx="105">
                  <c:v>14377</c:v>
                </c:pt>
                <c:pt idx="106">
                  <c:v>14415</c:v>
                </c:pt>
                <c:pt idx="107">
                  <c:v>14415</c:v>
                </c:pt>
                <c:pt idx="108">
                  <c:v>14273</c:v>
                </c:pt>
                <c:pt idx="109">
                  <c:v>14273</c:v>
                </c:pt>
                <c:pt idx="110">
                  <c:v>14273</c:v>
                </c:pt>
                <c:pt idx="111">
                  <c:v>14273</c:v>
                </c:pt>
                <c:pt idx="112">
                  <c:v>14273</c:v>
                </c:pt>
                <c:pt idx="113">
                  <c:v>14273</c:v>
                </c:pt>
                <c:pt idx="114">
                  <c:v>14250</c:v>
                </c:pt>
                <c:pt idx="115">
                  <c:v>14240</c:v>
                </c:pt>
                <c:pt idx="116">
                  <c:v>14235</c:v>
                </c:pt>
                <c:pt idx="117">
                  <c:v>14280</c:v>
                </c:pt>
                <c:pt idx="118">
                  <c:v>14325</c:v>
                </c:pt>
                <c:pt idx="119">
                  <c:v>14334</c:v>
                </c:pt>
                <c:pt idx="120">
                  <c:v>14326</c:v>
                </c:pt>
                <c:pt idx="121">
                  <c:v>14270</c:v>
                </c:pt>
                <c:pt idx="122">
                  <c:v>14187</c:v>
                </c:pt>
                <c:pt idx="123">
                  <c:v>14158</c:v>
                </c:pt>
                <c:pt idx="124">
                  <c:v>14144</c:v>
                </c:pt>
                <c:pt idx="125">
                  <c:v>14125</c:v>
                </c:pt>
                <c:pt idx="126">
                  <c:v>14178</c:v>
                </c:pt>
                <c:pt idx="127">
                  <c:v>14142</c:v>
                </c:pt>
                <c:pt idx="128">
                  <c:v>14128</c:v>
                </c:pt>
                <c:pt idx="129">
                  <c:v>14113</c:v>
                </c:pt>
                <c:pt idx="130">
                  <c:v>14139</c:v>
                </c:pt>
                <c:pt idx="131">
                  <c:v>14123</c:v>
                </c:pt>
                <c:pt idx="132">
                  <c:v>14134</c:v>
                </c:pt>
                <c:pt idx="133">
                  <c:v>14083</c:v>
                </c:pt>
                <c:pt idx="134">
                  <c:v>14108</c:v>
                </c:pt>
                <c:pt idx="135">
                  <c:v>14130</c:v>
                </c:pt>
                <c:pt idx="136">
                  <c:v>14133</c:v>
                </c:pt>
                <c:pt idx="137">
                  <c:v>14067</c:v>
                </c:pt>
                <c:pt idx="138">
                  <c:v>14007</c:v>
                </c:pt>
                <c:pt idx="139">
                  <c:v>13919</c:v>
                </c:pt>
                <c:pt idx="140">
                  <c:v>13935</c:v>
                </c:pt>
                <c:pt idx="141">
                  <c:v>13983</c:v>
                </c:pt>
                <c:pt idx="142">
                  <c:v>13960</c:v>
                </c:pt>
                <c:pt idx="143">
                  <c:v>13938</c:v>
                </c:pt>
                <c:pt idx="144">
                  <c:v>13946</c:v>
                </c:pt>
                <c:pt idx="145">
                  <c:v>13985</c:v>
                </c:pt>
                <c:pt idx="146">
                  <c:v>13997</c:v>
                </c:pt>
                <c:pt idx="147">
                  <c:v>13977</c:v>
                </c:pt>
                <c:pt idx="148">
                  <c:v>14008</c:v>
                </c:pt>
                <c:pt idx="149">
                  <c:v>14020</c:v>
                </c:pt>
                <c:pt idx="150">
                  <c:v>14025</c:v>
                </c:pt>
                <c:pt idx="151">
                  <c:v>14022</c:v>
                </c:pt>
                <c:pt idx="152">
                  <c:v>14116</c:v>
                </c:pt>
                <c:pt idx="153">
                  <c:v>14185</c:v>
                </c:pt>
                <c:pt idx="154">
                  <c:v>14255</c:v>
                </c:pt>
                <c:pt idx="155">
                  <c:v>14277</c:v>
                </c:pt>
                <c:pt idx="156">
                  <c:v>14225</c:v>
                </c:pt>
                <c:pt idx="157">
                  <c:v>14210</c:v>
                </c:pt>
                <c:pt idx="158">
                  <c:v>14194</c:v>
                </c:pt>
                <c:pt idx="159">
                  <c:v>14250</c:v>
                </c:pt>
                <c:pt idx="160">
                  <c:v>14325</c:v>
                </c:pt>
                <c:pt idx="161">
                  <c:v>14249</c:v>
                </c:pt>
                <c:pt idx="162">
                  <c:v>14273</c:v>
                </c:pt>
                <c:pt idx="163">
                  <c:v>14243</c:v>
                </c:pt>
                <c:pt idx="164">
                  <c:v>14238</c:v>
                </c:pt>
                <c:pt idx="165">
                  <c:v>14268</c:v>
                </c:pt>
                <c:pt idx="166">
                  <c:v>14244</c:v>
                </c:pt>
                <c:pt idx="167">
                  <c:v>14235</c:v>
                </c:pt>
                <c:pt idx="168">
                  <c:v>14215</c:v>
                </c:pt>
                <c:pt idx="169">
                  <c:v>14243</c:v>
                </c:pt>
                <c:pt idx="170">
                  <c:v>14255</c:v>
                </c:pt>
                <c:pt idx="171">
                  <c:v>14262</c:v>
                </c:pt>
                <c:pt idx="172">
                  <c:v>14235</c:v>
                </c:pt>
                <c:pt idx="173">
                  <c:v>14191</c:v>
                </c:pt>
                <c:pt idx="174">
                  <c:v>14194</c:v>
                </c:pt>
                <c:pt idx="175">
                  <c:v>14228</c:v>
                </c:pt>
                <c:pt idx="176">
                  <c:v>14160</c:v>
                </c:pt>
                <c:pt idx="177">
                  <c:v>14155</c:v>
                </c:pt>
                <c:pt idx="178">
                  <c:v>14095</c:v>
                </c:pt>
                <c:pt idx="179">
                  <c:v>14035</c:v>
                </c:pt>
                <c:pt idx="180">
                  <c:v>14050</c:v>
                </c:pt>
                <c:pt idx="181">
                  <c:v>14060</c:v>
                </c:pt>
                <c:pt idx="182">
                  <c:v>13994</c:v>
                </c:pt>
                <c:pt idx="183">
                  <c:v>13965</c:v>
                </c:pt>
                <c:pt idx="184">
                  <c:v>14040</c:v>
                </c:pt>
                <c:pt idx="185">
                  <c:v>14099</c:v>
                </c:pt>
                <c:pt idx="186">
                  <c:v>14065</c:v>
                </c:pt>
                <c:pt idx="187">
                  <c:v>14063</c:v>
                </c:pt>
                <c:pt idx="188">
                  <c:v>14055</c:v>
                </c:pt>
                <c:pt idx="189">
                  <c:v>14087</c:v>
                </c:pt>
                <c:pt idx="190">
                  <c:v>14108</c:v>
                </c:pt>
                <c:pt idx="191">
                  <c:v>14153</c:v>
                </c:pt>
                <c:pt idx="192">
                  <c:v>14179</c:v>
                </c:pt>
                <c:pt idx="193">
                  <c:v>14172</c:v>
                </c:pt>
                <c:pt idx="194">
                  <c:v>14195</c:v>
                </c:pt>
                <c:pt idx="195">
                  <c:v>14216</c:v>
                </c:pt>
                <c:pt idx="196">
                  <c:v>14197</c:v>
                </c:pt>
                <c:pt idx="197">
                  <c:v>14173</c:v>
                </c:pt>
                <c:pt idx="198">
                  <c:v>14138</c:v>
                </c:pt>
                <c:pt idx="199">
                  <c:v>14163</c:v>
                </c:pt>
                <c:pt idx="200">
                  <c:v>14160</c:v>
                </c:pt>
                <c:pt idx="201">
                  <c:v>14175</c:v>
                </c:pt>
                <c:pt idx="202">
                  <c:v>14152</c:v>
                </c:pt>
                <c:pt idx="203">
                  <c:v>14138</c:v>
                </c:pt>
                <c:pt idx="204">
                  <c:v>14140</c:v>
                </c:pt>
                <c:pt idx="205">
                  <c:v>14166</c:v>
                </c:pt>
                <c:pt idx="206">
                  <c:v>14172</c:v>
                </c:pt>
                <c:pt idx="207">
                  <c:v>14155</c:v>
                </c:pt>
                <c:pt idx="208">
                  <c:v>14146</c:v>
                </c:pt>
                <c:pt idx="209">
                  <c:v>14079</c:v>
                </c:pt>
                <c:pt idx="210">
                  <c:v>14041</c:v>
                </c:pt>
                <c:pt idx="211">
                  <c:v>14032</c:v>
                </c:pt>
                <c:pt idx="212">
                  <c:v>14059</c:v>
                </c:pt>
                <c:pt idx="213">
                  <c:v>14038</c:v>
                </c:pt>
                <c:pt idx="214">
                  <c:v>14029</c:v>
                </c:pt>
                <c:pt idx="215">
                  <c:v>14031</c:v>
                </c:pt>
                <c:pt idx="216">
                  <c:v>14033</c:v>
                </c:pt>
                <c:pt idx="217">
                  <c:v>14041</c:v>
                </c:pt>
                <c:pt idx="218">
                  <c:v>14039</c:v>
                </c:pt>
                <c:pt idx="219">
                  <c:v>14013</c:v>
                </c:pt>
                <c:pt idx="220">
                  <c:v>13970</c:v>
                </c:pt>
                <c:pt idx="221">
                  <c:v>14018</c:v>
                </c:pt>
                <c:pt idx="222">
                  <c:v>13998</c:v>
                </c:pt>
                <c:pt idx="223">
                  <c:v>14014</c:v>
                </c:pt>
                <c:pt idx="224">
                  <c:v>14068</c:v>
                </c:pt>
                <c:pt idx="225">
                  <c:v>14054</c:v>
                </c:pt>
                <c:pt idx="226">
                  <c:v>14079</c:v>
                </c:pt>
                <c:pt idx="227">
                  <c:v>14089</c:v>
                </c:pt>
                <c:pt idx="228">
                  <c:v>14077</c:v>
                </c:pt>
                <c:pt idx="229">
                  <c:v>14081</c:v>
                </c:pt>
                <c:pt idx="230">
                  <c:v>14091</c:v>
                </c:pt>
                <c:pt idx="231">
                  <c:v>14095</c:v>
                </c:pt>
                <c:pt idx="232">
                  <c:v>14090</c:v>
                </c:pt>
                <c:pt idx="233">
                  <c:v>14093</c:v>
                </c:pt>
                <c:pt idx="234">
                  <c:v>14083</c:v>
                </c:pt>
                <c:pt idx="235">
                  <c:v>14088</c:v>
                </c:pt>
                <c:pt idx="236">
                  <c:v>14095</c:v>
                </c:pt>
                <c:pt idx="237">
                  <c:v>14093</c:v>
                </c:pt>
                <c:pt idx="238">
                  <c:v>14108</c:v>
                </c:pt>
                <c:pt idx="239">
                  <c:v>14125</c:v>
                </c:pt>
                <c:pt idx="240">
                  <c:v>14115</c:v>
                </c:pt>
                <c:pt idx="241">
                  <c:v>14105</c:v>
                </c:pt>
                <c:pt idx="242">
                  <c:v>14070</c:v>
                </c:pt>
                <c:pt idx="243">
                  <c:v>14038</c:v>
                </c:pt>
                <c:pt idx="244">
                  <c:v>14014</c:v>
                </c:pt>
                <c:pt idx="245">
                  <c:v>14020</c:v>
                </c:pt>
                <c:pt idx="246">
                  <c:v>14045</c:v>
                </c:pt>
                <c:pt idx="247">
                  <c:v>14033</c:v>
                </c:pt>
                <c:pt idx="248">
                  <c:v>13990</c:v>
                </c:pt>
                <c:pt idx="249">
                  <c:v>14010</c:v>
                </c:pt>
                <c:pt idx="250">
                  <c:v>13997</c:v>
                </c:pt>
                <c:pt idx="251">
                  <c:v>13990</c:v>
                </c:pt>
                <c:pt idx="252">
                  <c:v>13986</c:v>
                </c:pt>
                <c:pt idx="253">
                  <c:v>13989</c:v>
                </c:pt>
                <c:pt idx="254">
                  <c:v>13979</c:v>
                </c:pt>
                <c:pt idx="255">
                  <c:v>13979</c:v>
                </c:pt>
                <c:pt idx="256">
                  <c:v>13979</c:v>
                </c:pt>
                <c:pt idx="257">
                  <c:v>13958</c:v>
                </c:pt>
                <c:pt idx="258">
                  <c:v>13952</c:v>
                </c:pt>
                <c:pt idx="259">
                  <c:v>13925</c:v>
                </c:pt>
                <c:pt idx="260">
                  <c:v>13866</c:v>
                </c:pt>
                <c:pt idx="261">
                  <c:v>13866</c:v>
                </c:pt>
                <c:pt idx="262">
                  <c:v>13893</c:v>
                </c:pt>
                <c:pt idx="263">
                  <c:v>13930</c:v>
                </c:pt>
                <c:pt idx="264">
                  <c:v>13944</c:v>
                </c:pt>
                <c:pt idx="265">
                  <c:v>13878</c:v>
                </c:pt>
                <c:pt idx="266">
                  <c:v>13900</c:v>
                </c:pt>
                <c:pt idx="267">
                  <c:v>13854</c:v>
                </c:pt>
                <c:pt idx="268">
                  <c:v>13772</c:v>
                </c:pt>
                <c:pt idx="269">
                  <c:v>13673</c:v>
                </c:pt>
                <c:pt idx="270">
                  <c:v>13680</c:v>
                </c:pt>
                <c:pt idx="271">
                  <c:v>13695</c:v>
                </c:pt>
                <c:pt idx="272">
                  <c:v>13643</c:v>
                </c:pt>
                <c:pt idx="273">
                  <c:v>13645</c:v>
                </c:pt>
                <c:pt idx="274">
                  <c:v>13639</c:v>
                </c:pt>
                <c:pt idx="275">
                  <c:v>13669</c:v>
                </c:pt>
                <c:pt idx="276">
                  <c:v>13646</c:v>
                </c:pt>
                <c:pt idx="277">
                  <c:v>13639</c:v>
                </c:pt>
                <c:pt idx="278">
                  <c:v>13583</c:v>
                </c:pt>
                <c:pt idx="279">
                  <c:v>13615</c:v>
                </c:pt>
                <c:pt idx="280">
                  <c:v>13644</c:v>
                </c:pt>
                <c:pt idx="281">
                  <c:v>13634</c:v>
                </c:pt>
                <c:pt idx="282">
                  <c:v>13657</c:v>
                </c:pt>
                <c:pt idx="283">
                  <c:v>13655</c:v>
                </c:pt>
                <c:pt idx="284">
                  <c:v>13742</c:v>
                </c:pt>
                <c:pt idx="285">
                  <c:v>13715</c:v>
                </c:pt>
                <c:pt idx="286">
                  <c:v>13690</c:v>
                </c:pt>
                <c:pt idx="287">
                  <c:v>13635</c:v>
                </c:pt>
                <c:pt idx="288">
                  <c:v>13675</c:v>
                </c:pt>
                <c:pt idx="289">
                  <c:v>13712</c:v>
                </c:pt>
                <c:pt idx="290">
                  <c:v>13675</c:v>
                </c:pt>
                <c:pt idx="291">
                  <c:v>13674</c:v>
                </c:pt>
                <c:pt idx="292">
                  <c:v>13694</c:v>
                </c:pt>
                <c:pt idx="293">
                  <c:v>13693</c:v>
                </c:pt>
                <c:pt idx="294">
                  <c:v>13660</c:v>
                </c:pt>
                <c:pt idx="295">
                  <c:v>13694</c:v>
                </c:pt>
                <c:pt idx="296">
                  <c:v>13695</c:v>
                </c:pt>
                <c:pt idx="297">
                  <c:v>13750</c:v>
                </c:pt>
                <c:pt idx="298">
                  <c:v>13760</c:v>
                </c:pt>
                <c:pt idx="299">
                  <c:v>13872</c:v>
                </c:pt>
                <c:pt idx="300">
                  <c:v>13887</c:v>
                </c:pt>
                <c:pt idx="301">
                  <c:v>13940</c:v>
                </c:pt>
                <c:pt idx="302">
                  <c:v>14025</c:v>
                </c:pt>
                <c:pt idx="303">
                  <c:v>14318</c:v>
                </c:pt>
                <c:pt idx="304">
                  <c:v>14265</c:v>
                </c:pt>
                <c:pt idx="305">
                  <c:v>14283</c:v>
                </c:pt>
                <c:pt idx="306">
                  <c:v>14113</c:v>
                </c:pt>
                <c:pt idx="307">
                  <c:v>14175</c:v>
                </c:pt>
                <c:pt idx="308">
                  <c:v>14243</c:v>
                </c:pt>
                <c:pt idx="309">
                  <c:v>14393</c:v>
                </c:pt>
                <c:pt idx="310">
                  <c:v>14352</c:v>
                </c:pt>
                <c:pt idx="311">
                  <c:v>14374</c:v>
                </c:pt>
                <c:pt idx="312">
                  <c:v>14522</c:v>
                </c:pt>
                <c:pt idx="313">
                  <c:v>14778</c:v>
                </c:pt>
                <c:pt idx="314">
                  <c:v>14933</c:v>
                </c:pt>
                <c:pt idx="315">
                  <c:v>15173</c:v>
                </c:pt>
                <c:pt idx="316">
                  <c:v>15223</c:v>
                </c:pt>
                <c:pt idx="317">
                  <c:v>15913</c:v>
                </c:pt>
                <c:pt idx="318">
                  <c:v>15960</c:v>
                </c:pt>
                <c:pt idx="319">
                  <c:v>16575</c:v>
                </c:pt>
                <c:pt idx="320">
                  <c:v>16500</c:v>
                </c:pt>
                <c:pt idx="321">
                  <c:v>16500</c:v>
                </c:pt>
                <c:pt idx="322">
                  <c:v>16305</c:v>
                </c:pt>
                <c:pt idx="323">
                  <c:v>16170</c:v>
                </c:pt>
                <c:pt idx="324">
                  <c:v>16338</c:v>
                </c:pt>
                <c:pt idx="325">
                  <c:v>16310</c:v>
                </c:pt>
                <c:pt idx="326">
                  <c:v>16450</c:v>
                </c:pt>
                <c:pt idx="327">
                  <c:v>16495</c:v>
                </c:pt>
                <c:pt idx="328">
                  <c:v>16430</c:v>
                </c:pt>
                <c:pt idx="329">
                  <c:v>16413</c:v>
                </c:pt>
                <c:pt idx="330">
                  <c:v>16200</c:v>
                </c:pt>
                <c:pt idx="331">
                  <c:v>16250</c:v>
                </c:pt>
                <c:pt idx="332">
                  <c:v>15880</c:v>
                </c:pt>
                <c:pt idx="333">
                  <c:v>15880</c:v>
                </c:pt>
                <c:pt idx="334">
                  <c:v>15630</c:v>
                </c:pt>
                <c:pt idx="335">
                  <c:v>15645</c:v>
                </c:pt>
                <c:pt idx="336">
                  <c:v>15575</c:v>
                </c:pt>
                <c:pt idx="337">
                  <c:v>15640</c:v>
                </c:pt>
                <c:pt idx="338">
                  <c:v>15465</c:v>
                </c:pt>
                <c:pt idx="339">
                  <c:v>15413</c:v>
                </c:pt>
                <c:pt idx="340">
                  <c:v>15468</c:v>
                </c:pt>
                <c:pt idx="341">
                  <c:v>15450</c:v>
                </c:pt>
                <c:pt idx="342">
                  <c:v>15415</c:v>
                </c:pt>
                <c:pt idx="343">
                  <c:v>15400</c:v>
                </c:pt>
                <c:pt idx="344">
                  <c:v>15385</c:v>
                </c:pt>
                <c:pt idx="345">
                  <c:v>15445</c:v>
                </c:pt>
                <c:pt idx="346">
                  <c:v>15295</c:v>
                </c:pt>
                <c:pt idx="347">
                  <c:v>14882</c:v>
                </c:pt>
                <c:pt idx="348">
                  <c:v>14882</c:v>
                </c:pt>
                <c:pt idx="349">
                  <c:v>15100</c:v>
                </c:pt>
                <c:pt idx="350">
                  <c:v>15080</c:v>
                </c:pt>
                <c:pt idx="351">
                  <c:v>14995</c:v>
                </c:pt>
                <c:pt idx="352">
                  <c:v>14995</c:v>
                </c:pt>
                <c:pt idx="353">
                  <c:v>14920</c:v>
                </c:pt>
                <c:pt idx="354">
                  <c:v>14895</c:v>
                </c:pt>
                <c:pt idx="355">
                  <c:v>14905</c:v>
                </c:pt>
                <c:pt idx="356">
                  <c:v>14865</c:v>
                </c:pt>
                <c:pt idx="357">
                  <c:v>14885</c:v>
                </c:pt>
                <c:pt idx="358">
                  <c:v>14860</c:v>
                </c:pt>
                <c:pt idx="359">
                  <c:v>14850</c:v>
                </c:pt>
                <c:pt idx="360">
                  <c:v>14770</c:v>
                </c:pt>
                <c:pt idx="361">
                  <c:v>14710</c:v>
                </c:pt>
                <c:pt idx="362">
                  <c:v>14710</c:v>
                </c:pt>
                <c:pt idx="363">
                  <c:v>14710</c:v>
                </c:pt>
                <c:pt idx="364">
                  <c:v>14710</c:v>
                </c:pt>
                <c:pt idx="365">
                  <c:v>14755</c:v>
                </c:pt>
                <c:pt idx="366">
                  <c:v>14710</c:v>
                </c:pt>
                <c:pt idx="367">
                  <c:v>14715</c:v>
                </c:pt>
                <c:pt idx="368">
                  <c:v>14610</c:v>
                </c:pt>
                <c:pt idx="369">
                  <c:v>14610</c:v>
                </c:pt>
                <c:pt idx="370">
                  <c:v>14415</c:v>
                </c:pt>
                <c:pt idx="371">
                  <c:v>14095</c:v>
                </c:pt>
                <c:pt idx="372">
                  <c:v>14095</c:v>
                </c:pt>
                <c:pt idx="373">
                  <c:v>13878</c:v>
                </c:pt>
                <c:pt idx="374">
                  <c:v>13885</c:v>
                </c:pt>
                <c:pt idx="375">
                  <c:v>13890</c:v>
                </c:pt>
                <c:pt idx="376">
                  <c:v>13980</c:v>
                </c:pt>
                <c:pt idx="377">
                  <c:v>14020</c:v>
                </c:pt>
                <c:pt idx="378">
                  <c:v>14133</c:v>
                </c:pt>
                <c:pt idx="379">
                  <c:v>14115</c:v>
                </c:pt>
                <c:pt idx="380">
                  <c:v>14090</c:v>
                </c:pt>
                <c:pt idx="381">
                  <c:v>14083</c:v>
                </c:pt>
                <c:pt idx="382">
                  <c:v>14078</c:v>
                </c:pt>
                <c:pt idx="383">
                  <c:v>14100</c:v>
                </c:pt>
                <c:pt idx="384">
                  <c:v>14150</c:v>
                </c:pt>
                <c:pt idx="385">
                  <c:v>14162</c:v>
                </c:pt>
                <c:pt idx="386">
                  <c:v>14130</c:v>
                </c:pt>
                <c:pt idx="387">
                  <c:v>14175</c:v>
                </c:pt>
                <c:pt idx="388">
                  <c:v>14220</c:v>
                </c:pt>
                <c:pt idx="389">
                  <c:v>14245</c:v>
                </c:pt>
                <c:pt idx="390">
                  <c:v>14265</c:v>
                </c:pt>
                <c:pt idx="391">
                  <c:v>14283</c:v>
                </c:pt>
                <c:pt idx="392">
                  <c:v>14378</c:v>
                </c:pt>
                <c:pt idx="393">
                  <c:v>14523</c:v>
                </c:pt>
                <c:pt idx="394">
                  <c:v>14490</c:v>
                </c:pt>
                <c:pt idx="395">
                  <c:v>14440</c:v>
                </c:pt>
                <c:pt idx="396">
                  <c:v>14410</c:v>
                </c:pt>
                <c:pt idx="397">
                  <c:v>14395</c:v>
                </c:pt>
                <c:pt idx="398">
                  <c:v>14435</c:v>
                </c:pt>
                <c:pt idx="399">
                  <c:v>14425</c:v>
                </c:pt>
                <c:pt idx="400">
                  <c:v>14450</c:v>
                </c:pt>
                <c:pt idx="401">
                  <c:v>14588</c:v>
                </c:pt>
                <c:pt idx="402">
                  <c:v>14625</c:v>
                </c:pt>
                <c:pt idx="403">
                  <c:v>14703</c:v>
                </c:pt>
                <c:pt idx="404">
                  <c:v>14785</c:v>
                </c:pt>
                <c:pt idx="405">
                  <c:v>14741</c:v>
                </c:pt>
                <c:pt idx="406">
                  <c:v>14650</c:v>
                </c:pt>
                <c:pt idx="407">
                  <c:v>14580</c:v>
                </c:pt>
                <c:pt idx="408">
                  <c:v>14610</c:v>
                </c:pt>
                <c:pt idx="409">
                  <c:v>14535</c:v>
                </c:pt>
                <c:pt idx="410">
                  <c:v>14535</c:v>
                </c:pt>
                <c:pt idx="411">
                  <c:v>14543</c:v>
                </c:pt>
                <c:pt idx="412">
                  <c:v>14600</c:v>
                </c:pt>
                <c:pt idx="413">
                  <c:v>14600</c:v>
                </c:pt>
                <c:pt idx="414">
                  <c:v>14630</c:v>
                </c:pt>
                <c:pt idx="415">
                  <c:v>14625</c:v>
                </c:pt>
                <c:pt idx="416">
                  <c:v>14550</c:v>
                </c:pt>
                <c:pt idx="417">
                  <c:v>14585</c:v>
                </c:pt>
                <c:pt idx="418">
                  <c:v>14625</c:v>
                </c:pt>
                <c:pt idx="419">
                  <c:v>14648</c:v>
                </c:pt>
                <c:pt idx="420">
                  <c:v>14680</c:v>
                </c:pt>
                <c:pt idx="421">
                  <c:v>14760</c:v>
                </c:pt>
                <c:pt idx="422">
                  <c:v>14775</c:v>
                </c:pt>
                <c:pt idx="423">
                  <c:v>14795</c:v>
                </c:pt>
                <c:pt idx="424">
                  <c:v>14795</c:v>
                </c:pt>
                <c:pt idx="425">
                  <c:v>14845</c:v>
                </c:pt>
                <c:pt idx="426">
                  <c:v>14773</c:v>
                </c:pt>
                <c:pt idx="427">
                  <c:v>14773</c:v>
                </c:pt>
                <c:pt idx="428">
                  <c:v>14773</c:v>
                </c:pt>
                <c:pt idx="429">
                  <c:v>14671</c:v>
                </c:pt>
                <c:pt idx="430">
                  <c:v>14649</c:v>
                </c:pt>
                <c:pt idx="431">
                  <c:v>14678</c:v>
                </c:pt>
                <c:pt idx="432">
                  <c:v>14660</c:v>
                </c:pt>
                <c:pt idx="433">
                  <c:v>14632</c:v>
                </c:pt>
                <c:pt idx="434">
                  <c:v>14563</c:v>
                </c:pt>
                <c:pt idx="435">
                  <c:v>14573</c:v>
                </c:pt>
                <c:pt idx="436">
                  <c:v>14745</c:v>
                </c:pt>
                <c:pt idx="437">
                  <c:v>14778</c:v>
                </c:pt>
                <c:pt idx="438">
                  <c:v>14750</c:v>
                </c:pt>
                <c:pt idx="439">
                  <c:v>14740</c:v>
                </c:pt>
                <c:pt idx="440">
                  <c:v>14765</c:v>
                </c:pt>
                <c:pt idx="441">
                  <c:v>14799</c:v>
                </c:pt>
                <c:pt idx="442">
                  <c:v>14855</c:v>
                </c:pt>
                <c:pt idx="443">
                  <c:v>14890</c:v>
                </c:pt>
                <c:pt idx="444">
                  <c:v>14880</c:v>
                </c:pt>
                <c:pt idx="445">
                  <c:v>14845</c:v>
                </c:pt>
                <c:pt idx="446">
                  <c:v>14843</c:v>
                </c:pt>
                <c:pt idx="447">
                  <c:v>14833</c:v>
                </c:pt>
                <c:pt idx="448">
                  <c:v>14735</c:v>
                </c:pt>
                <c:pt idx="449">
                  <c:v>14700</c:v>
                </c:pt>
                <c:pt idx="450">
                  <c:v>14785</c:v>
                </c:pt>
                <c:pt idx="451">
                  <c:v>14815</c:v>
                </c:pt>
                <c:pt idx="452">
                  <c:v>14890</c:v>
                </c:pt>
                <c:pt idx="453">
                  <c:v>14873</c:v>
                </c:pt>
                <c:pt idx="454">
                  <c:v>14900</c:v>
                </c:pt>
                <c:pt idx="455">
                  <c:v>14895</c:v>
                </c:pt>
                <c:pt idx="456">
                  <c:v>14880</c:v>
                </c:pt>
                <c:pt idx="457">
                  <c:v>14835</c:v>
                </c:pt>
                <c:pt idx="458">
                  <c:v>14865</c:v>
                </c:pt>
                <c:pt idx="459">
                  <c:v>14800</c:v>
                </c:pt>
                <c:pt idx="460">
                  <c:v>14735</c:v>
                </c:pt>
                <c:pt idx="461">
                  <c:v>14710</c:v>
                </c:pt>
                <c:pt idx="462">
                  <c:v>14710</c:v>
                </c:pt>
                <c:pt idx="463">
                  <c:v>14700</c:v>
                </c:pt>
                <c:pt idx="464">
                  <c:v>14700</c:v>
                </c:pt>
                <c:pt idx="465">
                  <c:v>14725</c:v>
                </c:pt>
                <c:pt idx="466">
                  <c:v>14718</c:v>
                </c:pt>
                <c:pt idx="467">
                  <c:v>14690</c:v>
                </c:pt>
                <c:pt idx="468">
                  <c:v>14698</c:v>
                </c:pt>
                <c:pt idx="469">
                  <c:v>14708</c:v>
                </c:pt>
                <c:pt idx="470">
                  <c:v>14658</c:v>
                </c:pt>
                <c:pt idx="471">
                  <c:v>14633</c:v>
                </c:pt>
                <c:pt idx="472">
                  <c:v>14660</c:v>
                </c:pt>
                <c:pt idx="473">
                  <c:v>14660</c:v>
                </c:pt>
                <c:pt idx="474">
                  <c:v>14650</c:v>
                </c:pt>
                <c:pt idx="475">
                  <c:v>14625</c:v>
                </c:pt>
                <c:pt idx="476">
                  <c:v>14625</c:v>
                </c:pt>
                <c:pt idx="477">
                  <c:v>14625</c:v>
                </c:pt>
                <c:pt idx="478">
                  <c:v>14625</c:v>
                </c:pt>
                <c:pt idx="479">
                  <c:v>14640</c:v>
                </c:pt>
                <c:pt idx="480">
                  <c:v>14585</c:v>
                </c:pt>
                <c:pt idx="481">
                  <c:v>14565</c:v>
                </c:pt>
                <c:pt idx="482">
                  <c:v>14380</c:v>
                </c:pt>
                <c:pt idx="483">
                  <c:v>14210</c:v>
                </c:pt>
                <c:pt idx="484">
                  <c:v>14065</c:v>
                </c:pt>
                <c:pt idx="485">
                  <c:v>14058</c:v>
                </c:pt>
                <c:pt idx="486">
                  <c:v>14085</c:v>
                </c:pt>
                <c:pt idx="487">
                  <c:v>14170</c:v>
                </c:pt>
                <c:pt idx="488">
                  <c:v>14170</c:v>
                </c:pt>
                <c:pt idx="489">
                  <c:v>14110</c:v>
                </c:pt>
                <c:pt idx="490">
                  <c:v>14055</c:v>
                </c:pt>
                <c:pt idx="491">
                  <c:v>14070</c:v>
                </c:pt>
                <c:pt idx="492">
                  <c:v>14155</c:v>
                </c:pt>
                <c:pt idx="493">
                  <c:v>14165</c:v>
                </c:pt>
                <c:pt idx="494">
                  <c:v>14149</c:v>
                </c:pt>
                <c:pt idx="495">
                  <c:v>14155</c:v>
                </c:pt>
                <c:pt idx="496">
                  <c:v>14144</c:v>
                </c:pt>
                <c:pt idx="497">
                  <c:v>14100</c:v>
                </c:pt>
                <c:pt idx="498">
                  <c:v>14090</c:v>
                </c:pt>
                <c:pt idx="499">
                  <c:v>14120</c:v>
                </c:pt>
                <c:pt idx="500">
                  <c:v>14130</c:v>
                </c:pt>
                <c:pt idx="501">
                  <c:v>14125</c:v>
                </c:pt>
                <c:pt idx="502">
                  <c:v>14140</c:v>
                </c:pt>
                <c:pt idx="503">
                  <c:v>14105</c:v>
                </c:pt>
                <c:pt idx="504">
                  <c:v>14105</c:v>
                </c:pt>
                <c:pt idx="505">
                  <c:v>14110</c:v>
                </c:pt>
                <c:pt idx="506">
                  <c:v>14110</c:v>
                </c:pt>
                <c:pt idx="507">
                  <c:v>14105</c:v>
                </c:pt>
                <c:pt idx="508">
                  <c:v>14080</c:v>
                </c:pt>
                <c:pt idx="509">
                  <c:v>14095</c:v>
                </c:pt>
                <c:pt idx="510">
                  <c:v>14120</c:v>
                </c:pt>
                <c:pt idx="511">
                  <c:v>14125</c:v>
                </c:pt>
                <c:pt idx="512">
                  <c:v>14108</c:v>
                </c:pt>
                <c:pt idx="513">
                  <c:v>14110</c:v>
                </c:pt>
                <c:pt idx="514">
                  <c:v>14130</c:v>
                </c:pt>
                <c:pt idx="515">
                  <c:v>14205</c:v>
                </c:pt>
                <c:pt idx="516">
                  <c:v>14200</c:v>
                </c:pt>
                <c:pt idx="517">
                  <c:v>14200</c:v>
                </c:pt>
                <c:pt idx="518">
                  <c:v>14200</c:v>
                </c:pt>
                <c:pt idx="519">
                  <c:v>14155</c:v>
                </c:pt>
                <c:pt idx="520">
                  <c:v>14130</c:v>
                </c:pt>
                <c:pt idx="521">
                  <c:v>14050</c:v>
                </c:pt>
                <c:pt idx="522">
                  <c:v>14050</c:v>
                </c:pt>
                <c:pt idx="523">
                  <c:v>14050</c:v>
                </c:pt>
                <c:pt idx="524">
                  <c:v>13895</c:v>
                </c:pt>
                <c:pt idx="525">
                  <c:v>13915</c:v>
                </c:pt>
                <c:pt idx="526">
                  <c:v>13895</c:v>
                </c:pt>
                <c:pt idx="527">
                  <c:v>13910</c:v>
                </c:pt>
                <c:pt idx="528">
                  <c:v>14020</c:v>
                </c:pt>
                <c:pt idx="529">
                  <c:v>14125</c:v>
                </c:pt>
                <c:pt idx="530">
                  <c:v>14130</c:v>
                </c:pt>
                <c:pt idx="531">
                  <c:v>14060</c:v>
                </c:pt>
                <c:pt idx="532">
                  <c:v>14059</c:v>
                </c:pt>
                <c:pt idx="533">
                  <c:v>14020</c:v>
                </c:pt>
                <c:pt idx="534">
                  <c:v>14070</c:v>
                </c:pt>
                <c:pt idx="535">
                  <c:v>14065</c:v>
                </c:pt>
                <c:pt idx="536">
                  <c:v>14035</c:v>
                </c:pt>
                <c:pt idx="537">
                  <c:v>14000</c:v>
                </c:pt>
                <c:pt idx="538">
                  <c:v>14035</c:v>
                </c:pt>
                <c:pt idx="539">
                  <c:v>14023</c:v>
                </c:pt>
                <c:pt idx="540">
                  <c:v>14065</c:v>
                </c:pt>
                <c:pt idx="541">
                  <c:v>14050</c:v>
                </c:pt>
                <c:pt idx="542">
                  <c:v>14078</c:v>
                </c:pt>
                <c:pt idx="543">
                  <c:v>14030</c:v>
                </c:pt>
                <c:pt idx="544">
                  <c:v>14023</c:v>
                </c:pt>
                <c:pt idx="545">
                  <c:v>14025</c:v>
                </c:pt>
                <c:pt idx="546">
                  <c:v>14005</c:v>
                </c:pt>
                <c:pt idx="547">
                  <c:v>14015</c:v>
                </c:pt>
                <c:pt idx="548">
                  <c:v>14030</c:v>
                </c:pt>
                <c:pt idx="549">
                  <c:v>14003</c:v>
                </c:pt>
                <c:pt idx="550">
                  <c:v>13995</c:v>
                </c:pt>
                <c:pt idx="551">
                  <c:v>13983</c:v>
                </c:pt>
                <c:pt idx="552">
                  <c:v>13973</c:v>
                </c:pt>
                <c:pt idx="553">
                  <c:v>13973</c:v>
                </c:pt>
                <c:pt idx="554">
                  <c:v>13910</c:v>
                </c:pt>
                <c:pt idx="555">
                  <c:v>13930</c:v>
                </c:pt>
                <c:pt idx="556">
                  <c:v>14020</c:v>
                </c:pt>
                <c:pt idx="557">
                  <c:v>14025</c:v>
                </c:pt>
                <c:pt idx="558">
                  <c:v>14065</c:v>
                </c:pt>
                <c:pt idx="559">
                  <c:v>14118</c:v>
                </c:pt>
                <c:pt idx="560">
                  <c:v>14093</c:v>
                </c:pt>
                <c:pt idx="561">
                  <c:v>14085</c:v>
                </c:pt>
                <c:pt idx="562">
                  <c:v>14083</c:v>
                </c:pt>
                <c:pt idx="563">
                  <c:v>14235</c:v>
                </c:pt>
                <c:pt idx="564">
                  <c:v>14255</c:v>
                </c:pt>
                <c:pt idx="565">
                  <c:v>14325</c:v>
                </c:pt>
                <c:pt idx="566">
                  <c:v>14245</c:v>
                </c:pt>
                <c:pt idx="567">
                  <c:v>14267</c:v>
                </c:pt>
                <c:pt idx="568">
                  <c:v>14300</c:v>
                </c:pt>
                <c:pt idx="569">
                  <c:v>14360</c:v>
                </c:pt>
                <c:pt idx="570">
                  <c:v>14405</c:v>
                </c:pt>
                <c:pt idx="571">
                  <c:v>14405</c:v>
                </c:pt>
                <c:pt idx="572">
                  <c:v>14405</c:v>
                </c:pt>
                <c:pt idx="573">
                  <c:v>14385</c:v>
                </c:pt>
                <c:pt idx="574">
                  <c:v>14403</c:v>
                </c:pt>
                <c:pt idx="575">
                  <c:v>14410</c:v>
                </c:pt>
                <c:pt idx="576">
                  <c:v>14428</c:v>
                </c:pt>
                <c:pt idx="577">
                  <c:v>14410</c:v>
                </c:pt>
                <c:pt idx="578">
                  <c:v>14408</c:v>
                </c:pt>
                <c:pt idx="579">
                  <c:v>14403</c:v>
                </c:pt>
                <c:pt idx="580">
                  <c:v>14395</c:v>
                </c:pt>
                <c:pt idx="581">
                  <c:v>14425</c:v>
                </c:pt>
                <c:pt idx="582">
                  <c:v>14427</c:v>
                </c:pt>
                <c:pt idx="583">
                  <c:v>14418</c:v>
                </c:pt>
                <c:pt idx="584">
                  <c:v>14445</c:v>
                </c:pt>
                <c:pt idx="585">
                  <c:v>14480</c:v>
                </c:pt>
                <c:pt idx="586">
                  <c:v>14525</c:v>
                </c:pt>
                <c:pt idx="587">
                  <c:v>14525</c:v>
                </c:pt>
                <c:pt idx="588">
                  <c:v>14525</c:v>
                </c:pt>
                <c:pt idx="589">
                  <c:v>14515</c:v>
                </c:pt>
                <c:pt idx="590">
                  <c:v>14505</c:v>
                </c:pt>
                <c:pt idx="591">
                  <c:v>14495</c:v>
                </c:pt>
                <c:pt idx="592">
                  <c:v>14535</c:v>
                </c:pt>
                <c:pt idx="593">
                  <c:v>14565</c:v>
                </c:pt>
                <c:pt idx="594">
                  <c:v>14595</c:v>
                </c:pt>
                <c:pt idx="595">
                  <c:v>14605</c:v>
                </c:pt>
                <c:pt idx="596">
                  <c:v>14603</c:v>
                </c:pt>
                <c:pt idx="597">
                  <c:v>14615</c:v>
                </c:pt>
                <c:pt idx="598">
                  <c:v>14565</c:v>
                </c:pt>
                <c:pt idx="599">
                  <c:v>14548</c:v>
                </c:pt>
                <c:pt idx="600">
                  <c:v>14498</c:v>
                </c:pt>
                <c:pt idx="601">
                  <c:v>14530</c:v>
                </c:pt>
                <c:pt idx="602">
                  <c:v>14520</c:v>
                </c:pt>
                <c:pt idx="603">
                  <c:v>14525</c:v>
                </c:pt>
                <c:pt idx="604">
                  <c:v>14485</c:v>
                </c:pt>
                <c:pt idx="605">
                  <c:v>14485</c:v>
                </c:pt>
                <c:pt idx="606">
                  <c:v>14500</c:v>
                </c:pt>
                <c:pt idx="607">
                  <c:v>14450</c:v>
                </c:pt>
                <c:pt idx="608">
                  <c:v>14445</c:v>
                </c:pt>
                <c:pt idx="609">
                  <c:v>14450</c:v>
                </c:pt>
                <c:pt idx="610">
                  <c:v>14430</c:v>
                </c:pt>
                <c:pt idx="611">
                  <c:v>14435</c:v>
                </c:pt>
                <c:pt idx="612">
                  <c:v>14319</c:v>
                </c:pt>
                <c:pt idx="613">
                  <c:v>14285</c:v>
                </c:pt>
                <c:pt idx="614">
                  <c:v>14198</c:v>
                </c:pt>
                <c:pt idx="615">
                  <c:v>14198</c:v>
                </c:pt>
                <c:pt idx="616">
                  <c:v>14198</c:v>
                </c:pt>
                <c:pt idx="617">
                  <c:v>14198</c:v>
                </c:pt>
                <c:pt idx="618">
                  <c:v>14198</c:v>
                </c:pt>
                <c:pt idx="619">
                  <c:v>14283</c:v>
                </c:pt>
                <c:pt idx="620">
                  <c:v>14273</c:v>
                </c:pt>
                <c:pt idx="621">
                  <c:v>14290</c:v>
                </c:pt>
                <c:pt idx="622">
                  <c:v>14375</c:v>
                </c:pt>
                <c:pt idx="623">
                  <c:v>14355</c:v>
                </c:pt>
                <c:pt idx="624">
                  <c:v>14355</c:v>
                </c:pt>
                <c:pt idx="625">
                  <c:v>14328</c:v>
                </c:pt>
                <c:pt idx="626">
                  <c:v>14328</c:v>
                </c:pt>
                <c:pt idx="627">
                  <c:v>14288</c:v>
                </c:pt>
                <c:pt idx="628">
                  <c:v>14285</c:v>
                </c:pt>
                <c:pt idx="629">
                  <c:v>14280</c:v>
                </c:pt>
                <c:pt idx="630">
                  <c:v>14280</c:v>
                </c:pt>
                <c:pt idx="631">
                  <c:v>14280</c:v>
                </c:pt>
                <c:pt idx="632">
                  <c:v>14285</c:v>
                </c:pt>
                <c:pt idx="633">
                  <c:v>14295</c:v>
                </c:pt>
                <c:pt idx="634">
                  <c:v>14265</c:v>
                </c:pt>
                <c:pt idx="635">
                  <c:v>14253</c:v>
                </c:pt>
                <c:pt idx="636">
                  <c:v>14255</c:v>
                </c:pt>
                <c:pt idx="637">
                  <c:v>14248</c:v>
                </c:pt>
                <c:pt idx="638">
                  <c:v>14189</c:v>
                </c:pt>
                <c:pt idx="639">
                  <c:v>14203</c:v>
                </c:pt>
                <c:pt idx="640">
                  <c:v>14225</c:v>
                </c:pt>
                <c:pt idx="641">
                  <c:v>14238</c:v>
                </c:pt>
                <c:pt idx="642">
                  <c:v>14355</c:v>
                </c:pt>
                <c:pt idx="643">
                  <c:v>14375</c:v>
                </c:pt>
                <c:pt idx="644">
                  <c:v>14428</c:v>
                </c:pt>
                <c:pt idx="645">
                  <c:v>14403</c:v>
                </c:pt>
                <c:pt idx="646">
                  <c:v>14433</c:v>
                </c:pt>
                <c:pt idx="647">
                  <c:v>14440</c:v>
                </c:pt>
                <c:pt idx="648">
                  <c:v>14425</c:v>
                </c:pt>
                <c:pt idx="649">
                  <c:v>14445</c:v>
                </c:pt>
                <c:pt idx="650">
                  <c:v>14485</c:v>
                </c:pt>
                <c:pt idx="651">
                  <c:v>14500</c:v>
                </c:pt>
                <c:pt idx="652">
                  <c:v>14503</c:v>
                </c:pt>
                <c:pt idx="653">
                  <c:v>14533</c:v>
                </c:pt>
                <c:pt idx="654">
                  <c:v>14477</c:v>
                </c:pt>
                <c:pt idx="655">
                  <c:v>14470</c:v>
                </c:pt>
                <c:pt idx="656">
                  <c:v>14483</c:v>
                </c:pt>
                <c:pt idx="657">
                  <c:v>14525</c:v>
                </c:pt>
                <c:pt idx="658">
                  <c:v>14528</c:v>
                </c:pt>
                <c:pt idx="659">
                  <c:v>14493</c:v>
                </c:pt>
                <c:pt idx="660">
                  <c:v>14464</c:v>
                </c:pt>
                <c:pt idx="661">
                  <c:v>14480</c:v>
                </c:pt>
                <c:pt idx="662">
                  <c:v>14483</c:v>
                </c:pt>
                <c:pt idx="663">
                  <c:v>14498</c:v>
                </c:pt>
                <c:pt idx="664">
                  <c:v>14518</c:v>
                </c:pt>
                <c:pt idx="665">
                  <c:v>14518</c:v>
                </c:pt>
                <c:pt idx="666">
                  <c:v>14543</c:v>
                </c:pt>
                <c:pt idx="667">
                  <c:v>14483</c:v>
                </c:pt>
                <c:pt idx="668">
                  <c:v>14493</c:v>
                </c:pt>
                <c:pt idx="669">
                  <c:v>14483</c:v>
                </c:pt>
                <c:pt idx="670">
                  <c:v>14493</c:v>
                </c:pt>
                <c:pt idx="671">
                  <c:v>14488</c:v>
                </c:pt>
                <c:pt idx="672">
                  <c:v>14483</c:v>
                </c:pt>
                <c:pt idx="673">
                  <c:v>14463</c:v>
                </c:pt>
                <c:pt idx="674">
                  <c:v>14423</c:v>
                </c:pt>
                <c:pt idx="675">
                  <c:v>14342</c:v>
                </c:pt>
                <c:pt idx="676">
                  <c:v>14313</c:v>
                </c:pt>
                <c:pt idx="677">
                  <c:v>14343</c:v>
                </c:pt>
                <c:pt idx="678">
                  <c:v>14353</c:v>
                </c:pt>
                <c:pt idx="679">
                  <c:v>14363</c:v>
                </c:pt>
                <c:pt idx="680">
                  <c:v>14383</c:v>
                </c:pt>
                <c:pt idx="681">
                  <c:v>14383</c:v>
                </c:pt>
                <c:pt idx="682">
                  <c:v>14383</c:v>
                </c:pt>
                <c:pt idx="683">
                  <c:v>14388</c:v>
                </c:pt>
                <c:pt idx="684">
                  <c:v>14373</c:v>
                </c:pt>
                <c:pt idx="685">
                  <c:v>14373</c:v>
                </c:pt>
                <c:pt idx="686">
                  <c:v>14373</c:v>
                </c:pt>
                <c:pt idx="687">
                  <c:v>14403</c:v>
                </c:pt>
                <c:pt idx="688">
                  <c:v>14453</c:v>
                </c:pt>
                <c:pt idx="689">
                  <c:v>14413</c:v>
                </c:pt>
                <c:pt idx="690">
                  <c:v>14393</c:v>
                </c:pt>
                <c:pt idx="691">
                  <c:v>14398</c:v>
                </c:pt>
                <c:pt idx="692">
                  <c:v>14418</c:v>
                </c:pt>
                <c:pt idx="693">
                  <c:v>14418</c:v>
                </c:pt>
                <c:pt idx="694">
                  <c:v>14370</c:v>
                </c:pt>
                <c:pt idx="695">
                  <c:v>14268</c:v>
                </c:pt>
                <c:pt idx="696">
                  <c:v>14283</c:v>
                </c:pt>
                <c:pt idx="697">
                  <c:v>14273</c:v>
                </c:pt>
                <c:pt idx="698">
                  <c:v>14263</c:v>
                </c:pt>
                <c:pt idx="699">
                  <c:v>14223</c:v>
                </c:pt>
                <c:pt idx="700">
                  <c:v>14213</c:v>
                </c:pt>
                <c:pt idx="701">
                  <c:v>14253</c:v>
                </c:pt>
                <c:pt idx="702">
                  <c:v>14253</c:v>
                </c:pt>
                <c:pt idx="703">
                  <c:v>14203</c:v>
                </c:pt>
                <c:pt idx="704">
                  <c:v>14253</c:v>
                </c:pt>
                <c:pt idx="705">
                  <c:v>14248</c:v>
                </c:pt>
                <c:pt idx="706">
                  <c:v>14243</c:v>
                </c:pt>
                <c:pt idx="707">
                  <c:v>14253</c:v>
                </c:pt>
                <c:pt idx="708">
                  <c:v>14223</c:v>
                </c:pt>
                <c:pt idx="709">
                  <c:v>14243</c:v>
                </c:pt>
                <c:pt idx="710">
                  <c:v>14238</c:v>
                </c:pt>
                <c:pt idx="711">
                  <c:v>14243</c:v>
                </c:pt>
                <c:pt idx="712">
                  <c:v>14243</c:v>
                </c:pt>
                <c:pt idx="713">
                  <c:v>14258</c:v>
                </c:pt>
                <c:pt idx="714">
                  <c:v>14253</c:v>
                </c:pt>
                <c:pt idx="715">
                  <c:v>14273</c:v>
                </c:pt>
                <c:pt idx="716">
                  <c:v>14293</c:v>
                </c:pt>
                <c:pt idx="717">
                  <c:v>14313</c:v>
                </c:pt>
                <c:pt idx="718">
                  <c:v>14308</c:v>
                </c:pt>
                <c:pt idx="719">
                  <c:v>14267</c:v>
                </c:pt>
                <c:pt idx="720">
                  <c:v>14253</c:v>
                </c:pt>
                <c:pt idx="721">
                  <c:v>14253</c:v>
                </c:pt>
                <c:pt idx="722">
                  <c:v>14217</c:v>
                </c:pt>
                <c:pt idx="723">
                  <c:v>14223</c:v>
                </c:pt>
                <c:pt idx="724">
                  <c:v>14208</c:v>
                </c:pt>
                <c:pt idx="725">
                  <c:v>14218</c:v>
                </c:pt>
                <c:pt idx="726">
                  <c:v>14218</c:v>
                </c:pt>
                <c:pt idx="727">
                  <c:v>14118</c:v>
                </c:pt>
                <c:pt idx="728">
                  <c:v>14075</c:v>
                </c:pt>
                <c:pt idx="729">
                  <c:v>14110</c:v>
                </c:pt>
                <c:pt idx="730">
                  <c:v>14076</c:v>
                </c:pt>
                <c:pt idx="731">
                  <c:v>14076</c:v>
                </c:pt>
                <c:pt idx="732">
                  <c:v>14123</c:v>
                </c:pt>
                <c:pt idx="733">
                  <c:v>14123</c:v>
                </c:pt>
                <c:pt idx="734">
                  <c:v>14158</c:v>
                </c:pt>
                <c:pt idx="735">
                  <c:v>14153</c:v>
                </c:pt>
                <c:pt idx="736">
                  <c:v>14173</c:v>
                </c:pt>
                <c:pt idx="737">
                  <c:v>14173</c:v>
                </c:pt>
                <c:pt idx="738">
                  <c:v>14168</c:v>
                </c:pt>
                <c:pt idx="739">
                  <c:v>14248</c:v>
                </c:pt>
                <c:pt idx="740">
                  <c:v>14253</c:v>
                </c:pt>
                <c:pt idx="741">
                  <c:v>14298</c:v>
                </c:pt>
                <c:pt idx="742">
                  <c:v>14338</c:v>
                </c:pt>
                <c:pt idx="743">
                  <c:v>14328</c:v>
                </c:pt>
                <c:pt idx="744">
                  <c:v>14258</c:v>
                </c:pt>
                <c:pt idx="745">
                  <c:v>14243</c:v>
                </c:pt>
                <c:pt idx="746">
                  <c:v>14253</c:v>
                </c:pt>
                <c:pt idx="747">
                  <c:v>14263</c:v>
                </c:pt>
                <c:pt idx="748">
                  <c:v>14236</c:v>
                </c:pt>
                <c:pt idx="749">
                  <c:v>14213</c:v>
                </c:pt>
                <c:pt idx="750">
                  <c:v>14222</c:v>
                </c:pt>
                <c:pt idx="751">
                  <c:v>14243</c:v>
                </c:pt>
                <c:pt idx="752">
                  <c:v>14228</c:v>
                </c:pt>
                <c:pt idx="753">
                  <c:v>14238</c:v>
                </c:pt>
                <c:pt idx="754">
                  <c:v>14248</c:v>
                </c:pt>
                <c:pt idx="755">
                  <c:v>14258</c:v>
                </c:pt>
                <c:pt idx="756">
                  <c:v>14258</c:v>
                </c:pt>
                <c:pt idx="757">
                  <c:v>14268</c:v>
                </c:pt>
                <c:pt idx="758">
                  <c:v>14303</c:v>
                </c:pt>
                <c:pt idx="759">
                  <c:v>14323</c:v>
                </c:pt>
                <c:pt idx="760">
                  <c:v>14323</c:v>
                </c:pt>
                <c:pt idx="761">
                  <c:v>14343</c:v>
                </c:pt>
                <c:pt idx="762">
                  <c:v>14378</c:v>
                </c:pt>
                <c:pt idx="763">
                  <c:v>14398</c:v>
                </c:pt>
                <c:pt idx="764">
                  <c:v>14438</c:v>
                </c:pt>
                <c:pt idx="765">
                  <c:v>14378</c:v>
                </c:pt>
                <c:pt idx="766">
                  <c:v>14358</c:v>
                </c:pt>
                <c:pt idx="767">
                  <c:v>14353</c:v>
                </c:pt>
                <c:pt idx="768">
                  <c:v>14373</c:v>
                </c:pt>
                <c:pt idx="769">
                  <c:v>14343</c:v>
                </c:pt>
                <c:pt idx="770">
                  <c:v>14333</c:v>
                </c:pt>
                <c:pt idx="771">
                  <c:v>14333</c:v>
                </c:pt>
                <c:pt idx="772">
                  <c:v>14343</c:v>
                </c:pt>
                <c:pt idx="773">
                  <c:v>14368</c:v>
                </c:pt>
                <c:pt idx="774">
                  <c:v>14378</c:v>
                </c:pt>
                <c:pt idx="775">
                  <c:v>14314</c:v>
                </c:pt>
                <c:pt idx="776">
                  <c:v>14288</c:v>
                </c:pt>
                <c:pt idx="777">
                  <c:v>14249</c:v>
                </c:pt>
                <c:pt idx="778">
                  <c:v>14221</c:v>
                </c:pt>
                <c:pt idx="779">
                  <c:v>14227</c:v>
                </c:pt>
                <c:pt idx="780">
                  <c:v>14228</c:v>
                </c:pt>
                <c:pt idx="781">
                  <c:v>14253</c:v>
                </c:pt>
                <c:pt idx="782">
                  <c:v>14268</c:v>
                </c:pt>
                <c:pt idx="783">
                  <c:v>14253</c:v>
                </c:pt>
                <c:pt idx="784">
                  <c:v>14266</c:v>
                </c:pt>
                <c:pt idx="785">
                  <c:v>14303</c:v>
                </c:pt>
                <c:pt idx="786">
                  <c:v>14358</c:v>
                </c:pt>
                <c:pt idx="787">
                  <c:v>14393</c:v>
                </c:pt>
                <c:pt idx="788">
                  <c:v>14358</c:v>
                </c:pt>
                <c:pt idx="789">
                  <c:v>14308</c:v>
                </c:pt>
                <c:pt idx="790">
                  <c:v>14303</c:v>
                </c:pt>
                <c:pt idx="791">
                  <c:v>14318</c:v>
                </c:pt>
                <c:pt idx="792">
                  <c:v>14295</c:v>
                </c:pt>
                <c:pt idx="793">
                  <c:v>14297</c:v>
                </c:pt>
                <c:pt idx="794">
                  <c:v>14318</c:v>
                </c:pt>
                <c:pt idx="795">
                  <c:v>14338</c:v>
                </c:pt>
                <c:pt idx="796">
                  <c:v>14363</c:v>
                </c:pt>
                <c:pt idx="797">
                  <c:v>14338</c:v>
                </c:pt>
                <c:pt idx="798">
                  <c:v>14338</c:v>
                </c:pt>
                <c:pt idx="799">
                  <c:v>14343</c:v>
                </c:pt>
                <c:pt idx="800">
                  <c:v>14351</c:v>
                </c:pt>
                <c:pt idx="801">
                  <c:v>14353</c:v>
                </c:pt>
                <c:pt idx="802">
                  <c:v>14386</c:v>
                </c:pt>
                <c:pt idx="803">
                  <c:v>14388</c:v>
                </c:pt>
                <c:pt idx="804">
                  <c:v>14383</c:v>
                </c:pt>
                <c:pt idx="805">
                  <c:v>14383</c:v>
                </c:pt>
                <c:pt idx="806">
                  <c:v>14358</c:v>
                </c:pt>
                <c:pt idx="807">
                  <c:v>14378</c:v>
                </c:pt>
                <c:pt idx="808">
                  <c:v>14380</c:v>
                </c:pt>
                <c:pt idx="809">
                  <c:v>14397</c:v>
                </c:pt>
                <c:pt idx="810">
                  <c:v>14393</c:v>
                </c:pt>
                <c:pt idx="811">
                  <c:v>14358</c:v>
                </c:pt>
                <c:pt idx="812">
                  <c:v>14343</c:v>
                </c:pt>
                <c:pt idx="813">
                  <c:v>14353</c:v>
                </c:pt>
                <c:pt idx="814">
                  <c:v>14328</c:v>
                </c:pt>
                <c:pt idx="815">
                  <c:v>14303</c:v>
                </c:pt>
                <c:pt idx="816">
                  <c:v>14258</c:v>
                </c:pt>
                <c:pt idx="817">
                  <c:v>14318</c:v>
                </c:pt>
                <c:pt idx="818">
                  <c:v>14328</c:v>
                </c:pt>
                <c:pt idx="819">
                  <c:v>14328</c:v>
                </c:pt>
                <c:pt idx="820">
                  <c:v>14366</c:v>
                </c:pt>
                <c:pt idx="821">
                  <c:v>14338</c:v>
                </c:pt>
                <c:pt idx="822">
                  <c:v>14383</c:v>
                </c:pt>
                <c:pt idx="823">
                  <c:v>14367</c:v>
                </c:pt>
                <c:pt idx="824">
                  <c:v>14367</c:v>
                </c:pt>
                <c:pt idx="825">
                  <c:v>14337</c:v>
                </c:pt>
                <c:pt idx="826">
                  <c:v>14384</c:v>
                </c:pt>
                <c:pt idx="827">
                  <c:v>14384</c:v>
                </c:pt>
                <c:pt idx="828">
                  <c:v>14388</c:v>
                </c:pt>
                <c:pt idx="829">
                  <c:v>14408</c:v>
                </c:pt>
                <c:pt idx="830">
                  <c:v>14398</c:v>
                </c:pt>
                <c:pt idx="831">
                  <c:v>14348</c:v>
                </c:pt>
                <c:pt idx="832">
                  <c:v>14282</c:v>
                </c:pt>
                <c:pt idx="833">
                  <c:v>14303</c:v>
                </c:pt>
                <c:pt idx="834">
                  <c:v>14333</c:v>
                </c:pt>
                <c:pt idx="835">
                  <c:v>14330</c:v>
                </c:pt>
                <c:pt idx="836">
                  <c:v>14312</c:v>
                </c:pt>
                <c:pt idx="837">
                  <c:v>14303</c:v>
                </c:pt>
                <c:pt idx="838">
                  <c:v>14342</c:v>
                </c:pt>
                <c:pt idx="839">
                  <c:v>14340</c:v>
                </c:pt>
                <c:pt idx="840">
                  <c:v>14357</c:v>
                </c:pt>
                <c:pt idx="841">
                  <c:v>14347</c:v>
                </c:pt>
                <c:pt idx="842">
                  <c:v>14352</c:v>
                </c:pt>
                <c:pt idx="843">
                  <c:v>14341</c:v>
                </c:pt>
                <c:pt idx="844">
                  <c:v>14363</c:v>
                </c:pt>
                <c:pt idx="845">
                  <c:v>14364</c:v>
                </c:pt>
                <c:pt idx="846">
                  <c:v>14343</c:v>
                </c:pt>
                <c:pt idx="847">
                  <c:v>14369</c:v>
                </c:pt>
                <c:pt idx="848">
                  <c:v>14368</c:v>
                </c:pt>
                <c:pt idx="849">
                  <c:v>14355</c:v>
                </c:pt>
                <c:pt idx="850">
                  <c:v>14347</c:v>
                </c:pt>
                <c:pt idx="851">
                  <c:v>14357</c:v>
                </c:pt>
                <c:pt idx="852">
                  <c:v>14359</c:v>
                </c:pt>
                <c:pt idx="853">
                  <c:v>14362</c:v>
                </c:pt>
                <c:pt idx="854">
                  <c:v>14366</c:v>
                </c:pt>
                <c:pt idx="855">
                  <c:v>14363</c:v>
                </c:pt>
                <c:pt idx="856">
                  <c:v>14363</c:v>
                </c:pt>
                <c:pt idx="857">
                  <c:v>14344</c:v>
                </c:pt>
                <c:pt idx="858">
                  <c:v>14344</c:v>
                </c:pt>
                <c:pt idx="859">
                  <c:v>14354</c:v>
                </c:pt>
                <c:pt idx="860">
                  <c:v>14344</c:v>
                </c:pt>
                <c:pt idx="861">
                  <c:v>14356</c:v>
                </c:pt>
                <c:pt idx="862">
                  <c:v>14344</c:v>
                </c:pt>
                <c:pt idx="863">
                  <c:v>14357</c:v>
                </c:pt>
                <c:pt idx="864">
                  <c:v>14458</c:v>
                </c:pt>
                <c:pt idx="865">
                  <c:v>14411</c:v>
                </c:pt>
                <c:pt idx="866">
                  <c:v>14422</c:v>
                </c:pt>
                <c:pt idx="867">
                  <c:v>14497</c:v>
                </c:pt>
                <c:pt idx="868">
                  <c:v>14497</c:v>
                </c:pt>
                <c:pt idx="869">
                  <c:v>14497</c:v>
                </c:pt>
                <c:pt idx="870">
                  <c:v>14497</c:v>
                </c:pt>
                <c:pt idx="871">
                  <c:v>14497</c:v>
                </c:pt>
                <c:pt idx="872">
                  <c:v>14497</c:v>
                </c:pt>
                <c:pt idx="873">
                  <c:v>14497</c:v>
                </c:pt>
                <c:pt idx="874">
                  <c:v>14558</c:v>
                </c:pt>
                <c:pt idx="875">
                  <c:v>14557</c:v>
                </c:pt>
                <c:pt idx="876">
                  <c:v>14558</c:v>
                </c:pt>
                <c:pt idx="877">
                  <c:v>14597</c:v>
                </c:pt>
                <c:pt idx="878">
                  <c:v>14613</c:v>
                </c:pt>
                <c:pt idx="879">
                  <c:v>14613</c:v>
                </c:pt>
                <c:pt idx="880">
                  <c:v>14650</c:v>
                </c:pt>
                <c:pt idx="881">
                  <c:v>14688</c:v>
                </c:pt>
                <c:pt idx="882">
                  <c:v>14733</c:v>
                </c:pt>
                <c:pt idx="883">
                  <c:v>14652</c:v>
                </c:pt>
                <c:pt idx="884">
                  <c:v>14674</c:v>
                </c:pt>
                <c:pt idx="885">
                  <c:v>14658</c:v>
                </c:pt>
                <c:pt idx="886">
                  <c:v>14633</c:v>
                </c:pt>
                <c:pt idx="887">
                  <c:v>14633</c:v>
                </c:pt>
                <c:pt idx="888">
                  <c:v>14577</c:v>
                </c:pt>
                <c:pt idx="889">
                  <c:v>14558</c:v>
                </c:pt>
                <c:pt idx="890">
                  <c:v>14583</c:v>
                </c:pt>
                <c:pt idx="891">
                  <c:v>14583</c:v>
                </c:pt>
                <c:pt idx="892">
                  <c:v>14483</c:v>
                </c:pt>
                <c:pt idx="893">
                  <c:v>14438</c:v>
                </c:pt>
                <c:pt idx="894">
                  <c:v>14452</c:v>
                </c:pt>
                <c:pt idx="895">
                  <c:v>14457</c:v>
                </c:pt>
                <c:pt idx="896">
                  <c:v>14493</c:v>
                </c:pt>
                <c:pt idx="897">
                  <c:v>14563</c:v>
                </c:pt>
                <c:pt idx="898">
                  <c:v>14550</c:v>
                </c:pt>
                <c:pt idx="899">
                  <c:v>14681</c:v>
                </c:pt>
                <c:pt idx="900">
                  <c:v>14698</c:v>
                </c:pt>
                <c:pt idx="901">
                  <c:v>14743</c:v>
                </c:pt>
                <c:pt idx="902">
                  <c:v>14768</c:v>
                </c:pt>
                <c:pt idx="903">
                  <c:v>14823</c:v>
                </c:pt>
                <c:pt idx="904">
                  <c:v>14833</c:v>
                </c:pt>
                <c:pt idx="905">
                  <c:v>14812</c:v>
                </c:pt>
                <c:pt idx="906">
                  <c:v>14868</c:v>
                </c:pt>
                <c:pt idx="907">
                  <c:v>14838</c:v>
                </c:pt>
                <c:pt idx="908">
                  <c:v>14848</c:v>
                </c:pt>
                <c:pt idx="909">
                  <c:v>14803</c:v>
                </c:pt>
                <c:pt idx="910">
                  <c:v>14837</c:v>
                </c:pt>
                <c:pt idx="911">
                  <c:v>14850</c:v>
                </c:pt>
                <c:pt idx="912">
                  <c:v>14898</c:v>
                </c:pt>
                <c:pt idx="913">
                  <c:v>14938</c:v>
                </c:pt>
                <c:pt idx="914">
                  <c:v>14968</c:v>
                </c:pt>
                <c:pt idx="915">
                  <c:v>14988</c:v>
                </c:pt>
                <c:pt idx="916">
                  <c:v>14997</c:v>
                </c:pt>
                <c:pt idx="917">
                  <c:v>14996</c:v>
                </c:pt>
                <c:pt idx="918">
                  <c:v>14977</c:v>
                </c:pt>
                <c:pt idx="919">
                  <c:v>14973</c:v>
                </c:pt>
                <c:pt idx="920">
                  <c:v>14988</c:v>
                </c:pt>
                <c:pt idx="921">
                  <c:v>14988</c:v>
                </c:pt>
                <c:pt idx="922">
                  <c:v>14993</c:v>
                </c:pt>
                <c:pt idx="923">
                  <c:v>14993</c:v>
                </c:pt>
                <c:pt idx="924">
                  <c:v>14982</c:v>
                </c:pt>
                <c:pt idx="925">
                  <c:v>14978</c:v>
                </c:pt>
                <c:pt idx="926">
                  <c:v>14988</c:v>
                </c:pt>
                <c:pt idx="927">
                  <c:v>15033</c:v>
                </c:pt>
                <c:pt idx="928">
                  <c:v>15018</c:v>
                </c:pt>
                <c:pt idx="929">
                  <c:v>14998</c:v>
                </c:pt>
                <c:pt idx="930">
                  <c:v>14997</c:v>
                </c:pt>
                <c:pt idx="931">
                  <c:v>15012</c:v>
                </c:pt>
                <c:pt idx="932">
                  <c:v>14933</c:v>
                </c:pt>
                <c:pt idx="933">
                  <c:v>14833</c:v>
                </c:pt>
                <c:pt idx="934">
                  <c:v>14873</c:v>
                </c:pt>
                <c:pt idx="935">
                  <c:v>14893</c:v>
                </c:pt>
                <c:pt idx="936">
                  <c:v>14913</c:v>
                </c:pt>
                <c:pt idx="937">
                  <c:v>14933</c:v>
                </c:pt>
                <c:pt idx="938">
                  <c:v>14893</c:v>
                </c:pt>
                <c:pt idx="939">
                  <c:v>14878</c:v>
                </c:pt>
                <c:pt idx="940">
                  <c:v>14853</c:v>
                </c:pt>
                <c:pt idx="941">
                  <c:v>14872</c:v>
                </c:pt>
                <c:pt idx="942">
                  <c:v>14768</c:v>
                </c:pt>
                <c:pt idx="943">
                  <c:v>14668</c:v>
                </c:pt>
                <c:pt idx="944">
                  <c:v>14743</c:v>
                </c:pt>
                <c:pt idx="945">
                  <c:v>14768</c:v>
                </c:pt>
                <c:pt idx="946">
                  <c:v>14768</c:v>
                </c:pt>
                <c:pt idx="947">
                  <c:v>14833</c:v>
                </c:pt>
                <c:pt idx="948">
                  <c:v>14838</c:v>
                </c:pt>
                <c:pt idx="949">
                  <c:v>14888</c:v>
                </c:pt>
                <c:pt idx="950">
                  <c:v>14838</c:v>
                </c:pt>
                <c:pt idx="951">
                  <c:v>14848</c:v>
                </c:pt>
                <c:pt idx="952">
                  <c:v>14823</c:v>
                </c:pt>
                <c:pt idx="953">
                  <c:v>14818</c:v>
                </c:pt>
                <c:pt idx="954">
                  <c:v>14897</c:v>
                </c:pt>
                <c:pt idx="955">
                  <c:v>14843</c:v>
                </c:pt>
                <c:pt idx="956">
                  <c:v>14843</c:v>
                </c:pt>
                <c:pt idx="957">
                  <c:v>14883</c:v>
                </c:pt>
                <c:pt idx="958">
                  <c:v>14897</c:v>
                </c:pt>
                <c:pt idx="959">
                  <c:v>14903</c:v>
                </c:pt>
                <c:pt idx="960">
                  <c:v>14887</c:v>
                </c:pt>
                <c:pt idx="961">
                  <c:v>14918</c:v>
                </c:pt>
                <c:pt idx="962">
                  <c:v>14898</c:v>
                </c:pt>
                <c:pt idx="963">
                  <c:v>14830</c:v>
                </c:pt>
                <c:pt idx="964">
                  <c:v>14842</c:v>
                </c:pt>
                <c:pt idx="965">
                  <c:v>14852</c:v>
                </c:pt>
                <c:pt idx="966">
                  <c:v>14908</c:v>
                </c:pt>
                <c:pt idx="967">
                  <c:v>14898</c:v>
                </c:pt>
                <c:pt idx="968">
                  <c:v>14953</c:v>
                </c:pt>
                <c:pt idx="969">
                  <c:v>14978</c:v>
                </c:pt>
                <c:pt idx="970">
                  <c:v>14983</c:v>
                </c:pt>
                <c:pt idx="971">
                  <c:v>14998</c:v>
                </c:pt>
                <c:pt idx="972">
                  <c:v>15018</c:v>
                </c:pt>
                <c:pt idx="973">
                  <c:v>15038</c:v>
                </c:pt>
                <c:pt idx="974">
                  <c:v>15128</c:v>
                </c:pt>
                <c:pt idx="975">
                  <c:v>15123</c:v>
                </c:pt>
                <c:pt idx="976">
                  <c:v>15263</c:v>
                </c:pt>
                <c:pt idx="977">
                  <c:v>15263</c:v>
                </c:pt>
                <c:pt idx="978">
                  <c:v>15228</c:v>
                </c:pt>
                <c:pt idx="979">
                  <c:v>15303</c:v>
                </c:pt>
                <c:pt idx="980">
                  <c:v>15245</c:v>
                </c:pt>
                <c:pt idx="981">
                  <c:v>15193</c:v>
                </c:pt>
                <c:pt idx="982">
                  <c:v>15188</c:v>
                </c:pt>
                <c:pt idx="983">
                  <c:v>15253</c:v>
                </c:pt>
                <c:pt idx="984">
                  <c:v>15313</c:v>
                </c:pt>
                <c:pt idx="985">
                  <c:v>15358</c:v>
                </c:pt>
                <c:pt idx="986">
                  <c:v>15358</c:v>
                </c:pt>
                <c:pt idx="987">
                  <c:v>15362</c:v>
                </c:pt>
                <c:pt idx="988">
                  <c:v>15423</c:v>
                </c:pt>
                <c:pt idx="989">
                  <c:v>15488</c:v>
                </c:pt>
                <c:pt idx="990">
                  <c:v>15468</c:v>
                </c:pt>
                <c:pt idx="991">
                  <c:v>15498</c:v>
                </c:pt>
                <c:pt idx="992">
                  <c:v>15573</c:v>
                </c:pt>
                <c:pt idx="993">
                  <c:v>15633</c:v>
                </c:pt>
                <c:pt idx="994">
                  <c:v>15587</c:v>
                </c:pt>
                <c:pt idx="995">
                  <c:v>15623</c:v>
                </c:pt>
                <c:pt idx="996">
                  <c:v>15570</c:v>
                </c:pt>
                <c:pt idx="997">
                  <c:v>15568</c:v>
                </c:pt>
                <c:pt idx="998">
                  <c:v>15552</c:v>
                </c:pt>
                <c:pt idx="999">
                  <c:v>15598</c:v>
                </c:pt>
                <c:pt idx="1000">
                  <c:v>15628</c:v>
                </c:pt>
                <c:pt idx="1001">
                  <c:v>15648</c:v>
                </c:pt>
                <c:pt idx="1002">
                  <c:v>15697</c:v>
                </c:pt>
                <c:pt idx="1003">
                  <c:v>15738</c:v>
                </c:pt>
                <c:pt idx="1004">
                  <c:v>15708</c:v>
                </c:pt>
                <c:pt idx="1005">
                  <c:v>15698</c:v>
                </c:pt>
                <c:pt idx="1006">
                  <c:v>15661</c:v>
                </c:pt>
                <c:pt idx="1007">
                  <c:v>15691</c:v>
                </c:pt>
                <c:pt idx="1008">
                  <c:v>15494</c:v>
                </c:pt>
                <c:pt idx="1009">
                  <c:v>15518</c:v>
                </c:pt>
                <c:pt idx="1010">
                  <c:v>15538</c:v>
                </c:pt>
                <c:pt idx="1011">
                  <c:v>15603</c:v>
                </c:pt>
                <c:pt idx="1012">
                  <c:v>15663</c:v>
                </c:pt>
                <c:pt idx="1013">
                  <c:v>15688</c:v>
                </c:pt>
                <c:pt idx="1014">
                  <c:v>15713</c:v>
                </c:pt>
                <c:pt idx="1015">
                  <c:v>15698</c:v>
                </c:pt>
                <c:pt idx="1016">
                  <c:v>15688</c:v>
                </c:pt>
                <c:pt idx="1017">
                  <c:v>15664</c:v>
                </c:pt>
                <c:pt idx="1018">
                  <c:v>15673</c:v>
                </c:pt>
                <c:pt idx="1019">
                  <c:v>15723</c:v>
                </c:pt>
                <c:pt idx="1020">
                  <c:v>15743</c:v>
                </c:pt>
                <c:pt idx="1021">
                  <c:v>15732</c:v>
                </c:pt>
                <c:pt idx="1022">
                  <c:v>15563</c:v>
                </c:pt>
                <c:pt idx="1023">
                  <c:v>15428</c:v>
                </c:pt>
                <c:pt idx="1024">
                  <c:v>15468</c:v>
                </c:pt>
                <c:pt idx="1025">
                  <c:v>15618</c:v>
                </c:pt>
                <c:pt idx="1026">
                  <c:v>15638</c:v>
                </c:pt>
                <c:pt idx="1027">
                  <c:v>15621</c:v>
                </c:pt>
                <c:pt idx="1028">
                  <c:v>15583</c:v>
                </c:pt>
                <c:pt idx="1029">
                  <c:v>15628</c:v>
                </c:pt>
                <c:pt idx="1030">
                  <c:v>15657</c:v>
                </c:pt>
                <c:pt idx="1031">
                  <c:v>15598</c:v>
                </c:pt>
                <c:pt idx="1032">
                  <c:v>15618</c:v>
                </c:pt>
                <c:pt idx="1033">
                  <c:v>15598</c:v>
                </c:pt>
                <c:pt idx="1034">
                  <c:v>15598</c:v>
                </c:pt>
                <c:pt idx="1035">
                  <c:v>15603</c:v>
                </c:pt>
                <c:pt idx="1036">
                  <c:v>15588</c:v>
                </c:pt>
                <c:pt idx="1037">
                  <c:v>15583</c:v>
                </c:pt>
                <c:pt idx="1038">
                  <c:v>15593</c:v>
                </c:pt>
                <c:pt idx="1039">
                  <c:v>15633</c:v>
                </c:pt>
                <c:pt idx="1040">
                  <c:v>15663</c:v>
                </c:pt>
                <c:pt idx="1041">
                  <c:v>15703</c:v>
                </c:pt>
                <c:pt idx="1042">
                  <c:v>15658</c:v>
                </c:pt>
                <c:pt idx="1043">
                  <c:v>15568</c:v>
                </c:pt>
                <c:pt idx="1044">
                  <c:v>15573</c:v>
                </c:pt>
                <c:pt idx="1045">
                  <c:v>15598</c:v>
                </c:pt>
                <c:pt idx="1046">
                  <c:v>15588</c:v>
                </c:pt>
                <c:pt idx="1047">
                  <c:v>15608</c:v>
                </c:pt>
                <c:pt idx="1048">
                  <c:v>15633</c:v>
                </c:pt>
                <c:pt idx="1049">
                  <c:v>15568</c:v>
                </c:pt>
                <c:pt idx="1050">
                  <c:v>15573</c:v>
                </c:pt>
                <c:pt idx="1051">
                  <c:v>15483</c:v>
                </c:pt>
                <c:pt idx="1052">
                  <c:v>15338</c:v>
                </c:pt>
                <c:pt idx="1053">
                  <c:v>15150</c:v>
                </c:pt>
                <c:pt idx="1054">
                  <c:v>15045</c:v>
                </c:pt>
                <c:pt idx="1055">
                  <c:v>15165</c:v>
                </c:pt>
                <c:pt idx="1056">
                  <c:v>15089</c:v>
                </c:pt>
                <c:pt idx="1057">
                  <c:v>15104</c:v>
                </c:pt>
                <c:pt idx="1058">
                  <c:v>15075</c:v>
                </c:pt>
                <c:pt idx="1059">
                  <c:v>15075</c:v>
                </c:pt>
                <c:pt idx="1060">
                  <c:v>14888</c:v>
                </c:pt>
                <c:pt idx="1061">
                  <c:v>14965</c:v>
                </c:pt>
                <c:pt idx="1062">
                  <c:v>14948</c:v>
                </c:pt>
                <c:pt idx="1063">
                  <c:v>14985</c:v>
                </c:pt>
                <c:pt idx="1064">
                  <c:v>14970</c:v>
                </c:pt>
                <c:pt idx="1065">
                  <c:v>14990</c:v>
                </c:pt>
                <c:pt idx="1066">
                  <c:v>14975</c:v>
                </c:pt>
                <c:pt idx="1067">
                  <c:v>14880</c:v>
                </c:pt>
                <c:pt idx="1068">
                  <c:v>14893</c:v>
                </c:pt>
                <c:pt idx="1069">
                  <c:v>15055</c:v>
                </c:pt>
                <c:pt idx="1070">
                  <c:v>15145</c:v>
                </c:pt>
                <c:pt idx="1071">
                  <c:v>15100</c:v>
                </c:pt>
                <c:pt idx="1072">
                  <c:v>15095</c:v>
                </c:pt>
                <c:pt idx="1073">
                  <c:v>15134</c:v>
                </c:pt>
                <c:pt idx="1074">
                  <c:v>15195</c:v>
                </c:pt>
                <c:pt idx="1075">
                  <c:v>15160</c:v>
                </c:pt>
                <c:pt idx="1076">
                  <c:v>15204</c:v>
                </c:pt>
                <c:pt idx="1077">
                  <c:v>15157</c:v>
                </c:pt>
                <c:pt idx="1078">
                  <c:v>15203</c:v>
                </c:pt>
                <c:pt idx="1079">
                  <c:v>15158</c:v>
                </c:pt>
                <c:pt idx="1080">
                  <c:v>15190</c:v>
                </c:pt>
                <c:pt idx="1081">
                  <c:v>15202</c:v>
                </c:pt>
                <c:pt idx="1082">
                  <c:v>15190</c:v>
                </c:pt>
                <c:pt idx="1083">
                  <c:v>15225</c:v>
                </c:pt>
                <c:pt idx="1084">
                  <c:v>15270</c:v>
                </c:pt>
                <c:pt idx="1085">
                  <c:v>15250</c:v>
                </c:pt>
                <c:pt idx="1086">
                  <c:v>15235</c:v>
                </c:pt>
                <c:pt idx="1087">
                  <c:v>15280</c:v>
                </c:pt>
                <c:pt idx="1088">
                  <c:v>15300</c:v>
                </c:pt>
                <c:pt idx="1089">
                  <c:v>15295</c:v>
                </c:pt>
                <c:pt idx="1090">
                  <c:v>15350</c:v>
                </c:pt>
                <c:pt idx="1091">
                  <c:v>15435</c:v>
                </c:pt>
                <c:pt idx="1092">
                  <c:v>15425</c:v>
                </c:pt>
                <c:pt idx="1093">
                  <c:v>15450</c:v>
                </c:pt>
                <c:pt idx="1094">
                  <c:v>15365</c:v>
                </c:pt>
                <c:pt idx="1095">
                  <c:v>15385</c:v>
                </c:pt>
                <c:pt idx="1096">
                  <c:v>15365</c:v>
                </c:pt>
                <c:pt idx="1097">
                  <c:v>15380</c:v>
                </c:pt>
                <c:pt idx="1098">
                  <c:v>15345</c:v>
                </c:pt>
                <c:pt idx="1099">
                  <c:v>15360</c:v>
                </c:pt>
                <c:pt idx="1100">
                  <c:v>15345</c:v>
                </c:pt>
                <c:pt idx="1101">
                  <c:v>15345</c:v>
                </c:pt>
                <c:pt idx="1102">
                  <c:v>15345</c:v>
                </c:pt>
                <c:pt idx="1103">
                  <c:v>15155</c:v>
                </c:pt>
                <c:pt idx="1104">
                  <c:v>15160</c:v>
                </c:pt>
                <c:pt idx="1105">
                  <c:v>15087</c:v>
                </c:pt>
                <c:pt idx="1106">
                  <c:v>15065</c:v>
                </c:pt>
                <c:pt idx="1107">
                  <c:v>15047</c:v>
                </c:pt>
                <c:pt idx="1108">
                  <c:v>14995</c:v>
                </c:pt>
                <c:pt idx="1109">
                  <c:v>14970</c:v>
                </c:pt>
                <c:pt idx="1110">
                  <c:v>14900</c:v>
                </c:pt>
                <c:pt idx="1111">
                  <c:v>14925</c:v>
                </c:pt>
                <c:pt idx="1112">
                  <c:v>14913</c:v>
                </c:pt>
                <c:pt idx="1113">
                  <c:v>14913</c:v>
                </c:pt>
                <c:pt idx="1114">
                  <c:v>14902</c:v>
                </c:pt>
                <c:pt idx="1115">
                  <c:v>14883</c:v>
                </c:pt>
                <c:pt idx="1116">
                  <c:v>14880</c:v>
                </c:pt>
                <c:pt idx="1117">
                  <c:v>14751</c:v>
                </c:pt>
                <c:pt idx="1118">
                  <c:v>14700</c:v>
                </c:pt>
                <c:pt idx="1119">
                  <c:v>14790</c:v>
                </c:pt>
                <c:pt idx="1120">
                  <c:v>14845</c:v>
                </c:pt>
                <c:pt idx="1121">
                  <c:v>14845</c:v>
                </c:pt>
                <c:pt idx="1122">
                  <c:v>14845</c:v>
                </c:pt>
                <c:pt idx="1123">
                  <c:v>14845</c:v>
                </c:pt>
                <c:pt idx="1124">
                  <c:v>14845</c:v>
                </c:pt>
                <c:pt idx="1125">
                  <c:v>14845</c:v>
                </c:pt>
                <c:pt idx="1126">
                  <c:v>14833</c:v>
                </c:pt>
                <c:pt idx="1127">
                  <c:v>14703</c:v>
                </c:pt>
                <c:pt idx="1128">
                  <c:v>14670</c:v>
                </c:pt>
                <c:pt idx="1129">
                  <c:v>14670</c:v>
                </c:pt>
                <c:pt idx="1130">
                  <c:v>14705</c:v>
                </c:pt>
                <c:pt idx="1131">
                  <c:v>14685</c:v>
                </c:pt>
                <c:pt idx="1132">
                  <c:v>14680</c:v>
                </c:pt>
                <c:pt idx="1133">
                  <c:v>14675</c:v>
                </c:pt>
                <c:pt idx="1134">
                  <c:v>14700</c:v>
                </c:pt>
                <c:pt idx="1135">
                  <c:v>14730</c:v>
                </c:pt>
                <c:pt idx="1136">
                  <c:v>14725</c:v>
                </c:pt>
                <c:pt idx="1137">
                  <c:v>14724</c:v>
                </c:pt>
                <c:pt idx="1138">
                  <c:v>14750</c:v>
                </c:pt>
                <c:pt idx="1139">
                  <c:v>14800</c:v>
                </c:pt>
                <c:pt idx="1140">
                  <c:v>14820</c:v>
                </c:pt>
                <c:pt idx="1141">
                  <c:v>14865</c:v>
                </c:pt>
                <c:pt idx="1142">
                  <c:v>14865</c:v>
                </c:pt>
                <c:pt idx="1143">
                  <c:v>14925</c:v>
                </c:pt>
                <c:pt idx="1144">
                  <c:v>14890</c:v>
                </c:pt>
                <c:pt idx="1145">
                  <c:v>14880</c:v>
                </c:pt>
                <c:pt idx="1146">
                  <c:v>14905</c:v>
                </c:pt>
                <c:pt idx="1147">
                  <c:v>14950</c:v>
                </c:pt>
                <c:pt idx="1148">
                  <c:v>14955</c:v>
                </c:pt>
                <c:pt idx="1149">
                  <c:v>14970</c:v>
                </c:pt>
                <c:pt idx="1150">
                  <c:v>14985</c:v>
                </c:pt>
                <c:pt idx="1151">
                  <c:v>14993</c:v>
                </c:pt>
                <c:pt idx="1152">
                  <c:v>14993</c:v>
                </c:pt>
                <c:pt idx="1153">
                  <c:v>14993</c:v>
                </c:pt>
                <c:pt idx="1154">
                  <c:v>14890</c:v>
                </c:pt>
                <c:pt idx="1155">
                  <c:v>14860</c:v>
                </c:pt>
                <c:pt idx="1156">
                  <c:v>14878</c:v>
                </c:pt>
                <c:pt idx="1157">
                  <c:v>14895</c:v>
                </c:pt>
                <c:pt idx="1158">
                  <c:v>14840</c:v>
                </c:pt>
                <c:pt idx="1159">
                  <c:v>14865</c:v>
                </c:pt>
                <c:pt idx="1160">
                  <c:v>14860</c:v>
                </c:pt>
                <c:pt idx="1161">
                  <c:v>14900</c:v>
                </c:pt>
                <c:pt idx="1162">
                  <c:v>14945</c:v>
                </c:pt>
                <c:pt idx="1163">
                  <c:v>14935</c:v>
                </c:pt>
                <c:pt idx="1164">
                  <c:v>14995</c:v>
                </c:pt>
                <c:pt idx="1165">
                  <c:v>15000</c:v>
                </c:pt>
                <c:pt idx="1166">
                  <c:v>14945</c:v>
                </c:pt>
                <c:pt idx="1167">
                  <c:v>14940</c:v>
                </c:pt>
                <c:pt idx="1168">
                  <c:v>14994</c:v>
                </c:pt>
                <c:pt idx="1169">
                  <c:v>15015</c:v>
                </c:pt>
                <c:pt idx="1170">
                  <c:v>14993</c:v>
                </c:pt>
                <c:pt idx="1171">
                  <c:v>14993</c:v>
                </c:pt>
                <c:pt idx="1172">
                  <c:v>14993</c:v>
                </c:pt>
                <c:pt idx="1173">
                  <c:v>14993</c:v>
                </c:pt>
                <c:pt idx="1174">
                  <c:v>15025</c:v>
                </c:pt>
                <c:pt idx="1175">
                  <c:v>14993</c:v>
                </c:pt>
                <c:pt idx="1176">
                  <c:v>15015</c:v>
                </c:pt>
                <c:pt idx="1177">
                  <c:v>15045</c:v>
                </c:pt>
                <c:pt idx="1178">
                  <c:v>15135</c:v>
                </c:pt>
                <c:pt idx="1179">
                  <c:v>15195</c:v>
                </c:pt>
                <c:pt idx="1180">
                  <c:v>15140</c:v>
                </c:pt>
                <c:pt idx="1181">
                  <c:v>15078</c:v>
                </c:pt>
                <c:pt idx="1182">
                  <c:v>14968</c:v>
                </c:pt>
                <c:pt idx="1183">
                  <c:v>14958</c:v>
                </c:pt>
                <c:pt idx="1184">
                  <c:v>15005</c:v>
                </c:pt>
                <c:pt idx="1185">
                  <c:v>14995</c:v>
                </c:pt>
                <c:pt idx="1186">
                  <c:v>14995</c:v>
                </c:pt>
                <c:pt idx="1187">
                  <c:v>14988</c:v>
                </c:pt>
                <c:pt idx="1188">
                  <c:v>15025</c:v>
                </c:pt>
                <c:pt idx="1189">
                  <c:v>15023</c:v>
                </c:pt>
                <c:pt idx="1190">
                  <c:v>14993</c:v>
                </c:pt>
                <c:pt idx="1191">
                  <c:v>15018</c:v>
                </c:pt>
                <c:pt idx="1192">
                  <c:v>15000</c:v>
                </c:pt>
                <c:pt idx="1193">
                  <c:v>15095</c:v>
                </c:pt>
                <c:pt idx="1194">
                  <c:v>15080</c:v>
                </c:pt>
                <c:pt idx="1195">
                  <c:v>15115</c:v>
                </c:pt>
                <c:pt idx="1196">
                  <c:v>15175</c:v>
                </c:pt>
                <c:pt idx="1197">
                  <c:v>15185</c:v>
                </c:pt>
                <c:pt idx="1198">
                  <c:v>15170</c:v>
                </c:pt>
                <c:pt idx="1199">
                  <c:v>15185</c:v>
                </c:pt>
                <c:pt idx="1200">
                  <c:v>15218</c:v>
                </c:pt>
                <c:pt idx="1201">
                  <c:v>15191</c:v>
                </c:pt>
                <c:pt idx="1202">
                  <c:v>15185</c:v>
                </c:pt>
                <c:pt idx="1203">
                  <c:v>15215</c:v>
                </c:pt>
                <c:pt idx="1204">
                  <c:v>15315</c:v>
                </c:pt>
                <c:pt idx="1205">
                  <c:v>15340</c:v>
                </c:pt>
                <c:pt idx="1206">
                  <c:v>15283</c:v>
                </c:pt>
                <c:pt idx="1207">
                  <c:v>15283</c:v>
                </c:pt>
                <c:pt idx="1208">
                  <c:v>15285</c:v>
                </c:pt>
                <c:pt idx="1209">
                  <c:v>15325</c:v>
                </c:pt>
                <c:pt idx="1210">
                  <c:v>15315</c:v>
                </c:pt>
                <c:pt idx="1211">
                  <c:v>15295</c:v>
                </c:pt>
                <c:pt idx="1212">
                  <c:v>15245</c:v>
                </c:pt>
                <c:pt idx="1213">
                  <c:v>15295</c:v>
                </c:pt>
                <c:pt idx="1214">
                  <c:v>15290</c:v>
                </c:pt>
                <c:pt idx="1215">
                  <c:v>15260</c:v>
                </c:pt>
                <c:pt idx="1216">
                  <c:v>15240</c:v>
                </c:pt>
                <c:pt idx="1217">
                  <c:v>15230</c:v>
                </c:pt>
                <c:pt idx="1218">
                  <c:v>15240</c:v>
                </c:pt>
                <c:pt idx="1219">
                  <c:v>15240</c:v>
                </c:pt>
                <c:pt idx="1220">
                  <c:v>15265</c:v>
                </c:pt>
                <c:pt idx="1221">
                  <c:v>15293</c:v>
                </c:pt>
                <c:pt idx="1222">
                  <c:v>15325</c:v>
                </c:pt>
                <c:pt idx="1223">
                  <c:v>15325</c:v>
                </c:pt>
                <c:pt idx="1224">
                  <c:v>15325</c:v>
                </c:pt>
                <c:pt idx="1225">
                  <c:v>15340</c:v>
                </c:pt>
                <c:pt idx="1226">
                  <c:v>15370</c:v>
                </c:pt>
                <c:pt idx="1227">
                  <c:v>15355</c:v>
                </c:pt>
                <c:pt idx="1228">
                  <c:v>15353</c:v>
                </c:pt>
                <c:pt idx="1229">
                  <c:v>15370</c:v>
                </c:pt>
                <c:pt idx="1230">
                  <c:v>15380</c:v>
                </c:pt>
                <c:pt idx="1231">
                  <c:v>15384</c:v>
                </c:pt>
                <c:pt idx="1232">
                  <c:v>15375</c:v>
                </c:pt>
                <c:pt idx="1233">
                  <c:v>15375</c:v>
                </c:pt>
                <c:pt idx="1234">
                  <c:v>15400</c:v>
                </c:pt>
                <c:pt idx="1235">
                  <c:v>15490</c:v>
                </c:pt>
                <c:pt idx="1236">
                  <c:v>15520</c:v>
                </c:pt>
                <c:pt idx="1237">
                  <c:v>15520</c:v>
                </c:pt>
                <c:pt idx="1238">
                  <c:v>15455</c:v>
                </c:pt>
                <c:pt idx="1239">
                  <c:v>15530</c:v>
                </c:pt>
                <c:pt idx="1240">
                  <c:v>15580</c:v>
                </c:pt>
                <c:pt idx="1241">
                  <c:v>15632</c:v>
                </c:pt>
                <c:pt idx="1242">
                  <c:v>15615</c:v>
                </c:pt>
                <c:pt idx="1243">
                  <c:v>15610</c:v>
                </c:pt>
                <c:pt idx="1244">
                  <c:v>15690</c:v>
                </c:pt>
                <c:pt idx="1245">
                  <c:v>15735</c:v>
                </c:pt>
                <c:pt idx="1246">
                  <c:v>15693</c:v>
                </c:pt>
                <c:pt idx="1247">
                  <c:v>15690</c:v>
                </c:pt>
                <c:pt idx="1248">
                  <c:v>15683</c:v>
                </c:pt>
                <c:pt idx="1249">
                  <c:v>15720</c:v>
                </c:pt>
                <c:pt idx="1250">
                  <c:v>15715</c:v>
                </c:pt>
                <c:pt idx="1251">
                  <c:v>15730</c:v>
                </c:pt>
                <c:pt idx="1252">
                  <c:v>15815</c:v>
                </c:pt>
                <c:pt idx="1253">
                  <c:v>15875</c:v>
                </c:pt>
                <c:pt idx="1254">
                  <c:v>15935</c:v>
                </c:pt>
                <c:pt idx="1255">
                  <c:v>15850</c:v>
                </c:pt>
                <c:pt idx="1256">
                  <c:v>15870</c:v>
                </c:pt>
                <c:pt idx="1257">
                  <c:v>15920</c:v>
                </c:pt>
                <c:pt idx="1258">
                  <c:v>15940</c:v>
                </c:pt>
                <c:pt idx="1259">
                  <c:v>15890</c:v>
                </c:pt>
                <c:pt idx="1260">
                  <c:v>15885</c:v>
                </c:pt>
                <c:pt idx="1261">
                  <c:v>15935</c:v>
                </c:pt>
                <c:pt idx="1262">
                  <c:v>15857</c:v>
                </c:pt>
                <c:pt idx="1263">
                  <c:v>15728</c:v>
                </c:pt>
                <c:pt idx="1264">
                  <c:v>15538</c:v>
                </c:pt>
                <c:pt idx="1265">
                  <c:v>15630</c:v>
                </c:pt>
                <c:pt idx="1266">
                  <c:v>15650</c:v>
                </c:pt>
                <c:pt idx="1267">
                  <c:v>15655</c:v>
                </c:pt>
                <c:pt idx="1268">
                  <c:v>15695</c:v>
                </c:pt>
                <c:pt idx="1269">
                  <c:v>15700</c:v>
                </c:pt>
                <c:pt idx="1270">
                  <c:v>15695</c:v>
                </c:pt>
                <c:pt idx="1271">
                  <c:v>15535</c:v>
                </c:pt>
                <c:pt idx="1272">
                  <c:v>15545</c:v>
                </c:pt>
                <c:pt idx="1273">
                  <c:v>15493</c:v>
                </c:pt>
                <c:pt idx="1274">
                  <c:v>15445</c:v>
                </c:pt>
                <c:pt idx="1275">
                  <c:v>15440</c:v>
                </c:pt>
                <c:pt idx="1276">
                  <c:v>15575</c:v>
                </c:pt>
                <c:pt idx="1277">
                  <c:v>15555</c:v>
                </c:pt>
                <c:pt idx="1278">
                  <c:v>15565</c:v>
                </c:pt>
                <c:pt idx="1279">
                  <c:v>15495</c:v>
                </c:pt>
                <c:pt idx="1280">
                  <c:v>15435</c:v>
                </c:pt>
                <c:pt idx="1281">
                  <c:v>15395</c:v>
                </c:pt>
                <c:pt idx="1282">
                  <c:v>15510</c:v>
                </c:pt>
                <c:pt idx="1283">
                  <c:v>15485</c:v>
                </c:pt>
                <c:pt idx="1284">
                  <c:v>15455</c:v>
                </c:pt>
                <c:pt idx="1285">
                  <c:v>15505</c:v>
                </c:pt>
                <c:pt idx="1286">
                  <c:v>15493</c:v>
                </c:pt>
                <c:pt idx="1287">
                  <c:v>15515</c:v>
                </c:pt>
                <c:pt idx="1288">
                  <c:v>15510</c:v>
                </c:pt>
                <c:pt idx="1289">
                  <c:v>15615</c:v>
                </c:pt>
                <c:pt idx="1290">
                  <c:v>15620</c:v>
                </c:pt>
                <c:pt idx="1291">
                  <c:v>15660</c:v>
                </c:pt>
                <c:pt idx="1292">
                  <c:v>15497</c:v>
                </c:pt>
                <c:pt idx="1293">
                  <c:v>15493</c:v>
                </c:pt>
                <c:pt idx="1294">
                  <c:v>15510</c:v>
                </c:pt>
                <c:pt idx="1295">
                  <c:v>15505</c:v>
                </c:pt>
                <c:pt idx="1296">
                  <c:v>15510</c:v>
                </c:pt>
                <c:pt idx="1297">
                  <c:v>15525</c:v>
                </c:pt>
                <c:pt idx="1298">
                  <c:v>15483</c:v>
                </c:pt>
                <c:pt idx="1299">
                  <c:v>15483</c:v>
                </c:pt>
                <c:pt idx="1300">
                  <c:v>15483</c:v>
                </c:pt>
                <c:pt idx="1301">
                  <c:v>15430</c:v>
                </c:pt>
                <c:pt idx="1302">
                  <c:v>15420</c:v>
                </c:pt>
                <c:pt idx="1303">
                  <c:v>15397</c:v>
                </c:pt>
                <c:pt idx="1304">
                  <c:v>15397</c:v>
                </c:pt>
                <c:pt idx="1305">
                  <c:v>15470</c:v>
                </c:pt>
                <c:pt idx="1306">
                  <c:v>15480</c:v>
                </c:pt>
                <c:pt idx="1307">
                  <c:v>15490</c:v>
                </c:pt>
                <c:pt idx="1308">
                  <c:v>15515</c:v>
                </c:pt>
                <c:pt idx="1309">
                  <c:v>15525</c:v>
                </c:pt>
                <c:pt idx="1310">
                  <c:v>15520</c:v>
                </c:pt>
                <c:pt idx="1311">
                  <c:v>15570</c:v>
                </c:pt>
                <c:pt idx="1312">
                  <c:v>15549</c:v>
                </c:pt>
                <c:pt idx="1313">
                  <c:v>15550</c:v>
                </c:pt>
                <c:pt idx="1314">
                  <c:v>15555</c:v>
                </c:pt>
                <c:pt idx="1315">
                  <c:v>15591</c:v>
                </c:pt>
                <c:pt idx="1316">
                  <c:v>15640</c:v>
                </c:pt>
                <c:pt idx="1317">
                  <c:v>15620</c:v>
                </c:pt>
                <c:pt idx="1318">
                  <c:v>15615</c:v>
                </c:pt>
                <c:pt idx="1319">
                  <c:v>15635</c:v>
                </c:pt>
                <c:pt idx="1320">
                  <c:v>15630</c:v>
                </c:pt>
                <c:pt idx="1321">
                  <c:v>15710</c:v>
                </c:pt>
                <c:pt idx="1322">
                  <c:v>15825</c:v>
                </c:pt>
                <c:pt idx="1323">
                  <c:v>15820</c:v>
                </c:pt>
                <c:pt idx="1324">
                  <c:v>15810</c:v>
                </c:pt>
                <c:pt idx="1325">
                  <c:v>15780</c:v>
                </c:pt>
                <c:pt idx="1326">
                  <c:v>15780</c:v>
                </c:pt>
                <c:pt idx="1327">
                  <c:v>15765</c:v>
                </c:pt>
                <c:pt idx="1328">
                  <c:v>15658</c:v>
                </c:pt>
                <c:pt idx="1329">
                  <c:v>15705</c:v>
                </c:pt>
                <c:pt idx="1330">
                  <c:v>15730</c:v>
                </c:pt>
                <c:pt idx="1331">
                  <c:v>15635</c:v>
                </c:pt>
                <c:pt idx="1332">
                  <c:v>15635</c:v>
                </c:pt>
                <c:pt idx="1333">
                  <c:v>15635</c:v>
                </c:pt>
                <c:pt idx="1334">
                  <c:v>15595</c:v>
                </c:pt>
                <c:pt idx="1335">
                  <c:v>15595</c:v>
                </c:pt>
                <c:pt idx="1336">
                  <c:v>15595</c:v>
                </c:pt>
                <c:pt idx="1337">
                  <c:v>15620</c:v>
                </c:pt>
                <c:pt idx="1338">
                  <c:v>15620</c:v>
                </c:pt>
                <c:pt idx="1339">
                  <c:v>15630</c:v>
                </c:pt>
                <c:pt idx="1340">
                  <c:v>15660</c:v>
                </c:pt>
                <c:pt idx="1341">
                  <c:v>15635</c:v>
                </c:pt>
                <c:pt idx="1342">
                  <c:v>15590</c:v>
                </c:pt>
                <c:pt idx="1343">
                  <c:v>15595</c:v>
                </c:pt>
                <c:pt idx="1344">
                  <c:v>15630</c:v>
                </c:pt>
                <c:pt idx="1345">
                  <c:v>15640</c:v>
                </c:pt>
                <c:pt idx="1346">
                  <c:v>15685</c:v>
                </c:pt>
                <c:pt idx="1347">
                  <c:v>15715</c:v>
                </c:pt>
                <c:pt idx="1348">
                  <c:v>15700</c:v>
                </c:pt>
                <c:pt idx="1349">
                  <c:v>15740</c:v>
                </c:pt>
                <c:pt idx="1350">
                  <c:v>15769</c:v>
                </c:pt>
                <c:pt idx="1351">
                  <c:v>15700</c:v>
                </c:pt>
                <c:pt idx="1352">
                  <c:v>15653</c:v>
                </c:pt>
                <c:pt idx="1353">
                  <c:v>15590</c:v>
                </c:pt>
                <c:pt idx="1354">
                  <c:v>15590</c:v>
                </c:pt>
                <c:pt idx="1355">
                  <c:v>15590</c:v>
                </c:pt>
                <c:pt idx="1356">
                  <c:v>15578</c:v>
                </c:pt>
                <c:pt idx="1357">
                  <c:v>15582</c:v>
                </c:pt>
                <c:pt idx="1358">
                  <c:v>15595</c:v>
                </c:pt>
                <c:pt idx="1359">
                  <c:v>15690</c:v>
                </c:pt>
                <c:pt idx="1360">
                  <c:v>15715</c:v>
                </c:pt>
                <c:pt idx="1361">
                  <c:v>15715</c:v>
                </c:pt>
                <c:pt idx="1362">
                  <c:v>15660</c:v>
                </c:pt>
                <c:pt idx="1363">
                  <c:v>15780</c:v>
                </c:pt>
                <c:pt idx="1364">
                  <c:v>15798</c:v>
                </c:pt>
                <c:pt idx="1365">
                  <c:v>15790</c:v>
                </c:pt>
                <c:pt idx="1366">
                  <c:v>15855</c:v>
                </c:pt>
                <c:pt idx="1367">
                  <c:v>15855</c:v>
                </c:pt>
                <c:pt idx="1368">
                  <c:v>15855</c:v>
                </c:pt>
                <c:pt idx="1369">
                  <c:v>15890</c:v>
                </c:pt>
                <c:pt idx="1370">
                  <c:v>15897</c:v>
                </c:pt>
                <c:pt idx="1371">
                  <c:v>15920</c:v>
                </c:pt>
                <c:pt idx="1372">
                  <c:v>15893</c:v>
                </c:pt>
                <c:pt idx="1373">
                  <c:v>15845</c:v>
                </c:pt>
                <c:pt idx="1374">
                  <c:v>15845</c:v>
                </c:pt>
                <c:pt idx="1375">
                  <c:v>15845</c:v>
                </c:pt>
                <c:pt idx="1376">
                  <c:v>15845</c:v>
                </c:pt>
                <c:pt idx="1377">
                  <c:v>15845</c:v>
                </c:pt>
                <c:pt idx="1378">
                  <c:v>15845</c:v>
                </c:pt>
                <c:pt idx="1379">
                  <c:v>15845</c:v>
                </c:pt>
                <c:pt idx="1380">
                  <c:v>16175</c:v>
                </c:pt>
                <c:pt idx="1381">
                  <c:v>16220</c:v>
                </c:pt>
                <c:pt idx="1382">
                  <c:v>16175</c:v>
                </c:pt>
                <c:pt idx="1383">
                  <c:v>16255</c:v>
                </c:pt>
                <c:pt idx="1384">
                  <c:v>16235</c:v>
                </c:pt>
                <c:pt idx="1385">
                  <c:v>16220</c:v>
                </c:pt>
                <c:pt idx="1386">
                  <c:v>16154</c:v>
                </c:pt>
                <c:pt idx="1387">
                  <c:v>16188</c:v>
                </c:pt>
                <c:pt idx="1388">
                  <c:v>16210</c:v>
                </c:pt>
                <c:pt idx="1389">
                  <c:v>16255</c:v>
                </c:pt>
                <c:pt idx="1390">
                  <c:v>16260</c:v>
                </c:pt>
                <c:pt idx="1391">
                  <c:v>16260</c:v>
                </c:pt>
                <c:pt idx="1392">
                  <c:v>16185</c:v>
                </c:pt>
                <c:pt idx="1393">
                  <c:v>16084</c:v>
                </c:pt>
                <c:pt idx="1394">
                  <c:v>16025</c:v>
                </c:pt>
                <c:pt idx="1395">
                  <c:v>16049</c:v>
                </c:pt>
                <c:pt idx="1396">
                  <c:v>16045</c:v>
                </c:pt>
                <c:pt idx="1397">
                  <c:v>16045</c:v>
                </c:pt>
                <c:pt idx="1398">
                  <c:v>16045</c:v>
                </c:pt>
                <c:pt idx="1399">
                  <c:v>16080</c:v>
                </c:pt>
                <c:pt idx="1400">
                  <c:v>16104</c:v>
                </c:pt>
                <c:pt idx="1401">
                  <c:v>16028</c:v>
                </c:pt>
                <c:pt idx="1402">
                  <c:v>15925</c:v>
                </c:pt>
                <c:pt idx="1403">
                  <c:v>15955</c:v>
                </c:pt>
                <c:pt idx="1404">
                  <c:v>15975</c:v>
                </c:pt>
                <c:pt idx="1405">
                  <c:v>15995</c:v>
                </c:pt>
                <c:pt idx="1406">
                  <c:v>15993</c:v>
                </c:pt>
                <c:pt idx="1407">
                  <c:v>15993</c:v>
                </c:pt>
                <c:pt idx="1408">
                  <c:v>15993</c:v>
                </c:pt>
                <c:pt idx="1409">
                  <c:v>16065</c:v>
                </c:pt>
                <c:pt idx="1410">
                  <c:v>16090</c:v>
                </c:pt>
                <c:pt idx="1411">
                  <c:v>16160</c:v>
                </c:pt>
                <c:pt idx="1412">
                  <c:v>16260</c:v>
                </c:pt>
                <c:pt idx="1413">
                  <c:v>16250</c:v>
                </c:pt>
                <c:pt idx="1414">
                  <c:v>16230</c:v>
                </c:pt>
                <c:pt idx="1415">
                  <c:v>16220</c:v>
                </c:pt>
                <c:pt idx="1416">
                  <c:v>16285</c:v>
                </c:pt>
                <c:pt idx="1417">
                  <c:v>16260</c:v>
                </c:pt>
                <c:pt idx="1418">
                  <c:v>16195</c:v>
                </c:pt>
                <c:pt idx="1419">
                  <c:v>16280</c:v>
                </c:pt>
                <c:pt idx="1420">
                  <c:v>16290</c:v>
                </c:pt>
                <c:pt idx="1421">
                  <c:v>16295</c:v>
                </c:pt>
                <c:pt idx="1422">
                  <c:v>16270</c:v>
                </c:pt>
                <c:pt idx="1423">
                  <c:v>16400</c:v>
                </c:pt>
                <c:pt idx="1424">
                  <c:v>16400</c:v>
                </c:pt>
                <c:pt idx="1425">
                  <c:v>16400</c:v>
                </c:pt>
                <c:pt idx="1426">
                  <c:v>16365</c:v>
                </c:pt>
                <c:pt idx="1427">
                  <c:v>16430</c:v>
                </c:pt>
                <c:pt idx="1428">
                  <c:v>16450</c:v>
                </c:pt>
                <c:pt idx="1429">
                  <c:v>16394</c:v>
                </c:pt>
                <c:pt idx="1430">
                  <c:v>16375</c:v>
                </c:pt>
                <c:pt idx="1431">
                  <c:v>16405</c:v>
                </c:pt>
                <c:pt idx="1432">
                  <c:v>16398</c:v>
                </c:pt>
                <c:pt idx="1433">
                  <c:v>16375</c:v>
                </c:pt>
                <c:pt idx="1434">
                  <c:v>16322</c:v>
                </c:pt>
                <c:pt idx="1435">
                  <c:v>16395</c:v>
                </c:pt>
                <c:pt idx="1436">
                  <c:v>16370</c:v>
                </c:pt>
                <c:pt idx="1437">
                  <c:v>16330</c:v>
                </c:pt>
                <c:pt idx="1438">
                  <c:v>16278</c:v>
                </c:pt>
                <c:pt idx="1439">
                  <c:v>16255</c:v>
                </c:pt>
                <c:pt idx="1440">
                  <c:v>16250</c:v>
                </c:pt>
                <c:pt idx="1441">
                  <c:v>16240</c:v>
                </c:pt>
                <c:pt idx="1442">
                  <c:v>16195</c:v>
                </c:pt>
                <c:pt idx="1443">
                  <c:v>16138</c:v>
                </c:pt>
                <c:pt idx="1444">
                  <c:v>16170</c:v>
                </c:pt>
                <c:pt idx="1445">
                  <c:v>16180</c:v>
                </c:pt>
                <c:pt idx="1446">
                  <c:v>16100</c:v>
                </c:pt>
                <c:pt idx="1447">
                  <c:v>16157</c:v>
                </c:pt>
                <c:pt idx="1448">
                  <c:v>16190</c:v>
                </c:pt>
                <c:pt idx="1449">
                  <c:v>16220</c:v>
                </c:pt>
                <c:pt idx="1450">
                  <c:v>16210</c:v>
                </c:pt>
                <c:pt idx="1451">
                  <c:v>16215</c:v>
                </c:pt>
                <c:pt idx="1452">
                  <c:v>16250</c:v>
                </c:pt>
                <c:pt idx="1453">
                  <c:v>16290</c:v>
                </c:pt>
                <c:pt idx="1454">
                  <c:v>16280</c:v>
                </c:pt>
                <c:pt idx="1455">
                  <c:v>16300</c:v>
                </c:pt>
                <c:pt idx="1456">
                  <c:v>16260</c:v>
                </c:pt>
                <c:pt idx="1457">
                  <c:v>16235</c:v>
                </c:pt>
                <c:pt idx="1458">
                  <c:v>16200</c:v>
                </c:pt>
                <c:pt idx="1459">
                  <c:v>16185</c:v>
                </c:pt>
                <c:pt idx="1460">
                  <c:v>16165</c:v>
                </c:pt>
                <c:pt idx="1461">
                  <c:v>16035</c:v>
                </c:pt>
                <c:pt idx="1462">
                  <c:v>15895</c:v>
                </c:pt>
                <c:pt idx="1463">
                  <c:v>15925</c:v>
                </c:pt>
                <c:pt idx="1464">
                  <c:v>15955</c:v>
                </c:pt>
                <c:pt idx="1465">
                  <c:v>15833</c:v>
                </c:pt>
                <c:pt idx="1466">
                  <c:v>15678</c:v>
                </c:pt>
                <c:pt idx="1467">
                  <c:v>15695</c:v>
                </c:pt>
                <c:pt idx="1468">
                  <c:v>15690</c:v>
                </c:pt>
                <c:pt idx="1469">
                  <c:v>15553</c:v>
                </c:pt>
                <c:pt idx="1470">
                  <c:v>15435</c:v>
                </c:pt>
                <c:pt idx="1471">
                  <c:v>15485</c:v>
                </c:pt>
                <c:pt idx="1472">
                  <c:v>15600</c:v>
                </c:pt>
                <c:pt idx="1473">
                  <c:v>15490</c:v>
                </c:pt>
                <c:pt idx="1474">
                  <c:v>15430</c:v>
                </c:pt>
                <c:pt idx="1475">
                  <c:v>15495</c:v>
                </c:pt>
                <c:pt idx="1476">
                  <c:v>15425</c:v>
                </c:pt>
                <c:pt idx="1477">
                  <c:v>15415</c:v>
                </c:pt>
                <c:pt idx="1478">
                  <c:v>15455</c:v>
                </c:pt>
                <c:pt idx="1479">
                  <c:v>15525</c:v>
                </c:pt>
                <c:pt idx="1480">
                  <c:v>15525</c:v>
                </c:pt>
                <c:pt idx="1481">
                  <c:v>15475</c:v>
                </c:pt>
                <c:pt idx="1482">
                  <c:v>15398</c:v>
                </c:pt>
                <c:pt idx="1483">
                  <c:v>15365</c:v>
                </c:pt>
                <c:pt idx="1484">
                  <c:v>15455</c:v>
                </c:pt>
                <c:pt idx="1485">
                  <c:v>15450</c:v>
                </c:pt>
                <c:pt idx="1486">
                  <c:v>15400</c:v>
                </c:pt>
                <c:pt idx="1487">
                  <c:v>15430</c:v>
                </c:pt>
                <c:pt idx="1488">
                  <c:v>15400</c:v>
                </c:pt>
                <c:pt idx="1489">
                  <c:v>15400</c:v>
                </c:pt>
                <c:pt idx="1490">
                  <c:v>15335</c:v>
                </c:pt>
                <c:pt idx="1491">
                  <c:v>15340</c:v>
                </c:pt>
                <c:pt idx="1492">
                  <c:v>15238</c:v>
                </c:pt>
                <c:pt idx="1493">
                  <c:v>15150</c:v>
                </c:pt>
                <c:pt idx="1494">
                  <c:v>15200</c:v>
                </c:pt>
                <c:pt idx="1495">
                  <c:v>15185</c:v>
                </c:pt>
                <c:pt idx="1496">
                  <c:v>15100</c:v>
                </c:pt>
                <c:pt idx="1497">
                  <c:v>15166</c:v>
                </c:pt>
                <c:pt idx="1498">
                  <c:v>15125</c:v>
                </c:pt>
                <c:pt idx="1499">
                  <c:v>15140</c:v>
                </c:pt>
                <c:pt idx="1500">
                  <c:v>15200</c:v>
                </c:pt>
                <c:pt idx="1501">
                  <c:v>15265</c:v>
                </c:pt>
                <c:pt idx="1502">
                  <c:v>15420</c:v>
                </c:pt>
                <c:pt idx="1503">
                  <c:v>15485</c:v>
                </c:pt>
                <c:pt idx="1504">
                  <c:v>15680</c:v>
                </c:pt>
                <c:pt idx="1505">
                  <c:v>15645</c:v>
                </c:pt>
                <c:pt idx="1506">
                  <c:v>15620</c:v>
                </c:pt>
                <c:pt idx="1507">
                  <c:v>15665</c:v>
                </c:pt>
                <c:pt idx="1508">
                  <c:v>15580</c:v>
                </c:pt>
                <c:pt idx="1509">
                  <c:v>15560</c:v>
                </c:pt>
                <c:pt idx="1510">
                  <c:v>15580</c:v>
                </c:pt>
                <c:pt idx="1511">
                  <c:v>15513</c:v>
                </c:pt>
                <c:pt idx="1512">
                  <c:v>15495</c:v>
                </c:pt>
                <c:pt idx="1513">
                  <c:v>15465</c:v>
                </c:pt>
                <c:pt idx="1514">
                  <c:v>15495</c:v>
                </c:pt>
                <c:pt idx="1515">
                  <c:v>15560</c:v>
                </c:pt>
                <c:pt idx="1516">
                  <c:v>15620</c:v>
                </c:pt>
                <c:pt idx="1517">
                  <c:v>15584</c:v>
                </c:pt>
                <c:pt idx="1518">
                  <c:v>15640</c:v>
                </c:pt>
                <c:pt idx="1519">
                  <c:v>15725</c:v>
                </c:pt>
                <c:pt idx="1520">
                  <c:v>15760</c:v>
                </c:pt>
                <c:pt idx="1521">
                  <c:v>15700</c:v>
                </c:pt>
                <c:pt idx="1522">
                  <c:v>15697</c:v>
                </c:pt>
                <c:pt idx="1523">
                  <c:v>15720</c:v>
                </c:pt>
                <c:pt idx="1524">
                  <c:v>15753</c:v>
                </c:pt>
                <c:pt idx="1525">
                  <c:v>15735</c:v>
                </c:pt>
                <c:pt idx="1526">
                  <c:v>15830</c:v>
                </c:pt>
                <c:pt idx="1527">
                  <c:v>15735</c:v>
                </c:pt>
                <c:pt idx="1528">
                  <c:v>15670</c:v>
                </c:pt>
                <c:pt idx="1529">
                  <c:v>15680</c:v>
                </c:pt>
                <c:pt idx="1530">
                  <c:v>15780</c:v>
                </c:pt>
                <c:pt idx="1531">
                  <c:v>15775</c:v>
                </c:pt>
                <c:pt idx="1532">
                  <c:v>15855</c:v>
                </c:pt>
                <c:pt idx="1533">
                  <c:v>15855</c:v>
                </c:pt>
                <c:pt idx="1534">
                  <c:v>15850</c:v>
                </c:pt>
                <c:pt idx="1535">
                  <c:v>15830</c:v>
                </c:pt>
                <c:pt idx="1536">
                  <c:v>15865</c:v>
                </c:pt>
                <c:pt idx="1537">
                  <c:v>15925</c:v>
                </c:pt>
                <c:pt idx="1538">
                  <c:v>15875</c:v>
                </c:pt>
                <c:pt idx="1539">
                  <c:v>15870</c:v>
                </c:pt>
                <c:pt idx="1540">
                  <c:v>15930</c:v>
                </c:pt>
                <c:pt idx="1541">
                  <c:v>15930</c:v>
                </c:pt>
                <c:pt idx="1542">
                  <c:v>15870</c:v>
                </c:pt>
                <c:pt idx="1543">
                  <c:v>15845</c:v>
                </c:pt>
                <c:pt idx="1544">
                  <c:v>15900</c:v>
                </c:pt>
                <c:pt idx="1545">
                  <c:v>15940</c:v>
                </c:pt>
                <c:pt idx="1546">
                  <c:v>15930</c:v>
                </c:pt>
                <c:pt idx="1547">
                  <c:v>15860</c:v>
                </c:pt>
                <c:pt idx="1548">
                  <c:v>15850</c:v>
                </c:pt>
                <c:pt idx="1549">
                  <c:v>15865</c:v>
                </c:pt>
                <c:pt idx="1550">
                  <c:v>15865</c:v>
                </c:pt>
                <c:pt idx="1551">
                  <c:v>15915</c:v>
                </c:pt>
                <c:pt idx="1552">
                  <c:v>15925</c:v>
                </c:pt>
                <c:pt idx="1553">
                  <c:v>15995</c:v>
                </c:pt>
                <c:pt idx="1554">
                  <c:v>16000</c:v>
                </c:pt>
                <c:pt idx="1555">
                  <c:v>16065</c:v>
                </c:pt>
                <c:pt idx="1556">
                  <c:v>16090</c:v>
                </c:pt>
                <c:pt idx="1557">
                  <c:v>16290</c:v>
                </c:pt>
                <c:pt idx="1558">
                  <c:v>16195</c:v>
                </c:pt>
                <c:pt idx="1559">
                  <c:v>16175</c:v>
                </c:pt>
                <c:pt idx="1560">
                  <c:v>16195</c:v>
                </c:pt>
                <c:pt idx="1561">
                  <c:v>16195</c:v>
                </c:pt>
                <c:pt idx="1562">
                  <c:v>16195</c:v>
                </c:pt>
                <c:pt idx="1563">
                  <c:v>16235</c:v>
                </c:pt>
                <c:pt idx="1564">
                  <c:v>16135</c:v>
                </c:pt>
                <c:pt idx="1565">
                  <c:v>16102</c:v>
                </c:pt>
                <c:pt idx="1566">
                  <c:v>16102</c:v>
                </c:pt>
                <c:pt idx="1567">
                  <c:v>16195</c:v>
                </c:pt>
                <c:pt idx="1568">
                  <c:v>16190</c:v>
                </c:pt>
                <c:pt idx="1569">
                  <c:v>16195</c:v>
                </c:pt>
                <c:pt idx="1570">
                  <c:v>16131</c:v>
                </c:pt>
                <c:pt idx="1571">
                  <c:v>16195</c:v>
                </c:pt>
                <c:pt idx="1572">
                  <c:v>16200</c:v>
                </c:pt>
                <c:pt idx="1573">
                  <c:v>16185</c:v>
                </c:pt>
                <c:pt idx="1574">
                  <c:v>16275</c:v>
                </c:pt>
                <c:pt idx="1575">
                  <c:v>16265</c:v>
                </c:pt>
                <c:pt idx="1576">
                  <c:v>16320</c:v>
                </c:pt>
                <c:pt idx="1577">
                  <c:v>16360</c:v>
                </c:pt>
                <c:pt idx="1578">
                  <c:v>16365</c:v>
                </c:pt>
                <c:pt idx="1579">
                  <c:v>16360</c:v>
                </c:pt>
                <c:pt idx="1580">
                  <c:v>16335</c:v>
                </c:pt>
                <c:pt idx="1581">
                  <c:v>16285</c:v>
                </c:pt>
                <c:pt idx="1582">
                  <c:v>16280</c:v>
                </c:pt>
                <c:pt idx="1583">
                  <c:v>16173</c:v>
                </c:pt>
                <c:pt idx="1584">
                  <c:v>16173</c:v>
                </c:pt>
                <c:pt idx="1585">
                  <c:v>16173</c:v>
                </c:pt>
                <c:pt idx="1586">
                  <c:v>16173</c:v>
                </c:pt>
                <c:pt idx="1587">
                  <c:v>16260</c:v>
                </c:pt>
                <c:pt idx="1588">
                  <c:v>16300</c:v>
                </c:pt>
                <c:pt idx="1589">
                  <c:v>16435</c:v>
                </c:pt>
                <c:pt idx="1590">
                  <c:v>16345</c:v>
                </c:pt>
                <c:pt idx="1591">
                  <c:v>16285</c:v>
                </c:pt>
                <c:pt idx="1592">
                  <c:v>16330</c:v>
                </c:pt>
                <c:pt idx="1593">
                  <c:v>16275</c:v>
                </c:pt>
                <c:pt idx="1594">
                  <c:v>16345</c:v>
                </c:pt>
                <c:pt idx="1595">
                  <c:v>16375</c:v>
                </c:pt>
                <c:pt idx="1596">
                  <c:v>16367</c:v>
                </c:pt>
                <c:pt idx="1597">
                  <c:v>16355</c:v>
                </c:pt>
                <c:pt idx="1598">
                  <c:v>16260</c:v>
                </c:pt>
                <c:pt idx="1599">
                  <c:v>16215</c:v>
                </c:pt>
                <c:pt idx="1600">
                  <c:v>16275</c:v>
                </c:pt>
                <c:pt idx="1601">
                  <c:v>16330</c:v>
                </c:pt>
                <c:pt idx="1602">
                  <c:v>16330</c:v>
                </c:pt>
                <c:pt idx="1603">
                  <c:v>16305</c:v>
                </c:pt>
                <c:pt idx="1604">
                  <c:v>16275</c:v>
                </c:pt>
                <c:pt idx="1605">
                  <c:v>16345</c:v>
                </c:pt>
                <c:pt idx="1606">
                  <c:v>16370</c:v>
                </c:pt>
                <c:pt idx="1607">
                  <c:v>16450</c:v>
                </c:pt>
                <c:pt idx="1608">
                  <c:v>16580</c:v>
                </c:pt>
                <c:pt idx="1609">
                  <c:v>16480</c:v>
                </c:pt>
                <c:pt idx="1610">
                  <c:v>16445</c:v>
                </c:pt>
                <c:pt idx="1611">
                  <c:v>16313</c:v>
                </c:pt>
                <c:pt idx="1612">
                  <c:v>16330</c:v>
                </c:pt>
                <c:pt idx="1613">
                  <c:v>16295</c:v>
                </c:pt>
                <c:pt idx="1614">
                  <c:v>16340</c:v>
                </c:pt>
                <c:pt idx="1615">
                  <c:v>16405</c:v>
                </c:pt>
                <c:pt idx="1616">
                  <c:v>16445</c:v>
                </c:pt>
                <c:pt idx="1617">
                  <c:v>16425</c:v>
                </c:pt>
                <c:pt idx="1618">
                  <c:v>16350</c:v>
                </c:pt>
                <c:pt idx="1619">
                  <c:v>16400</c:v>
                </c:pt>
                <c:pt idx="1620">
                  <c:v>16425</c:v>
                </c:pt>
                <c:pt idx="1621">
                  <c:v>16525</c:v>
                </c:pt>
                <c:pt idx="1622">
                  <c:v>16475</c:v>
                </c:pt>
                <c:pt idx="1623">
                  <c:v>16500</c:v>
                </c:pt>
                <c:pt idx="1624">
                  <c:v>16555</c:v>
                </c:pt>
                <c:pt idx="1625">
                  <c:v>16595</c:v>
                </c:pt>
                <c:pt idx="1626">
                  <c:v>16580</c:v>
                </c:pt>
                <c:pt idx="1627">
                  <c:v>16560</c:v>
                </c:pt>
                <c:pt idx="1628">
                  <c:v>16560</c:v>
                </c:pt>
                <c:pt idx="1629">
                  <c:v>16560</c:v>
                </c:pt>
                <c:pt idx="1630">
                  <c:v>16560</c:v>
                </c:pt>
                <c:pt idx="1631">
                  <c:v>16560</c:v>
                </c:pt>
                <c:pt idx="1632">
                  <c:v>16560</c:v>
                </c:pt>
                <c:pt idx="1633">
                  <c:v>16560</c:v>
                </c:pt>
                <c:pt idx="1634">
                  <c:v>16560</c:v>
                </c:pt>
                <c:pt idx="1635">
                  <c:v>16865</c:v>
                </c:pt>
                <c:pt idx="1636">
                  <c:v>16865</c:v>
                </c:pt>
                <c:pt idx="1637">
                  <c:v>16800</c:v>
                </c:pt>
                <c:pt idx="1638">
                  <c:v>16795</c:v>
                </c:pt>
                <c:pt idx="1639">
                  <c:v>16775</c:v>
                </c:pt>
                <c:pt idx="1640">
                  <c:v>16815</c:v>
                </c:pt>
                <c:pt idx="1641">
                  <c:v>16825</c:v>
                </c:pt>
                <c:pt idx="1642">
                  <c:v>16825</c:v>
                </c:pt>
                <c:pt idx="1643">
                  <c:v>16825</c:v>
                </c:pt>
                <c:pt idx="1644">
                  <c:v>16805</c:v>
                </c:pt>
                <c:pt idx="1645">
                  <c:v>16855</c:v>
                </c:pt>
                <c:pt idx="1646">
                  <c:v>16865</c:v>
                </c:pt>
                <c:pt idx="1647">
                  <c:v>16870</c:v>
                </c:pt>
                <c:pt idx="1648">
                  <c:v>16830</c:v>
                </c:pt>
                <c:pt idx="1649">
                  <c:v>16855</c:v>
                </c:pt>
                <c:pt idx="1650">
                  <c:v>16762</c:v>
                </c:pt>
                <c:pt idx="1651">
                  <c:v>16601</c:v>
                </c:pt>
                <c:pt idx="1652">
                  <c:v>16601</c:v>
                </c:pt>
                <c:pt idx="1653">
                  <c:v>16435</c:v>
                </c:pt>
                <c:pt idx="1654">
                  <c:v>16435</c:v>
                </c:pt>
                <c:pt idx="1655">
                  <c:v>16450</c:v>
                </c:pt>
                <c:pt idx="1656">
                  <c:v>16536</c:v>
                </c:pt>
                <c:pt idx="1657">
                  <c:v>16495</c:v>
                </c:pt>
                <c:pt idx="1658">
                  <c:v>16515</c:v>
                </c:pt>
                <c:pt idx="1659">
                  <c:v>16515</c:v>
                </c:pt>
                <c:pt idx="1660">
                  <c:v>16515</c:v>
                </c:pt>
                <c:pt idx="1661">
                  <c:v>16550</c:v>
                </c:pt>
                <c:pt idx="1662">
                  <c:v>16515</c:v>
                </c:pt>
                <c:pt idx="1663">
                  <c:v>16440</c:v>
                </c:pt>
                <c:pt idx="1664">
                  <c:v>16430</c:v>
                </c:pt>
                <c:pt idx="1665">
                  <c:v>16415</c:v>
                </c:pt>
                <c:pt idx="1666">
                  <c:v>16395</c:v>
                </c:pt>
                <c:pt idx="1667">
                  <c:v>16330</c:v>
                </c:pt>
                <c:pt idx="1668">
                  <c:v>16222</c:v>
                </c:pt>
                <c:pt idx="1669">
                  <c:v>16240</c:v>
                </c:pt>
                <c:pt idx="1670">
                  <c:v>16273</c:v>
                </c:pt>
                <c:pt idx="1671">
                  <c:v>16290</c:v>
                </c:pt>
                <c:pt idx="1672">
                  <c:v>16290</c:v>
                </c:pt>
                <c:pt idx="1673">
                  <c:v>16290</c:v>
                </c:pt>
                <c:pt idx="1674">
                  <c:v>16248</c:v>
                </c:pt>
                <c:pt idx="1675">
                  <c:v>16290</c:v>
                </c:pt>
                <c:pt idx="1676">
                  <c:v>16290</c:v>
                </c:pt>
                <c:pt idx="1677">
                  <c:v>16275</c:v>
                </c:pt>
                <c:pt idx="1678">
                  <c:v>16275</c:v>
                </c:pt>
                <c:pt idx="1679">
                  <c:v>16275</c:v>
                </c:pt>
                <c:pt idx="1680">
                  <c:v>16273</c:v>
                </c:pt>
                <c:pt idx="1681">
                  <c:v>16260</c:v>
                </c:pt>
                <c:pt idx="1682">
                  <c:v>16235</c:v>
                </c:pt>
                <c:pt idx="1683">
                  <c:v>16295</c:v>
                </c:pt>
                <c:pt idx="1684">
                  <c:v>16265</c:v>
                </c:pt>
                <c:pt idx="1685">
                  <c:v>16280</c:v>
                </c:pt>
                <c:pt idx="1686">
                  <c:v>16300</c:v>
                </c:pt>
                <c:pt idx="1687">
                  <c:v>16395</c:v>
                </c:pt>
                <c:pt idx="1688">
                  <c:v>16385</c:v>
                </c:pt>
                <c:pt idx="1689">
                  <c:v>16485</c:v>
                </c:pt>
                <c:pt idx="1690">
                  <c:v>16350</c:v>
                </c:pt>
                <c:pt idx="1691">
                  <c:v>16290</c:v>
                </c:pt>
                <c:pt idx="1692">
                  <c:v>16205</c:v>
                </c:pt>
                <c:pt idx="1693">
                  <c:v>16205</c:v>
                </c:pt>
                <c:pt idx="1694">
                  <c:v>16238</c:v>
                </c:pt>
                <c:pt idx="1695">
                  <c:v>16198</c:v>
                </c:pt>
                <c:pt idx="1696">
                  <c:v>16242</c:v>
                </c:pt>
                <c:pt idx="1697">
                  <c:v>16198</c:v>
                </c:pt>
                <c:pt idx="1698">
                  <c:v>16185</c:v>
                </c:pt>
                <c:pt idx="1699">
                  <c:v>16230</c:v>
                </c:pt>
                <c:pt idx="1700">
                  <c:v>16208</c:v>
                </c:pt>
                <c:pt idx="1701">
                  <c:v>16243</c:v>
                </c:pt>
                <c:pt idx="1702">
                  <c:v>16220</c:v>
                </c:pt>
                <c:pt idx="1703">
                  <c:v>16211</c:v>
                </c:pt>
                <c:pt idx="1704">
                  <c:v>16245</c:v>
                </c:pt>
                <c:pt idx="1705">
                  <c:v>16260</c:v>
                </c:pt>
                <c:pt idx="1706">
                  <c:v>16278</c:v>
                </c:pt>
                <c:pt idx="1707">
                  <c:v>16331</c:v>
                </c:pt>
                <c:pt idx="1708">
                  <c:v>16290</c:v>
                </c:pt>
                <c:pt idx="1709">
                  <c:v>16311</c:v>
                </c:pt>
                <c:pt idx="1710">
                  <c:v>16310</c:v>
                </c:pt>
                <c:pt idx="1711">
                  <c:v>16293</c:v>
                </c:pt>
                <c:pt idx="1712">
                  <c:v>16287</c:v>
                </c:pt>
                <c:pt idx="1713">
                  <c:v>16315</c:v>
                </c:pt>
                <c:pt idx="1714">
                  <c:v>16342</c:v>
                </c:pt>
                <c:pt idx="1715">
                  <c:v>16398</c:v>
                </c:pt>
                <c:pt idx="1716">
                  <c:v>16393</c:v>
                </c:pt>
                <c:pt idx="1717">
                  <c:v>16455</c:v>
                </c:pt>
                <c:pt idx="1718">
                  <c:v>16493</c:v>
                </c:pt>
                <c:pt idx="1719">
                  <c:v>16390</c:v>
                </c:pt>
                <c:pt idx="1720">
                  <c:v>16381</c:v>
                </c:pt>
                <c:pt idx="1721">
                  <c:v>16363</c:v>
                </c:pt>
                <c:pt idx="1722">
                  <c:v>16290</c:v>
                </c:pt>
                <c:pt idx="1723">
                  <c:v>16291</c:v>
                </c:pt>
                <c:pt idx="1724">
                  <c:v>16274</c:v>
                </c:pt>
                <c:pt idx="1725">
                  <c:v>16289</c:v>
                </c:pt>
                <c:pt idx="1726">
                  <c:v>16195</c:v>
                </c:pt>
                <c:pt idx="1727">
                  <c:v>16110</c:v>
                </c:pt>
                <c:pt idx="1728">
                  <c:v>16160</c:v>
                </c:pt>
                <c:pt idx="1729">
                  <c:v>16160</c:v>
                </c:pt>
                <c:pt idx="1730">
                  <c:v>16245</c:v>
                </c:pt>
                <c:pt idx="1731">
                  <c:v>16270</c:v>
                </c:pt>
                <c:pt idx="1732">
                  <c:v>16285</c:v>
                </c:pt>
                <c:pt idx="1733">
                  <c:v>16345</c:v>
                </c:pt>
                <c:pt idx="1734">
                  <c:v>16253</c:v>
                </c:pt>
                <c:pt idx="1735">
                  <c:v>16295</c:v>
                </c:pt>
                <c:pt idx="1736">
                  <c:v>16360</c:v>
                </c:pt>
                <c:pt idx="1737">
                  <c:v>16345</c:v>
                </c:pt>
                <c:pt idx="1738">
                  <c:v>16490</c:v>
                </c:pt>
                <c:pt idx="1739">
                  <c:v>16421</c:v>
                </c:pt>
                <c:pt idx="1740">
                  <c:v>16400</c:v>
                </c:pt>
                <c:pt idx="1741">
                  <c:v>16415</c:v>
                </c:pt>
                <c:pt idx="1742">
                  <c:v>16420</c:v>
                </c:pt>
                <c:pt idx="1743">
                  <c:v>16420</c:v>
                </c:pt>
                <c:pt idx="1744">
                  <c:v>16304</c:v>
                </c:pt>
                <c:pt idx="1745">
                  <c:v>16475</c:v>
                </c:pt>
                <c:pt idx="1746">
                  <c:v>16461</c:v>
                </c:pt>
                <c:pt idx="1747">
                  <c:v>16462</c:v>
                </c:pt>
                <c:pt idx="1748">
                  <c:v>16378</c:v>
                </c:pt>
                <c:pt idx="1749">
                  <c:v>16410</c:v>
                </c:pt>
                <c:pt idx="1750">
                  <c:v>16440</c:v>
                </c:pt>
                <c:pt idx="1751">
                  <c:v>16430</c:v>
                </c:pt>
                <c:pt idx="1752">
                  <c:v>16505</c:v>
                </c:pt>
                <c:pt idx="1753">
                  <c:v>16588</c:v>
                </c:pt>
                <c:pt idx="1754">
                  <c:v>16605</c:v>
                </c:pt>
                <c:pt idx="1755">
                  <c:v>16665</c:v>
                </c:pt>
                <c:pt idx="1756">
                  <c:v>16676</c:v>
                </c:pt>
                <c:pt idx="1757">
                  <c:v>16750</c:v>
                </c:pt>
                <c:pt idx="1758">
                  <c:v>16741</c:v>
                </c:pt>
                <c:pt idx="1759">
                  <c:v>16680</c:v>
                </c:pt>
                <c:pt idx="1760">
                  <c:v>16665</c:v>
                </c:pt>
                <c:pt idx="1761">
                  <c:v>16610</c:v>
                </c:pt>
                <c:pt idx="1762">
                  <c:v>16588</c:v>
                </c:pt>
                <c:pt idx="1763">
                  <c:v>16540</c:v>
                </c:pt>
                <c:pt idx="1764">
                  <c:v>16554</c:v>
                </c:pt>
                <c:pt idx="1765">
                  <c:v>16540</c:v>
                </c:pt>
                <c:pt idx="1766">
                  <c:v>16560</c:v>
                </c:pt>
                <c:pt idx="1767">
                  <c:v>16545</c:v>
                </c:pt>
                <c:pt idx="1768">
                  <c:v>16553</c:v>
                </c:pt>
                <c:pt idx="1769">
                  <c:v>16560</c:v>
                </c:pt>
                <c:pt idx="1770">
                  <c:v>16575</c:v>
                </c:pt>
                <c:pt idx="1771">
                  <c:v>16565</c:v>
                </c:pt>
                <c:pt idx="1772">
                  <c:v>16573</c:v>
                </c:pt>
                <c:pt idx="1773">
                  <c:v>16585</c:v>
                </c:pt>
                <c:pt idx="1774">
                  <c:v>16575</c:v>
                </c:pt>
                <c:pt idx="1775">
                  <c:v>16590</c:v>
                </c:pt>
                <c:pt idx="1776">
                  <c:v>16575</c:v>
                </c:pt>
                <c:pt idx="1777">
                  <c:v>16620</c:v>
                </c:pt>
                <c:pt idx="1778">
                  <c:v>16595</c:v>
                </c:pt>
                <c:pt idx="1779">
                  <c:v>16615</c:v>
                </c:pt>
                <c:pt idx="1780">
                  <c:v>16605</c:v>
                </c:pt>
                <c:pt idx="1781">
                  <c:v>16619</c:v>
                </c:pt>
                <c:pt idx="1782">
                  <c:v>16640</c:v>
                </c:pt>
                <c:pt idx="1783">
                  <c:v>16630</c:v>
                </c:pt>
                <c:pt idx="1784">
                  <c:v>16657</c:v>
                </c:pt>
                <c:pt idx="1785">
                  <c:v>16700</c:v>
                </c:pt>
                <c:pt idx="1786">
                  <c:v>16705</c:v>
                </c:pt>
                <c:pt idx="1787">
                  <c:v>16694</c:v>
                </c:pt>
                <c:pt idx="1788">
                  <c:v>16685</c:v>
                </c:pt>
                <c:pt idx="1789">
                  <c:v>16654</c:v>
                </c:pt>
                <c:pt idx="1790">
                  <c:v>16689</c:v>
                </c:pt>
                <c:pt idx="1791">
                  <c:v>16703</c:v>
                </c:pt>
                <c:pt idx="1792">
                  <c:v>16727</c:v>
                </c:pt>
                <c:pt idx="1793">
                  <c:v>16704</c:v>
                </c:pt>
                <c:pt idx="1794">
                  <c:v>16729</c:v>
                </c:pt>
                <c:pt idx="1795">
                  <c:v>16745</c:v>
                </c:pt>
                <c:pt idx="1796">
                  <c:v>16703</c:v>
                </c:pt>
                <c:pt idx="1797">
                  <c:v>16732</c:v>
                </c:pt>
                <c:pt idx="1798">
                  <c:v>16700</c:v>
                </c:pt>
                <c:pt idx="1799">
                  <c:v>16695</c:v>
                </c:pt>
                <c:pt idx="1800">
                  <c:v>16662</c:v>
                </c:pt>
                <c:pt idx="1801">
                  <c:v>16662</c:v>
                </c:pt>
                <c:pt idx="1802">
                  <c:v>16643</c:v>
                </c:pt>
                <c:pt idx="1803">
                  <c:v>16660</c:v>
                </c:pt>
                <c:pt idx="1804">
                  <c:v>16659</c:v>
                </c:pt>
                <c:pt idx="1805">
                  <c:v>16623</c:v>
                </c:pt>
                <c:pt idx="1806">
                  <c:v>16622</c:v>
                </c:pt>
                <c:pt idx="1807">
                  <c:v>16650</c:v>
                </c:pt>
                <c:pt idx="1808">
                  <c:v>16644</c:v>
                </c:pt>
                <c:pt idx="1809">
                  <c:v>16690</c:v>
                </c:pt>
                <c:pt idx="1810">
                  <c:v>16665</c:v>
                </c:pt>
                <c:pt idx="1811">
                  <c:v>16685</c:v>
                </c:pt>
                <c:pt idx="1812">
                  <c:v>16675</c:v>
                </c:pt>
                <c:pt idx="1813">
                  <c:v>16640</c:v>
                </c:pt>
                <c:pt idx="1814">
                  <c:v>16668</c:v>
                </c:pt>
                <c:pt idx="1815">
                  <c:v>16692</c:v>
                </c:pt>
                <c:pt idx="1816">
                  <c:v>16688</c:v>
                </c:pt>
                <c:pt idx="1817">
                  <c:v>16716</c:v>
                </c:pt>
                <c:pt idx="1818">
                  <c:v>16745</c:v>
                </c:pt>
                <c:pt idx="1819">
                  <c:v>16776</c:v>
                </c:pt>
                <c:pt idx="1820">
                  <c:v>16780</c:v>
                </c:pt>
                <c:pt idx="1821">
                  <c:v>16762</c:v>
                </c:pt>
                <c:pt idx="1822">
                  <c:v>16788</c:v>
                </c:pt>
                <c:pt idx="1823">
                  <c:v>16769</c:v>
                </c:pt>
                <c:pt idx="1824">
                  <c:v>16690</c:v>
                </c:pt>
                <c:pt idx="1825">
                  <c:v>16725</c:v>
                </c:pt>
                <c:pt idx="1826">
                  <c:v>16740</c:v>
                </c:pt>
                <c:pt idx="1827">
                  <c:v>16750</c:v>
                </c:pt>
                <c:pt idx="1828">
                  <c:v>16775</c:v>
                </c:pt>
                <c:pt idx="1829">
                  <c:v>16793</c:v>
                </c:pt>
                <c:pt idx="1830">
                  <c:v>16805</c:v>
                </c:pt>
                <c:pt idx="1831">
                  <c:v>16833</c:v>
                </c:pt>
                <c:pt idx="1832">
                  <c:v>16865</c:v>
                </c:pt>
                <c:pt idx="1833">
                  <c:v>16860</c:v>
                </c:pt>
                <c:pt idx="1834">
                  <c:v>16885</c:v>
                </c:pt>
                <c:pt idx="1835">
                  <c:v>16942</c:v>
                </c:pt>
                <c:pt idx="1836">
                  <c:v>16950</c:v>
                </c:pt>
                <c:pt idx="1837">
                  <c:v>16935</c:v>
                </c:pt>
                <c:pt idx="1838">
                  <c:v>16885</c:v>
                </c:pt>
                <c:pt idx="1839">
                  <c:v>16822</c:v>
                </c:pt>
                <c:pt idx="1840">
                  <c:v>16780</c:v>
                </c:pt>
                <c:pt idx="1841">
                  <c:v>16766</c:v>
                </c:pt>
                <c:pt idx="1842">
                  <c:v>16706</c:v>
                </c:pt>
                <c:pt idx="1843">
                  <c:v>16750</c:v>
                </c:pt>
                <c:pt idx="1844">
                  <c:v>16785</c:v>
                </c:pt>
                <c:pt idx="1845">
                  <c:v>16790</c:v>
                </c:pt>
                <c:pt idx="1846">
                  <c:v>16760</c:v>
                </c:pt>
                <c:pt idx="1847">
                  <c:v>16775</c:v>
                </c:pt>
                <c:pt idx="1848">
                  <c:v>16830</c:v>
                </c:pt>
                <c:pt idx="1849">
                  <c:v>16866</c:v>
                </c:pt>
                <c:pt idx="1850">
                  <c:v>16803</c:v>
                </c:pt>
                <c:pt idx="1851">
                  <c:v>16800</c:v>
                </c:pt>
                <c:pt idx="1852">
                  <c:v>16783</c:v>
                </c:pt>
                <c:pt idx="1853">
                  <c:v>16818</c:v>
                </c:pt>
                <c:pt idx="1854">
                  <c:v>16839</c:v>
                </c:pt>
                <c:pt idx="1855">
                  <c:v>16884</c:v>
                </c:pt>
                <c:pt idx="1856">
                  <c:v>16880</c:v>
                </c:pt>
                <c:pt idx="1857">
                  <c:v>16873</c:v>
                </c:pt>
                <c:pt idx="1858">
                  <c:v>16794</c:v>
                </c:pt>
                <c:pt idx="1859">
                  <c:v>16823</c:v>
                </c:pt>
                <c:pt idx="1860">
                  <c:v>16785</c:v>
                </c:pt>
                <c:pt idx="1861">
                  <c:v>16755</c:v>
                </c:pt>
                <c:pt idx="1862">
                  <c:v>16771</c:v>
                </c:pt>
                <c:pt idx="1863">
                  <c:v>16861</c:v>
                </c:pt>
                <c:pt idx="1864">
                  <c:v>16857</c:v>
                </c:pt>
                <c:pt idx="1865">
                  <c:v>16885</c:v>
                </c:pt>
                <c:pt idx="1866">
                  <c:v>16883</c:v>
                </c:pt>
                <c:pt idx="1867">
                  <c:v>16906</c:v>
                </c:pt>
                <c:pt idx="1868">
                  <c:v>16945</c:v>
                </c:pt>
                <c:pt idx="1869">
                  <c:v>16861</c:v>
                </c:pt>
                <c:pt idx="1870">
                  <c:v>16870</c:v>
                </c:pt>
                <c:pt idx="1871">
                  <c:v>16893</c:v>
                </c:pt>
                <c:pt idx="1872">
                  <c:v>16944</c:v>
                </c:pt>
                <c:pt idx="1873">
                  <c:v>16990</c:v>
                </c:pt>
                <c:pt idx="1874">
                  <c:v>16985</c:v>
                </c:pt>
                <c:pt idx="1875">
                  <c:v>16910</c:v>
                </c:pt>
                <c:pt idx="1876">
                  <c:v>16904</c:v>
                </c:pt>
                <c:pt idx="1877">
                  <c:v>16965</c:v>
                </c:pt>
                <c:pt idx="1878">
                  <c:v>16992</c:v>
                </c:pt>
                <c:pt idx="1879">
                  <c:v>16995</c:v>
                </c:pt>
                <c:pt idx="1880">
                  <c:v>16980</c:v>
                </c:pt>
                <c:pt idx="1881">
                  <c:v>17000</c:v>
                </c:pt>
                <c:pt idx="1882">
                  <c:v>17038</c:v>
                </c:pt>
                <c:pt idx="1883">
                  <c:v>17095</c:v>
                </c:pt>
                <c:pt idx="1884">
                  <c:v>17010</c:v>
                </c:pt>
                <c:pt idx="1885">
                  <c:v>17085</c:v>
                </c:pt>
                <c:pt idx="1886">
                  <c:v>17098</c:v>
                </c:pt>
                <c:pt idx="1887">
                  <c:v>17103</c:v>
                </c:pt>
                <c:pt idx="1888">
                  <c:v>17122</c:v>
                </c:pt>
                <c:pt idx="1889">
                  <c:v>17140</c:v>
                </c:pt>
                <c:pt idx="1890">
                  <c:v>17136</c:v>
                </c:pt>
                <c:pt idx="1891">
                  <c:v>17190</c:v>
                </c:pt>
                <c:pt idx="1892">
                  <c:v>17170</c:v>
                </c:pt>
                <c:pt idx="1893">
                  <c:v>17144</c:v>
                </c:pt>
                <c:pt idx="1894">
                  <c:v>17175</c:v>
                </c:pt>
                <c:pt idx="1895">
                  <c:v>17295</c:v>
                </c:pt>
                <c:pt idx="1896">
                  <c:v>17205</c:v>
                </c:pt>
                <c:pt idx="1897">
                  <c:v>17195</c:v>
                </c:pt>
                <c:pt idx="1898">
                  <c:v>17225</c:v>
                </c:pt>
                <c:pt idx="1899">
                  <c:v>17290</c:v>
                </c:pt>
                <c:pt idx="1900">
                  <c:v>17353</c:v>
                </c:pt>
                <c:pt idx="1901">
                  <c:v>17380</c:v>
                </c:pt>
                <c:pt idx="1902">
                  <c:v>17425</c:v>
                </c:pt>
                <c:pt idx="1903">
                  <c:v>17389</c:v>
                </c:pt>
                <c:pt idx="1904">
                  <c:v>17342</c:v>
                </c:pt>
                <c:pt idx="1905">
                  <c:v>17373</c:v>
                </c:pt>
                <c:pt idx="1906">
                  <c:v>17412</c:v>
                </c:pt>
                <c:pt idx="1907">
                  <c:v>17500</c:v>
                </c:pt>
                <c:pt idx="1908">
                  <c:v>17465</c:v>
                </c:pt>
                <c:pt idx="1909">
                  <c:v>17656</c:v>
                </c:pt>
                <c:pt idx="1910">
                  <c:v>17705</c:v>
                </c:pt>
                <c:pt idx="1911">
                  <c:v>17605</c:v>
                </c:pt>
                <c:pt idx="1912">
                  <c:v>17654</c:v>
                </c:pt>
                <c:pt idx="1913">
                  <c:v>17709</c:v>
                </c:pt>
                <c:pt idx="1914">
                  <c:v>17743</c:v>
                </c:pt>
                <c:pt idx="1915">
                  <c:v>17789</c:v>
                </c:pt>
                <c:pt idx="1916">
                  <c:v>17874</c:v>
                </c:pt>
                <c:pt idx="1917" formatCode="General">
                  <c:v>17874</c:v>
                </c:pt>
                <c:pt idx="1918" formatCode="General">
                  <c:v>17838</c:v>
                </c:pt>
                <c:pt idx="1919" formatCode="General">
                  <c:v>17950</c:v>
                </c:pt>
                <c:pt idx="1920" formatCode="General">
                  <c:v>18033</c:v>
                </c:pt>
                <c:pt idx="1921" formatCode="General">
                  <c:v>18020</c:v>
                </c:pt>
                <c:pt idx="1922" formatCode="General">
                  <c:v>18178</c:v>
                </c:pt>
                <c:pt idx="1923" formatCode="General">
                  <c:v>18060</c:v>
                </c:pt>
                <c:pt idx="1924" formatCode="General">
                  <c:v>17953</c:v>
                </c:pt>
                <c:pt idx="1925" formatCode="General">
                  <c:v>17993</c:v>
                </c:pt>
                <c:pt idx="1926" formatCode="General">
                  <c:v>17870</c:v>
                </c:pt>
                <c:pt idx="1927" formatCode="General">
                  <c:v>17703</c:v>
                </c:pt>
                <c:pt idx="1928" formatCode="General">
                  <c:v>17738</c:v>
                </c:pt>
                <c:pt idx="1929">
                  <c:v>17710</c:v>
                </c:pt>
                <c:pt idx="1930">
                  <c:v>17790</c:v>
                </c:pt>
                <c:pt idx="1931">
                  <c:v>17832</c:v>
                </c:pt>
                <c:pt idx="1932">
                  <c:v>17845</c:v>
                </c:pt>
                <c:pt idx="1933">
                  <c:v>17943</c:v>
                </c:pt>
                <c:pt idx="1934">
                  <c:v>17925</c:v>
                </c:pt>
                <c:pt idx="1935">
                  <c:v>17918</c:v>
                </c:pt>
                <c:pt idx="1936">
                  <c:v>17848</c:v>
                </c:pt>
                <c:pt idx="1937">
                  <c:v>17882</c:v>
                </c:pt>
                <c:pt idx="1938">
                  <c:v>17948</c:v>
                </c:pt>
                <c:pt idx="1939">
                  <c:v>17994</c:v>
                </c:pt>
                <c:pt idx="1940">
                  <c:v>17954</c:v>
                </c:pt>
                <c:pt idx="1941">
                  <c:v>17995</c:v>
                </c:pt>
                <c:pt idx="1942">
                  <c:v>17982</c:v>
                </c:pt>
                <c:pt idx="1943">
                  <c:v>17999</c:v>
                </c:pt>
                <c:pt idx="1944">
                  <c:v>18084</c:v>
                </c:pt>
                <c:pt idx="1945">
                  <c:v>18055</c:v>
                </c:pt>
                <c:pt idx="1946">
                  <c:v>18105</c:v>
                </c:pt>
                <c:pt idx="1947">
                  <c:v>18092</c:v>
                </c:pt>
                <c:pt idx="1948">
                  <c:v>18067</c:v>
                </c:pt>
                <c:pt idx="1949">
                  <c:v>17985</c:v>
                </c:pt>
                <c:pt idx="1950">
                  <c:v>17895</c:v>
                </c:pt>
                <c:pt idx="1951">
                  <c:v>17942</c:v>
                </c:pt>
                <c:pt idx="1952">
                  <c:v>17883</c:v>
                </c:pt>
                <c:pt idx="1953">
                  <c:v>17880</c:v>
                </c:pt>
                <c:pt idx="1954">
                  <c:v>17915</c:v>
                </c:pt>
                <c:pt idx="1955">
                  <c:v>17943</c:v>
                </c:pt>
                <c:pt idx="1956">
                  <c:v>18005</c:v>
                </c:pt>
                <c:pt idx="1957">
                  <c:v>18067</c:v>
                </c:pt>
                <c:pt idx="1958">
                  <c:v>18055</c:v>
                </c:pt>
                <c:pt idx="1959">
                  <c:v>18085</c:v>
                </c:pt>
                <c:pt idx="1960">
                  <c:v>18000</c:v>
                </c:pt>
                <c:pt idx="1961">
                  <c:v>17990</c:v>
                </c:pt>
                <c:pt idx="1962">
                  <c:v>18023</c:v>
                </c:pt>
                <c:pt idx="1963">
                  <c:v>17930</c:v>
                </c:pt>
                <c:pt idx="1964">
                  <c:v>17918</c:v>
                </c:pt>
                <c:pt idx="1965">
                  <c:v>17890</c:v>
                </c:pt>
                <c:pt idx="1966">
                  <c:v>17762</c:v>
                </c:pt>
                <c:pt idx="1967">
                  <c:v>17840</c:v>
                </c:pt>
                <c:pt idx="1968">
                  <c:v>17875</c:v>
                </c:pt>
                <c:pt idx="1969">
                  <c:v>17870</c:v>
                </c:pt>
                <c:pt idx="1970">
                  <c:v>17825</c:v>
                </c:pt>
                <c:pt idx="1971">
                  <c:v>17857</c:v>
                </c:pt>
                <c:pt idx="1972">
                  <c:v>17833</c:v>
                </c:pt>
                <c:pt idx="1973">
                  <c:v>17746</c:v>
                </c:pt>
                <c:pt idx="1974">
                  <c:v>17693</c:v>
                </c:pt>
                <c:pt idx="1975">
                  <c:v>17712</c:v>
                </c:pt>
                <c:pt idx="1976">
                  <c:v>17712</c:v>
                </c:pt>
                <c:pt idx="1977">
                  <c:v>17726</c:v>
                </c:pt>
                <c:pt idx="1978">
                  <c:v>17692</c:v>
                </c:pt>
                <c:pt idx="1979">
                  <c:v>17720</c:v>
                </c:pt>
                <c:pt idx="1980">
                  <c:v>17726</c:v>
                </c:pt>
                <c:pt idx="1981">
                  <c:v>17760</c:v>
                </c:pt>
                <c:pt idx="1982">
                  <c:v>17660</c:v>
                </c:pt>
                <c:pt idx="1983">
                  <c:v>17637</c:v>
                </c:pt>
                <c:pt idx="1984">
                  <c:v>17640</c:v>
                </c:pt>
                <c:pt idx="1985">
                  <c:v>17630</c:v>
                </c:pt>
                <c:pt idx="1986">
                  <c:v>17513</c:v>
                </c:pt>
                <c:pt idx="1987">
                  <c:v>17539</c:v>
                </c:pt>
                <c:pt idx="1988">
                  <c:v>17600</c:v>
                </c:pt>
                <c:pt idx="1989">
                  <c:v>17648</c:v>
                </c:pt>
                <c:pt idx="1990">
                  <c:v>17691</c:v>
                </c:pt>
                <c:pt idx="1991">
                  <c:v>17693</c:v>
                </c:pt>
                <c:pt idx="1992">
                  <c:v>17747</c:v>
                </c:pt>
                <c:pt idx="1993">
                  <c:v>17742</c:v>
                </c:pt>
                <c:pt idx="1994">
                  <c:v>17838</c:v>
                </c:pt>
                <c:pt idx="1995">
                  <c:v>17872</c:v>
                </c:pt>
                <c:pt idx="1996">
                  <c:v>17800</c:v>
                </c:pt>
                <c:pt idx="1997">
                  <c:v>17901</c:v>
                </c:pt>
                <c:pt idx="1998">
                  <c:v>17893</c:v>
                </c:pt>
                <c:pt idx="1999">
                  <c:v>17975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E58-415E-89C3-1E905CB77368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Rata-Rata Bulanan</c:v>
                </c:pt>
              </c:strCache>
            </c:strRef>
          </c:tx>
          <c:spPr>
            <a:ln w="254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198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E58-415E-89C3-1E905CB77368}"/>
                </c:ext>
              </c:extLst>
            </c:dLbl>
            <c:dLbl>
              <c:idx val="1993"/>
              <c:layout>
                <c:manualLayout>
                  <c:x val="4.4476515786799195E-3"/>
                  <c:y val="9.3958122790689415E-3"/>
                </c:manualLayout>
              </c:layout>
              <c:spPr>
                <a:solidFill>
                  <a:srgbClr val="C0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E58-415E-89C3-1E905CB773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Sheet1!$A$2:$A$2001</c:f>
              <c:numCache>
                <c:formatCode>m/d/yyyy</c:formatCode>
                <c:ptCount val="2000"/>
                <c:pt idx="0">
                  <c:v>43466</c:v>
                </c:pt>
                <c:pt idx="1">
                  <c:v>43467</c:v>
                </c:pt>
                <c:pt idx="2">
                  <c:v>43468</c:v>
                </c:pt>
                <c:pt idx="3">
                  <c:v>43469</c:v>
                </c:pt>
                <c:pt idx="4">
                  <c:v>43472</c:v>
                </c:pt>
                <c:pt idx="5">
                  <c:v>43473</c:v>
                </c:pt>
                <c:pt idx="6">
                  <c:v>43474</c:v>
                </c:pt>
                <c:pt idx="7">
                  <c:v>43475</c:v>
                </c:pt>
                <c:pt idx="8">
                  <c:v>43476</c:v>
                </c:pt>
                <c:pt idx="9">
                  <c:v>43479</c:v>
                </c:pt>
                <c:pt idx="10">
                  <c:v>43480</c:v>
                </c:pt>
                <c:pt idx="11">
                  <c:v>43481</c:v>
                </c:pt>
                <c:pt idx="12">
                  <c:v>43482</c:v>
                </c:pt>
                <c:pt idx="13">
                  <c:v>43483</c:v>
                </c:pt>
                <c:pt idx="14">
                  <c:v>43486</c:v>
                </c:pt>
                <c:pt idx="15">
                  <c:v>43487</c:v>
                </c:pt>
                <c:pt idx="16">
                  <c:v>43488</c:v>
                </c:pt>
                <c:pt idx="17">
                  <c:v>43489</c:v>
                </c:pt>
                <c:pt idx="18">
                  <c:v>43490</c:v>
                </c:pt>
                <c:pt idx="19">
                  <c:v>43493</c:v>
                </c:pt>
                <c:pt idx="20">
                  <c:v>43494</c:v>
                </c:pt>
                <c:pt idx="21">
                  <c:v>43495</c:v>
                </c:pt>
                <c:pt idx="22">
                  <c:v>43496</c:v>
                </c:pt>
                <c:pt idx="23">
                  <c:v>43497</c:v>
                </c:pt>
                <c:pt idx="24">
                  <c:v>43500</c:v>
                </c:pt>
                <c:pt idx="25">
                  <c:v>43501</c:v>
                </c:pt>
                <c:pt idx="26">
                  <c:v>43502</c:v>
                </c:pt>
                <c:pt idx="27">
                  <c:v>43503</c:v>
                </c:pt>
                <c:pt idx="28">
                  <c:v>43504</c:v>
                </c:pt>
                <c:pt idx="29">
                  <c:v>43507</c:v>
                </c:pt>
                <c:pt idx="30">
                  <c:v>43508</c:v>
                </c:pt>
                <c:pt idx="31">
                  <c:v>43509</c:v>
                </c:pt>
                <c:pt idx="32">
                  <c:v>43510</c:v>
                </c:pt>
                <c:pt idx="33">
                  <c:v>43511</c:v>
                </c:pt>
                <c:pt idx="34">
                  <c:v>43514</c:v>
                </c:pt>
                <c:pt idx="35">
                  <c:v>43515</c:v>
                </c:pt>
                <c:pt idx="36">
                  <c:v>43516</c:v>
                </c:pt>
                <c:pt idx="37">
                  <c:v>43517</c:v>
                </c:pt>
                <c:pt idx="38">
                  <c:v>43518</c:v>
                </c:pt>
                <c:pt idx="39">
                  <c:v>43521</c:v>
                </c:pt>
                <c:pt idx="40">
                  <c:v>43522</c:v>
                </c:pt>
                <c:pt idx="41">
                  <c:v>43523</c:v>
                </c:pt>
                <c:pt idx="42">
                  <c:v>43524</c:v>
                </c:pt>
                <c:pt idx="43">
                  <c:v>43525</c:v>
                </c:pt>
                <c:pt idx="44">
                  <c:v>43528</c:v>
                </c:pt>
                <c:pt idx="45">
                  <c:v>43529</c:v>
                </c:pt>
                <c:pt idx="46">
                  <c:v>43530</c:v>
                </c:pt>
                <c:pt idx="47">
                  <c:v>43531</c:v>
                </c:pt>
                <c:pt idx="48">
                  <c:v>43532</c:v>
                </c:pt>
                <c:pt idx="49">
                  <c:v>43535</c:v>
                </c:pt>
                <c:pt idx="50">
                  <c:v>43536</c:v>
                </c:pt>
                <c:pt idx="51">
                  <c:v>43537</c:v>
                </c:pt>
                <c:pt idx="52">
                  <c:v>43538</c:v>
                </c:pt>
                <c:pt idx="53">
                  <c:v>43539</c:v>
                </c:pt>
                <c:pt idx="54">
                  <c:v>43542</c:v>
                </c:pt>
                <c:pt idx="55">
                  <c:v>43543</c:v>
                </c:pt>
                <c:pt idx="56">
                  <c:v>43544</c:v>
                </c:pt>
                <c:pt idx="57">
                  <c:v>43545</c:v>
                </c:pt>
                <c:pt idx="58">
                  <c:v>43546</c:v>
                </c:pt>
                <c:pt idx="59">
                  <c:v>43549</c:v>
                </c:pt>
                <c:pt idx="60">
                  <c:v>43550</c:v>
                </c:pt>
                <c:pt idx="61">
                  <c:v>43551</c:v>
                </c:pt>
                <c:pt idx="62">
                  <c:v>43552</c:v>
                </c:pt>
                <c:pt idx="63">
                  <c:v>43553</c:v>
                </c:pt>
                <c:pt idx="64">
                  <c:v>43556</c:v>
                </c:pt>
                <c:pt idx="65">
                  <c:v>43557</c:v>
                </c:pt>
                <c:pt idx="66">
                  <c:v>43558</c:v>
                </c:pt>
                <c:pt idx="67">
                  <c:v>43559</c:v>
                </c:pt>
                <c:pt idx="68">
                  <c:v>43560</c:v>
                </c:pt>
                <c:pt idx="69">
                  <c:v>43563</c:v>
                </c:pt>
                <c:pt idx="70">
                  <c:v>43564</c:v>
                </c:pt>
                <c:pt idx="71">
                  <c:v>43565</c:v>
                </c:pt>
                <c:pt idx="72">
                  <c:v>43566</c:v>
                </c:pt>
                <c:pt idx="73">
                  <c:v>43567</c:v>
                </c:pt>
                <c:pt idx="74">
                  <c:v>43570</c:v>
                </c:pt>
                <c:pt idx="75">
                  <c:v>43571</c:v>
                </c:pt>
                <c:pt idx="76">
                  <c:v>43572</c:v>
                </c:pt>
                <c:pt idx="77">
                  <c:v>43573</c:v>
                </c:pt>
                <c:pt idx="78">
                  <c:v>43574</c:v>
                </c:pt>
                <c:pt idx="79">
                  <c:v>43577</c:v>
                </c:pt>
                <c:pt idx="80">
                  <c:v>43578</c:v>
                </c:pt>
                <c:pt idx="81">
                  <c:v>43579</c:v>
                </c:pt>
                <c:pt idx="82">
                  <c:v>43580</c:v>
                </c:pt>
                <c:pt idx="83">
                  <c:v>43581</c:v>
                </c:pt>
                <c:pt idx="84">
                  <c:v>43584</c:v>
                </c:pt>
                <c:pt idx="85">
                  <c:v>43585</c:v>
                </c:pt>
                <c:pt idx="86">
                  <c:v>43586</c:v>
                </c:pt>
                <c:pt idx="87">
                  <c:v>43587</c:v>
                </c:pt>
                <c:pt idx="88">
                  <c:v>43588</c:v>
                </c:pt>
                <c:pt idx="89">
                  <c:v>43591</c:v>
                </c:pt>
                <c:pt idx="90">
                  <c:v>43592</c:v>
                </c:pt>
                <c:pt idx="91">
                  <c:v>43593</c:v>
                </c:pt>
                <c:pt idx="92">
                  <c:v>43594</c:v>
                </c:pt>
                <c:pt idx="93">
                  <c:v>43595</c:v>
                </c:pt>
                <c:pt idx="94">
                  <c:v>43598</c:v>
                </c:pt>
                <c:pt idx="95">
                  <c:v>43599</c:v>
                </c:pt>
                <c:pt idx="96">
                  <c:v>43600</c:v>
                </c:pt>
                <c:pt idx="97">
                  <c:v>43601</c:v>
                </c:pt>
                <c:pt idx="98">
                  <c:v>43602</c:v>
                </c:pt>
                <c:pt idx="99">
                  <c:v>43605</c:v>
                </c:pt>
                <c:pt idx="100">
                  <c:v>43606</c:v>
                </c:pt>
                <c:pt idx="101">
                  <c:v>43607</c:v>
                </c:pt>
                <c:pt idx="102">
                  <c:v>43608</c:v>
                </c:pt>
                <c:pt idx="103">
                  <c:v>43609</c:v>
                </c:pt>
                <c:pt idx="104">
                  <c:v>43612</c:v>
                </c:pt>
                <c:pt idx="105">
                  <c:v>43613</c:v>
                </c:pt>
                <c:pt idx="106">
                  <c:v>43614</c:v>
                </c:pt>
                <c:pt idx="107">
                  <c:v>43615</c:v>
                </c:pt>
                <c:pt idx="108">
                  <c:v>43616</c:v>
                </c:pt>
                <c:pt idx="109">
                  <c:v>43619</c:v>
                </c:pt>
                <c:pt idx="110">
                  <c:v>43620</c:v>
                </c:pt>
                <c:pt idx="111">
                  <c:v>43621</c:v>
                </c:pt>
                <c:pt idx="112">
                  <c:v>43622</c:v>
                </c:pt>
                <c:pt idx="113">
                  <c:v>43623</c:v>
                </c:pt>
                <c:pt idx="114">
                  <c:v>43626</c:v>
                </c:pt>
                <c:pt idx="115">
                  <c:v>43627</c:v>
                </c:pt>
                <c:pt idx="116">
                  <c:v>43628</c:v>
                </c:pt>
                <c:pt idx="117">
                  <c:v>43629</c:v>
                </c:pt>
                <c:pt idx="118">
                  <c:v>43630</c:v>
                </c:pt>
                <c:pt idx="119">
                  <c:v>43633</c:v>
                </c:pt>
                <c:pt idx="120">
                  <c:v>43634</c:v>
                </c:pt>
                <c:pt idx="121">
                  <c:v>43635</c:v>
                </c:pt>
                <c:pt idx="122">
                  <c:v>43636</c:v>
                </c:pt>
                <c:pt idx="123">
                  <c:v>43637</c:v>
                </c:pt>
                <c:pt idx="124">
                  <c:v>43640</c:v>
                </c:pt>
                <c:pt idx="125">
                  <c:v>43641</c:v>
                </c:pt>
                <c:pt idx="126">
                  <c:v>43642</c:v>
                </c:pt>
                <c:pt idx="127">
                  <c:v>43643</c:v>
                </c:pt>
                <c:pt idx="128">
                  <c:v>43644</c:v>
                </c:pt>
                <c:pt idx="129">
                  <c:v>43647</c:v>
                </c:pt>
                <c:pt idx="130">
                  <c:v>43648</c:v>
                </c:pt>
                <c:pt idx="131">
                  <c:v>43649</c:v>
                </c:pt>
                <c:pt idx="132">
                  <c:v>43650</c:v>
                </c:pt>
                <c:pt idx="133">
                  <c:v>43651</c:v>
                </c:pt>
                <c:pt idx="134">
                  <c:v>43654</c:v>
                </c:pt>
                <c:pt idx="135">
                  <c:v>43655</c:v>
                </c:pt>
                <c:pt idx="136">
                  <c:v>43656</c:v>
                </c:pt>
                <c:pt idx="137">
                  <c:v>43657</c:v>
                </c:pt>
                <c:pt idx="138">
                  <c:v>43658</c:v>
                </c:pt>
                <c:pt idx="139">
                  <c:v>43661</c:v>
                </c:pt>
                <c:pt idx="140">
                  <c:v>43662</c:v>
                </c:pt>
                <c:pt idx="141">
                  <c:v>43663</c:v>
                </c:pt>
                <c:pt idx="142">
                  <c:v>43664</c:v>
                </c:pt>
                <c:pt idx="143">
                  <c:v>43665</c:v>
                </c:pt>
                <c:pt idx="144">
                  <c:v>43668</c:v>
                </c:pt>
                <c:pt idx="145">
                  <c:v>43669</c:v>
                </c:pt>
                <c:pt idx="146">
                  <c:v>43670</c:v>
                </c:pt>
                <c:pt idx="147">
                  <c:v>43671</c:v>
                </c:pt>
                <c:pt idx="148">
                  <c:v>43672</c:v>
                </c:pt>
                <c:pt idx="149">
                  <c:v>43675</c:v>
                </c:pt>
                <c:pt idx="150">
                  <c:v>43676</c:v>
                </c:pt>
                <c:pt idx="151">
                  <c:v>43677</c:v>
                </c:pt>
                <c:pt idx="152">
                  <c:v>43678</c:v>
                </c:pt>
                <c:pt idx="153">
                  <c:v>43679</c:v>
                </c:pt>
                <c:pt idx="154">
                  <c:v>43682</c:v>
                </c:pt>
                <c:pt idx="155">
                  <c:v>43683</c:v>
                </c:pt>
                <c:pt idx="156">
                  <c:v>43684</c:v>
                </c:pt>
                <c:pt idx="157">
                  <c:v>43685</c:v>
                </c:pt>
                <c:pt idx="158">
                  <c:v>43686</c:v>
                </c:pt>
                <c:pt idx="159">
                  <c:v>43689</c:v>
                </c:pt>
                <c:pt idx="160">
                  <c:v>43690</c:v>
                </c:pt>
                <c:pt idx="161">
                  <c:v>43691</c:v>
                </c:pt>
                <c:pt idx="162">
                  <c:v>43692</c:v>
                </c:pt>
                <c:pt idx="163">
                  <c:v>43693</c:v>
                </c:pt>
                <c:pt idx="164">
                  <c:v>43696</c:v>
                </c:pt>
                <c:pt idx="165">
                  <c:v>43697</c:v>
                </c:pt>
                <c:pt idx="166">
                  <c:v>43698</c:v>
                </c:pt>
                <c:pt idx="167">
                  <c:v>43699</c:v>
                </c:pt>
                <c:pt idx="168">
                  <c:v>43700</c:v>
                </c:pt>
                <c:pt idx="169">
                  <c:v>43703</c:v>
                </c:pt>
                <c:pt idx="170">
                  <c:v>43704</c:v>
                </c:pt>
                <c:pt idx="171">
                  <c:v>43705</c:v>
                </c:pt>
                <c:pt idx="172">
                  <c:v>43706</c:v>
                </c:pt>
                <c:pt idx="173">
                  <c:v>43707</c:v>
                </c:pt>
                <c:pt idx="174">
                  <c:v>43710</c:v>
                </c:pt>
                <c:pt idx="175">
                  <c:v>43711</c:v>
                </c:pt>
                <c:pt idx="176">
                  <c:v>43712</c:v>
                </c:pt>
                <c:pt idx="177">
                  <c:v>43713</c:v>
                </c:pt>
                <c:pt idx="178">
                  <c:v>43714</c:v>
                </c:pt>
                <c:pt idx="179">
                  <c:v>43717</c:v>
                </c:pt>
                <c:pt idx="180">
                  <c:v>43718</c:v>
                </c:pt>
                <c:pt idx="181">
                  <c:v>43719</c:v>
                </c:pt>
                <c:pt idx="182">
                  <c:v>43720</c:v>
                </c:pt>
                <c:pt idx="183">
                  <c:v>43721</c:v>
                </c:pt>
                <c:pt idx="184">
                  <c:v>43724</c:v>
                </c:pt>
                <c:pt idx="185">
                  <c:v>43725</c:v>
                </c:pt>
                <c:pt idx="186">
                  <c:v>43726</c:v>
                </c:pt>
                <c:pt idx="187">
                  <c:v>43727</c:v>
                </c:pt>
                <c:pt idx="188">
                  <c:v>43728</c:v>
                </c:pt>
                <c:pt idx="189">
                  <c:v>43731</c:v>
                </c:pt>
                <c:pt idx="190">
                  <c:v>43732</c:v>
                </c:pt>
                <c:pt idx="191">
                  <c:v>43733</c:v>
                </c:pt>
                <c:pt idx="192">
                  <c:v>43734</c:v>
                </c:pt>
                <c:pt idx="193">
                  <c:v>43735</c:v>
                </c:pt>
                <c:pt idx="194">
                  <c:v>43738</c:v>
                </c:pt>
                <c:pt idx="195">
                  <c:v>43739</c:v>
                </c:pt>
                <c:pt idx="196">
                  <c:v>43740</c:v>
                </c:pt>
                <c:pt idx="197">
                  <c:v>43741</c:v>
                </c:pt>
                <c:pt idx="198">
                  <c:v>43742</c:v>
                </c:pt>
                <c:pt idx="199">
                  <c:v>43745</c:v>
                </c:pt>
                <c:pt idx="200">
                  <c:v>43746</c:v>
                </c:pt>
                <c:pt idx="201">
                  <c:v>43747</c:v>
                </c:pt>
                <c:pt idx="202">
                  <c:v>43748</c:v>
                </c:pt>
                <c:pt idx="203">
                  <c:v>43749</c:v>
                </c:pt>
                <c:pt idx="204">
                  <c:v>43752</c:v>
                </c:pt>
                <c:pt idx="205">
                  <c:v>43753</c:v>
                </c:pt>
                <c:pt idx="206">
                  <c:v>43754</c:v>
                </c:pt>
                <c:pt idx="207">
                  <c:v>43755</c:v>
                </c:pt>
                <c:pt idx="208">
                  <c:v>43756</c:v>
                </c:pt>
                <c:pt idx="209">
                  <c:v>43759</c:v>
                </c:pt>
                <c:pt idx="210">
                  <c:v>43760</c:v>
                </c:pt>
                <c:pt idx="211">
                  <c:v>43761</c:v>
                </c:pt>
                <c:pt idx="212">
                  <c:v>43762</c:v>
                </c:pt>
                <c:pt idx="213">
                  <c:v>43763</c:v>
                </c:pt>
                <c:pt idx="214">
                  <c:v>43766</c:v>
                </c:pt>
                <c:pt idx="215">
                  <c:v>43767</c:v>
                </c:pt>
                <c:pt idx="216">
                  <c:v>43768</c:v>
                </c:pt>
                <c:pt idx="217">
                  <c:v>43769</c:v>
                </c:pt>
                <c:pt idx="218">
                  <c:v>43770</c:v>
                </c:pt>
                <c:pt idx="219">
                  <c:v>43773</c:v>
                </c:pt>
                <c:pt idx="220">
                  <c:v>43774</c:v>
                </c:pt>
                <c:pt idx="221">
                  <c:v>43775</c:v>
                </c:pt>
                <c:pt idx="222">
                  <c:v>43776</c:v>
                </c:pt>
                <c:pt idx="223">
                  <c:v>43777</c:v>
                </c:pt>
                <c:pt idx="224">
                  <c:v>43780</c:v>
                </c:pt>
                <c:pt idx="225">
                  <c:v>43781</c:v>
                </c:pt>
                <c:pt idx="226">
                  <c:v>43782</c:v>
                </c:pt>
                <c:pt idx="227">
                  <c:v>43783</c:v>
                </c:pt>
                <c:pt idx="228">
                  <c:v>43784</c:v>
                </c:pt>
                <c:pt idx="229">
                  <c:v>43787</c:v>
                </c:pt>
                <c:pt idx="230">
                  <c:v>43788</c:v>
                </c:pt>
                <c:pt idx="231">
                  <c:v>43789</c:v>
                </c:pt>
                <c:pt idx="232">
                  <c:v>43790</c:v>
                </c:pt>
                <c:pt idx="233">
                  <c:v>43791</c:v>
                </c:pt>
                <c:pt idx="234">
                  <c:v>43794</c:v>
                </c:pt>
                <c:pt idx="235">
                  <c:v>43795</c:v>
                </c:pt>
                <c:pt idx="236">
                  <c:v>43796</c:v>
                </c:pt>
                <c:pt idx="237">
                  <c:v>43797</c:v>
                </c:pt>
                <c:pt idx="238">
                  <c:v>43798</c:v>
                </c:pt>
                <c:pt idx="239">
                  <c:v>43801</c:v>
                </c:pt>
                <c:pt idx="240">
                  <c:v>43802</c:v>
                </c:pt>
                <c:pt idx="241">
                  <c:v>43803</c:v>
                </c:pt>
                <c:pt idx="242">
                  <c:v>43804</c:v>
                </c:pt>
                <c:pt idx="243">
                  <c:v>43805</c:v>
                </c:pt>
                <c:pt idx="244">
                  <c:v>43808</c:v>
                </c:pt>
                <c:pt idx="245">
                  <c:v>43809</c:v>
                </c:pt>
                <c:pt idx="246">
                  <c:v>43810</c:v>
                </c:pt>
                <c:pt idx="247">
                  <c:v>43811</c:v>
                </c:pt>
                <c:pt idx="248">
                  <c:v>43812</c:v>
                </c:pt>
                <c:pt idx="249">
                  <c:v>43815</c:v>
                </c:pt>
                <c:pt idx="250">
                  <c:v>43816</c:v>
                </c:pt>
                <c:pt idx="251">
                  <c:v>43817</c:v>
                </c:pt>
                <c:pt idx="252">
                  <c:v>43818</c:v>
                </c:pt>
                <c:pt idx="253">
                  <c:v>43819</c:v>
                </c:pt>
                <c:pt idx="254">
                  <c:v>43822</c:v>
                </c:pt>
                <c:pt idx="255">
                  <c:v>43823</c:v>
                </c:pt>
                <c:pt idx="256">
                  <c:v>43824</c:v>
                </c:pt>
                <c:pt idx="257">
                  <c:v>43825</c:v>
                </c:pt>
                <c:pt idx="258">
                  <c:v>43826</c:v>
                </c:pt>
                <c:pt idx="259">
                  <c:v>43829</c:v>
                </c:pt>
                <c:pt idx="260">
                  <c:v>43830</c:v>
                </c:pt>
                <c:pt idx="261">
                  <c:v>43831</c:v>
                </c:pt>
                <c:pt idx="262">
                  <c:v>43832</c:v>
                </c:pt>
                <c:pt idx="263">
                  <c:v>43833</c:v>
                </c:pt>
                <c:pt idx="264">
                  <c:v>43836</c:v>
                </c:pt>
                <c:pt idx="265">
                  <c:v>43837</c:v>
                </c:pt>
                <c:pt idx="266">
                  <c:v>43838</c:v>
                </c:pt>
                <c:pt idx="267">
                  <c:v>43839</c:v>
                </c:pt>
                <c:pt idx="268">
                  <c:v>43840</c:v>
                </c:pt>
                <c:pt idx="269">
                  <c:v>43843</c:v>
                </c:pt>
                <c:pt idx="270">
                  <c:v>43844</c:v>
                </c:pt>
                <c:pt idx="271">
                  <c:v>43845</c:v>
                </c:pt>
                <c:pt idx="272">
                  <c:v>43846</c:v>
                </c:pt>
                <c:pt idx="273">
                  <c:v>43847</c:v>
                </c:pt>
                <c:pt idx="274">
                  <c:v>43850</c:v>
                </c:pt>
                <c:pt idx="275">
                  <c:v>43851</c:v>
                </c:pt>
                <c:pt idx="276">
                  <c:v>43852</c:v>
                </c:pt>
                <c:pt idx="277">
                  <c:v>43853</c:v>
                </c:pt>
                <c:pt idx="278">
                  <c:v>43854</c:v>
                </c:pt>
                <c:pt idx="279">
                  <c:v>43857</c:v>
                </c:pt>
                <c:pt idx="280">
                  <c:v>43858</c:v>
                </c:pt>
                <c:pt idx="281">
                  <c:v>43859</c:v>
                </c:pt>
                <c:pt idx="282">
                  <c:v>43860</c:v>
                </c:pt>
                <c:pt idx="283">
                  <c:v>43861</c:v>
                </c:pt>
                <c:pt idx="284">
                  <c:v>43864</c:v>
                </c:pt>
                <c:pt idx="285">
                  <c:v>43865</c:v>
                </c:pt>
                <c:pt idx="286">
                  <c:v>43866</c:v>
                </c:pt>
                <c:pt idx="287">
                  <c:v>43867</c:v>
                </c:pt>
                <c:pt idx="288">
                  <c:v>43868</c:v>
                </c:pt>
                <c:pt idx="289">
                  <c:v>43871</c:v>
                </c:pt>
                <c:pt idx="290">
                  <c:v>43872</c:v>
                </c:pt>
                <c:pt idx="291">
                  <c:v>43873</c:v>
                </c:pt>
                <c:pt idx="292">
                  <c:v>43874</c:v>
                </c:pt>
                <c:pt idx="293">
                  <c:v>43875</c:v>
                </c:pt>
                <c:pt idx="294">
                  <c:v>43878</c:v>
                </c:pt>
                <c:pt idx="295">
                  <c:v>43879</c:v>
                </c:pt>
                <c:pt idx="296">
                  <c:v>43880</c:v>
                </c:pt>
                <c:pt idx="297">
                  <c:v>43881</c:v>
                </c:pt>
                <c:pt idx="298">
                  <c:v>43882</c:v>
                </c:pt>
                <c:pt idx="299">
                  <c:v>43885</c:v>
                </c:pt>
                <c:pt idx="300">
                  <c:v>43886</c:v>
                </c:pt>
                <c:pt idx="301">
                  <c:v>43887</c:v>
                </c:pt>
                <c:pt idx="302">
                  <c:v>43888</c:v>
                </c:pt>
                <c:pt idx="303">
                  <c:v>43889</c:v>
                </c:pt>
                <c:pt idx="304">
                  <c:v>43892</c:v>
                </c:pt>
                <c:pt idx="305">
                  <c:v>43893</c:v>
                </c:pt>
                <c:pt idx="306">
                  <c:v>43894</c:v>
                </c:pt>
                <c:pt idx="307">
                  <c:v>43895</c:v>
                </c:pt>
                <c:pt idx="308">
                  <c:v>43896</c:v>
                </c:pt>
                <c:pt idx="309">
                  <c:v>43899</c:v>
                </c:pt>
                <c:pt idx="310">
                  <c:v>43900</c:v>
                </c:pt>
                <c:pt idx="311">
                  <c:v>43901</c:v>
                </c:pt>
                <c:pt idx="312">
                  <c:v>43902</c:v>
                </c:pt>
                <c:pt idx="313">
                  <c:v>43903</c:v>
                </c:pt>
                <c:pt idx="314">
                  <c:v>43906</c:v>
                </c:pt>
                <c:pt idx="315">
                  <c:v>43907</c:v>
                </c:pt>
                <c:pt idx="316">
                  <c:v>43908</c:v>
                </c:pt>
                <c:pt idx="317">
                  <c:v>43909</c:v>
                </c:pt>
                <c:pt idx="318">
                  <c:v>43910</c:v>
                </c:pt>
                <c:pt idx="319">
                  <c:v>43913</c:v>
                </c:pt>
                <c:pt idx="320">
                  <c:v>43914</c:v>
                </c:pt>
                <c:pt idx="321">
                  <c:v>43915</c:v>
                </c:pt>
                <c:pt idx="322">
                  <c:v>43916</c:v>
                </c:pt>
                <c:pt idx="323">
                  <c:v>43917</c:v>
                </c:pt>
                <c:pt idx="324">
                  <c:v>43920</c:v>
                </c:pt>
                <c:pt idx="325">
                  <c:v>43921</c:v>
                </c:pt>
                <c:pt idx="326">
                  <c:v>43922</c:v>
                </c:pt>
                <c:pt idx="327">
                  <c:v>43923</c:v>
                </c:pt>
                <c:pt idx="328">
                  <c:v>43924</c:v>
                </c:pt>
                <c:pt idx="329">
                  <c:v>43927</c:v>
                </c:pt>
                <c:pt idx="330">
                  <c:v>43928</c:v>
                </c:pt>
                <c:pt idx="331">
                  <c:v>43929</c:v>
                </c:pt>
                <c:pt idx="332">
                  <c:v>43930</c:v>
                </c:pt>
                <c:pt idx="333">
                  <c:v>43931</c:v>
                </c:pt>
                <c:pt idx="334">
                  <c:v>43934</c:v>
                </c:pt>
                <c:pt idx="335">
                  <c:v>43935</c:v>
                </c:pt>
                <c:pt idx="336">
                  <c:v>43936</c:v>
                </c:pt>
                <c:pt idx="337">
                  <c:v>43937</c:v>
                </c:pt>
                <c:pt idx="338">
                  <c:v>43938</c:v>
                </c:pt>
                <c:pt idx="339">
                  <c:v>43941</c:v>
                </c:pt>
                <c:pt idx="340">
                  <c:v>43942</c:v>
                </c:pt>
                <c:pt idx="341">
                  <c:v>43943</c:v>
                </c:pt>
                <c:pt idx="342">
                  <c:v>43944</c:v>
                </c:pt>
                <c:pt idx="343">
                  <c:v>43945</c:v>
                </c:pt>
                <c:pt idx="344">
                  <c:v>43948</c:v>
                </c:pt>
                <c:pt idx="345">
                  <c:v>43949</c:v>
                </c:pt>
                <c:pt idx="346">
                  <c:v>43950</c:v>
                </c:pt>
                <c:pt idx="347">
                  <c:v>43951</c:v>
                </c:pt>
                <c:pt idx="348">
                  <c:v>43952</c:v>
                </c:pt>
                <c:pt idx="349">
                  <c:v>43955</c:v>
                </c:pt>
                <c:pt idx="350">
                  <c:v>43956</c:v>
                </c:pt>
                <c:pt idx="351">
                  <c:v>43957</c:v>
                </c:pt>
                <c:pt idx="352">
                  <c:v>43958</c:v>
                </c:pt>
                <c:pt idx="353">
                  <c:v>43959</c:v>
                </c:pt>
                <c:pt idx="354">
                  <c:v>43962</c:v>
                </c:pt>
                <c:pt idx="355">
                  <c:v>43963</c:v>
                </c:pt>
                <c:pt idx="356">
                  <c:v>43964</c:v>
                </c:pt>
                <c:pt idx="357">
                  <c:v>43965</c:v>
                </c:pt>
                <c:pt idx="358">
                  <c:v>43966</c:v>
                </c:pt>
                <c:pt idx="359">
                  <c:v>43969</c:v>
                </c:pt>
                <c:pt idx="360">
                  <c:v>43970</c:v>
                </c:pt>
                <c:pt idx="361">
                  <c:v>43971</c:v>
                </c:pt>
                <c:pt idx="362">
                  <c:v>43972</c:v>
                </c:pt>
                <c:pt idx="363">
                  <c:v>43973</c:v>
                </c:pt>
                <c:pt idx="364">
                  <c:v>43976</c:v>
                </c:pt>
                <c:pt idx="365">
                  <c:v>43977</c:v>
                </c:pt>
                <c:pt idx="366">
                  <c:v>43978</c:v>
                </c:pt>
                <c:pt idx="367">
                  <c:v>43979</c:v>
                </c:pt>
                <c:pt idx="368">
                  <c:v>43980</c:v>
                </c:pt>
                <c:pt idx="369">
                  <c:v>43983</c:v>
                </c:pt>
                <c:pt idx="370">
                  <c:v>43984</c:v>
                </c:pt>
                <c:pt idx="371">
                  <c:v>43985</c:v>
                </c:pt>
                <c:pt idx="372">
                  <c:v>43986</c:v>
                </c:pt>
                <c:pt idx="373">
                  <c:v>43987</c:v>
                </c:pt>
                <c:pt idx="374">
                  <c:v>43990</c:v>
                </c:pt>
                <c:pt idx="375">
                  <c:v>43991</c:v>
                </c:pt>
                <c:pt idx="376">
                  <c:v>43992</c:v>
                </c:pt>
                <c:pt idx="377">
                  <c:v>43993</c:v>
                </c:pt>
                <c:pt idx="378">
                  <c:v>43994</c:v>
                </c:pt>
                <c:pt idx="379">
                  <c:v>43997</c:v>
                </c:pt>
                <c:pt idx="380">
                  <c:v>43998</c:v>
                </c:pt>
                <c:pt idx="381">
                  <c:v>43999</c:v>
                </c:pt>
                <c:pt idx="382">
                  <c:v>44000</c:v>
                </c:pt>
                <c:pt idx="383">
                  <c:v>44001</c:v>
                </c:pt>
                <c:pt idx="384">
                  <c:v>44004</c:v>
                </c:pt>
                <c:pt idx="385">
                  <c:v>44005</c:v>
                </c:pt>
                <c:pt idx="386">
                  <c:v>44006</c:v>
                </c:pt>
                <c:pt idx="387">
                  <c:v>44007</c:v>
                </c:pt>
                <c:pt idx="388">
                  <c:v>44008</c:v>
                </c:pt>
                <c:pt idx="389">
                  <c:v>44011</c:v>
                </c:pt>
                <c:pt idx="390">
                  <c:v>44012</c:v>
                </c:pt>
                <c:pt idx="391">
                  <c:v>44013</c:v>
                </c:pt>
                <c:pt idx="392">
                  <c:v>44014</c:v>
                </c:pt>
                <c:pt idx="393">
                  <c:v>44015</c:v>
                </c:pt>
                <c:pt idx="394">
                  <c:v>44018</c:v>
                </c:pt>
                <c:pt idx="395">
                  <c:v>44019</c:v>
                </c:pt>
                <c:pt idx="396">
                  <c:v>44020</c:v>
                </c:pt>
                <c:pt idx="397">
                  <c:v>44021</c:v>
                </c:pt>
                <c:pt idx="398">
                  <c:v>44022</c:v>
                </c:pt>
                <c:pt idx="399">
                  <c:v>44025</c:v>
                </c:pt>
                <c:pt idx="400">
                  <c:v>44026</c:v>
                </c:pt>
                <c:pt idx="401">
                  <c:v>44027</c:v>
                </c:pt>
                <c:pt idx="402">
                  <c:v>44028</c:v>
                </c:pt>
                <c:pt idx="403">
                  <c:v>44029</c:v>
                </c:pt>
                <c:pt idx="404">
                  <c:v>44032</c:v>
                </c:pt>
                <c:pt idx="405">
                  <c:v>44033</c:v>
                </c:pt>
                <c:pt idx="406">
                  <c:v>44034</c:v>
                </c:pt>
                <c:pt idx="407">
                  <c:v>44035</c:v>
                </c:pt>
                <c:pt idx="408">
                  <c:v>44036</c:v>
                </c:pt>
                <c:pt idx="409">
                  <c:v>44039</c:v>
                </c:pt>
                <c:pt idx="410">
                  <c:v>44040</c:v>
                </c:pt>
                <c:pt idx="411">
                  <c:v>44041</c:v>
                </c:pt>
                <c:pt idx="412">
                  <c:v>44042</c:v>
                </c:pt>
                <c:pt idx="413">
                  <c:v>44043</c:v>
                </c:pt>
                <c:pt idx="414">
                  <c:v>44046</c:v>
                </c:pt>
                <c:pt idx="415">
                  <c:v>44047</c:v>
                </c:pt>
                <c:pt idx="416">
                  <c:v>44048</c:v>
                </c:pt>
                <c:pt idx="417">
                  <c:v>44049</c:v>
                </c:pt>
                <c:pt idx="418">
                  <c:v>44050</c:v>
                </c:pt>
                <c:pt idx="419">
                  <c:v>44053</c:v>
                </c:pt>
                <c:pt idx="420">
                  <c:v>44054</c:v>
                </c:pt>
                <c:pt idx="421">
                  <c:v>44055</c:v>
                </c:pt>
                <c:pt idx="422">
                  <c:v>44056</c:v>
                </c:pt>
                <c:pt idx="423">
                  <c:v>44057</c:v>
                </c:pt>
                <c:pt idx="424">
                  <c:v>44060</c:v>
                </c:pt>
                <c:pt idx="425">
                  <c:v>44061</c:v>
                </c:pt>
                <c:pt idx="426">
                  <c:v>44062</c:v>
                </c:pt>
                <c:pt idx="427">
                  <c:v>44063</c:v>
                </c:pt>
                <c:pt idx="428">
                  <c:v>44064</c:v>
                </c:pt>
                <c:pt idx="429">
                  <c:v>44067</c:v>
                </c:pt>
                <c:pt idx="430">
                  <c:v>44068</c:v>
                </c:pt>
                <c:pt idx="431">
                  <c:v>44069</c:v>
                </c:pt>
                <c:pt idx="432">
                  <c:v>44070</c:v>
                </c:pt>
                <c:pt idx="433">
                  <c:v>44071</c:v>
                </c:pt>
                <c:pt idx="434">
                  <c:v>44074</c:v>
                </c:pt>
                <c:pt idx="435">
                  <c:v>44075</c:v>
                </c:pt>
                <c:pt idx="436">
                  <c:v>44076</c:v>
                </c:pt>
                <c:pt idx="437">
                  <c:v>44077</c:v>
                </c:pt>
                <c:pt idx="438">
                  <c:v>44078</c:v>
                </c:pt>
                <c:pt idx="439">
                  <c:v>44081</c:v>
                </c:pt>
                <c:pt idx="440">
                  <c:v>44082</c:v>
                </c:pt>
                <c:pt idx="441">
                  <c:v>44083</c:v>
                </c:pt>
                <c:pt idx="442">
                  <c:v>44084</c:v>
                </c:pt>
                <c:pt idx="443">
                  <c:v>44085</c:v>
                </c:pt>
                <c:pt idx="444">
                  <c:v>44088</c:v>
                </c:pt>
                <c:pt idx="445">
                  <c:v>44089</c:v>
                </c:pt>
                <c:pt idx="446">
                  <c:v>44090</c:v>
                </c:pt>
                <c:pt idx="447">
                  <c:v>44091</c:v>
                </c:pt>
                <c:pt idx="448">
                  <c:v>44092</c:v>
                </c:pt>
                <c:pt idx="449">
                  <c:v>44095</c:v>
                </c:pt>
                <c:pt idx="450">
                  <c:v>44096</c:v>
                </c:pt>
                <c:pt idx="451">
                  <c:v>44097</c:v>
                </c:pt>
                <c:pt idx="452">
                  <c:v>44098</c:v>
                </c:pt>
                <c:pt idx="453">
                  <c:v>44099</c:v>
                </c:pt>
                <c:pt idx="454">
                  <c:v>44102</c:v>
                </c:pt>
                <c:pt idx="455">
                  <c:v>44103</c:v>
                </c:pt>
                <c:pt idx="456">
                  <c:v>44104</c:v>
                </c:pt>
                <c:pt idx="457">
                  <c:v>44105</c:v>
                </c:pt>
                <c:pt idx="458">
                  <c:v>44106</c:v>
                </c:pt>
                <c:pt idx="459">
                  <c:v>44109</c:v>
                </c:pt>
                <c:pt idx="460">
                  <c:v>44110</c:v>
                </c:pt>
                <c:pt idx="461">
                  <c:v>44111</c:v>
                </c:pt>
                <c:pt idx="462">
                  <c:v>44112</c:v>
                </c:pt>
                <c:pt idx="463">
                  <c:v>44113</c:v>
                </c:pt>
                <c:pt idx="464">
                  <c:v>44116</c:v>
                </c:pt>
                <c:pt idx="465">
                  <c:v>44117</c:v>
                </c:pt>
                <c:pt idx="466">
                  <c:v>44118</c:v>
                </c:pt>
                <c:pt idx="467">
                  <c:v>44119</c:v>
                </c:pt>
                <c:pt idx="468">
                  <c:v>44120</c:v>
                </c:pt>
                <c:pt idx="469">
                  <c:v>44123</c:v>
                </c:pt>
                <c:pt idx="470">
                  <c:v>44124</c:v>
                </c:pt>
                <c:pt idx="471">
                  <c:v>44125</c:v>
                </c:pt>
                <c:pt idx="472">
                  <c:v>44126</c:v>
                </c:pt>
                <c:pt idx="473">
                  <c:v>44127</c:v>
                </c:pt>
                <c:pt idx="474">
                  <c:v>44130</c:v>
                </c:pt>
                <c:pt idx="475">
                  <c:v>44131</c:v>
                </c:pt>
                <c:pt idx="476">
                  <c:v>44132</c:v>
                </c:pt>
                <c:pt idx="477">
                  <c:v>44133</c:v>
                </c:pt>
                <c:pt idx="478">
                  <c:v>44134</c:v>
                </c:pt>
                <c:pt idx="479">
                  <c:v>44137</c:v>
                </c:pt>
                <c:pt idx="480">
                  <c:v>44138</c:v>
                </c:pt>
                <c:pt idx="481">
                  <c:v>44139</c:v>
                </c:pt>
                <c:pt idx="482">
                  <c:v>44140</c:v>
                </c:pt>
                <c:pt idx="483">
                  <c:v>44141</c:v>
                </c:pt>
                <c:pt idx="484">
                  <c:v>44144</c:v>
                </c:pt>
                <c:pt idx="485">
                  <c:v>44145</c:v>
                </c:pt>
                <c:pt idx="486">
                  <c:v>44146</c:v>
                </c:pt>
                <c:pt idx="487">
                  <c:v>44147</c:v>
                </c:pt>
                <c:pt idx="488">
                  <c:v>44148</c:v>
                </c:pt>
                <c:pt idx="489">
                  <c:v>44151</c:v>
                </c:pt>
                <c:pt idx="490">
                  <c:v>44152</c:v>
                </c:pt>
                <c:pt idx="491">
                  <c:v>44153</c:v>
                </c:pt>
                <c:pt idx="492">
                  <c:v>44154</c:v>
                </c:pt>
                <c:pt idx="493">
                  <c:v>44155</c:v>
                </c:pt>
                <c:pt idx="494">
                  <c:v>44158</c:v>
                </c:pt>
                <c:pt idx="495">
                  <c:v>44159</c:v>
                </c:pt>
                <c:pt idx="496">
                  <c:v>44160</c:v>
                </c:pt>
                <c:pt idx="497">
                  <c:v>44161</c:v>
                </c:pt>
                <c:pt idx="498">
                  <c:v>44162</c:v>
                </c:pt>
                <c:pt idx="499">
                  <c:v>44165</c:v>
                </c:pt>
                <c:pt idx="500">
                  <c:v>44166</c:v>
                </c:pt>
                <c:pt idx="501">
                  <c:v>44167</c:v>
                </c:pt>
                <c:pt idx="502">
                  <c:v>44168</c:v>
                </c:pt>
                <c:pt idx="503">
                  <c:v>44169</c:v>
                </c:pt>
                <c:pt idx="504">
                  <c:v>44172</c:v>
                </c:pt>
                <c:pt idx="505">
                  <c:v>44173</c:v>
                </c:pt>
                <c:pt idx="506">
                  <c:v>44174</c:v>
                </c:pt>
                <c:pt idx="507">
                  <c:v>44175</c:v>
                </c:pt>
                <c:pt idx="508">
                  <c:v>44176</c:v>
                </c:pt>
                <c:pt idx="509">
                  <c:v>44179</c:v>
                </c:pt>
                <c:pt idx="510">
                  <c:v>44180</c:v>
                </c:pt>
                <c:pt idx="511">
                  <c:v>44181</c:v>
                </c:pt>
                <c:pt idx="512">
                  <c:v>44182</c:v>
                </c:pt>
                <c:pt idx="513">
                  <c:v>44183</c:v>
                </c:pt>
                <c:pt idx="514">
                  <c:v>44186</c:v>
                </c:pt>
                <c:pt idx="515">
                  <c:v>44187</c:v>
                </c:pt>
                <c:pt idx="516">
                  <c:v>44188</c:v>
                </c:pt>
                <c:pt idx="517">
                  <c:v>44189</c:v>
                </c:pt>
                <c:pt idx="518">
                  <c:v>44190</c:v>
                </c:pt>
                <c:pt idx="519">
                  <c:v>44193</c:v>
                </c:pt>
                <c:pt idx="520">
                  <c:v>44194</c:v>
                </c:pt>
                <c:pt idx="521">
                  <c:v>44195</c:v>
                </c:pt>
                <c:pt idx="522">
                  <c:v>44196</c:v>
                </c:pt>
                <c:pt idx="523">
                  <c:v>44197</c:v>
                </c:pt>
                <c:pt idx="524">
                  <c:v>44200</c:v>
                </c:pt>
                <c:pt idx="525">
                  <c:v>44201</c:v>
                </c:pt>
                <c:pt idx="526">
                  <c:v>44202</c:v>
                </c:pt>
                <c:pt idx="527">
                  <c:v>44203</c:v>
                </c:pt>
                <c:pt idx="528">
                  <c:v>44204</c:v>
                </c:pt>
                <c:pt idx="529">
                  <c:v>44207</c:v>
                </c:pt>
                <c:pt idx="530">
                  <c:v>44208</c:v>
                </c:pt>
                <c:pt idx="531">
                  <c:v>44209</c:v>
                </c:pt>
                <c:pt idx="532">
                  <c:v>44210</c:v>
                </c:pt>
                <c:pt idx="533">
                  <c:v>44211</c:v>
                </c:pt>
                <c:pt idx="534">
                  <c:v>44214</c:v>
                </c:pt>
                <c:pt idx="535">
                  <c:v>44215</c:v>
                </c:pt>
                <c:pt idx="536">
                  <c:v>44216</c:v>
                </c:pt>
                <c:pt idx="537">
                  <c:v>44217</c:v>
                </c:pt>
                <c:pt idx="538">
                  <c:v>44218</c:v>
                </c:pt>
                <c:pt idx="539">
                  <c:v>44221</c:v>
                </c:pt>
                <c:pt idx="540">
                  <c:v>44222</c:v>
                </c:pt>
                <c:pt idx="541">
                  <c:v>44223</c:v>
                </c:pt>
                <c:pt idx="542">
                  <c:v>44224</c:v>
                </c:pt>
                <c:pt idx="543">
                  <c:v>44225</c:v>
                </c:pt>
                <c:pt idx="544">
                  <c:v>44228</c:v>
                </c:pt>
                <c:pt idx="545">
                  <c:v>44229</c:v>
                </c:pt>
                <c:pt idx="546">
                  <c:v>44230</c:v>
                </c:pt>
                <c:pt idx="547">
                  <c:v>44231</c:v>
                </c:pt>
                <c:pt idx="548">
                  <c:v>44232</c:v>
                </c:pt>
                <c:pt idx="549">
                  <c:v>44235</c:v>
                </c:pt>
                <c:pt idx="550">
                  <c:v>44236</c:v>
                </c:pt>
                <c:pt idx="551">
                  <c:v>44237</c:v>
                </c:pt>
                <c:pt idx="552">
                  <c:v>44238</c:v>
                </c:pt>
                <c:pt idx="553">
                  <c:v>44239</c:v>
                </c:pt>
                <c:pt idx="554">
                  <c:v>44242</c:v>
                </c:pt>
                <c:pt idx="555">
                  <c:v>44243</c:v>
                </c:pt>
                <c:pt idx="556">
                  <c:v>44244</c:v>
                </c:pt>
                <c:pt idx="557">
                  <c:v>44245</c:v>
                </c:pt>
                <c:pt idx="558">
                  <c:v>44246</c:v>
                </c:pt>
                <c:pt idx="559">
                  <c:v>44249</c:v>
                </c:pt>
                <c:pt idx="560">
                  <c:v>44250</c:v>
                </c:pt>
                <c:pt idx="561">
                  <c:v>44251</c:v>
                </c:pt>
                <c:pt idx="562">
                  <c:v>44252</c:v>
                </c:pt>
                <c:pt idx="563">
                  <c:v>44253</c:v>
                </c:pt>
                <c:pt idx="564">
                  <c:v>44256</c:v>
                </c:pt>
                <c:pt idx="565">
                  <c:v>44257</c:v>
                </c:pt>
                <c:pt idx="566">
                  <c:v>44258</c:v>
                </c:pt>
                <c:pt idx="567">
                  <c:v>44259</c:v>
                </c:pt>
                <c:pt idx="568">
                  <c:v>44260</c:v>
                </c:pt>
                <c:pt idx="569">
                  <c:v>44263</c:v>
                </c:pt>
                <c:pt idx="570">
                  <c:v>44264</c:v>
                </c:pt>
                <c:pt idx="571">
                  <c:v>44265</c:v>
                </c:pt>
                <c:pt idx="572">
                  <c:v>44266</c:v>
                </c:pt>
                <c:pt idx="573">
                  <c:v>44267</c:v>
                </c:pt>
                <c:pt idx="574">
                  <c:v>44270</c:v>
                </c:pt>
                <c:pt idx="575">
                  <c:v>44271</c:v>
                </c:pt>
                <c:pt idx="576">
                  <c:v>44272</c:v>
                </c:pt>
                <c:pt idx="577">
                  <c:v>44273</c:v>
                </c:pt>
                <c:pt idx="578">
                  <c:v>44274</c:v>
                </c:pt>
                <c:pt idx="579">
                  <c:v>44277</c:v>
                </c:pt>
                <c:pt idx="580">
                  <c:v>44278</c:v>
                </c:pt>
                <c:pt idx="581">
                  <c:v>44279</c:v>
                </c:pt>
                <c:pt idx="582">
                  <c:v>44280</c:v>
                </c:pt>
                <c:pt idx="583">
                  <c:v>44281</c:v>
                </c:pt>
                <c:pt idx="584">
                  <c:v>44284</c:v>
                </c:pt>
                <c:pt idx="585">
                  <c:v>44285</c:v>
                </c:pt>
                <c:pt idx="586">
                  <c:v>44286</c:v>
                </c:pt>
                <c:pt idx="587">
                  <c:v>44287</c:v>
                </c:pt>
                <c:pt idx="588">
                  <c:v>44288</c:v>
                </c:pt>
                <c:pt idx="589">
                  <c:v>44291</c:v>
                </c:pt>
                <c:pt idx="590">
                  <c:v>44292</c:v>
                </c:pt>
                <c:pt idx="591">
                  <c:v>44293</c:v>
                </c:pt>
                <c:pt idx="592">
                  <c:v>44294</c:v>
                </c:pt>
                <c:pt idx="593">
                  <c:v>44295</c:v>
                </c:pt>
                <c:pt idx="594">
                  <c:v>44298</c:v>
                </c:pt>
                <c:pt idx="595">
                  <c:v>44299</c:v>
                </c:pt>
                <c:pt idx="596">
                  <c:v>44300</c:v>
                </c:pt>
                <c:pt idx="597">
                  <c:v>44301</c:v>
                </c:pt>
                <c:pt idx="598">
                  <c:v>44302</c:v>
                </c:pt>
                <c:pt idx="599">
                  <c:v>44305</c:v>
                </c:pt>
                <c:pt idx="600">
                  <c:v>44306</c:v>
                </c:pt>
                <c:pt idx="601">
                  <c:v>44307</c:v>
                </c:pt>
                <c:pt idx="602">
                  <c:v>44308</c:v>
                </c:pt>
                <c:pt idx="603">
                  <c:v>44309</c:v>
                </c:pt>
                <c:pt idx="604">
                  <c:v>44312</c:v>
                </c:pt>
                <c:pt idx="605">
                  <c:v>44313</c:v>
                </c:pt>
                <c:pt idx="606">
                  <c:v>44314</c:v>
                </c:pt>
                <c:pt idx="607">
                  <c:v>44315</c:v>
                </c:pt>
                <c:pt idx="608">
                  <c:v>44316</c:v>
                </c:pt>
                <c:pt idx="609">
                  <c:v>44319</c:v>
                </c:pt>
                <c:pt idx="610">
                  <c:v>44320</c:v>
                </c:pt>
                <c:pt idx="611">
                  <c:v>44321</c:v>
                </c:pt>
                <c:pt idx="612">
                  <c:v>44322</c:v>
                </c:pt>
                <c:pt idx="613">
                  <c:v>44323</c:v>
                </c:pt>
                <c:pt idx="614">
                  <c:v>44326</c:v>
                </c:pt>
                <c:pt idx="615">
                  <c:v>44327</c:v>
                </c:pt>
                <c:pt idx="616">
                  <c:v>44328</c:v>
                </c:pt>
                <c:pt idx="617">
                  <c:v>44329</c:v>
                </c:pt>
                <c:pt idx="618">
                  <c:v>44330</c:v>
                </c:pt>
                <c:pt idx="619">
                  <c:v>44333</c:v>
                </c:pt>
                <c:pt idx="620">
                  <c:v>44334</c:v>
                </c:pt>
                <c:pt idx="621">
                  <c:v>44335</c:v>
                </c:pt>
                <c:pt idx="622">
                  <c:v>44336</c:v>
                </c:pt>
                <c:pt idx="623">
                  <c:v>44337</c:v>
                </c:pt>
                <c:pt idx="624">
                  <c:v>44340</c:v>
                </c:pt>
                <c:pt idx="625">
                  <c:v>44341</c:v>
                </c:pt>
                <c:pt idx="626">
                  <c:v>44342</c:v>
                </c:pt>
                <c:pt idx="627">
                  <c:v>44343</c:v>
                </c:pt>
                <c:pt idx="628">
                  <c:v>44344</c:v>
                </c:pt>
                <c:pt idx="629">
                  <c:v>44347</c:v>
                </c:pt>
                <c:pt idx="630">
                  <c:v>44348</c:v>
                </c:pt>
                <c:pt idx="631">
                  <c:v>44349</c:v>
                </c:pt>
                <c:pt idx="632">
                  <c:v>44350</c:v>
                </c:pt>
                <c:pt idx="633">
                  <c:v>44351</c:v>
                </c:pt>
                <c:pt idx="634">
                  <c:v>44354</c:v>
                </c:pt>
                <c:pt idx="635">
                  <c:v>44355</c:v>
                </c:pt>
                <c:pt idx="636">
                  <c:v>44356</c:v>
                </c:pt>
                <c:pt idx="637">
                  <c:v>44357</c:v>
                </c:pt>
                <c:pt idx="638">
                  <c:v>44358</c:v>
                </c:pt>
                <c:pt idx="639">
                  <c:v>44361</c:v>
                </c:pt>
                <c:pt idx="640">
                  <c:v>44362</c:v>
                </c:pt>
                <c:pt idx="641">
                  <c:v>44363</c:v>
                </c:pt>
                <c:pt idx="642">
                  <c:v>44364</c:v>
                </c:pt>
                <c:pt idx="643">
                  <c:v>44365</c:v>
                </c:pt>
                <c:pt idx="644">
                  <c:v>44368</c:v>
                </c:pt>
                <c:pt idx="645">
                  <c:v>44369</c:v>
                </c:pt>
                <c:pt idx="646">
                  <c:v>44370</c:v>
                </c:pt>
                <c:pt idx="647">
                  <c:v>44371</c:v>
                </c:pt>
                <c:pt idx="648">
                  <c:v>44372</c:v>
                </c:pt>
                <c:pt idx="649">
                  <c:v>44375</c:v>
                </c:pt>
                <c:pt idx="650">
                  <c:v>44376</c:v>
                </c:pt>
                <c:pt idx="651">
                  <c:v>44377</c:v>
                </c:pt>
                <c:pt idx="652">
                  <c:v>44378</c:v>
                </c:pt>
                <c:pt idx="653">
                  <c:v>44379</c:v>
                </c:pt>
                <c:pt idx="654">
                  <c:v>44382</c:v>
                </c:pt>
                <c:pt idx="655">
                  <c:v>44383</c:v>
                </c:pt>
                <c:pt idx="656">
                  <c:v>44384</c:v>
                </c:pt>
                <c:pt idx="657">
                  <c:v>44385</c:v>
                </c:pt>
                <c:pt idx="658">
                  <c:v>44386</c:v>
                </c:pt>
                <c:pt idx="659">
                  <c:v>44389</c:v>
                </c:pt>
                <c:pt idx="660">
                  <c:v>44390</c:v>
                </c:pt>
                <c:pt idx="661">
                  <c:v>44391</c:v>
                </c:pt>
                <c:pt idx="662">
                  <c:v>44392</c:v>
                </c:pt>
                <c:pt idx="663">
                  <c:v>44393</c:v>
                </c:pt>
                <c:pt idx="664">
                  <c:v>44396</c:v>
                </c:pt>
                <c:pt idx="665">
                  <c:v>44397</c:v>
                </c:pt>
                <c:pt idx="666">
                  <c:v>44398</c:v>
                </c:pt>
                <c:pt idx="667">
                  <c:v>44399</c:v>
                </c:pt>
                <c:pt idx="668">
                  <c:v>44400</c:v>
                </c:pt>
                <c:pt idx="669">
                  <c:v>44403</c:v>
                </c:pt>
                <c:pt idx="670">
                  <c:v>44404</c:v>
                </c:pt>
                <c:pt idx="671">
                  <c:v>44405</c:v>
                </c:pt>
                <c:pt idx="672">
                  <c:v>44406</c:v>
                </c:pt>
                <c:pt idx="673">
                  <c:v>44407</c:v>
                </c:pt>
                <c:pt idx="674">
                  <c:v>44410</c:v>
                </c:pt>
                <c:pt idx="675">
                  <c:v>44411</c:v>
                </c:pt>
                <c:pt idx="676">
                  <c:v>44412</c:v>
                </c:pt>
                <c:pt idx="677">
                  <c:v>44413</c:v>
                </c:pt>
                <c:pt idx="678">
                  <c:v>44414</c:v>
                </c:pt>
                <c:pt idx="679">
                  <c:v>44417</c:v>
                </c:pt>
                <c:pt idx="680">
                  <c:v>44418</c:v>
                </c:pt>
                <c:pt idx="681">
                  <c:v>44419</c:v>
                </c:pt>
                <c:pt idx="682">
                  <c:v>44420</c:v>
                </c:pt>
                <c:pt idx="683">
                  <c:v>44421</c:v>
                </c:pt>
                <c:pt idx="684">
                  <c:v>44424</c:v>
                </c:pt>
                <c:pt idx="685">
                  <c:v>44425</c:v>
                </c:pt>
                <c:pt idx="686">
                  <c:v>44426</c:v>
                </c:pt>
                <c:pt idx="687">
                  <c:v>44427</c:v>
                </c:pt>
                <c:pt idx="688">
                  <c:v>44428</c:v>
                </c:pt>
                <c:pt idx="689">
                  <c:v>44431</c:v>
                </c:pt>
                <c:pt idx="690">
                  <c:v>44432</c:v>
                </c:pt>
                <c:pt idx="691">
                  <c:v>44433</c:v>
                </c:pt>
                <c:pt idx="692">
                  <c:v>44434</c:v>
                </c:pt>
                <c:pt idx="693">
                  <c:v>44435</c:v>
                </c:pt>
                <c:pt idx="694">
                  <c:v>44438</c:v>
                </c:pt>
                <c:pt idx="695">
                  <c:v>44439</c:v>
                </c:pt>
                <c:pt idx="696">
                  <c:v>44440</c:v>
                </c:pt>
                <c:pt idx="697">
                  <c:v>44441</c:v>
                </c:pt>
                <c:pt idx="698">
                  <c:v>44442</c:v>
                </c:pt>
                <c:pt idx="699">
                  <c:v>44445</c:v>
                </c:pt>
                <c:pt idx="700">
                  <c:v>44446</c:v>
                </c:pt>
                <c:pt idx="701">
                  <c:v>44447</c:v>
                </c:pt>
                <c:pt idx="702">
                  <c:v>44448</c:v>
                </c:pt>
                <c:pt idx="703">
                  <c:v>44449</c:v>
                </c:pt>
                <c:pt idx="704">
                  <c:v>44452</c:v>
                </c:pt>
                <c:pt idx="705">
                  <c:v>44453</c:v>
                </c:pt>
                <c:pt idx="706">
                  <c:v>44454</c:v>
                </c:pt>
                <c:pt idx="707">
                  <c:v>44455</c:v>
                </c:pt>
                <c:pt idx="708">
                  <c:v>44456</c:v>
                </c:pt>
                <c:pt idx="709">
                  <c:v>44459</c:v>
                </c:pt>
                <c:pt idx="710">
                  <c:v>44460</c:v>
                </c:pt>
                <c:pt idx="711">
                  <c:v>44461</c:v>
                </c:pt>
                <c:pt idx="712">
                  <c:v>44462</c:v>
                </c:pt>
                <c:pt idx="713">
                  <c:v>44463</c:v>
                </c:pt>
                <c:pt idx="714">
                  <c:v>44466</c:v>
                </c:pt>
                <c:pt idx="715">
                  <c:v>44467</c:v>
                </c:pt>
                <c:pt idx="716">
                  <c:v>44468</c:v>
                </c:pt>
                <c:pt idx="717">
                  <c:v>44469</c:v>
                </c:pt>
                <c:pt idx="718">
                  <c:v>44470</c:v>
                </c:pt>
                <c:pt idx="719">
                  <c:v>44473</c:v>
                </c:pt>
                <c:pt idx="720">
                  <c:v>44474</c:v>
                </c:pt>
                <c:pt idx="721">
                  <c:v>44475</c:v>
                </c:pt>
                <c:pt idx="722">
                  <c:v>44476</c:v>
                </c:pt>
                <c:pt idx="723">
                  <c:v>44477</c:v>
                </c:pt>
                <c:pt idx="724">
                  <c:v>44480</c:v>
                </c:pt>
                <c:pt idx="725">
                  <c:v>44481</c:v>
                </c:pt>
                <c:pt idx="726">
                  <c:v>44482</c:v>
                </c:pt>
                <c:pt idx="727">
                  <c:v>44483</c:v>
                </c:pt>
                <c:pt idx="728">
                  <c:v>44484</c:v>
                </c:pt>
                <c:pt idx="729">
                  <c:v>44487</c:v>
                </c:pt>
                <c:pt idx="730">
                  <c:v>44488</c:v>
                </c:pt>
                <c:pt idx="731">
                  <c:v>44489</c:v>
                </c:pt>
                <c:pt idx="732">
                  <c:v>44490</c:v>
                </c:pt>
                <c:pt idx="733">
                  <c:v>44491</c:v>
                </c:pt>
                <c:pt idx="734">
                  <c:v>44494</c:v>
                </c:pt>
                <c:pt idx="735">
                  <c:v>44495</c:v>
                </c:pt>
                <c:pt idx="736">
                  <c:v>44496</c:v>
                </c:pt>
                <c:pt idx="737">
                  <c:v>44497</c:v>
                </c:pt>
                <c:pt idx="738">
                  <c:v>44498</c:v>
                </c:pt>
                <c:pt idx="739">
                  <c:v>44501</c:v>
                </c:pt>
                <c:pt idx="740">
                  <c:v>44502</c:v>
                </c:pt>
                <c:pt idx="741">
                  <c:v>44503</c:v>
                </c:pt>
                <c:pt idx="742">
                  <c:v>44504</c:v>
                </c:pt>
                <c:pt idx="743">
                  <c:v>44505</c:v>
                </c:pt>
                <c:pt idx="744">
                  <c:v>44508</c:v>
                </c:pt>
                <c:pt idx="745">
                  <c:v>44509</c:v>
                </c:pt>
                <c:pt idx="746">
                  <c:v>44510</c:v>
                </c:pt>
                <c:pt idx="747">
                  <c:v>44511</c:v>
                </c:pt>
                <c:pt idx="748">
                  <c:v>44512</c:v>
                </c:pt>
                <c:pt idx="749">
                  <c:v>44515</c:v>
                </c:pt>
                <c:pt idx="750">
                  <c:v>44516</c:v>
                </c:pt>
                <c:pt idx="751">
                  <c:v>44517</c:v>
                </c:pt>
                <c:pt idx="752">
                  <c:v>44518</c:v>
                </c:pt>
                <c:pt idx="753">
                  <c:v>44519</c:v>
                </c:pt>
                <c:pt idx="754">
                  <c:v>44522</c:v>
                </c:pt>
                <c:pt idx="755">
                  <c:v>44523</c:v>
                </c:pt>
                <c:pt idx="756">
                  <c:v>44524</c:v>
                </c:pt>
                <c:pt idx="757">
                  <c:v>44525</c:v>
                </c:pt>
                <c:pt idx="758">
                  <c:v>44526</c:v>
                </c:pt>
                <c:pt idx="759">
                  <c:v>44529</c:v>
                </c:pt>
                <c:pt idx="760">
                  <c:v>44530</c:v>
                </c:pt>
                <c:pt idx="761">
                  <c:v>44531</c:v>
                </c:pt>
                <c:pt idx="762">
                  <c:v>44532</c:v>
                </c:pt>
                <c:pt idx="763">
                  <c:v>44533</c:v>
                </c:pt>
                <c:pt idx="764">
                  <c:v>44536</c:v>
                </c:pt>
                <c:pt idx="765">
                  <c:v>44537</c:v>
                </c:pt>
                <c:pt idx="766">
                  <c:v>44538</c:v>
                </c:pt>
                <c:pt idx="767">
                  <c:v>44539</c:v>
                </c:pt>
                <c:pt idx="768">
                  <c:v>44540</c:v>
                </c:pt>
                <c:pt idx="769">
                  <c:v>44543</c:v>
                </c:pt>
                <c:pt idx="770">
                  <c:v>44544</c:v>
                </c:pt>
                <c:pt idx="771">
                  <c:v>44545</c:v>
                </c:pt>
                <c:pt idx="772">
                  <c:v>44546</c:v>
                </c:pt>
                <c:pt idx="773">
                  <c:v>44547</c:v>
                </c:pt>
                <c:pt idx="774">
                  <c:v>44550</c:v>
                </c:pt>
                <c:pt idx="775">
                  <c:v>44551</c:v>
                </c:pt>
                <c:pt idx="776">
                  <c:v>44552</c:v>
                </c:pt>
                <c:pt idx="777">
                  <c:v>44553</c:v>
                </c:pt>
                <c:pt idx="778">
                  <c:v>44554</c:v>
                </c:pt>
                <c:pt idx="779">
                  <c:v>44557</c:v>
                </c:pt>
                <c:pt idx="780">
                  <c:v>44558</c:v>
                </c:pt>
                <c:pt idx="781">
                  <c:v>44559</c:v>
                </c:pt>
                <c:pt idx="782">
                  <c:v>44560</c:v>
                </c:pt>
                <c:pt idx="783">
                  <c:v>44561</c:v>
                </c:pt>
                <c:pt idx="784">
                  <c:v>44564</c:v>
                </c:pt>
                <c:pt idx="785">
                  <c:v>44565</c:v>
                </c:pt>
                <c:pt idx="786">
                  <c:v>44566</c:v>
                </c:pt>
                <c:pt idx="787">
                  <c:v>44567</c:v>
                </c:pt>
                <c:pt idx="788">
                  <c:v>44568</c:v>
                </c:pt>
                <c:pt idx="789">
                  <c:v>44571</c:v>
                </c:pt>
                <c:pt idx="790">
                  <c:v>44572</c:v>
                </c:pt>
                <c:pt idx="791">
                  <c:v>44573</c:v>
                </c:pt>
                <c:pt idx="792">
                  <c:v>44574</c:v>
                </c:pt>
                <c:pt idx="793">
                  <c:v>44575</c:v>
                </c:pt>
                <c:pt idx="794">
                  <c:v>44578</c:v>
                </c:pt>
                <c:pt idx="795">
                  <c:v>44579</c:v>
                </c:pt>
                <c:pt idx="796">
                  <c:v>44580</c:v>
                </c:pt>
                <c:pt idx="797">
                  <c:v>44581</c:v>
                </c:pt>
                <c:pt idx="798">
                  <c:v>44582</c:v>
                </c:pt>
                <c:pt idx="799">
                  <c:v>44585</c:v>
                </c:pt>
                <c:pt idx="800">
                  <c:v>44586</c:v>
                </c:pt>
                <c:pt idx="801">
                  <c:v>44587</c:v>
                </c:pt>
                <c:pt idx="802">
                  <c:v>44588</c:v>
                </c:pt>
                <c:pt idx="803">
                  <c:v>44589</c:v>
                </c:pt>
                <c:pt idx="804">
                  <c:v>44592</c:v>
                </c:pt>
                <c:pt idx="805">
                  <c:v>44593</c:v>
                </c:pt>
                <c:pt idx="806">
                  <c:v>44594</c:v>
                </c:pt>
                <c:pt idx="807">
                  <c:v>44595</c:v>
                </c:pt>
                <c:pt idx="808">
                  <c:v>44596</c:v>
                </c:pt>
                <c:pt idx="809">
                  <c:v>44599</c:v>
                </c:pt>
                <c:pt idx="810">
                  <c:v>44600</c:v>
                </c:pt>
                <c:pt idx="811">
                  <c:v>44601</c:v>
                </c:pt>
                <c:pt idx="812">
                  <c:v>44602</c:v>
                </c:pt>
                <c:pt idx="813">
                  <c:v>44603</c:v>
                </c:pt>
                <c:pt idx="814">
                  <c:v>44606</c:v>
                </c:pt>
                <c:pt idx="815">
                  <c:v>44607</c:v>
                </c:pt>
                <c:pt idx="816">
                  <c:v>44608</c:v>
                </c:pt>
                <c:pt idx="817">
                  <c:v>44609</c:v>
                </c:pt>
                <c:pt idx="818">
                  <c:v>44610</c:v>
                </c:pt>
                <c:pt idx="819">
                  <c:v>44613</c:v>
                </c:pt>
                <c:pt idx="820">
                  <c:v>44614</c:v>
                </c:pt>
                <c:pt idx="821">
                  <c:v>44615</c:v>
                </c:pt>
                <c:pt idx="822">
                  <c:v>44616</c:v>
                </c:pt>
                <c:pt idx="823">
                  <c:v>44617</c:v>
                </c:pt>
                <c:pt idx="824">
                  <c:v>44620</c:v>
                </c:pt>
                <c:pt idx="825">
                  <c:v>44621</c:v>
                </c:pt>
                <c:pt idx="826">
                  <c:v>44622</c:v>
                </c:pt>
                <c:pt idx="827">
                  <c:v>44623</c:v>
                </c:pt>
                <c:pt idx="828">
                  <c:v>44624</c:v>
                </c:pt>
                <c:pt idx="829">
                  <c:v>44627</c:v>
                </c:pt>
                <c:pt idx="830">
                  <c:v>44628</c:v>
                </c:pt>
                <c:pt idx="831">
                  <c:v>44629</c:v>
                </c:pt>
                <c:pt idx="832">
                  <c:v>44630</c:v>
                </c:pt>
                <c:pt idx="833">
                  <c:v>44631</c:v>
                </c:pt>
                <c:pt idx="834">
                  <c:v>44634</c:v>
                </c:pt>
                <c:pt idx="835">
                  <c:v>44635</c:v>
                </c:pt>
                <c:pt idx="836">
                  <c:v>44636</c:v>
                </c:pt>
                <c:pt idx="837">
                  <c:v>44637</c:v>
                </c:pt>
                <c:pt idx="838">
                  <c:v>44638</c:v>
                </c:pt>
                <c:pt idx="839">
                  <c:v>44641</c:v>
                </c:pt>
                <c:pt idx="840">
                  <c:v>44642</c:v>
                </c:pt>
                <c:pt idx="841">
                  <c:v>44643</c:v>
                </c:pt>
                <c:pt idx="842">
                  <c:v>44644</c:v>
                </c:pt>
                <c:pt idx="843">
                  <c:v>44645</c:v>
                </c:pt>
                <c:pt idx="844">
                  <c:v>44648</c:v>
                </c:pt>
                <c:pt idx="845">
                  <c:v>44649</c:v>
                </c:pt>
                <c:pt idx="846">
                  <c:v>44650</c:v>
                </c:pt>
                <c:pt idx="847">
                  <c:v>44651</c:v>
                </c:pt>
                <c:pt idx="848">
                  <c:v>44652</c:v>
                </c:pt>
                <c:pt idx="849">
                  <c:v>44655</c:v>
                </c:pt>
                <c:pt idx="850">
                  <c:v>44656</c:v>
                </c:pt>
                <c:pt idx="851">
                  <c:v>44657</c:v>
                </c:pt>
                <c:pt idx="852">
                  <c:v>44658</c:v>
                </c:pt>
                <c:pt idx="853">
                  <c:v>44659</c:v>
                </c:pt>
                <c:pt idx="854">
                  <c:v>44662</c:v>
                </c:pt>
                <c:pt idx="855">
                  <c:v>44663</c:v>
                </c:pt>
                <c:pt idx="856">
                  <c:v>44664</c:v>
                </c:pt>
                <c:pt idx="857">
                  <c:v>44665</c:v>
                </c:pt>
                <c:pt idx="858">
                  <c:v>44666</c:v>
                </c:pt>
                <c:pt idx="859">
                  <c:v>44669</c:v>
                </c:pt>
                <c:pt idx="860">
                  <c:v>44670</c:v>
                </c:pt>
                <c:pt idx="861">
                  <c:v>44671</c:v>
                </c:pt>
                <c:pt idx="862">
                  <c:v>44672</c:v>
                </c:pt>
                <c:pt idx="863">
                  <c:v>44673</c:v>
                </c:pt>
                <c:pt idx="864">
                  <c:v>44676</c:v>
                </c:pt>
                <c:pt idx="865">
                  <c:v>44677</c:v>
                </c:pt>
                <c:pt idx="866">
                  <c:v>44678</c:v>
                </c:pt>
                <c:pt idx="867">
                  <c:v>44679</c:v>
                </c:pt>
                <c:pt idx="868">
                  <c:v>44680</c:v>
                </c:pt>
                <c:pt idx="869">
                  <c:v>44683</c:v>
                </c:pt>
                <c:pt idx="870">
                  <c:v>44684</c:v>
                </c:pt>
                <c:pt idx="871">
                  <c:v>44685</c:v>
                </c:pt>
                <c:pt idx="872">
                  <c:v>44686</c:v>
                </c:pt>
                <c:pt idx="873">
                  <c:v>44687</c:v>
                </c:pt>
                <c:pt idx="874">
                  <c:v>44690</c:v>
                </c:pt>
                <c:pt idx="875">
                  <c:v>44691</c:v>
                </c:pt>
                <c:pt idx="876">
                  <c:v>44692</c:v>
                </c:pt>
                <c:pt idx="877">
                  <c:v>44693</c:v>
                </c:pt>
                <c:pt idx="878">
                  <c:v>44694</c:v>
                </c:pt>
                <c:pt idx="879">
                  <c:v>44697</c:v>
                </c:pt>
                <c:pt idx="880">
                  <c:v>44698</c:v>
                </c:pt>
                <c:pt idx="881">
                  <c:v>44699</c:v>
                </c:pt>
                <c:pt idx="882">
                  <c:v>44700</c:v>
                </c:pt>
                <c:pt idx="883">
                  <c:v>44701</c:v>
                </c:pt>
                <c:pt idx="884">
                  <c:v>44704</c:v>
                </c:pt>
                <c:pt idx="885">
                  <c:v>44705</c:v>
                </c:pt>
                <c:pt idx="886">
                  <c:v>44706</c:v>
                </c:pt>
                <c:pt idx="887">
                  <c:v>44707</c:v>
                </c:pt>
                <c:pt idx="888">
                  <c:v>44708</c:v>
                </c:pt>
                <c:pt idx="889">
                  <c:v>44711</c:v>
                </c:pt>
                <c:pt idx="890">
                  <c:v>44712</c:v>
                </c:pt>
                <c:pt idx="891">
                  <c:v>44713</c:v>
                </c:pt>
                <c:pt idx="892">
                  <c:v>44714</c:v>
                </c:pt>
                <c:pt idx="893">
                  <c:v>44715</c:v>
                </c:pt>
                <c:pt idx="894">
                  <c:v>44718</c:v>
                </c:pt>
                <c:pt idx="895">
                  <c:v>44719</c:v>
                </c:pt>
                <c:pt idx="896">
                  <c:v>44720</c:v>
                </c:pt>
                <c:pt idx="897">
                  <c:v>44721</c:v>
                </c:pt>
                <c:pt idx="898">
                  <c:v>44722</c:v>
                </c:pt>
                <c:pt idx="899">
                  <c:v>44725</c:v>
                </c:pt>
                <c:pt idx="900">
                  <c:v>44726</c:v>
                </c:pt>
                <c:pt idx="901">
                  <c:v>44727</c:v>
                </c:pt>
                <c:pt idx="902">
                  <c:v>44728</c:v>
                </c:pt>
                <c:pt idx="903">
                  <c:v>44729</c:v>
                </c:pt>
                <c:pt idx="904">
                  <c:v>44732</c:v>
                </c:pt>
                <c:pt idx="905">
                  <c:v>44733</c:v>
                </c:pt>
                <c:pt idx="906">
                  <c:v>44734</c:v>
                </c:pt>
                <c:pt idx="907">
                  <c:v>44735</c:v>
                </c:pt>
                <c:pt idx="908">
                  <c:v>44736</c:v>
                </c:pt>
                <c:pt idx="909">
                  <c:v>44739</c:v>
                </c:pt>
                <c:pt idx="910">
                  <c:v>44740</c:v>
                </c:pt>
                <c:pt idx="911">
                  <c:v>44741</c:v>
                </c:pt>
                <c:pt idx="912">
                  <c:v>44742</c:v>
                </c:pt>
                <c:pt idx="913">
                  <c:v>44743</c:v>
                </c:pt>
                <c:pt idx="914">
                  <c:v>44746</c:v>
                </c:pt>
                <c:pt idx="915">
                  <c:v>44747</c:v>
                </c:pt>
                <c:pt idx="916">
                  <c:v>44748</c:v>
                </c:pt>
                <c:pt idx="917">
                  <c:v>44749</c:v>
                </c:pt>
                <c:pt idx="918">
                  <c:v>44750</c:v>
                </c:pt>
                <c:pt idx="919">
                  <c:v>44753</c:v>
                </c:pt>
                <c:pt idx="920">
                  <c:v>44754</c:v>
                </c:pt>
                <c:pt idx="921">
                  <c:v>44755</c:v>
                </c:pt>
                <c:pt idx="922">
                  <c:v>44756</c:v>
                </c:pt>
                <c:pt idx="923">
                  <c:v>44757</c:v>
                </c:pt>
                <c:pt idx="924">
                  <c:v>44760</c:v>
                </c:pt>
                <c:pt idx="925">
                  <c:v>44761</c:v>
                </c:pt>
                <c:pt idx="926">
                  <c:v>44762</c:v>
                </c:pt>
                <c:pt idx="927">
                  <c:v>44763</c:v>
                </c:pt>
                <c:pt idx="928">
                  <c:v>44764</c:v>
                </c:pt>
                <c:pt idx="929">
                  <c:v>44767</c:v>
                </c:pt>
                <c:pt idx="930">
                  <c:v>44768</c:v>
                </c:pt>
                <c:pt idx="931">
                  <c:v>44769</c:v>
                </c:pt>
                <c:pt idx="932">
                  <c:v>44770</c:v>
                </c:pt>
                <c:pt idx="933">
                  <c:v>44771</c:v>
                </c:pt>
                <c:pt idx="934">
                  <c:v>44774</c:v>
                </c:pt>
                <c:pt idx="935">
                  <c:v>44775</c:v>
                </c:pt>
                <c:pt idx="936">
                  <c:v>44776</c:v>
                </c:pt>
                <c:pt idx="937">
                  <c:v>44777</c:v>
                </c:pt>
                <c:pt idx="938">
                  <c:v>44778</c:v>
                </c:pt>
                <c:pt idx="939">
                  <c:v>44781</c:v>
                </c:pt>
                <c:pt idx="940">
                  <c:v>44782</c:v>
                </c:pt>
                <c:pt idx="941">
                  <c:v>44783</c:v>
                </c:pt>
                <c:pt idx="942">
                  <c:v>44784</c:v>
                </c:pt>
                <c:pt idx="943">
                  <c:v>44785</c:v>
                </c:pt>
                <c:pt idx="944">
                  <c:v>44788</c:v>
                </c:pt>
                <c:pt idx="945">
                  <c:v>44789</c:v>
                </c:pt>
                <c:pt idx="946">
                  <c:v>44790</c:v>
                </c:pt>
                <c:pt idx="947">
                  <c:v>44791</c:v>
                </c:pt>
                <c:pt idx="948">
                  <c:v>44792</c:v>
                </c:pt>
                <c:pt idx="949">
                  <c:v>44795</c:v>
                </c:pt>
                <c:pt idx="950">
                  <c:v>44796</c:v>
                </c:pt>
                <c:pt idx="951">
                  <c:v>44797</c:v>
                </c:pt>
                <c:pt idx="952">
                  <c:v>44798</c:v>
                </c:pt>
                <c:pt idx="953">
                  <c:v>44799</c:v>
                </c:pt>
                <c:pt idx="954">
                  <c:v>44802</c:v>
                </c:pt>
                <c:pt idx="955">
                  <c:v>44803</c:v>
                </c:pt>
                <c:pt idx="956">
                  <c:v>44804</c:v>
                </c:pt>
                <c:pt idx="957">
                  <c:v>44805</c:v>
                </c:pt>
                <c:pt idx="958">
                  <c:v>44806</c:v>
                </c:pt>
                <c:pt idx="959">
                  <c:v>44809</c:v>
                </c:pt>
                <c:pt idx="960">
                  <c:v>44810</c:v>
                </c:pt>
                <c:pt idx="961">
                  <c:v>44811</c:v>
                </c:pt>
                <c:pt idx="962">
                  <c:v>44812</c:v>
                </c:pt>
                <c:pt idx="963">
                  <c:v>44813</c:v>
                </c:pt>
                <c:pt idx="964">
                  <c:v>44816</c:v>
                </c:pt>
                <c:pt idx="965">
                  <c:v>44817</c:v>
                </c:pt>
                <c:pt idx="966">
                  <c:v>44818</c:v>
                </c:pt>
                <c:pt idx="967">
                  <c:v>44819</c:v>
                </c:pt>
                <c:pt idx="968">
                  <c:v>44820</c:v>
                </c:pt>
                <c:pt idx="969">
                  <c:v>44823</c:v>
                </c:pt>
                <c:pt idx="970">
                  <c:v>44824</c:v>
                </c:pt>
                <c:pt idx="971">
                  <c:v>44825</c:v>
                </c:pt>
                <c:pt idx="972">
                  <c:v>44826</c:v>
                </c:pt>
                <c:pt idx="973">
                  <c:v>44827</c:v>
                </c:pt>
                <c:pt idx="974">
                  <c:v>44830</c:v>
                </c:pt>
                <c:pt idx="975">
                  <c:v>44831</c:v>
                </c:pt>
                <c:pt idx="976">
                  <c:v>44832</c:v>
                </c:pt>
                <c:pt idx="977">
                  <c:v>44833</c:v>
                </c:pt>
                <c:pt idx="978">
                  <c:v>44834</c:v>
                </c:pt>
                <c:pt idx="979">
                  <c:v>44837</c:v>
                </c:pt>
                <c:pt idx="980">
                  <c:v>44838</c:v>
                </c:pt>
                <c:pt idx="981">
                  <c:v>44839</c:v>
                </c:pt>
                <c:pt idx="982">
                  <c:v>44840</c:v>
                </c:pt>
                <c:pt idx="983">
                  <c:v>44841</c:v>
                </c:pt>
                <c:pt idx="984">
                  <c:v>44844</c:v>
                </c:pt>
                <c:pt idx="985">
                  <c:v>44845</c:v>
                </c:pt>
                <c:pt idx="986">
                  <c:v>44846</c:v>
                </c:pt>
                <c:pt idx="987">
                  <c:v>44847</c:v>
                </c:pt>
                <c:pt idx="988">
                  <c:v>44848</c:v>
                </c:pt>
                <c:pt idx="989">
                  <c:v>44851</c:v>
                </c:pt>
                <c:pt idx="990">
                  <c:v>44852</c:v>
                </c:pt>
                <c:pt idx="991">
                  <c:v>44853</c:v>
                </c:pt>
                <c:pt idx="992">
                  <c:v>44854</c:v>
                </c:pt>
                <c:pt idx="993">
                  <c:v>44855</c:v>
                </c:pt>
                <c:pt idx="994">
                  <c:v>44858</c:v>
                </c:pt>
                <c:pt idx="995">
                  <c:v>44859</c:v>
                </c:pt>
                <c:pt idx="996">
                  <c:v>44860</c:v>
                </c:pt>
                <c:pt idx="997">
                  <c:v>44861</c:v>
                </c:pt>
                <c:pt idx="998">
                  <c:v>44862</c:v>
                </c:pt>
                <c:pt idx="999">
                  <c:v>44865</c:v>
                </c:pt>
                <c:pt idx="1000">
                  <c:v>44866</c:v>
                </c:pt>
                <c:pt idx="1001">
                  <c:v>44867</c:v>
                </c:pt>
                <c:pt idx="1002">
                  <c:v>44868</c:v>
                </c:pt>
                <c:pt idx="1003">
                  <c:v>44869</c:v>
                </c:pt>
                <c:pt idx="1004">
                  <c:v>44872</c:v>
                </c:pt>
                <c:pt idx="1005">
                  <c:v>44873</c:v>
                </c:pt>
                <c:pt idx="1006">
                  <c:v>44874</c:v>
                </c:pt>
                <c:pt idx="1007">
                  <c:v>44875</c:v>
                </c:pt>
                <c:pt idx="1008">
                  <c:v>44876</c:v>
                </c:pt>
                <c:pt idx="1009">
                  <c:v>44879</c:v>
                </c:pt>
                <c:pt idx="1010">
                  <c:v>44880</c:v>
                </c:pt>
                <c:pt idx="1011">
                  <c:v>44881</c:v>
                </c:pt>
                <c:pt idx="1012">
                  <c:v>44882</c:v>
                </c:pt>
                <c:pt idx="1013">
                  <c:v>44883</c:v>
                </c:pt>
                <c:pt idx="1014">
                  <c:v>44886</c:v>
                </c:pt>
                <c:pt idx="1015">
                  <c:v>44887</c:v>
                </c:pt>
                <c:pt idx="1016">
                  <c:v>44888</c:v>
                </c:pt>
                <c:pt idx="1017">
                  <c:v>44889</c:v>
                </c:pt>
                <c:pt idx="1018">
                  <c:v>44890</c:v>
                </c:pt>
                <c:pt idx="1019">
                  <c:v>44893</c:v>
                </c:pt>
                <c:pt idx="1020">
                  <c:v>44894</c:v>
                </c:pt>
                <c:pt idx="1021">
                  <c:v>44895</c:v>
                </c:pt>
                <c:pt idx="1022">
                  <c:v>44896</c:v>
                </c:pt>
                <c:pt idx="1023">
                  <c:v>44897</c:v>
                </c:pt>
                <c:pt idx="1024">
                  <c:v>44900</c:v>
                </c:pt>
                <c:pt idx="1025">
                  <c:v>44901</c:v>
                </c:pt>
                <c:pt idx="1026">
                  <c:v>44902</c:v>
                </c:pt>
                <c:pt idx="1027">
                  <c:v>44903</c:v>
                </c:pt>
                <c:pt idx="1028">
                  <c:v>44904</c:v>
                </c:pt>
                <c:pt idx="1029">
                  <c:v>44907</c:v>
                </c:pt>
                <c:pt idx="1030">
                  <c:v>44908</c:v>
                </c:pt>
                <c:pt idx="1031">
                  <c:v>44909</c:v>
                </c:pt>
                <c:pt idx="1032">
                  <c:v>44910</c:v>
                </c:pt>
                <c:pt idx="1033">
                  <c:v>44911</c:v>
                </c:pt>
                <c:pt idx="1034">
                  <c:v>44914</c:v>
                </c:pt>
                <c:pt idx="1035">
                  <c:v>44915</c:v>
                </c:pt>
                <c:pt idx="1036">
                  <c:v>44916</c:v>
                </c:pt>
                <c:pt idx="1037">
                  <c:v>44917</c:v>
                </c:pt>
                <c:pt idx="1038">
                  <c:v>44918</c:v>
                </c:pt>
                <c:pt idx="1039">
                  <c:v>44921</c:v>
                </c:pt>
                <c:pt idx="1040">
                  <c:v>44922</c:v>
                </c:pt>
                <c:pt idx="1041">
                  <c:v>44923</c:v>
                </c:pt>
                <c:pt idx="1042">
                  <c:v>44924</c:v>
                </c:pt>
                <c:pt idx="1043">
                  <c:v>44925</c:v>
                </c:pt>
                <c:pt idx="1044">
                  <c:v>44928</c:v>
                </c:pt>
                <c:pt idx="1045">
                  <c:v>44929</c:v>
                </c:pt>
                <c:pt idx="1046">
                  <c:v>44930</c:v>
                </c:pt>
                <c:pt idx="1047">
                  <c:v>44931</c:v>
                </c:pt>
                <c:pt idx="1048">
                  <c:v>44932</c:v>
                </c:pt>
                <c:pt idx="1049">
                  <c:v>44935</c:v>
                </c:pt>
                <c:pt idx="1050">
                  <c:v>44936</c:v>
                </c:pt>
                <c:pt idx="1051">
                  <c:v>44937</c:v>
                </c:pt>
                <c:pt idx="1052">
                  <c:v>44938</c:v>
                </c:pt>
                <c:pt idx="1053">
                  <c:v>44939</c:v>
                </c:pt>
                <c:pt idx="1054">
                  <c:v>44942</c:v>
                </c:pt>
                <c:pt idx="1055">
                  <c:v>44943</c:v>
                </c:pt>
                <c:pt idx="1056">
                  <c:v>44944</c:v>
                </c:pt>
                <c:pt idx="1057">
                  <c:v>44945</c:v>
                </c:pt>
                <c:pt idx="1058">
                  <c:v>44946</c:v>
                </c:pt>
                <c:pt idx="1059">
                  <c:v>44949</c:v>
                </c:pt>
                <c:pt idx="1060">
                  <c:v>44950</c:v>
                </c:pt>
                <c:pt idx="1061">
                  <c:v>44951</c:v>
                </c:pt>
                <c:pt idx="1062">
                  <c:v>44952</c:v>
                </c:pt>
                <c:pt idx="1063">
                  <c:v>44953</c:v>
                </c:pt>
                <c:pt idx="1064">
                  <c:v>44956</c:v>
                </c:pt>
                <c:pt idx="1065">
                  <c:v>44957</c:v>
                </c:pt>
                <c:pt idx="1066">
                  <c:v>44958</c:v>
                </c:pt>
                <c:pt idx="1067">
                  <c:v>44959</c:v>
                </c:pt>
                <c:pt idx="1068">
                  <c:v>44960</c:v>
                </c:pt>
                <c:pt idx="1069">
                  <c:v>44963</c:v>
                </c:pt>
                <c:pt idx="1070">
                  <c:v>44964</c:v>
                </c:pt>
                <c:pt idx="1071">
                  <c:v>44965</c:v>
                </c:pt>
                <c:pt idx="1072">
                  <c:v>44966</c:v>
                </c:pt>
                <c:pt idx="1073">
                  <c:v>44967</c:v>
                </c:pt>
                <c:pt idx="1074">
                  <c:v>44970</c:v>
                </c:pt>
                <c:pt idx="1075">
                  <c:v>44971</c:v>
                </c:pt>
                <c:pt idx="1076">
                  <c:v>44972</c:v>
                </c:pt>
                <c:pt idx="1077">
                  <c:v>44973</c:v>
                </c:pt>
                <c:pt idx="1078">
                  <c:v>44974</c:v>
                </c:pt>
                <c:pt idx="1079">
                  <c:v>44977</c:v>
                </c:pt>
                <c:pt idx="1080">
                  <c:v>44978</c:v>
                </c:pt>
                <c:pt idx="1081">
                  <c:v>44979</c:v>
                </c:pt>
                <c:pt idx="1082">
                  <c:v>44980</c:v>
                </c:pt>
                <c:pt idx="1083">
                  <c:v>44981</c:v>
                </c:pt>
                <c:pt idx="1084">
                  <c:v>44984</c:v>
                </c:pt>
                <c:pt idx="1085">
                  <c:v>44985</c:v>
                </c:pt>
                <c:pt idx="1086">
                  <c:v>44986</c:v>
                </c:pt>
                <c:pt idx="1087">
                  <c:v>44987</c:v>
                </c:pt>
                <c:pt idx="1088">
                  <c:v>44988</c:v>
                </c:pt>
                <c:pt idx="1089">
                  <c:v>44991</c:v>
                </c:pt>
                <c:pt idx="1090">
                  <c:v>44992</c:v>
                </c:pt>
                <c:pt idx="1091">
                  <c:v>44993</c:v>
                </c:pt>
                <c:pt idx="1092">
                  <c:v>44994</c:v>
                </c:pt>
                <c:pt idx="1093">
                  <c:v>44995</c:v>
                </c:pt>
                <c:pt idx="1094">
                  <c:v>44998</c:v>
                </c:pt>
                <c:pt idx="1095">
                  <c:v>44999</c:v>
                </c:pt>
                <c:pt idx="1096">
                  <c:v>45000</c:v>
                </c:pt>
                <c:pt idx="1097">
                  <c:v>45001</c:v>
                </c:pt>
                <c:pt idx="1098">
                  <c:v>45002</c:v>
                </c:pt>
                <c:pt idx="1099">
                  <c:v>45005</c:v>
                </c:pt>
                <c:pt idx="1100">
                  <c:v>45006</c:v>
                </c:pt>
                <c:pt idx="1101">
                  <c:v>45007</c:v>
                </c:pt>
                <c:pt idx="1102">
                  <c:v>45008</c:v>
                </c:pt>
                <c:pt idx="1103">
                  <c:v>45009</c:v>
                </c:pt>
                <c:pt idx="1104">
                  <c:v>45012</c:v>
                </c:pt>
                <c:pt idx="1105">
                  <c:v>45013</c:v>
                </c:pt>
                <c:pt idx="1106">
                  <c:v>45014</c:v>
                </c:pt>
                <c:pt idx="1107">
                  <c:v>45015</c:v>
                </c:pt>
                <c:pt idx="1108">
                  <c:v>45016</c:v>
                </c:pt>
                <c:pt idx="1109">
                  <c:v>45019</c:v>
                </c:pt>
                <c:pt idx="1110">
                  <c:v>45020</c:v>
                </c:pt>
                <c:pt idx="1111">
                  <c:v>45021</c:v>
                </c:pt>
                <c:pt idx="1112">
                  <c:v>45022</c:v>
                </c:pt>
                <c:pt idx="1113">
                  <c:v>45023</c:v>
                </c:pt>
                <c:pt idx="1114">
                  <c:v>45026</c:v>
                </c:pt>
                <c:pt idx="1115">
                  <c:v>45027</c:v>
                </c:pt>
                <c:pt idx="1116">
                  <c:v>45028</c:v>
                </c:pt>
                <c:pt idx="1117">
                  <c:v>45029</c:v>
                </c:pt>
                <c:pt idx="1118">
                  <c:v>45030</c:v>
                </c:pt>
                <c:pt idx="1119">
                  <c:v>45033</c:v>
                </c:pt>
                <c:pt idx="1120">
                  <c:v>45034</c:v>
                </c:pt>
                <c:pt idx="1121">
                  <c:v>45035</c:v>
                </c:pt>
                <c:pt idx="1122">
                  <c:v>45036</c:v>
                </c:pt>
                <c:pt idx="1123">
                  <c:v>45037</c:v>
                </c:pt>
                <c:pt idx="1124">
                  <c:v>45040</c:v>
                </c:pt>
                <c:pt idx="1125">
                  <c:v>45041</c:v>
                </c:pt>
                <c:pt idx="1126">
                  <c:v>45042</c:v>
                </c:pt>
                <c:pt idx="1127">
                  <c:v>45043</c:v>
                </c:pt>
                <c:pt idx="1128">
                  <c:v>45044</c:v>
                </c:pt>
                <c:pt idx="1129">
                  <c:v>45047</c:v>
                </c:pt>
                <c:pt idx="1130">
                  <c:v>45048</c:v>
                </c:pt>
                <c:pt idx="1131">
                  <c:v>45049</c:v>
                </c:pt>
                <c:pt idx="1132">
                  <c:v>45050</c:v>
                </c:pt>
                <c:pt idx="1133">
                  <c:v>45051</c:v>
                </c:pt>
                <c:pt idx="1134">
                  <c:v>45054</c:v>
                </c:pt>
                <c:pt idx="1135">
                  <c:v>45055</c:v>
                </c:pt>
                <c:pt idx="1136">
                  <c:v>45056</c:v>
                </c:pt>
                <c:pt idx="1137">
                  <c:v>45057</c:v>
                </c:pt>
                <c:pt idx="1138">
                  <c:v>45058</c:v>
                </c:pt>
                <c:pt idx="1139">
                  <c:v>45061</c:v>
                </c:pt>
                <c:pt idx="1140">
                  <c:v>45062</c:v>
                </c:pt>
                <c:pt idx="1141">
                  <c:v>45063</c:v>
                </c:pt>
                <c:pt idx="1142">
                  <c:v>45064</c:v>
                </c:pt>
                <c:pt idx="1143">
                  <c:v>45065</c:v>
                </c:pt>
                <c:pt idx="1144">
                  <c:v>45068</c:v>
                </c:pt>
                <c:pt idx="1145">
                  <c:v>45069</c:v>
                </c:pt>
                <c:pt idx="1146">
                  <c:v>45070</c:v>
                </c:pt>
                <c:pt idx="1147">
                  <c:v>45071</c:v>
                </c:pt>
                <c:pt idx="1148">
                  <c:v>45072</c:v>
                </c:pt>
                <c:pt idx="1149">
                  <c:v>45075</c:v>
                </c:pt>
                <c:pt idx="1150">
                  <c:v>45076</c:v>
                </c:pt>
                <c:pt idx="1151">
                  <c:v>45077</c:v>
                </c:pt>
                <c:pt idx="1152">
                  <c:v>45078</c:v>
                </c:pt>
                <c:pt idx="1153">
                  <c:v>45079</c:v>
                </c:pt>
                <c:pt idx="1154">
                  <c:v>45082</c:v>
                </c:pt>
                <c:pt idx="1155">
                  <c:v>45083</c:v>
                </c:pt>
                <c:pt idx="1156">
                  <c:v>45084</c:v>
                </c:pt>
                <c:pt idx="1157">
                  <c:v>45085</c:v>
                </c:pt>
                <c:pt idx="1158">
                  <c:v>45086</c:v>
                </c:pt>
                <c:pt idx="1159">
                  <c:v>45089</c:v>
                </c:pt>
                <c:pt idx="1160">
                  <c:v>45090</c:v>
                </c:pt>
                <c:pt idx="1161">
                  <c:v>45091</c:v>
                </c:pt>
                <c:pt idx="1162">
                  <c:v>45092</c:v>
                </c:pt>
                <c:pt idx="1163">
                  <c:v>45093</c:v>
                </c:pt>
                <c:pt idx="1164">
                  <c:v>45096</c:v>
                </c:pt>
                <c:pt idx="1165">
                  <c:v>45097</c:v>
                </c:pt>
                <c:pt idx="1166">
                  <c:v>45098</c:v>
                </c:pt>
                <c:pt idx="1167">
                  <c:v>45099</c:v>
                </c:pt>
                <c:pt idx="1168">
                  <c:v>45100</c:v>
                </c:pt>
                <c:pt idx="1169">
                  <c:v>45103</c:v>
                </c:pt>
                <c:pt idx="1170">
                  <c:v>45104</c:v>
                </c:pt>
                <c:pt idx="1171">
                  <c:v>45105</c:v>
                </c:pt>
                <c:pt idx="1172">
                  <c:v>45106</c:v>
                </c:pt>
                <c:pt idx="1173">
                  <c:v>45107</c:v>
                </c:pt>
                <c:pt idx="1174">
                  <c:v>45110</c:v>
                </c:pt>
                <c:pt idx="1175">
                  <c:v>45111</c:v>
                </c:pt>
                <c:pt idx="1176">
                  <c:v>45112</c:v>
                </c:pt>
                <c:pt idx="1177">
                  <c:v>45113</c:v>
                </c:pt>
                <c:pt idx="1178">
                  <c:v>45114</c:v>
                </c:pt>
                <c:pt idx="1179">
                  <c:v>45117</c:v>
                </c:pt>
                <c:pt idx="1180">
                  <c:v>45118</c:v>
                </c:pt>
                <c:pt idx="1181">
                  <c:v>45119</c:v>
                </c:pt>
                <c:pt idx="1182">
                  <c:v>45120</c:v>
                </c:pt>
                <c:pt idx="1183">
                  <c:v>45121</c:v>
                </c:pt>
                <c:pt idx="1184">
                  <c:v>45124</c:v>
                </c:pt>
                <c:pt idx="1185">
                  <c:v>45125</c:v>
                </c:pt>
                <c:pt idx="1186">
                  <c:v>45126</c:v>
                </c:pt>
                <c:pt idx="1187">
                  <c:v>45127</c:v>
                </c:pt>
                <c:pt idx="1188">
                  <c:v>45128</c:v>
                </c:pt>
                <c:pt idx="1189">
                  <c:v>45131</c:v>
                </c:pt>
                <c:pt idx="1190">
                  <c:v>45132</c:v>
                </c:pt>
                <c:pt idx="1191">
                  <c:v>45133</c:v>
                </c:pt>
                <c:pt idx="1192">
                  <c:v>45134</c:v>
                </c:pt>
                <c:pt idx="1193">
                  <c:v>45135</c:v>
                </c:pt>
                <c:pt idx="1194">
                  <c:v>45138</c:v>
                </c:pt>
                <c:pt idx="1195">
                  <c:v>45139</c:v>
                </c:pt>
                <c:pt idx="1196">
                  <c:v>45140</c:v>
                </c:pt>
                <c:pt idx="1197">
                  <c:v>45141</c:v>
                </c:pt>
                <c:pt idx="1198">
                  <c:v>45142</c:v>
                </c:pt>
                <c:pt idx="1199">
                  <c:v>45145</c:v>
                </c:pt>
                <c:pt idx="1200">
                  <c:v>45146</c:v>
                </c:pt>
                <c:pt idx="1201">
                  <c:v>45147</c:v>
                </c:pt>
                <c:pt idx="1202">
                  <c:v>45148</c:v>
                </c:pt>
                <c:pt idx="1203">
                  <c:v>45149</c:v>
                </c:pt>
                <c:pt idx="1204">
                  <c:v>45152</c:v>
                </c:pt>
                <c:pt idx="1205">
                  <c:v>45153</c:v>
                </c:pt>
                <c:pt idx="1206">
                  <c:v>45154</c:v>
                </c:pt>
                <c:pt idx="1207">
                  <c:v>45155</c:v>
                </c:pt>
                <c:pt idx="1208">
                  <c:v>45156</c:v>
                </c:pt>
                <c:pt idx="1209">
                  <c:v>45159</c:v>
                </c:pt>
                <c:pt idx="1210">
                  <c:v>45160</c:v>
                </c:pt>
                <c:pt idx="1211">
                  <c:v>45161</c:v>
                </c:pt>
                <c:pt idx="1212">
                  <c:v>45162</c:v>
                </c:pt>
                <c:pt idx="1213">
                  <c:v>45163</c:v>
                </c:pt>
                <c:pt idx="1214">
                  <c:v>45166</c:v>
                </c:pt>
                <c:pt idx="1215">
                  <c:v>45167</c:v>
                </c:pt>
                <c:pt idx="1216">
                  <c:v>45168</c:v>
                </c:pt>
                <c:pt idx="1217">
                  <c:v>45169</c:v>
                </c:pt>
                <c:pt idx="1218">
                  <c:v>45170</c:v>
                </c:pt>
                <c:pt idx="1219">
                  <c:v>45173</c:v>
                </c:pt>
                <c:pt idx="1220">
                  <c:v>45174</c:v>
                </c:pt>
                <c:pt idx="1221">
                  <c:v>45175</c:v>
                </c:pt>
                <c:pt idx="1222">
                  <c:v>45176</c:v>
                </c:pt>
                <c:pt idx="1223">
                  <c:v>45177</c:v>
                </c:pt>
                <c:pt idx="1224">
                  <c:v>45180</c:v>
                </c:pt>
                <c:pt idx="1225">
                  <c:v>45181</c:v>
                </c:pt>
                <c:pt idx="1226">
                  <c:v>45182</c:v>
                </c:pt>
                <c:pt idx="1227">
                  <c:v>45183</c:v>
                </c:pt>
                <c:pt idx="1228">
                  <c:v>45184</c:v>
                </c:pt>
                <c:pt idx="1229">
                  <c:v>45187</c:v>
                </c:pt>
                <c:pt idx="1230">
                  <c:v>45188</c:v>
                </c:pt>
                <c:pt idx="1231">
                  <c:v>45189</c:v>
                </c:pt>
                <c:pt idx="1232">
                  <c:v>45190</c:v>
                </c:pt>
                <c:pt idx="1233">
                  <c:v>45191</c:v>
                </c:pt>
                <c:pt idx="1234">
                  <c:v>45194</c:v>
                </c:pt>
                <c:pt idx="1235">
                  <c:v>45195</c:v>
                </c:pt>
                <c:pt idx="1236">
                  <c:v>45196</c:v>
                </c:pt>
                <c:pt idx="1237">
                  <c:v>45197</c:v>
                </c:pt>
                <c:pt idx="1238">
                  <c:v>45198</c:v>
                </c:pt>
                <c:pt idx="1239">
                  <c:v>45201</c:v>
                </c:pt>
                <c:pt idx="1240">
                  <c:v>45202</c:v>
                </c:pt>
                <c:pt idx="1241">
                  <c:v>45203</c:v>
                </c:pt>
                <c:pt idx="1242">
                  <c:v>45204</c:v>
                </c:pt>
                <c:pt idx="1243">
                  <c:v>45205</c:v>
                </c:pt>
                <c:pt idx="1244">
                  <c:v>45208</c:v>
                </c:pt>
                <c:pt idx="1245">
                  <c:v>45209</c:v>
                </c:pt>
                <c:pt idx="1246">
                  <c:v>45210</c:v>
                </c:pt>
                <c:pt idx="1247">
                  <c:v>45211</c:v>
                </c:pt>
                <c:pt idx="1248">
                  <c:v>45212</c:v>
                </c:pt>
                <c:pt idx="1249">
                  <c:v>45215</c:v>
                </c:pt>
                <c:pt idx="1250">
                  <c:v>45216</c:v>
                </c:pt>
                <c:pt idx="1251">
                  <c:v>45217</c:v>
                </c:pt>
                <c:pt idx="1252">
                  <c:v>45218</c:v>
                </c:pt>
                <c:pt idx="1253">
                  <c:v>45219</c:v>
                </c:pt>
                <c:pt idx="1254">
                  <c:v>45222</c:v>
                </c:pt>
                <c:pt idx="1255">
                  <c:v>45223</c:v>
                </c:pt>
                <c:pt idx="1256">
                  <c:v>45224</c:v>
                </c:pt>
                <c:pt idx="1257">
                  <c:v>45225</c:v>
                </c:pt>
                <c:pt idx="1258">
                  <c:v>45226</c:v>
                </c:pt>
                <c:pt idx="1259">
                  <c:v>45229</c:v>
                </c:pt>
                <c:pt idx="1260">
                  <c:v>45230</c:v>
                </c:pt>
                <c:pt idx="1261">
                  <c:v>45231</c:v>
                </c:pt>
                <c:pt idx="1262">
                  <c:v>45232</c:v>
                </c:pt>
                <c:pt idx="1263">
                  <c:v>45233</c:v>
                </c:pt>
                <c:pt idx="1264">
                  <c:v>45236</c:v>
                </c:pt>
                <c:pt idx="1265">
                  <c:v>45237</c:v>
                </c:pt>
                <c:pt idx="1266">
                  <c:v>45238</c:v>
                </c:pt>
                <c:pt idx="1267">
                  <c:v>45239</c:v>
                </c:pt>
                <c:pt idx="1268">
                  <c:v>45240</c:v>
                </c:pt>
                <c:pt idx="1269">
                  <c:v>45243</c:v>
                </c:pt>
                <c:pt idx="1270">
                  <c:v>45244</c:v>
                </c:pt>
                <c:pt idx="1271">
                  <c:v>45245</c:v>
                </c:pt>
                <c:pt idx="1272">
                  <c:v>45246</c:v>
                </c:pt>
                <c:pt idx="1273">
                  <c:v>45247</c:v>
                </c:pt>
                <c:pt idx="1274">
                  <c:v>45250</c:v>
                </c:pt>
                <c:pt idx="1275">
                  <c:v>45251</c:v>
                </c:pt>
                <c:pt idx="1276">
                  <c:v>45252</c:v>
                </c:pt>
                <c:pt idx="1277">
                  <c:v>45253</c:v>
                </c:pt>
                <c:pt idx="1278">
                  <c:v>45254</c:v>
                </c:pt>
                <c:pt idx="1279">
                  <c:v>45257</c:v>
                </c:pt>
                <c:pt idx="1280">
                  <c:v>45258</c:v>
                </c:pt>
                <c:pt idx="1281">
                  <c:v>45259</c:v>
                </c:pt>
                <c:pt idx="1282">
                  <c:v>45260</c:v>
                </c:pt>
                <c:pt idx="1283">
                  <c:v>45261</c:v>
                </c:pt>
                <c:pt idx="1284">
                  <c:v>45264</c:v>
                </c:pt>
                <c:pt idx="1285">
                  <c:v>45265</c:v>
                </c:pt>
                <c:pt idx="1286">
                  <c:v>45266</c:v>
                </c:pt>
                <c:pt idx="1287">
                  <c:v>45267</c:v>
                </c:pt>
                <c:pt idx="1288">
                  <c:v>45268</c:v>
                </c:pt>
                <c:pt idx="1289">
                  <c:v>45271</c:v>
                </c:pt>
                <c:pt idx="1290">
                  <c:v>45272</c:v>
                </c:pt>
                <c:pt idx="1291">
                  <c:v>45273</c:v>
                </c:pt>
                <c:pt idx="1292">
                  <c:v>45274</c:v>
                </c:pt>
                <c:pt idx="1293">
                  <c:v>45275</c:v>
                </c:pt>
                <c:pt idx="1294">
                  <c:v>45278</c:v>
                </c:pt>
                <c:pt idx="1295">
                  <c:v>45279</c:v>
                </c:pt>
                <c:pt idx="1296">
                  <c:v>45280</c:v>
                </c:pt>
                <c:pt idx="1297">
                  <c:v>45281</c:v>
                </c:pt>
                <c:pt idx="1298">
                  <c:v>45282</c:v>
                </c:pt>
                <c:pt idx="1299">
                  <c:v>45285</c:v>
                </c:pt>
                <c:pt idx="1300">
                  <c:v>45286</c:v>
                </c:pt>
                <c:pt idx="1301">
                  <c:v>45287</c:v>
                </c:pt>
                <c:pt idx="1302">
                  <c:v>45288</c:v>
                </c:pt>
                <c:pt idx="1303">
                  <c:v>45289</c:v>
                </c:pt>
                <c:pt idx="1304">
                  <c:v>45292</c:v>
                </c:pt>
                <c:pt idx="1305">
                  <c:v>45293</c:v>
                </c:pt>
                <c:pt idx="1306">
                  <c:v>45294</c:v>
                </c:pt>
                <c:pt idx="1307">
                  <c:v>45295</c:v>
                </c:pt>
                <c:pt idx="1308">
                  <c:v>45296</c:v>
                </c:pt>
                <c:pt idx="1309">
                  <c:v>45299</c:v>
                </c:pt>
                <c:pt idx="1310">
                  <c:v>45300</c:v>
                </c:pt>
                <c:pt idx="1311">
                  <c:v>45301</c:v>
                </c:pt>
                <c:pt idx="1312">
                  <c:v>45302</c:v>
                </c:pt>
                <c:pt idx="1313">
                  <c:v>45303</c:v>
                </c:pt>
                <c:pt idx="1314">
                  <c:v>45306</c:v>
                </c:pt>
                <c:pt idx="1315">
                  <c:v>45307</c:v>
                </c:pt>
                <c:pt idx="1316">
                  <c:v>45308</c:v>
                </c:pt>
                <c:pt idx="1317">
                  <c:v>45309</c:v>
                </c:pt>
                <c:pt idx="1318">
                  <c:v>45310</c:v>
                </c:pt>
                <c:pt idx="1319">
                  <c:v>45313</c:v>
                </c:pt>
                <c:pt idx="1320">
                  <c:v>45314</c:v>
                </c:pt>
                <c:pt idx="1321">
                  <c:v>45315</c:v>
                </c:pt>
                <c:pt idx="1322">
                  <c:v>45316</c:v>
                </c:pt>
                <c:pt idx="1323">
                  <c:v>45317</c:v>
                </c:pt>
                <c:pt idx="1324">
                  <c:v>45320</c:v>
                </c:pt>
                <c:pt idx="1325">
                  <c:v>45321</c:v>
                </c:pt>
                <c:pt idx="1326">
                  <c:v>45322</c:v>
                </c:pt>
                <c:pt idx="1327">
                  <c:v>45323</c:v>
                </c:pt>
                <c:pt idx="1328">
                  <c:v>45324</c:v>
                </c:pt>
                <c:pt idx="1329">
                  <c:v>45327</c:v>
                </c:pt>
                <c:pt idx="1330">
                  <c:v>45328</c:v>
                </c:pt>
                <c:pt idx="1331">
                  <c:v>45329</c:v>
                </c:pt>
                <c:pt idx="1332">
                  <c:v>45330</c:v>
                </c:pt>
                <c:pt idx="1333">
                  <c:v>45331</c:v>
                </c:pt>
                <c:pt idx="1334">
                  <c:v>45334</c:v>
                </c:pt>
                <c:pt idx="1335">
                  <c:v>45335</c:v>
                </c:pt>
                <c:pt idx="1336">
                  <c:v>45336</c:v>
                </c:pt>
                <c:pt idx="1337">
                  <c:v>45337</c:v>
                </c:pt>
                <c:pt idx="1338">
                  <c:v>45338</c:v>
                </c:pt>
                <c:pt idx="1339">
                  <c:v>45341</c:v>
                </c:pt>
                <c:pt idx="1340">
                  <c:v>45342</c:v>
                </c:pt>
                <c:pt idx="1341">
                  <c:v>45343</c:v>
                </c:pt>
                <c:pt idx="1342">
                  <c:v>45344</c:v>
                </c:pt>
                <c:pt idx="1343">
                  <c:v>45345</c:v>
                </c:pt>
                <c:pt idx="1344">
                  <c:v>45348</c:v>
                </c:pt>
                <c:pt idx="1345">
                  <c:v>45349</c:v>
                </c:pt>
                <c:pt idx="1346">
                  <c:v>45350</c:v>
                </c:pt>
                <c:pt idx="1347">
                  <c:v>45351</c:v>
                </c:pt>
                <c:pt idx="1348">
                  <c:v>45352</c:v>
                </c:pt>
                <c:pt idx="1349">
                  <c:v>45355</c:v>
                </c:pt>
                <c:pt idx="1350">
                  <c:v>45356</c:v>
                </c:pt>
                <c:pt idx="1351">
                  <c:v>45357</c:v>
                </c:pt>
                <c:pt idx="1352">
                  <c:v>45358</c:v>
                </c:pt>
                <c:pt idx="1353">
                  <c:v>45359</c:v>
                </c:pt>
                <c:pt idx="1354">
                  <c:v>45362</c:v>
                </c:pt>
                <c:pt idx="1355">
                  <c:v>45363</c:v>
                </c:pt>
                <c:pt idx="1356">
                  <c:v>45364</c:v>
                </c:pt>
                <c:pt idx="1357">
                  <c:v>45365</c:v>
                </c:pt>
                <c:pt idx="1358">
                  <c:v>45366</c:v>
                </c:pt>
                <c:pt idx="1359">
                  <c:v>45369</c:v>
                </c:pt>
                <c:pt idx="1360">
                  <c:v>45370</c:v>
                </c:pt>
                <c:pt idx="1361">
                  <c:v>45371</c:v>
                </c:pt>
                <c:pt idx="1362">
                  <c:v>45372</c:v>
                </c:pt>
                <c:pt idx="1363">
                  <c:v>45373</c:v>
                </c:pt>
                <c:pt idx="1364">
                  <c:v>45376</c:v>
                </c:pt>
                <c:pt idx="1365">
                  <c:v>45377</c:v>
                </c:pt>
                <c:pt idx="1366">
                  <c:v>45378</c:v>
                </c:pt>
                <c:pt idx="1367">
                  <c:v>45379</c:v>
                </c:pt>
                <c:pt idx="1368">
                  <c:v>45380</c:v>
                </c:pt>
                <c:pt idx="1369">
                  <c:v>45383</c:v>
                </c:pt>
                <c:pt idx="1370">
                  <c:v>45384</c:v>
                </c:pt>
                <c:pt idx="1371">
                  <c:v>45385</c:v>
                </c:pt>
                <c:pt idx="1372">
                  <c:v>45386</c:v>
                </c:pt>
                <c:pt idx="1373">
                  <c:v>45387</c:v>
                </c:pt>
                <c:pt idx="1374">
                  <c:v>45390</c:v>
                </c:pt>
                <c:pt idx="1375">
                  <c:v>45391</c:v>
                </c:pt>
                <c:pt idx="1376">
                  <c:v>45392</c:v>
                </c:pt>
                <c:pt idx="1377">
                  <c:v>45393</c:v>
                </c:pt>
                <c:pt idx="1378">
                  <c:v>45394</c:v>
                </c:pt>
                <c:pt idx="1379">
                  <c:v>45397</c:v>
                </c:pt>
                <c:pt idx="1380">
                  <c:v>45398</c:v>
                </c:pt>
                <c:pt idx="1381">
                  <c:v>45399</c:v>
                </c:pt>
                <c:pt idx="1382">
                  <c:v>45400</c:v>
                </c:pt>
                <c:pt idx="1383">
                  <c:v>45401</c:v>
                </c:pt>
                <c:pt idx="1384">
                  <c:v>45404</c:v>
                </c:pt>
                <c:pt idx="1385">
                  <c:v>45405</c:v>
                </c:pt>
                <c:pt idx="1386">
                  <c:v>45406</c:v>
                </c:pt>
                <c:pt idx="1387">
                  <c:v>45407</c:v>
                </c:pt>
                <c:pt idx="1388">
                  <c:v>45408</c:v>
                </c:pt>
                <c:pt idx="1389">
                  <c:v>45411</c:v>
                </c:pt>
                <c:pt idx="1390">
                  <c:v>45412</c:v>
                </c:pt>
                <c:pt idx="1391">
                  <c:v>45413</c:v>
                </c:pt>
                <c:pt idx="1392">
                  <c:v>45414</c:v>
                </c:pt>
                <c:pt idx="1393">
                  <c:v>45415</c:v>
                </c:pt>
                <c:pt idx="1394">
                  <c:v>45418</c:v>
                </c:pt>
                <c:pt idx="1395">
                  <c:v>45419</c:v>
                </c:pt>
                <c:pt idx="1396">
                  <c:v>45420</c:v>
                </c:pt>
                <c:pt idx="1397">
                  <c:v>45421</c:v>
                </c:pt>
                <c:pt idx="1398">
                  <c:v>45422</c:v>
                </c:pt>
                <c:pt idx="1399">
                  <c:v>45425</c:v>
                </c:pt>
                <c:pt idx="1400">
                  <c:v>45426</c:v>
                </c:pt>
                <c:pt idx="1401">
                  <c:v>45427</c:v>
                </c:pt>
                <c:pt idx="1402">
                  <c:v>45428</c:v>
                </c:pt>
                <c:pt idx="1403">
                  <c:v>45429</c:v>
                </c:pt>
                <c:pt idx="1404">
                  <c:v>45432</c:v>
                </c:pt>
                <c:pt idx="1405">
                  <c:v>45433</c:v>
                </c:pt>
                <c:pt idx="1406">
                  <c:v>45434</c:v>
                </c:pt>
                <c:pt idx="1407">
                  <c:v>45435</c:v>
                </c:pt>
                <c:pt idx="1408">
                  <c:v>45436</c:v>
                </c:pt>
                <c:pt idx="1409">
                  <c:v>45439</c:v>
                </c:pt>
                <c:pt idx="1410">
                  <c:v>45440</c:v>
                </c:pt>
                <c:pt idx="1411">
                  <c:v>45441</c:v>
                </c:pt>
                <c:pt idx="1412">
                  <c:v>45442</c:v>
                </c:pt>
                <c:pt idx="1413">
                  <c:v>45443</c:v>
                </c:pt>
                <c:pt idx="1414">
                  <c:v>45446</c:v>
                </c:pt>
                <c:pt idx="1415">
                  <c:v>45447</c:v>
                </c:pt>
                <c:pt idx="1416">
                  <c:v>45448</c:v>
                </c:pt>
                <c:pt idx="1417">
                  <c:v>45449</c:v>
                </c:pt>
                <c:pt idx="1418">
                  <c:v>45450</c:v>
                </c:pt>
                <c:pt idx="1419">
                  <c:v>45453</c:v>
                </c:pt>
                <c:pt idx="1420">
                  <c:v>45454</c:v>
                </c:pt>
                <c:pt idx="1421">
                  <c:v>45455</c:v>
                </c:pt>
                <c:pt idx="1422">
                  <c:v>45456</c:v>
                </c:pt>
                <c:pt idx="1423">
                  <c:v>45457</c:v>
                </c:pt>
                <c:pt idx="1424">
                  <c:v>45460</c:v>
                </c:pt>
                <c:pt idx="1425">
                  <c:v>45461</c:v>
                </c:pt>
                <c:pt idx="1426">
                  <c:v>45462</c:v>
                </c:pt>
                <c:pt idx="1427">
                  <c:v>45463</c:v>
                </c:pt>
                <c:pt idx="1428">
                  <c:v>45464</c:v>
                </c:pt>
                <c:pt idx="1429">
                  <c:v>45467</c:v>
                </c:pt>
                <c:pt idx="1430">
                  <c:v>45468</c:v>
                </c:pt>
                <c:pt idx="1431">
                  <c:v>45469</c:v>
                </c:pt>
                <c:pt idx="1432">
                  <c:v>45470</c:v>
                </c:pt>
                <c:pt idx="1433">
                  <c:v>45471</c:v>
                </c:pt>
                <c:pt idx="1434">
                  <c:v>45474</c:v>
                </c:pt>
                <c:pt idx="1435">
                  <c:v>45475</c:v>
                </c:pt>
                <c:pt idx="1436">
                  <c:v>45476</c:v>
                </c:pt>
                <c:pt idx="1437">
                  <c:v>45477</c:v>
                </c:pt>
                <c:pt idx="1438">
                  <c:v>45478</c:v>
                </c:pt>
                <c:pt idx="1439">
                  <c:v>45481</c:v>
                </c:pt>
                <c:pt idx="1440">
                  <c:v>45482</c:v>
                </c:pt>
                <c:pt idx="1441">
                  <c:v>45483</c:v>
                </c:pt>
                <c:pt idx="1442">
                  <c:v>45484</c:v>
                </c:pt>
                <c:pt idx="1443">
                  <c:v>45485</c:v>
                </c:pt>
                <c:pt idx="1444">
                  <c:v>45488</c:v>
                </c:pt>
                <c:pt idx="1445">
                  <c:v>45489</c:v>
                </c:pt>
                <c:pt idx="1446">
                  <c:v>45490</c:v>
                </c:pt>
                <c:pt idx="1447">
                  <c:v>45491</c:v>
                </c:pt>
                <c:pt idx="1448">
                  <c:v>45492</c:v>
                </c:pt>
                <c:pt idx="1449">
                  <c:v>45495</c:v>
                </c:pt>
                <c:pt idx="1450">
                  <c:v>45496</c:v>
                </c:pt>
                <c:pt idx="1451">
                  <c:v>45497</c:v>
                </c:pt>
                <c:pt idx="1452">
                  <c:v>45498</c:v>
                </c:pt>
                <c:pt idx="1453">
                  <c:v>45499</c:v>
                </c:pt>
                <c:pt idx="1454">
                  <c:v>45502</c:v>
                </c:pt>
                <c:pt idx="1455">
                  <c:v>45503</c:v>
                </c:pt>
                <c:pt idx="1456">
                  <c:v>45504</c:v>
                </c:pt>
                <c:pt idx="1457">
                  <c:v>45505</c:v>
                </c:pt>
                <c:pt idx="1458">
                  <c:v>45506</c:v>
                </c:pt>
                <c:pt idx="1459">
                  <c:v>45509</c:v>
                </c:pt>
                <c:pt idx="1460">
                  <c:v>45510</c:v>
                </c:pt>
                <c:pt idx="1461">
                  <c:v>45511</c:v>
                </c:pt>
                <c:pt idx="1462">
                  <c:v>45512</c:v>
                </c:pt>
                <c:pt idx="1463">
                  <c:v>45513</c:v>
                </c:pt>
                <c:pt idx="1464">
                  <c:v>45516</c:v>
                </c:pt>
                <c:pt idx="1465">
                  <c:v>45517</c:v>
                </c:pt>
                <c:pt idx="1466">
                  <c:v>45518</c:v>
                </c:pt>
                <c:pt idx="1467">
                  <c:v>45519</c:v>
                </c:pt>
                <c:pt idx="1468">
                  <c:v>45520</c:v>
                </c:pt>
                <c:pt idx="1469">
                  <c:v>45523</c:v>
                </c:pt>
                <c:pt idx="1470">
                  <c:v>45524</c:v>
                </c:pt>
                <c:pt idx="1471">
                  <c:v>45525</c:v>
                </c:pt>
                <c:pt idx="1472">
                  <c:v>45526</c:v>
                </c:pt>
                <c:pt idx="1473">
                  <c:v>45527</c:v>
                </c:pt>
                <c:pt idx="1474">
                  <c:v>45530</c:v>
                </c:pt>
                <c:pt idx="1475">
                  <c:v>45531</c:v>
                </c:pt>
                <c:pt idx="1476">
                  <c:v>45532</c:v>
                </c:pt>
                <c:pt idx="1477">
                  <c:v>45533</c:v>
                </c:pt>
                <c:pt idx="1478">
                  <c:v>45534</c:v>
                </c:pt>
                <c:pt idx="1479">
                  <c:v>45537</c:v>
                </c:pt>
                <c:pt idx="1480">
                  <c:v>45538</c:v>
                </c:pt>
                <c:pt idx="1481">
                  <c:v>45539</c:v>
                </c:pt>
                <c:pt idx="1482">
                  <c:v>45540</c:v>
                </c:pt>
                <c:pt idx="1483">
                  <c:v>45541</c:v>
                </c:pt>
                <c:pt idx="1484">
                  <c:v>45544</c:v>
                </c:pt>
                <c:pt idx="1485">
                  <c:v>45545</c:v>
                </c:pt>
                <c:pt idx="1486">
                  <c:v>45546</c:v>
                </c:pt>
                <c:pt idx="1487">
                  <c:v>45547</c:v>
                </c:pt>
                <c:pt idx="1488">
                  <c:v>45548</c:v>
                </c:pt>
                <c:pt idx="1489">
                  <c:v>45551</c:v>
                </c:pt>
                <c:pt idx="1490">
                  <c:v>45552</c:v>
                </c:pt>
                <c:pt idx="1491">
                  <c:v>45553</c:v>
                </c:pt>
                <c:pt idx="1492">
                  <c:v>45554</c:v>
                </c:pt>
                <c:pt idx="1493">
                  <c:v>45555</c:v>
                </c:pt>
                <c:pt idx="1494">
                  <c:v>45558</c:v>
                </c:pt>
                <c:pt idx="1495">
                  <c:v>45559</c:v>
                </c:pt>
                <c:pt idx="1496">
                  <c:v>45560</c:v>
                </c:pt>
                <c:pt idx="1497">
                  <c:v>45561</c:v>
                </c:pt>
                <c:pt idx="1498">
                  <c:v>45562</c:v>
                </c:pt>
                <c:pt idx="1499">
                  <c:v>45565</c:v>
                </c:pt>
                <c:pt idx="1500">
                  <c:v>45566</c:v>
                </c:pt>
                <c:pt idx="1501">
                  <c:v>45567</c:v>
                </c:pt>
                <c:pt idx="1502">
                  <c:v>45568</c:v>
                </c:pt>
                <c:pt idx="1503">
                  <c:v>45569</c:v>
                </c:pt>
                <c:pt idx="1504">
                  <c:v>45572</c:v>
                </c:pt>
                <c:pt idx="1505">
                  <c:v>45573</c:v>
                </c:pt>
                <c:pt idx="1506">
                  <c:v>45574</c:v>
                </c:pt>
                <c:pt idx="1507">
                  <c:v>45575</c:v>
                </c:pt>
                <c:pt idx="1508">
                  <c:v>45576</c:v>
                </c:pt>
                <c:pt idx="1509">
                  <c:v>45579</c:v>
                </c:pt>
                <c:pt idx="1510">
                  <c:v>45580</c:v>
                </c:pt>
                <c:pt idx="1511">
                  <c:v>45581</c:v>
                </c:pt>
                <c:pt idx="1512">
                  <c:v>45582</c:v>
                </c:pt>
                <c:pt idx="1513">
                  <c:v>45583</c:v>
                </c:pt>
                <c:pt idx="1514">
                  <c:v>45586</c:v>
                </c:pt>
                <c:pt idx="1515">
                  <c:v>45587</c:v>
                </c:pt>
                <c:pt idx="1516">
                  <c:v>45588</c:v>
                </c:pt>
                <c:pt idx="1517">
                  <c:v>45589</c:v>
                </c:pt>
                <c:pt idx="1518">
                  <c:v>45590</c:v>
                </c:pt>
                <c:pt idx="1519">
                  <c:v>45593</c:v>
                </c:pt>
                <c:pt idx="1520">
                  <c:v>45594</c:v>
                </c:pt>
                <c:pt idx="1521">
                  <c:v>45595</c:v>
                </c:pt>
                <c:pt idx="1522">
                  <c:v>45596</c:v>
                </c:pt>
                <c:pt idx="1523">
                  <c:v>45597</c:v>
                </c:pt>
                <c:pt idx="1524">
                  <c:v>45600</c:v>
                </c:pt>
                <c:pt idx="1525">
                  <c:v>45601</c:v>
                </c:pt>
                <c:pt idx="1526">
                  <c:v>45602</c:v>
                </c:pt>
                <c:pt idx="1527">
                  <c:v>45603</c:v>
                </c:pt>
                <c:pt idx="1528">
                  <c:v>45604</c:v>
                </c:pt>
                <c:pt idx="1529">
                  <c:v>45607</c:v>
                </c:pt>
                <c:pt idx="1530">
                  <c:v>45608</c:v>
                </c:pt>
                <c:pt idx="1531">
                  <c:v>45609</c:v>
                </c:pt>
                <c:pt idx="1532">
                  <c:v>45610</c:v>
                </c:pt>
                <c:pt idx="1533">
                  <c:v>45611</c:v>
                </c:pt>
                <c:pt idx="1534">
                  <c:v>45614</c:v>
                </c:pt>
                <c:pt idx="1535">
                  <c:v>45615</c:v>
                </c:pt>
                <c:pt idx="1536">
                  <c:v>45616</c:v>
                </c:pt>
                <c:pt idx="1537">
                  <c:v>45617</c:v>
                </c:pt>
                <c:pt idx="1538">
                  <c:v>45618</c:v>
                </c:pt>
                <c:pt idx="1539">
                  <c:v>45621</c:v>
                </c:pt>
                <c:pt idx="1540">
                  <c:v>45622</c:v>
                </c:pt>
                <c:pt idx="1541">
                  <c:v>45623</c:v>
                </c:pt>
                <c:pt idx="1542">
                  <c:v>45624</c:v>
                </c:pt>
                <c:pt idx="1543">
                  <c:v>45625</c:v>
                </c:pt>
                <c:pt idx="1544">
                  <c:v>45628</c:v>
                </c:pt>
                <c:pt idx="1545">
                  <c:v>45629</c:v>
                </c:pt>
                <c:pt idx="1546">
                  <c:v>45630</c:v>
                </c:pt>
                <c:pt idx="1547">
                  <c:v>45631</c:v>
                </c:pt>
                <c:pt idx="1548">
                  <c:v>45632</c:v>
                </c:pt>
                <c:pt idx="1549">
                  <c:v>45635</c:v>
                </c:pt>
                <c:pt idx="1550">
                  <c:v>45636</c:v>
                </c:pt>
                <c:pt idx="1551">
                  <c:v>45637</c:v>
                </c:pt>
                <c:pt idx="1552">
                  <c:v>45638</c:v>
                </c:pt>
                <c:pt idx="1553">
                  <c:v>45639</c:v>
                </c:pt>
                <c:pt idx="1554">
                  <c:v>45642</c:v>
                </c:pt>
                <c:pt idx="1555">
                  <c:v>45643</c:v>
                </c:pt>
                <c:pt idx="1556">
                  <c:v>45644</c:v>
                </c:pt>
                <c:pt idx="1557">
                  <c:v>45645</c:v>
                </c:pt>
                <c:pt idx="1558">
                  <c:v>45646</c:v>
                </c:pt>
                <c:pt idx="1559">
                  <c:v>45649</c:v>
                </c:pt>
                <c:pt idx="1560">
                  <c:v>45650</c:v>
                </c:pt>
                <c:pt idx="1561">
                  <c:v>45651</c:v>
                </c:pt>
                <c:pt idx="1562">
                  <c:v>45652</c:v>
                </c:pt>
                <c:pt idx="1563">
                  <c:v>45653</c:v>
                </c:pt>
                <c:pt idx="1564">
                  <c:v>45656</c:v>
                </c:pt>
                <c:pt idx="1565">
                  <c:v>45657</c:v>
                </c:pt>
                <c:pt idx="1566">
                  <c:v>45658</c:v>
                </c:pt>
                <c:pt idx="1567">
                  <c:v>45659</c:v>
                </c:pt>
                <c:pt idx="1568">
                  <c:v>45660</c:v>
                </c:pt>
                <c:pt idx="1569">
                  <c:v>45663</c:v>
                </c:pt>
                <c:pt idx="1570">
                  <c:v>45664</c:v>
                </c:pt>
                <c:pt idx="1571">
                  <c:v>45665</c:v>
                </c:pt>
                <c:pt idx="1572">
                  <c:v>45666</c:v>
                </c:pt>
                <c:pt idx="1573">
                  <c:v>45667</c:v>
                </c:pt>
                <c:pt idx="1574">
                  <c:v>45670</c:v>
                </c:pt>
                <c:pt idx="1575">
                  <c:v>45671</c:v>
                </c:pt>
                <c:pt idx="1576">
                  <c:v>45672</c:v>
                </c:pt>
                <c:pt idx="1577">
                  <c:v>45673</c:v>
                </c:pt>
                <c:pt idx="1578">
                  <c:v>45674</c:v>
                </c:pt>
                <c:pt idx="1579">
                  <c:v>45677</c:v>
                </c:pt>
                <c:pt idx="1580">
                  <c:v>45678</c:v>
                </c:pt>
                <c:pt idx="1581">
                  <c:v>45679</c:v>
                </c:pt>
                <c:pt idx="1582">
                  <c:v>45680</c:v>
                </c:pt>
                <c:pt idx="1583">
                  <c:v>45681</c:v>
                </c:pt>
                <c:pt idx="1584">
                  <c:v>45684</c:v>
                </c:pt>
                <c:pt idx="1585">
                  <c:v>45685</c:v>
                </c:pt>
                <c:pt idx="1586">
                  <c:v>45686</c:v>
                </c:pt>
                <c:pt idx="1587">
                  <c:v>45687</c:v>
                </c:pt>
                <c:pt idx="1588">
                  <c:v>45688</c:v>
                </c:pt>
                <c:pt idx="1589">
                  <c:v>45691</c:v>
                </c:pt>
                <c:pt idx="1590">
                  <c:v>45692</c:v>
                </c:pt>
                <c:pt idx="1591">
                  <c:v>45693</c:v>
                </c:pt>
                <c:pt idx="1592">
                  <c:v>45694</c:v>
                </c:pt>
                <c:pt idx="1593">
                  <c:v>45695</c:v>
                </c:pt>
                <c:pt idx="1594">
                  <c:v>45698</c:v>
                </c:pt>
                <c:pt idx="1595">
                  <c:v>45699</c:v>
                </c:pt>
                <c:pt idx="1596">
                  <c:v>45700</c:v>
                </c:pt>
                <c:pt idx="1597">
                  <c:v>45701</c:v>
                </c:pt>
                <c:pt idx="1598">
                  <c:v>45702</c:v>
                </c:pt>
                <c:pt idx="1599">
                  <c:v>45705</c:v>
                </c:pt>
                <c:pt idx="1600">
                  <c:v>45706</c:v>
                </c:pt>
                <c:pt idx="1601">
                  <c:v>45707</c:v>
                </c:pt>
                <c:pt idx="1602">
                  <c:v>45708</c:v>
                </c:pt>
                <c:pt idx="1603">
                  <c:v>45709</c:v>
                </c:pt>
                <c:pt idx="1604">
                  <c:v>45712</c:v>
                </c:pt>
                <c:pt idx="1605">
                  <c:v>45713</c:v>
                </c:pt>
                <c:pt idx="1606">
                  <c:v>45714</c:v>
                </c:pt>
                <c:pt idx="1607">
                  <c:v>45715</c:v>
                </c:pt>
                <c:pt idx="1608">
                  <c:v>45716</c:v>
                </c:pt>
                <c:pt idx="1609">
                  <c:v>45719</c:v>
                </c:pt>
                <c:pt idx="1610">
                  <c:v>45720</c:v>
                </c:pt>
                <c:pt idx="1611">
                  <c:v>45721</c:v>
                </c:pt>
                <c:pt idx="1612">
                  <c:v>45722</c:v>
                </c:pt>
                <c:pt idx="1613">
                  <c:v>45723</c:v>
                </c:pt>
                <c:pt idx="1614">
                  <c:v>45726</c:v>
                </c:pt>
                <c:pt idx="1615">
                  <c:v>45727</c:v>
                </c:pt>
                <c:pt idx="1616">
                  <c:v>45728</c:v>
                </c:pt>
                <c:pt idx="1617">
                  <c:v>45729</c:v>
                </c:pt>
                <c:pt idx="1618">
                  <c:v>45730</c:v>
                </c:pt>
                <c:pt idx="1619">
                  <c:v>45733</c:v>
                </c:pt>
                <c:pt idx="1620">
                  <c:v>45734</c:v>
                </c:pt>
                <c:pt idx="1621">
                  <c:v>45735</c:v>
                </c:pt>
                <c:pt idx="1622">
                  <c:v>45736</c:v>
                </c:pt>
                <c:pt idx="1623">
                  <c:v>45737</c:v>
                </c:pt>
                <c:pt idx="1624">
                  <c:v>45740</c:v>
                </c:pt>
                <c:pt idx="1625">
                  <c:v>45741</c:v>
                </c:pt>
                <c:pt idx="1626">
                  <c:v>45742</c:v>
                </c:pt>
                <c:pt idx="1627">
                  <c:v>45743</c:v>
                </c:pt>
                <c:pt idx="1628">
                  <c:v>45744</c:v>
                </c:pt>
                <c:pt idx="1629">
                  <c:v>45747</c:v>
                </c:pt>
                <c:pt idx="1630">
                  <c:v>45748</c:v>
                </c:pt>
                <c:pt idx="1631">
                  <c:v>45749</c:v>
                </c:pt>
                <c:pt idx="1632">
                  <c:v>45750</c:v>
                </c:pt>
                <c:pt idx="1633">
                  <c:v>45751</c:v>
                </c:pt>
                <c:pt idx="1634">
                  <c:v>45754</c:v>
                </c:pt>
                <c:pt idx="1635">
                  <c:v>45755</c:v>
                </c:pt>
                <c:pt idx="1636">
                  <c:v>45756</c:v>
                </c:pt>
                <c:pt idx="1637">
                  <c:v>45757</c:v>
                </c:pt>
                <c:pt idx="1638">
                  <c:v>45758</c:v>
                </c:pt>
                <c:pt idx="1639">
                  <c:v>45761</c:v>
                </c:pt>
                <c:pt idx="1640">
                  <c:v>45762</c:v>
                </c:pt>
                <c:pt idx="1641">
                  <c:v>45763</c:v>
                </c:pt>
                <c:pt idx="1642">
                  <c:v>45764</c:v>
                </c:pt>
                <c:pt idx="1643">
                  <c:v>45765</c:v>
                </c:pt>
                <c:pt idx="1644">
                  <c:v>45768</c:v>
                </c:pt>
                <c:pt idx="1645">
                  <c:v>45769</c:v>
                </c:pt>
                <c:pt idx="1646">
                  <c:v>45770</c:v>
                </c:pt>
                <c:pt idx="1647">
                  <c:v>45771</c:v>
                </c:pt>
                <c:pt idx="1648">
                  <c:v>45772</c:v>
                </c:pt>
                <c:pt idx="1649">
                  <c:v>45775</c:v>
                </c:pt>
                <c:pt idx="1650">
                  <c:v>45776</c:v>
                </c:pt>
                <c:pt idx="1651">
                  <c:v>45777</c:v>
                </c:pt>
                <c:pt idx="1652">
                  <c:v>45778</c:v>
                </c:pt>
                <c:pt idx="1653">
                  <c:v>45779</c:v>
                </c:pt>
                <c:pt idx="1654">
                  <c:v>45782</c:v>
                </c:pt>
                <c:pt idx="1655">
                  <c:v>45783</c:v>
                </c:pt>
                <c:pt idx="1656">
                  <c:v>45784</c:v>
                </c:pt>
                <c:pt idx="1657">
                  <c:v>45785</c:v>
                </c:pt>
                <c:pt idx="1658">
                  <c:v>45786</c:v>
                </c:pt>
                <c:pt idx="1659">
                  <c:v>45789</c:v>
                </c:pt>
                <c:pt idx="1660">
                  <c:v>45790</c:v>
                </c:pt>
                <c:pt idx="1661">
                  <c:v>45791</c:v>
                </c:pt>
                <c:pt idx="1662">
                  <c:v>45792</c:v>
                </c:pt>
                <c:pt idx="1663">
                  <c:v>45793</c:v>
                </c:pt>
                <c:pt idx="1664">
                  <c:v>45796</c:v>
                </c:pt>
                <c:pt idx="1665">
                  <c:v>45797</c:v>
                </c:pt>
                <c:pt idx="1666">
                  <c:v>45798</c:v>
                </c:pt>
                <c:pt idx="1667">
                  <c:v>45799</c:v>
                </c:pt>
                <c:pt idx="1668">
                  <c:v>45800</c:v>
                </c:pt>
                <c:pt idx="1669">
                  <c:v>45803</c:v>
                </c:pt>
                <c:pt idx="1670">
                  <c:v>45804</c:v>
                </c:pt>
                <c:pt idx="1671">
                  <c:v>45805</c:v>
                </c:pt>
                <c:pt idx="1672">
                  <c:v>45806</c:v>
                </c:pt>
                <c:pt idx="1673">
                  <c:v>45807</c:v>
                </c:pt>
                <c:pt idx="1674">
                  <c:v>45810</c:v>
                </c:pt>
                <c:pt idx="1675">
                  <c:v>45811</c:v>
                </c:pt>
                <c:pt idx="1676">
                  <c:v>45812</c:v>
                </c:pt>
                <c:pt idx="1677">
                  <c:v>45813</c:v>
                </c:pt>
                <c:pt idx="1678">
                  <c:v>45814</c:v>
                </c:pt>
                <c:pt idx="1679">
                  <c:v>45817</c:v>
                </c:pt>
                <c:pt idx="1680">
                  <c:v>45818</c:v>
                </c:pt>
                <c:pt idx="1681">
                  <c:v>45819</c:v>
                </c:pt>
                <c:pt idx="1682">
                  <c:v>45820</c:v>
                </c:pt>
                <c:pt idx="1683">
                  <c:v>45821</c:v>
                </c:pt>
                <c:pt idx="1684">
                  <c:v>45824</c:v>
                </c:pt>
                <c:pt idx="1685">
                  <c:v>45825</c:v>
                </c:pt>
                <c:pt idx="1686">
                  <c:v>45826</c:v>
                </c:pt>
                <c:pt idx="1687">
                  <c:v>45827</c:v>
                </c:pt>
                <c:pt idx="1688">
                  <c:v>45828</c:v>
                </c:pt>
                <c:pt idx="1689">
                  <c:v>45831</c:v>
                </c:pt>
                <c:pt idx="1690">
                  <c:v>45832</c:v>
                </c:pt>
                <c:pt idx="1691">
                  <c:v>45833</c:v>
                </c:pt>
                <c:pt idx="1692">
                  <c:v>45834</c:v>
                </c:pt>
                <c:pt idx="1693">
                  <c:v>45835</c:v>
                </c:pt>
                <c:pt idx="1694">
                  <c:v>45838</c:v>
                </c:pt>
                <c:pt idx="1695">
                  <c:v>45839</c:v>
                </c:pt>
                <c:pt idx="1696">
                  <c:v>45840</c:v>
                </c:pt>
                <c:pt idx="1697">
                  <c:v>45841</c:v>
                </c:pt>
                <c:pt idx="1698">
                  <c:v>45842</c:v>
                </c:pt>
                <c:pt idx="1699">
                  <c:v>45845</c:v>
                </c:pt>
                <c:pt idx="1700">
                  <c:v>45846</c:v>
                </c:pt>
                <c:pt idx="1701">
                  <c:v>45847</c:v>
                </c:pt>
                <c:pt idx="1702">
                  <c:v>45848</c:v>
                </c:pt>
                <c:pt idx="1703">
                  <c:v>45849</c:v>
                </c:pt>
                <c:pt idx="1704">
                  <c:v>45852</c:v>
                </c:pt>
                <c:pt idx="1705">
                  <c:v>45853</c:v>
                </c:pt>
                <c:pt idx="1706">
                  <c:v>45854</c:v>
                </c:pt>
                <c:pt idx="1707">
                  <c:v>45855</c:v>
                </c:pt>
                <c:pt idx="1708">
                  <c:v>45856</c:v>
                </c:pt>
                <c:pt idx="1709">
                  <c:v>45859</c:v>
                </c:pt>
                <c:pt idx="1710">
                  <c:v>45860</c:v>
                </c:pt>
                <c:pt idx="1711">
                  <c:v>45861</c:v>
                </c:pt>
                <c:pt idx="1712">
                  <c:v>45862</c:v>
                </c:pt>
                <c:pt idx="1713">
                  <c:v>45863</c:v>
                </c:pt>
                <c:pt idx="1714">
                  <c:v>45866</c:v>
                </c:pt>
                <c:pt idx="1715">
                  <c:v>45867</c:v>
                </c:pt>
                <c:pt idx="1716">
                  <c:v>45868</c:v>
                </c:pt>
                <c:pt idx="1717">
                  <c:v>45869</c:v>
                </c:pt>
                <c:pt idx="1718">
                  <c:v>45870</c:v>
                </c:pt>
                <c:pt idx="1719">
                  <c:v>45873</c:v>
                </c:pt>
                <c:pt idx="1720">
                  <c:v>45874</c:v>
                </c:pt>
                <c:pt idx="1721">
                  <c:v>45875</c:v>
                </c:pt>
                <c:pt idx="1722">
                  <c:v>45876</c:v>
                </c:pt>
                <c:pt idx="1723">
                  <c:v>45877</c:v>
                </c:pt>
                <c:pt idx="1724">
                  <c:v>45880</c:v>
                </c:pt>
                <c:pt idx="1725">
                  <c:v>45881</c:v>
                </c:pt>
                <c:pt idx="1726">
                  <c:v>45882</c:v>
                </c:pt>
                <c:pt idx="1727">
                  <c:v>45883</c:v>
                </c:pt>
                <c:pt idx="1728">
                  <c:v>45884</c:v>
                </c:pt>
                <c:pt idx="1729">
                  <c:v>45887</c:v>
                </c:pt>
                <c:pt idx="1730">
                  <c:v>45888</c:v>
                </c:pt>
                <c:pt idx="1731">
                  <c:v>45889</c:v>
                </c:pt>
                <c:pt idx="1732">
                  <c:v>45890</c:v>
                </c:pt>
                <c:pt idx="1733">
                  <c:v>45891</c:v>
                </c:pt>
                <c:pt idx="1734">
                  <c:v>45894</c:v>
                </c:pt>
                <c:pt idx="1735">
                  <c:v>45895</c:v>
                </c:pt>
                <c:pt idx="1736">
                  <c:v>45896</c:v>
                </c:pt>
                <c:pt idx="1737">
                  <c:v>45897</c:v>
                </c:pt>
                <c:pt idx="1738">
                  <c:v>45898</c:v>
                </c:pt>
                <c:pt idx="1739">
                  <c:v>45901</c:v>
                </c:pt>
                <c:pt idx="1740">
                  <c:v>45902</c:v>
                </c:pt>
                <c:pt idx="1741">
                  <c:v>45903</c:v>
                </c:pt>
                <c:pt idx="1742">
                  <c:v>45904</c:v>
                </c:pt>
                <c:pt idx="1743">
                  <c:v>45905</c:v>
                </c:pt>
                <c:pt idx="1744">
                  <c:v>45908</c:v>
                </c:pt>
                <c:pt idx="1745">
                  <c:v>45909</c:v>
                </c:pt>
                <c:pt idx="1746">
                  <c:v>45910</c:v>
                </c:pt>
                <c:pt idx="1747">
                  <c:v>45911</c:v>
                </c:pt>
                <c:pt idx="1748">
                  <c:v>45912</c:v>
                </c:pt>
                <c:pt idx="1749">
                  <c:v>45915</c:v>
                </c:pt>
                <c:pt idx="1750">
                  <c:v>45916</c:v>
                </c:pt>
                <c:pt idx="1751">
                  <c:v>45917</c:v>
                </c:pt>
                <c:pt idx="1752">
                  <c:v>45918</c:v>
                </c:pt>
                <c:pt idx="1753">
                  <c:v>45919</c:v>
                </c:pt>
                <c:pt idx="1754">
                  <c:v>45922</c:v>
                </c:pt>
                <c:pt idx="1755">
                  <c:v>45923</c:v>
                </c:pt>
                <c:pt idx="1756">
                  <c:v>45924</c:v>
                </c:pt>
                <c:pt idx="1757">
                  <c:v>45925</c:v>
                </c:pt>
                <c:pt idx="1758">
                  <c:v>45926</c:v>
                </c:pt>
                <c:pt idx="1759">
                  <c:v>45929</c:v>
                </c:pt>
                <c:pt idx="1760">
                  <c:v>45930</c:v>
                </c:pt>
                <c:pt idx="1761">
                  <c:v>45931</c:v>
                </c:pt>
                <c:pt idx="1762">
                  <c:v>45932</c:v>
                </c:pt>
                <c:pt idx="1763">
                  <c:v>45933</c:v>
                </c:pt>
                <c:pt idx="1764">
                  <c:v>45936</c:v>
                </c:pt>
                <c:pt idx="1765">
                  <c:v>45937</c:v>
                </c:pt>
                <c:pt idx="1766">
                  <c:v>45938</c:v>
                </c:pt>
                <c:pt idx="1767">
                  <c:v>45939</c:v>
                </c:pt>
                <c:pt idx="1768">
                  <c:v>45940</c:v>
                </c:pt>
                <c:pt idx="1769">
                  <c:v>45943</c:v>
                </c:pt>
                <c:pt idx="1770">
                  <c:v>45944</c:v>
                </c:pt>
                <c:pt idx="1771">
                  <c:v>45945</c:v>
                </c:pt>
                <c:pt idx="1772">
                  <c:v>45946</c:v>
                </c:pt>
                <c:pt idx="1773">
                  <c:v>45947</c:v>
                </c:pt>
                <c:pt idx="1774">
                  <c:v>45950</c:v>
                </c:pt>
                <c:pt idx="1775">
                  <c:v>45951</c:v>
                </c:pt>
                <c:pt idx="1776">
                  <c:v>45952</c:v>
                </c:pt>
                <c:pt idx="1777">
                  <c:v>45953</c:v>
                </c:pt>
                <c:pt idx="1778">
                  <c:v>45954</c:v>
                </c:pt>
                <c:pt idx="1779">
                  <c:v>45957</c:v>
                </c:pt>
                <c:pt idx="1780">
                  <c:v>45958</c:v>
                </c:pt>
                <c:pt idx="1781">
                  <c:v>45959</c:v>
                </c:pt>
                <c:pt idx="1782">
                  <c:v>45960</c:v>
                </c:pt>
                <c:pt idx="1783">
                  <c:v>45961</c:v>
                </c:pt>
                <c:pt idx="1784">
                  <c:v>45964</c:v>
                </c:pt>
                <c:pt idx="1785">
                  <c:v>45965</c:v>
                </c:pt>
                <c:pt idx="1786">
                  <c:v>45966</c:v>
                </c:pt>
                <c:pt idx="1787">
                  <c:v>45967</c:v>
                </c:pt>
                <c:pt idx="1788">
                  <c:v>45968</c:v>
                </c:pt>
                <c:pt idx="1789">
                  <c:v>45971</c:v>
                </c:pt>
                <c:pt idx="1790">
                  <c:v>45972</c:v>
                </c:pt>
                <c:pt idx="1791">
                  <c:v>45973</c:v>
                </c:pt>
                <c:pt idx="1792">
                  <c:v>45974</c:v>
                </c:pt>
                <c:pt idx="1793">
                  <c:v>45975</c:v>
                </c:pt>
                <c:pt idx="1794">
                  <c:v>45978</c:v>
                </c:pt>
                <c:pt idx="1795">
                  <c:v>45979</c:v>
                </c:pt>
                <c:pt idx="1796">
                  <c:v>45980</c:v>
                </c:pt>
                <c:pt idx="1797">
                  <c:v>45981</c:v>
                </c:pt>
                <c:pt idx="1798">
                  <c:v>45982</c:v>
                </c:pt>
                <c:pt idx="1799">
                  <c:v>45985</c:v>
                </c:pt>
                <c:pt idx="1800">
                  <c:v>45986</c:v>
                </c:pt>
                <c:pt idx="1801">
                  <c:v>45987</c:v>
                </c:pt>
                <c:pt idx="1802">
                  <c:v>45988</c:v>
                </c:pt>
                <c:pt idx="1803">
                  <c:v>45989</c:v>
                </c:pt>
                <c:pt idx="1804">
                  <c:v>45992</c:v>
                </c:pt>
                <c:pt idx="1805">
                  <c:v>45993</c:v>
                </c:pt>
                <c:pt idx="1806">
                  <c:v>45994</c:v>
                </c:pt>
                <c:pt idx="1807">
                  <c:v>45995</c:v>
                </c:pt>
                <c:pt idx="1808">
                  <c:v>45996</c:v>
                </c:pt>
                <c:pt idx="1809">
                  <c:v>45999</c:v>
                </c:pt>
                <c:pt idx="1810">
                  <c:v>46000</c:v>
                </c:pt>
                <c:pt idx="1811">
                  <c:v>46001</c:v>
                </c:pt>
                <c:pt idx="1812">
                  <c:v>46002</c:v>
                </c:pt>
                <c:pt idx="1813">
                  <c:v>46003</c:v>
                </c:pt>
                <c:pt idx="1814">
                  <c:v>46006</c:v>
                </c:pt>
                <c:pt idx="1815">
                  <c:v>46007</c:v>
                </c:pt>
                <c:pt idx="1816">
                  <c:v>46008</c:v>
                </c:pt>
                <c:pt idx="1817">
                  <c:v>46009</c:v>
                </c:pt>
                <c:pt idx="1818">
                  <c:v>46010</c:v>
                </c:pt>
                <c:pt idx="1819">
                  <c:v>46013</c:v>
                </c:pt>
                <c:pt idx="1820">
                  <c:v>46014</c:v>
                </c:pt>
                <c:pt idx="1821">
                  <c:v>46015</c:v>
                </c:pt>
                <c:pt idx="1822">
                  <c:v>46020</c:v>
                </c:pt>
                <c:pt idx="1823">
                  <c:v>46021</c:v>
                </c:pt>
                <c:pt idx="1824">
                  <c:v>46022</c:v>
                </c:pt>
                <c:pt idx="1825">
                  <c:v>46024</c:v>
                </c:pt>
                <c:pt idx="1826">
                  <c:v>46027</c:v>
                </c:pt>
                <c:pt idx="1827">
                  <c:v>46028</c:v>
                </c:pt>
                <c:pt idx="1828">
                  <c:v>46029</c:v>
                </c:pt>
                <c:pt idx="1829">
                  <c:v>46030</c:v>
                </c:pt>
                <c:pt idx="1830">
                  <c:v>46031</c:v>
                </c:pt>
                <c:pt idx="1831">
                  <c:v>46034</c:v>
                </c:pt>
                <c:pt idx="1832">
                  <c:v>46035</c:v>
                </c:pt>
                <c:pt idx="1833">
                  <c:v>46036</c:v>
                </c:pt>
                <c:pt idx="1834">
                  <c:v>46037</c:v>
                </c:pt>
                <c:pt idx="1835">
                  <c:v>46041</c:v>
                </c:pt>
                <c:pt idx="1836">
                  <c:v>46042</c:v>
                </c:pt>
                <c:pt idx="1837">
                  <c:v>46043</c:v>
                </c:pt>
                <c:pt idx="1838">
                  <c:v>46044</c:v>
                </c:pt>
                <c:pt idx="1839">
                  <c:v>46045</c:v>
                </c:pt>
                <c:pt idx="1840">
                  <c:v>46048</c:v>
                </c:pt>
                <c:pt idx="1841">
                  <c:v>46049</c:v>
                </c:pt>
                <c:pt idx="1842">
                  <c:v>46050</c:v>
                </c:pt>
                <c:pt idx="1843">
                  <c:v>46051</c:v>
                </c:pt>
                <c:pt idx="1844">
                  <c:v>46052</c:v>
                </c:pt>
                <c:pt idx="1845">
                  <c:v>46055</c:v>
                </c:pt>
                <c:pt idx="1846">
                  <c:v>46056</c:v>
                </c:pt>
                <c:pt idx="1847">
                  <c:v>46057</c:v>
                </c:pt>
                <c:pt idx="1848">
                  <c:v>46058</c:v>
                </c:pt>
                <c:pt idx="1849">
                  <c:v>46059</c:v>
                </c:pt>
                <c:pt idx="1850">
                  <c:v>46062</c:v>
                </c:pt>
                <c:pt idx="1851">
                  <c:v>46063</c:v>
                </c:pt>
                <c:pt idx="1852">
                  <c:v>46064</c:v>
                </c:pt>
                <c:pt idx="1853">
                  <c:v>46065</c:v>
                </c:pt>
                <c:pt idx="1854">
                  <c:v>46066</c:v>
                </c:pt>
                <c:pt idx="1855">
                  <c:v>46071</c:v>
                </c:pt>
                <c:pt idx="1856">
                  <c:v>46072</c:v>
                </c:pt>
                <c:pt idx="1857">
                  <c:v>46073</c:v>
                </c:pt>
                <c:pt idx="1858">
                  <c:v>46076</c:v>
                </c:pt>
                <c:pt idx="1859">
                  <c:v>46077</c:v>
                </c:pt>
                <c:pt idx="1860">
                  <c:v>46078</c:v>
                </c:pt>
                <c:pt idx="1861">
                  <c:v>46079</c:v>
                </c:pt>
                <c:pt idx="1862">
                  <c:v>46080</c:v>
                </c:pt>
                <c:pt idx="1863">
                  <c:v>46083</c:v>
                </c:pt>
                <c:pt idx="1864">
                  <c:v>46084</c:v>
                </c:pt>
                <c:pt idx="1865">
                  <c:v>46085</c:v>
                </c:pt>
                <c:pt idx="1866">
                  <c:v>46086</c:v>
                </c:pt>
                <c:pt idx="1867">
                  <c:v>46087</c:v>
                </c:pt>
                <c:pt idx="1868">
                  <c:v>46090</c:v>
                </c:pt>
                <c:pt idx="1869">
                  <c:v>46091</c:v>
                </c:pt>
                <c:pt idx="1870">
                  <c:v>46092</c:v>
                </c:pt>
                <c:pt idx="1871">
                  <c:v>46093</c:v>
                </c:pt>
                <c:pt idx="1872">
                  <c:v>46094</c:v>
                </c:pt>
                <c:pt idx="1873">
                  <c:v>46097</c:v>
                </c:pt>
                <c:pt idx="1874">
                  <c:v>46098</c:v>
                </c:pt>
                <c:pt idx="1875">
                  <c:v>46106</c:v>
                </c:pt>
                <c:pt idx="1876">
                  <c:v>46107</c:v>
                </c:pt>
                <c:pt idx="1877">
                  <c:v>46108</c:v>
                </c:pt>
                <c:pt idx="1878">
                  <c:v>46111</c:v>
                </c:pt>
                <c:pt idx="1879">
                  <c:v>46112</c:v>
                </c:pt>
                <c:pt idx="1880">
                  <c:v>46113</c:v>
                </c:pt>
                <c:pt idx="1881">
                  <c:v>46114</c:v>
                </c:pt>
                <c:pt idx="1882">
                  <c:v>46118</c:v>
                </c:pt>
                <c:pt idx="1883">
                  <c:v>46119</c:v>
                </c:pt>
                <c:pt idx="1884">
                  <c:v>46120</c:v>
                </c:pt>
                <c:pt idx="1885">
                  <c:v>46121</c:v>
                </c:pt>
                <c:pt idx="1886">
                  <c:v>46122</c:v>
                </c:pt>
                <c:pt idx="1887">
                  <c:v>46125</c:v>
                </c:pt>
                <c:pt idx="1888">
                  <c:v>46126</c:v>
                </c:pt>
                <c:pt idx="1889">
                  <c:v>46127</c:v>
                </c:pt>
                <c:pt idx="1890">
                  <c:v>46128</c:v>
                </c:pt>
                <c:pt idx="1891">
                  <c:v>46129</c:v>
                </c:pt>
                <c:pt idx="1892">
                  <c:v>46132</c:v>
                </c:pt>
                <c:pt idx="1893">
                  <c:v>46133</c:v>
                </c:pt>
                <c:pt idx="1894">
                  <c:v>46134</c:v>
                </c:pt>
                <c:pt idx="1895">
                  <c:v>46135</c:v>
                </c:pt>
                <c:pt idx="1896">
                  <c:v>46136</c:v>
                </c:pt>
                <c:pt idx="1897">
                  <c:v>46139</c:v>
                </c:pt>
                <c:pt idx="1898">
                  <c:v>46140</c:v>
                </c:pt>
                <c:pt idx="1899">
                  <c:v>46141</c:v>
                </c:pt>
                <c:pt idx="1900">
                  <c:v>46142</c:v>
                </c:pt>
                <c:pt idx="1901">
                  <c:v>46146</c:v>
                </c:pt>
                <c:pt idx="1902">
                  <c:v>46147</c:v>
                </c:pt>
                <c:pt idx="1903">
                  <c:v>46148</c:v>
                </c:pt>
                <c:pt idx="1904">
                  <c:v>46149</c:v>
                </c:pt>
                <c:pt idx="1905">
                  <c:v>46150</c:v>
                </c:pt>
                <c:pt idx="1906">
                  <c:v>46153</c:v>
                </c:pt>
                <c:pt idx="1907">
                  <c:v>46154</c:v>
                </c:pt>
                <c:pt idx="1908">
                  <c:v>46155</c:v>
                </c:pt>
                <c:pt idx="1909">
                  <c:v>46160</c:v>
                </c:pt>
                <c:pt idx="1910">
                  <c:v>46161</c:v>
                </c:pt>
                <c:pt idx="1911">
                  <c:v>46162</c:v>
                </c:pt>
                <c:pt idx="1912">
                  <c:v>46163</c:v>
                </c:pt>
                <c:pt idx="1913">
                  <c:v>46164</c:v>
                </c:pt>
                <c:pt idx="1914">
                  <c:v>46167</c:v>
                </c:pt>
                <c:pt idx="1915">
                  <c:v>46168</c:v>
                </c:pt>
                <c:pt idx="1916">
                  <c:v>46171</c:v>
                </c:pt>
                <c:pt idx="1917">
                  <c:v>46174</c:v>
                </c:pt>
                <c:pt idx="1918">
                  <c:v>46175</c:v>
                </c:pt>
                <c:pt idx="1919">
                  <c:v>46176</c:v>
                </c:pt>
                <c:pt idx="1920">
                  <c:v>46177</c:v>
                </c:pt>
                <c:pt idx="1921">
                  <c:v>46178</c:v>
                </c:pt>
                <c:pt idx="1922">
                  <c:v>46181</c:v>
                </c:pt>
                <c:pt idx="1923">
                  <c:v>46182</c:v>
                </c:pt>
                <c:pt idx="1924">
                  <c:v>46183</c:v>
                </c:pt>
                <c:pt idx="1925">
                  <c:v>46184</c:v>
                </c:pt>
                <c:pt idx="1926">
                  <c:v>46185</c:v>
                </c:pt>
                <c:pt idx="1927">
                  <c:v>46188</c:v>
                </c:pt>
                <c:pt idx="1928">
                  <c:v>46190</c:v>
                </c:pt>
                <c:pt idx="1929">
                  <c:v>46191</c:v>
                </c:pt>
                <c:pt idx="1930">
                  <c:v>46192</c:v>
                </c:pt>
                <c:pt idx="1931">
                  <c:v>46195</c:v>
                </c:pt>
                <c:pt idx="1932">
                  <c:v>46196</c:v>
                </c:pt>
                <c:pt idx="1933">
                  <c:v>46197</c:v>
                </c:pt>
                <c:pt idx="1934">
                  <c:v>46198</c:v>
                </c:pt>
                <c:pt idx="1935">
                  <c:v>46199</c:v>
                </c:pt>
                <c:pt idx="1936">
                  <c:v>46202</c:v>
                </c:pt>
                <c:pt idx="1937">
                  <c:v>46203</c:v>
                </c:pt>
                <c:pt idx="1938">
                  <c:v>46204</c:v>
                </c:pt>
                <c:pt idx="1939">
                  <c:v>46205</c:v>
                </c:pt>
                <c:pt idx="1940">
                  <c:v>46206</c:v>
                </c:pt>
                <c:pt idx="1941">
                  <c:v>46209</c:v>
                </c:pt>
                <c:pt idx="1942">
                  <c:v>46210</c:v>
                </c:pt>
                <c:pt idx="1943">
                  <c:v>46211</c:v>
                </c:pt>
                <c:pt idx="1944">
                  <c:v>46212</c:v>
                </c:pt>
                <c:pt idx="1945">
                  <c:v>46213</c:v>
                </c:pt>
                <c:pt idx="1946">
                  <c:v>46216</c:v>
                </c:pt>
                <c:pt idx="1947">
                  <c:v>46217</c:v>
                </c:pt>
                <c:pt idx="1948">
                  <c:v>46218</c:v>
                </c:pt>
                <c:pt idx="1949">
                  <c:v>46219</c:v>
                </c:pt>
                <c:pt idx="1950">
                  <c:v>46220</c:v>
                </c:pt>
                <c:pt idx="1951">
                  <c:v>46223</c:v>
                </c:pt>
                <c:pt idx="1952">
                  <c:v>46224</c:v>
                </c:pt>
                <c:pt idx="1953">
                  <c:v>46225</c:v>
                </c:pt>
                <c:pt idx="1954">
                  <c:v>46226</c:v>
                </c:pt>
                <c:pt idx="1955">
                  <c:v>46227</c:v>
                </c:pt>
                <c:pt idx="1956">
                  <c:v>46230</c:v>
                </c:pt>
                <c:pt idx="1957">
                  <c:v>46231</c:v>
                </c:pt>
                <c:pt idx="1958">
                  <c:v>46232</c:v>
                </c:pt>
                <c:pt idx="1959">
                  <c:v>46233</c:v>
                </c:pt>
                <c:pt idx="1960">
                  <c:v>46234</c:v>
                </c:pt>
                <c:pt idx="1961">
                  <c:v>46237</c:v>
                </c:pt>
                <c:pt idx="1962">
                  <c:v>46238</c:v>
                </c:pt>
                <c:pt idx="1963">
                  <c:v>46239</c:v>
                </c:pt>
                <c:pt idx="1964">
                  <c:v>46240</c:v>
                </c:pt>
                <c:pt idx="1965">
                  <c:v>46241</c:v>
                </c:pt>
                <c:pt idx="1966">
                  <c:v>46244</c:v>
                </c:pt>
                <c:pt idx="1967">
                  <c:v>46245</c:v>
                </c:pt>
                <c:pt idx="1968">
                  <c:v>46246</c:v>
                </c:pt>
                <c:pt idx="1969">
                  <c:v>46247</c:v>
                </c:pt>
                <c:pt idx="1970">
                  <c:v>46248</c:v>
                </c:pt>
                <c:pt idx="1971">
                  <c:v>46252</c:v>
                </c:pt>
                <c:pt idx="1972">
                  <c:v>46253</c:v>
                </c:pt>
                <c:pt idx="1973">
                  <c:v>46254</c:v>
                </c:pt>
                <c:pt idx="1974">
                  <c:v>46255</c:v>
                </c:pt>
                <c:pt idx="1975">
                  <c:v>46258</c:v>
                </c:pt>
                <c:pt idx="1976">
                  <c:v>46260</c:v>
                </c:pt>
                <c:pt idx="1977">
                  <c:v>46261</c:v>
                </c:pt>
                <c:pt idx="1978">
                  <c:v>46262</c:v>
                </c:pt>
                <c:pt idx="1979">
                  <c:v>46265</c:v>
                </c:pt>
                <c:pt idx="1980">
                  <c:v>46266</c:v>
                </c:pt>
                <c:pt idx="1981">
                  <c:v>46267</c:v>
                </c:pt>
                <c:pt idx="1982">
                  <c:v>46268</c:v>
                </c:pt>
                <c:pt idx="1983">
                  <c:v>46269</c:v>
                </c:pt>
                <c:pt idx="1984">
                  <c:v>46272</c:v>
                </c:pt>
                <c:pt idx="1985">
                  <c:v>46273</c:v>
                </c:pt>
                <c:pt idx="1986">
                  <c:v>46274</c:v>
                </c:pt>
                <c:pt idx="1987">
                  <c:v>46275</c:v>
                </c:pt>
                <c:pt idx="1988">
                  <c:v>46276</c:v>
                </c:pt>
                <c:pt idx="1989">
                  <c:v>46279</c:v>
                </c:pt>
                <c:pt idx="1990">
                  <c:v>46280</c:v>
                </c:pt>
                <c:pt idx="1991">
                  <c:v>46281</c:v>
                </c:pt>
                <c:pt idx="1992">
                  <c:v>46282</c:v>
                </c:pt>
                <c:pt idx="1993">
                  <c:v>46283</c:v>
                </c:pt>
                <c:pt idx="1994">
                  <c:v>46286</c:v>
                </c:pt>
                <c:pt idx="1995">
                  <c:v>46287</c:v>
                </c:pt>
                <c:pt idx="1996">
                  <c:v>46288</c:v>
                </c:pt>
                <c:pt idx="1997">
                  <c:v>46289</c:v>
                </c:pt>
                <c:pt idx="1998">
                  <c:v>46290</c:v>
                </c:pt>
                <c:pt idx="1999">
                  <c:v>46293</c:v>
                </c:pt>
              </c:numCache>
            </c:numRef>
          </c:cat>
          <c:val>
            <c:numRef>
              <c:f>Sheet1!$C$2:$C$2001</c:f>
              <c:numCache>
                <c:formatCode>_(* #,##0_);_(* \(#,##0\);_(* "-"_);_(@_)</c:formatCode>
                <c:ptCount val="2000"/>
                <c:pt idx="0">
                  <c:v>14168.08695652174</c:v>
                </c:pt>
                <c:pt idx="1">
                  <c:v>14168.08695652174</c:v>
                </c:pt>
                <c:pt idx="2">
                  <c:v>14168.08695652174</c:v>
                </c:pt>
                <c:pt idx="3">
                  <c:v>14168.08695652174</c:v>
                </c:pt>
                <c:pt idx="4">
                  <c:v>14168.08695652174</c:v>
                </c:pt>
                <c:pt idx="5">
                  <c:v>14168.08695652174</c:v>
                </c:pt>
                <c:pt idx="6">
                  <c:v>14168.08695652174</c:v>
                </c:pt>
                <c:pt idx="7">
                  <c:v>14168.08695652174</c:v>
                </c:pt>
                <c:pt idx="8">
                  <c:v>14168.08695652174</c:v>
                </c:pt>
                <c:pt idx="9">
                  <c:v>14168.08695652174</c:v>
                </c:pt>
                <c:pt idx="10">
                  <c:v>14168.08695652174</c:v>
                </c:pt>
                <c:pt idx="11">
                  <c:v>14168.08695652174</c:v>
                </c:pt>
                <c:pt idx="12">
                  <c:v>14168.08695652174</c:v>
                </c:pt>
                <c:pt idx="13">
                  <c:v>14168.08695652174</c:v>
                </c:pt>
                <c:pt idx="14">
                  <c:v>14168.08695652174</c:v>
                </c:pt>
                <c:pt idx="15">
                  <c:v>14168.08695652174</c:v>
                </c:pt>
                <c:pt idx="16">
                  <c:v>14168.08695652174</c:v>
                </c:pt>
                <c:pt idx="17">
                  <c:v>14168.08695652174</c:v>
                </c:pt>
                <c:pt idx="18">
                  <c:v>14168.08695652174</c:v>
                </c:pt>
                <c:pt idx="19">
                  <c:v>14168.08695652174</c:v>
                </c:pt>
                <c:pt idx="20">
                  <c:v>14168.08695652174</c:v>
                </c:pt>
                <c:pt idx="21">
                  <c:v>14168.08695652174</c:v>
                </c:pt>
                <c:pt idx="23">
                  <c:v>14030.85</c:v>
                </c:pt>
                <c:pt idx="24">
                  <c:v>14030.85</c:v>
                </c:pt>
                <c:pt idx="25">
                  <c:v>14030.85</c:v>
                </c:pt>
                <c:pt idx="26">
                  <c:v>14030.85</c:v>
                </c:pt>
                <c:pt idx="27">
                  <c:v>14030.85</c:v>
                </c:pt>
                <c:pt idx="28">
                  <c:v>14030.85</c:v>
                </c:pt>
                <c:pt idx="29">
                  <c:v>14030.85</c:v>
                </c:pt>
                <c:pt idx="30">
                  <c:v>14030.85</c:v>
                </c:pt>
                <c:pt idx="31">
                  <c:v>14030.85</c:v>
                </c:pt>
                <c:pt idx="32">
                  <c:v>14030.85</c:v>
                </c:pt>
                <c:pt idx="33">
                  <c:v>14030.85</c:v>
                </c:pt>
                <c:pt idx="34">
                  <c:v>14030.85</c:v>
                </c:pt>
                <c:pt idx="35">
                  <c:v>14030.85</c:v>
                </c:pt>
                <c:pt idx="36">
                  <c:v>14030.85</c:v>
                </c:pt>
                <c:pt idx="37">
                  <c:v>14030.85</c:v>
                </c:pt>
                <c:pt idx="38">
                  <c:v>14030.85</c:v>
                </c:pt>
                <c:pt idx="39">
                  <c:v>14030.85</c:v>
                </c:pt>
                <c:pt idx="40">
                  <c:v>14030.85</c:v>
                </c:pt>
                <c:pt idx="41">
                  <c:v>14030.85</c:v>
                </c:pt>
                <c:pt idx="43">
                  <c:v>14206.761904761905</c:v>
                </c:pt>
                <c:pt idx="44">
                  <c:v>14206.761904761905</c:v>
                </c:pt>
                <c:pt idx="45">
                  <c:v>14206.761904761905</c:v>
                </c:pt>
                <c:pt idx="46">
                  <c:v>14206.761904761905</c:v>
                </c:pt>
                <c:pt idx="47">
                  <c:v>14206.761904761905</c:v>
                </c:pt>
                <c:pt idx="48">
                  <c:v>14206.761904761905</c:v>
                </c:pt>
                <c:pt idx="49">
                  <c:v>14206.761904761905</c:v>
                </c:pt>
                <c:pt idx="50">
                  <c:v>14206.761904761905</c:v>
                </c:pt>
                <c:pt idx="51">
                  <c:v>14206.761904761905</c:v>
                </c:pt>
                <c:pt idx="52">
                  <c:v>14206.761904761905</c:v>
                </c:pt>
                <c:pt idx="53">
                  <c:v>14206.761904761905</c:v>
                </c:pt>
                <c:pt idx="54">
                  <c:v>14206.761904761905</c:v>
                </c:pt>
                <c:pt idx="55">
                  <c:v>14206.761904761905</c:v>
                </c:pt>
                <c:pt idx="56">
                  <c:v>14206.761904761905</c:v>
                </c:pt>
                <c:pt idx="57">
                  <c:v>14206.761904761905</c:v>
                </c:pt>
                <c:pt idx="58">
                  <c:v>14206.761904761905</c:v>
                </c:pt>
                <c:pt idx="59">
                  <c:v>14206.761904761905</c:v>
                </c:pt>
                <c:pt idx="60">
                  <c:v>14206.761904761905</c:v>
                </c:pt>
                <c:pt idx="61">
                  <c:v>14206.761904761905</c:v>
                </c:pt>
                <c:pt idx="62">
                  <c:v>14206.761904761905</c:v>
                </c:pt>
                <c:pt idx="64">
                  <c:v>14140.681818181818</c:v>
                </c:pt>
                <c:pt idx="65">
                  <c:v>14140.681818181818</c:v>
                </c:pt>
                <c:pt idx="66">
                  <c:v>14140.681818181818</c:v>
                </c:pt>
                <c:pt idx="67">
                  <c:v>14140.681818181818</c:v>
                </c:pt>
                <c:pt idx="68">
                  <c:v>14140.681818181818</c:v>
                </c:pt>
                <c:pt idx="69">
                  <c:v>14140.681818181818</c:v>
                </c:pt>
                <c:pt idx="70">
                  <c:v>14140.681818181818</c:v>
                </c:pt>
                <c:pt idx="71">
                  <c:v>14140.681818181818</c:v>
                </c:pt>
                <c:pt idx="72">
                  <c:v>14140.681818181818</c:v>
                </c:pt>
                <c:pt idx="73">
                  <c:v>14140.681818181818</c:v>
                </c:pt>
                <c:pt idx="74">
                  <c:v>14140.681818181818</c:v>
                </c:pt>
                <c:pt idx="75">
                  <c:v>14140.681818181818</c:v>
                </c:pt>
                <c:pt idx="76">
                  <c:v>14140.681818181818</c:v>
                </c:pt>
                <c:pt idx="77">
                  <c:v>14140.681818181818</c:v>
                </c:pt>
                <c:pt idx="78">
                  <c:v>14140.681818181818</c:v>
                </c:pt>
                <c:pt idx="79">
                  <c:v>14140.681818181818</c:v>
                </c:pt>
                <c:pt idx="80">
                  <c:v>14140.681818181818</c:v>
                </c:pt>
                <c:pt idx="81">
                  <c:v>14140.681818181818</c:v>
                </c:pt>
                <c:pt idx="82">
                  <c:v>14140.681818181818</c:v>
                </c:pt>
                <c:pt idx="83">
                  <c:v>14140.681818181818</c:v>
                </c:pt>
                <c:pt idx="84">
                  <c:v>14140.681818181818</c:v>
                </c:pt>
                <c:pt idx="86">
                  <c:v>14380.304347826086</c:v>
                </c:pt>
                <c:pt idx="87">
                  <c:v>14380.304347826086</c:v>
                </c:pt>
                <c:pt idx="88">
                  <c:v>14380.304347826086</c:v>
                </c:pt>
                <c:pt idx="89">
                  <c:v>14380.304347826086</c:v>
                </c:pt>
                <c:pt idx="90">
                  <c:v>14380.304347826086</c:v>
                </c:pt>
                <c:pt idx="91">
                  <c:v>14380.304347826086</c:v>
                </c:pt>
                <c:pt idx="92">
                  <c:v>14380.304347826086</c:v>
                </c:pt>
                <c:pt idx="93">
                  <c:v>14380.304347826086</c:v>
                </c:pt>
                <c:pt idx="94">
                  <c:v>14380.304347826086</c:v>
                </c:pt>
                <c:pt idx="95">
                  <c:v>14380.304347826086</c:v>
                </c:pt>
                <c:pt idx="96">
                  <c:v>14380.304347826086</c:v>
                </c:pt>
                <c:pt idx="97">
                  <c:v>14380.304347826086</c:v>
                </c:pt>
                <c:pt idx="98">
                  <c:v>14380.304347826086</c:v>
                </c:pt>
                <c:pt idx="99">
                  <c:v>14380.304347826086</c:v>
                </c:pt>
                <c:pt idx="100">
                  <c:v>14380.304347826086</c:v>
                </c:pt>
                <c:pt idx="101">
                  <c:v>14380.304347826086</c:v>
                </c:pt>
                <c:pt idx="102">
                  <c:v>14380.304347826086</c:v>
                </c:pt>
                <c:pt idx="103">
                  <c:v>14380.304347826086</c:v>
                </c:pt>
                <c:pt idx="104">
                  <c:v>14380.304347826086</c:v>
                </c:pt>
                <c:pt idx="105">
                  <c:v>14380.304347826086</c:v>
                </c:pt>
                <c:pt idx="106">
                  <c:v>14380.304347826086</c:v>
                </c:pt>
                <c:pt idx="107">
                  <c:v>14380.304347826086</c:v>
                </c:pt>
                <c:pt idx="109">
                  <c:v>14234.35</c:v>
                </c:pt>
                <c:pt idx="110">
                  <c:v>14234.35</c:v>
                </c:pt>
                <c:pt idx="111">
                  <c:v>14234.35</c:v>
                </c:pt>
                <c:pt idx="112">
                  <c:v>14234.35</c:v>
                </c:pt>
                <c:pt idx="113">
                  <c:v>14234.35</c:v>
                </c:pt>
                <c:pt idx="114">
                  <c:v>14234.35</c:v>
                </c:pt>
                <c:pt idx="115">
                  <c:v>14234.35</c:v>
                </c:pt>
                <c:pt idx="116">
                  <c:v>14234.35</c:v>
                </c:pt>
                <c:pt idx="117">
                  <c:v>14234.35</c:v>
                </c:pt>
                <c:pt idx="118">
                  <c:v>14234.35</c:v>
                </c:pt>
                <c:pt idx="119">
                  <c:v>14234.35</c:v>
                </c:pt>
                <c:pt idx="120">
                  <c:v>14234.35</c:v>
                </c:pt>
                <c:pt idx="121">
                  <c:v>14234.35</c:v>
                </c:pt>
                <c:pt idx="122">
                  <c:v>14234.35</c:v>
                </c:pt>
                <c:pt idx="123">
                  <c:v>14234.35</c:v>
                </c:pt>
                <c:pt idx="124">
                  <c:v>14234.35</c:v>
                </c:pt>
                <c:pt idx="125">
                  <c:v>14234.35</c:v>
                </c:pt>
                <c:pt idx="126">
                  <c:v>14234.35</c:v>
                </c:pt>
                <c:pt idx="127">
                  <c:v>14234.35</c:v>
                </c:pt>
                <c:pt idx="129">
                  <c:v>14032.695652173914</c:v>
                </c:pt>
                <c:pt idx="130">
                  <c:v>14032.695652173914</c:v>
                </c:pt>
                <c:pt idx="131">
                  <c:v>14032.695652173914</c:v>
                </c:pt>
                <c:pt idx="132">
                  <c:v>14032.695652173914</c:v>
                </c:pt>
                <c:pt idx="133">
                  <c:v>14032.695652173914</c:v>
                </c:pt>
                <c:pt idx="134">
                  <c:v>14032.695652173914</c:v>
                </c:pt>
                <c:pt idx="135">
                  <c:v>14032.695652173914</c:v>
                </c:pt>
                <c:pt idx="136">
                  <c:v>14032.695652173914</c:v>
                </c:pt>
                <c:pt idx="137">
                  <c:v>14032.695652173914</c:v>
                </c:pt>
                <c:pt idx="138">
                  <c:v>14032.695652173914</c:v>
                </c:pt>
                <c:pt idx="139">
                  <c:v>14032.695652173914</c:v>
                </c:pt>
                <c:pt idx="140">
                  <c:v>14032.695652173914</c:v>
                </c:pt>
                <c:pt idx="141">
                  <c:v>14032.695652173914</c:v>
                </c:pt>
                <c:pt idx="142">
                  <c:v>14032.695652173914</c:v>
                </c:pt>
                <c:pt idx="143">
                  <c:v>14032.695652173914</c:v>
                </c:pt>
                <c:pt idx="144">
                  <c:v>14032.695652173914</c:v>
                </c:pt>
                <c:pt idx="145">
                  <c:v>14032.695652173914</c:v>
                </c:pt>
                <c:pt idx="146">
                  <c:v>14032.695652173914</c:v>
                </c:pt>
                <c:pt idx="147">
                  <c:v>14032.695652173914</c:v>
                </c:pt>
                <c:pt idx="148">
                  <c:v>14032.695652173914</c:v>
                </c:pt>
                <c:pt idx="149">
                  <c:v>14032.695652173914</c:v>
                </c:pt>
                <c:pt idx="150">
                  <c:v>14032.695652173914</c:v>
                </c:pt>
                <c:pt idx="152">
                  <c:v>14235.818181818182</c:v>
                </c:pt>
                <c:pt idx="153">
                  <c:v>14235.818181818182</c:v>
                </c:pt>
                <c:pt idx="154">
                  <c:v>14235.818181818182</c:v>
                </c:pt>
                <c:pt idx="155">
                  <c:v>14235.818181818182</c:v>
                </c:pt>
                <c:pt idx="156">
                  <c:v>14235.818181818182</c:v>
                </c:pt>
                <c:pt idx="157">
                  <c:v>14235.818181818182</c:v>
                </c:pt>
                <c:pt idx="158">
                  <c:v>14235.818181818182</c:v>
                </c:pt>
                <c:pt idx="159">
                  <c:v>14235.818181818182</c:v>
                </c:pt>
                <c:pt idx="160">
                  <c:v>14235.818181818182</c:v>
                </c:pt>
                <c:pt idx="161">
                  <c:v>14235.818181818182</c:v>
                </c:pt>
                <c:pt idx="162">
                  <c:v>14235.818181818182</c:v>
                </c:pt>
                <c:pt idx="163">
                  <c:v>14235.818181818182</c:v>
                </c:pt>
                <c:pt idx="164">
                  <c:v>14235.818181818182</c:v>
                </c:pt>
                <c:pt idx="165">
                  <c:v>14235.818181818182</c:v>
                </c:pt>
                <c:pt idx="166">
                  <c:v>14235.818181818182</c:v>
                </c:pt>
                <c:pt idx="167">
                  <c:v>14235.818181818182</c:v>
                </c:pt>
                <c:pt idx="168">
                  <c:v>14235.818181818182</c:v>
                </c:pt>
                <c:pt idx="169">
                  <c:v>14235.818181818182</c:v>
                </c:pt>
                <c:pt idx="170">
                  <c:v>14235.818181818182</c:v>
                </c:pt>
                <c:pt idx="171">
                  <c:v>14235.818181818182</c:v>
                </c:pt>
                <c:pt idx="172">
                  <c:v>14235.818181818182</c:v>
                </c:pt>
                <c:pt idx="174">
                  <c:v>14102.476190476191</c:v>
                </c:pt>
                <c:pt idx="175">
                  <c:v>14102.476190476191</c:v>
                </c:pt>
                <c:pt idx="176">
                  <c:v>14102.476190476191</c:v>
                </c:pt>
                <c:pt idx="177">
                  <c:v>14102.476190476191</c:v>
                </c:pt>
                <c:pt idx="178">
                  <c:v>14102.476190476191</c:v>
                </c:pt>
                <c:pt idx="179">
                  <c:v>14102.476190476191</c:v>
                </c:pt>
                <c:pt idx="180">
                  <c:v>14102.476190476191</c:v>
                </c:pt>
                <c:pt idx="181">
                  <c:v>14102.476190476191</c:v>
                </c:pt>
                <c:pt idx="182">
                  <c:v>14102.476190476191</c:v>
                </c:pt>
                <c:pt idx="183">
                  <c:v>14102.476190476191</c:v>
                </c:pt>
                <c:pt idx="184">
                  <c:v>14102.476190476191</c:v>
                </c:pt>
                <c:pt idx="185">
                  <c:v>14102.476190476191</c:v>
                </c:pt>
                <c:pt idx="186">
                  <c:v>14102.476190476191</c:v>
                </c:pt>
                <c:pt idx="187">
                  <c:v>14102.476190476191</c:v>
                </c:pt>
                <c:pt idx="188">
                  <c:v>14102.476190476191</c:v>
                </c:pt>
                <c:pt idx="189">
                  <c:v>14102.476190476191</c:v>
                </c:pt>
                <c:pt idx="190">
                  <c:v>14102.476190476191</c:v>
                </c:pt>
                <c:pt idx="191">
                  <c:v>14102.476190476191</c:v>
                </c:pt>
                <c:pt idx="192">
                  <c:v>14102.476190476191</c:v>
                </c:pt>
                <c:pt idx="193">
                  <c:v>14102.476190476191</c:v>
                </c:pt>
                <c:pt idx="195">
                  <c:v>14116.260869565218</c:v>
                </c:pt>
                <c:pt idx="196">
                  <c:v>14116.260869565218</c:v>
                </c:pt>
                <c:pt idx="197">
                  <c:v>14116.260869565218</c:v>
                </c:pt>
                <c:pt idx="198">
                  <c:v>14116.260869565218</c:v>
                </c:pt>
                <c:pt idx="199">
                  <c:v>14116.260869565218</c:v>
                </c:pt>
                <c:pt idx="200">
                  <c:v>14116.260869565218</c:v>
                </c:pt>
                <c:pt idx="201">
                  <c:v>14116.260869565218</c:v>
                </c:pt>
                <c:pt idx="202">
                  <c:v>14116.260869565218</c:v>
                </c:pt>
                <c:pt idx="203">
                  <c:v>14116.260869565218</c:v>
                </c:pt>
                <c:pt idx="204">
                  <c:v>14116.260869565218</c:v>
                </c:pt>
                <c:pt idx="205">
                  <c:v>14116.260869565218</c:v>
                </c:pt>
                <c:pt idx="206">
                  <c:v>14116.260869565218</c:v>
                </c:pt>
                <c:pt idx="207">
                  <c:v>14116.260869565218</c:v>
                </c:pt>
                <c:pt idx="208">
                  <c:v>14116.260869565218</c:v>
                </c:pt>
                <c:pt idx="209">
                  <c:v>14116.260869565218</c:v>
                </c:pt>
                <c:pt idx="210">
                  <c:v>14116.260869565218</c:v>
                </c:pt>
                <c:pt idx="211">
                  <c:v>14116.260869565218</c:v>
                </c:pt>
                <c:pt idx="212">
                  <c:v>14116.260869565218</c:v>
                </c:pt>
                <c:pt idx="213">
                  <c:v>14116.260869565218</c:v>
                </c:pt>
                <c:pt idx="214">
                  <c:v>14116.260869565218</c:v>
                </c:pt>
                <c:pt idx="215">
                  <c:v>14116.260869565218</c:v>
                </c:pt>
                <c:pt idx="216">
                  <c:v>14116.260869565218</c:v>
                </c:pt>
                <c:pt idx="218">
                  <c:v>14063.619047619048</c:v>
                </c:pt>
                <c:pt idx="219">
                  <c:v>14063.619047619048</c:v>
                </c:pt>
                <c:pt idx="220">
                  <c:v>14063.619047619048</c:v>
                </c:pt>
                <c:pt idx="221">
                  <c:v>14063.619047619048</c:v>
                </c:pt>
                <c:pt idx="222">
                  <c:v>14063.619047619048</c:v>
                </c:pt>
                <c:pt idx="223">
                  <c:v>14063.619047619048</c:v>
                </c:pt>
                <c:pt idx="224">
                  <c:v>14063.619047619048</c:v>
                </c:pt>
                <c:pt idx="225">
                  <c:v>14063.619047619048</c:v>
                </c:pt>
                <c:pt idx="226">
                  <c:v>14063.619047619048</c:v>
                </c:pt>
                <c:pt idx="227">
                  <c:v>14063.619047619048</c:v>
                </c:pt>
                <c:pt idx="228">
                  <c:v>14063.619047619048</c:v>
                </c:pt>
                <c:pt idx="229">
                  <c:v>14063.619047619048</c:v>
                </c:pt>
                <c:pt idx="230">
                  <c:v>14063.619047619048</c:v>
                </c:pt>
                <c:pt idx="231">
                  <c:v>14063.619047619048</c:v>
                </c:pt>
                <c:pt idx="232">
                  <c:v>14063.619047619048</c:v>
                </c:pt>
                <c:pt idx="233">
                  <c:v>14063.619047619048</c:v>
                </c:pt>
                <c:pt idx="234">
                  <c:v>14063.619047619048</c:v>
                </c:pt>
                <c:pt idx="235">
                  <c:v>14063.619047619048</c:v>
                </c:pt>
                <c:pt idx="236">
                  <c:v>14063.619047619048</c:v>
                </c:pt>
                <c:pt idx="237">
                  <c:v>14063.619047619048</c:v>
                </c:pt>
                <c:pt idx="239">
                  <c:v>14007.5</c:v>
                </c:pt>
                <c:pt idx="240">
                  <c:v>14007.5</c:v>
                </c:pt>
                <c:pt idx="241">
                  <c:v>14007.5</c:v>
                </c:pt>
                <c:pt idx="242">
                  <c:v>14007.5</c:v>
                </c:pt>
                <c:pt idx="243">
                  <c:v>14007.5</c:v>
                </c:pt>
                <c:pt idx="244">
                  <c:v>14007.5</c:v>
                </c:pt>
                <c:pt idx="245">
                  <c:v>14007.5</c:v>
                </c:pt>
                <c:pt idx="246">
                  <c:v>14007.5</c:v>
                </c:pt>
                <c:pt idx="247">
                  <c:v>14007.5</c:v>
                </c:pt>
                <c:pt idx="248">
                  <c:v>14007.5</c:v>
                </c:pt>
                <c:pt idx="249">
                  <c:v>14007.5</c:v>
                </c:pt>
                <c:pt idx="250">
                  <c:v>14007.5</c:v>
                </c:pt>
                <c:pt idx="251">
                  <c:v>14007.5</c:v>
                </c:pt>
                <c:pt idx="252">
                  <c:v>14007.5</c:v>
                </c:pt>
                <c:pt idx="253">
                  <c:v>14007.5</c:v>
                </c:pt>
                <c:pt idx="254">
                  <c:v>14007.5</c:v>
                </c:pt>
                <c:pt idx="255">
                  <c:v>14007.5</c:v>
                </c:pt>
                <c:pt idx="256">
                  <c:v>14007.5</c:v>
                </c:pt>
                <c:pt idx="257">
                  <c:v>14007.5</c:v>
                </c:pt>
                <c:pt idx="258">
                  <c:v>14007.5</c:v>
                </c:pt>
                <c:pt idx="259">
                  <c:v>14007.5</c:v>
                </c:pt>
                <c:pt idx="261">
                  <c:v>13728.434782608696</c:v>
                </c:pt>
                <c:pt idx="262">
                  <c:v>13728.434782608696</c:v>
                </c:pt>
                <c:pt idx="263">
                  <c:v>13728.434782608696</c:v>
                </c:pt>
                <c:pt idx="264">
                  <c:v>13728.434782608696</c:v>
                </c:pt>
                <c:pt idx="265">
                  <c:v>13728.434782608696</c:v>
                </c:pt>
                <c:pt idx="266">
                  <c:v>13728.434782608696</c:v>
                </c:pt>
                <c:pt idx="267">
                  <c:v>13728.434782608696</c:v>
                </c:pt>
                <c:pt idx="268">
                  <c:v>13728.434782608696</c:v>
                </c:pt>
                <c:pt idx="269">
                  <c:v>13728.434782608696</c:v>
                </c:pt>
                <c:pt idx="270">
                  <c:v>13728.434782608696</c:v>
                </c:pt>
                <c:pt idx="271">
                  <c:v>13728.434782608696</c:v>
                </c:pt>
                <c:pt idx="272">
                  <c:v>13728.434782608696</c:v>
                </c:pt>
                <c:pt idx="273">
                  <c:v>13728.434782608696</c:v>
                </c:pt>
                <c:pt idx="274">
                  <c:v>13728.434782608696</c:v>
                </c:pt>
                <c:pt idx="275">
                  <c:v>13728.434782608696</c:v>
                </c:pt>
                <c:pt idx="276">
                  <c:v>13728.434782608696</c:v>
                </c:pt>
                <c:pt idx="277">
                  <c:v>13728.434782608696</c:v>
                </c:pt>
                <c:pt idx="278">
                  <c:v>13728.434782608696</c:v>
                </c:pt>
                <c:pt idx="279">
                  <c:v>13728.434782608696</c:v>
                </c:pt>
                <c:pt idx="280">
                  <c:v>13728.434782608696</c:v>
                </c:pt>
                <c:pt idx="281">
                  <c:v>13728.434782608696</c:v>
                </c:pt>
                <c:pt idx="282">
                  <c:v>13728.434782608696</c:v>
                </c:pt>
                <c:pt idx="284">
                  <c:v>13775.3</c:v>
                </c:pt>
                <c:pt idx="285">
                  <c:v>13775.3</c:v>
                </c:pt>
                <c:pt idx="286">
                  <c:v>13775.3</c:v>
                </c:pt>
                <c:pt idx="287">
                  <c:v>13775.3</c:v>
                </c:pt>
                <c:pt idx="288">
                  <c:v>13775.3</c:v>
                </c:pt>
                <c:pt idx="289">
                  <c:v>13775.3</c:v>
                </c:pt>
                <c:pt idx="290">
                  <c:v>13775.3</c:v>
                </c:pt>
                <c:pt idx="291">
                  <c:v>13775.3</c:v>
                </c:pt>
                <c:pt idx="292">
                  <c:v>13775.3</c:v>
                </c:pt>
                <c:pt idx="293">
                  <c:v>13775.3</c:v>
                </c:pt>
                <c:pt idx="294">
                  <c:v>13775.3</c:v>
                </c:pt>
                <c:pt idx="295">
                  <c:v>13775.3</c:v>
                </c:pt>
                <c:pt idx="296">
                  <c:v>13775.3</c:v>
                </c:pt>
                <c:pt idx="297">
                  <c:v>13775.3</c:v>
                </c:pt>
                <c:pt idx="298">
                  <c:v>13775.3</c:v>
                </c:pt>
                <c:pt idx="299">
                  <c:v>13775.3</c:v>
                </c:pt>
                <c:pt idx="300">
                  <c:v>13775.3</c:v>
                </c:pt>
                <c:pt idx="301">
                  <c:v>13775.3</c:v>
                </c:pt>
                <c:pt idx="302">
                  <c:v>13775.3</c:v>
                </c:pt>
                <c:pt idx="304">
                  <c:v>15245.363636363636</c:v>
                </c:pt>
                <c:pt idx="305">
                  <c:v>15245.363636363636</c:v>
                </c:pt>
                <c:pt idx="306">
                  <c:v>15245.363636363636</c:v>
                </c:pt>
                <c:pt idx="307">
                  <c:v>15245.363636363636</c:v>
                </c:pt>
                <c:pt idx="308">
                  <c:v>15245.363636363636</c:v>
                </c:pt>
                <c:pt idx="309">
                  <c:v>15245.363636363636</c:v>
                </c:pt>
                <c:pt idx="310">
                  <c:v>15245.363636363636</c:v>
                </c:pt>
                <c:pt idx="311">
                  <c:v>15245.363636363636</c:v>
                </c:pt>
                <c:pt idx="312">
                  <c:v>15245.363636363636</c:v>
                </c:pt>
                <c:pt idx="313">
                  <c:v>15245.363636363636</c:v>
                </c:pt>
                <c:pt idx="314">
                  <c:v>15245.363636363636</c:v>
                </c:pt>
                <c:pt idx="315">
                  <c:v>15245.363636363636</c:v>
                </c:pt>
                <c:pt idx="316">
                  <c:v>15245.363636363636</c:v>
                </c:pt>
                <c:pt idx="317">
                  <c:v>15245.363636363636</c:v>
                </c:pt>
                <c:pt idx="318">
                  <c:v>15245.363636363636</c:v>
                </c:pt>
                <c:pt idx="319">
                  <c:v>15245.363636363636</c:v>
                </c:pt>
                <c:pt idx="320">
                  <c:v>15245.363636363636</c:v>
                </c:pt>
                <c:pt idx="321">
                  <c:v>15245.363636363636</c:v>
                </c:pt>
                <c:pt idx="322">
                  <c:v>15245.363636363636</c:v>
                </c:pt>
                <c:pt idx="323">
                  <c:v>15245.363636363636</c:v>
                </c:pt>
                <c:pt idx="324">
                  <c:v>15245.363636363636</c:v>
                </c:pt>
                <c:pt idx="326">
                  <c:v>15732.09090909091</c:v>
                </c:pt>
                <c:pt idx="327">
                  <c:v>15732.09090909091</c:v>
                </c:pt>
                <c:pt idx="328">
                  <c:v>15732.09090909091</c:v>
                </c:pt>
                <c:pt idx="329">
                  <c:v>15732.09090909091</c:v>
                </c:pt>
                <c:pt idx="330">
                  <c:v>15732.09090909091</c:v>
                </c:pt>
                <c:pt idx="331">
                  <c:v>15732.09090909091</c:v>
                </c:pt>
                <c:pt idx="332">
                  <c:v>15732.09090909091</c:v>
                </c:pt>
                <c:pt idx="333">
                  <c:v>15732.09090909091</c:v>
                </c:pt>
                <c:pt idx="334">
                  <c:v>15732.09090909091</c:v>
                </c:pt>
                <c:pt idx="335">
                  <c:v>15732.09090909091</c:v>
                </c:pt>
                <c:pt idx="336">
                  <c:v>15732.09090909091</c:v>
                </c:pt>
                <c:pt idx="337">
                  <c:v>15732.09090909091</c:v>
                </c:pt>
                <c:pt idx="338">
                  <c:v>15732.09090909091</c:v>
                </c:pt>
                <c:pt idx="339">
                  <c:v>15732.09090909091</c:v>
                </c:pt>
                <c:pt idx="340">
                  <c:v>15732.09090909091</c:v>
                </c:pt>
                <c:pt idx="341">
                  <c:v>15732.09090909091</c:v>
                </c:pt>
                <c:pt idx="342">
                  <c:v>15732.09090909091</c:v>
                </c:pt>
                <c:pt idx="343">
                  <c:v>15732.09090909091</c:v>
                </c:pt>
                <c:pt idx="344">
                  <c:v>15732.09090909091</c:v>
                </c:pt>
                <c:pt idx="345">
                  <c:v>15732.09090909091</c:v>
                </c:pt>
                <c:pt idx="346">
                  <c:v>15732.09090909091</c:v>
                </c:pt>
                <c:pt idx="348">
                  <c:v>14839.619047619048</c:v>
                </c:pt>
                <c:pt idx="349">
                  <c:v>14839.619047619048</c:v>
                </c:pt>
                <c:pt idx="350">
                  <c:v>14839.619047619048</c:v>
                </c:pt>
                <c:pt idx="351">
                  <c:v>14839.619047619048</c:v>
                </c:pt>
                <c:pt idx="352">
                  <c:v>14839.619047619048</c:v>
                </c:pt>
                <c:pt idx="353">
                  <c:v>14839.619047619048</c:v>
                </c:pt>
                <c:pt idx="354">
                  <c:v>14839.619047619048</c:v>
                </c:pt>
                <c:pt idx="355">
                  <c:v>14839.619047619048</c:v>
                </c:pt>
                <c:pt idx="356">
                  <c:v>14839.619047619048</c:v>
                </c:pt>
                <c:pt idx="357">
                  <c:v>14839.619047619048</c:v>
                </c:pt>
                <c:pt idx="358">
                  <c:v>14839.619047619048</c:v>
                </c:pt>
                <c:pt idx="359">
                  <c:v>14839.619047619048</c:v>
                </c:pt>
                <c:pt idx="360">
                  <c:v>14839.619047619048</c:v>
                </c:pt>
                <c:pt idx="361">
                  <c:v>14839.619047619048</c:v>
                </c:pt>
                <c:pt idx="362">
                  <c:v>14839.619047619048</c:v>
                </c:pt>
                <c:pt idx="363">
                  <c:v>14839.619047619048</c:v>
                </c:pt>
                <c:pt idx="364">
                  <c:v>14839.619047619048</c:v>
                </c:pt>
                <c:pt idx="365">
                  <c:v>14839.619047619048</c:v>
                </c:pt>
                <c:pt idx="366">
                  <c:v>14839.619047619048</c:v>
                </c:pt>
                <c:pt idx="367">
                  <c:v>14839.619047619048</c:v>
                </c:pt>
                <c:pt idx="369">
                  <c:v>14127.90909090909</c:v>
                </c:pt>
                <c:pt idx="370">
                  <c:v>14127.90909090909</c:v>
                </c:pt>
                <c:pt idx="371">
                  <c:v>14127.90909090909</c:v>
                </c:pt>
                <c:pt idx="372">
                  <c:v>14127.90909090909</c:v>
                </c:pt>
                <c:pt idx="373">
                  <c:v>14127.90909090909</c:v>
                </c:pt>
                <c:pt idx="374">
                  <c:v>14127.90909090909</c:v>
                </c:pt>
                <c:pt idx="375">
                  <c:v>14127.90909090909</c:v>
                </c:pt>
                <c:pt idx="376">
                  <c:v>14127.90909090909</c:v>
                </c:pt>
                <c:pt idx="377">
                  <c:v>14127.90909090909</c:v>
                </c:pt>
                <c:pt idx="378">
                  <c:v>14127.90909090909</c:v>
                </c:pt>
                <c:pt idx="379">
                  <c:v>14127.90909090909</c:v>
                </c:pt>
                <c:pt idx="380">
                  <c:v>14127.90909090909</c:v>
                </c:pt>
                <c:pt idx="381">
                  <c:v>14127.90909090909</c:v>
                </c:pt>
                <c:pt idx="382">
                  <c:v>14127.90909090909</c:v>
                </c:pt>
                <c:pt idx="383">
                  <c:v>14127.90909090909</c:v>
                </c:pt>
                <c:pt idx="384">
                  <c:v>14127.90909090909</c:v>
                </c:pt>
                <c:pt idx="385">
                  <c:v>14127.90909090909</c:v>
                </c:pt>
                <c:pt idx="386">
                  <c:v>14127.90909090909</c:v>
                </c:pt>
                <c:pt idx="387">
                  <c:v>14127.90909090909</c:v>
                </c:pt>
                <c:pt idx="388">
                  <c:v>14127.90909090909</c:v>
                </c:pt>
                <c:pt idx="389">
                  <c:v>14127.90909090909</c:v>
                </c:pt>
                <c:pt idx="391">
                  <c:v>14535.826086956522</c:v>
                </c:pt>
                <c:pt idx="392">
                  <c:v>14535.826086956522</c:v>
                </c:pt>
                <c:pt idx="393">
                  <c:v>14535.826086956522</c:v>
                </c:pt>
                <c:pt idx="394">
                  <c:v>14535.826086956522</c:v>
                </c:pt>
                <c:pt idx="395">
                  <c:v>14535.826086956522</c:v>
                </c:pt>
                <c:pt idx="396">
                  <c:v>14535.826086956522</c:v>
                </c:pt>
                <c:pt idx="397">
                  <c:v>14535.826086956522</c:v>
                </c:pt>
                <c:pt idx="398">
                  <c:v>14535.826086956522</c:v>
                </c:pt>
                <c:pt idx="399">
                  <c:v>14535.826086956522</c:v>
                </c:pt>
                <c:pt idx="400">
                  <c:v>14535.826086956522</c:v>
                </c:pt>
                <c:pt idx="401">
                  <c:v>14535.826086956522</c:v>
                </c:pt>
                <c:pt idx="402">
                  <c:v>14535.826086956522</c:v>
                </c:pt>
                <c:pt idx="403">
                  <c:v>14535.826086956522</c:v>
                </c:pt>
                <c:pt idx="404">
                  <c:v>14535.826086956522</c:v>
                </c:pt>
                <c:pt idx="405">
                  <c:v>14535.826086956522</c:v>
                </c:pt>
                <c:pt idx="406">
                  <c:v>14535.826086956522</c:v>
                </c:pt>
                <c:pt idx="407">
                  <c:v>14535.826086956522</c:v>
                </c:pt>
                <c:pt idx="408">
                  <c:v>14535.826086956522</c:v>
                </c:pt>
                <c:pt idx="409">
                  <c:v>14535.826086956522</c:v>
                </c:pt>
                <c:pt idx="410">
                  <c:v>14535.826086956522</c:v>
                </c:pt>
                <c:pt idx="411">
                  <c:v>14535.826086956522</c:v>
                </c:pt>
                <c:pt idx="412">
                  <c:v>14535.826086956522</c:v>
                </c:pt>
                <c:pt idx="414">
                  <c:v>14689.761904761905</c:v>
                </c:pt>
                <c:pt idx="415">
                  <c:v>14689.761904761905</c:v>
                </c:pt>
                <c:pt idx="416">
                  <c:v>14689.761904761905</c:v>
                </c:pt>
                <c:pt idx="417">
                  <c:v>14689.761904761905</c:v>
                </c:pt>
                <c:pt idx="418">
                  <c:v>14689.761904761905</c:v>
                </c:pt>
                <c:pt idx="419">
                  <c:v>14689.761904761905</c:v>
                </c:pt>
                <c:pt idx="420">
                  <c:v>14689.761904761905</c:v>
                </c:pt>
                <c:pt idx="421">
                  <c:v>14689.761904761905</c:v>
                </c:pt>
                <c:pt idx="422">
                  <c:v>14689.761904761905</c:v>
                </c:pt>
                <c:pt idx="423">
                  <c:v>14689.761904761905</c:v>
                </c:pt>
                <c:pt idx="424">
                  <c:v>14689.761904761905</c:v>
                </c:pt>
                <c:pt idx="425">
                  <c:v>14689.761904761905</c:v>
                </c:pt>
                <c:pt idx="426">
                  <c:v>14689.761904761905</c:v>
                </c:pt>
                <c:pt idx="427">
                  <c:v>14689.761904761905</c:v>
                </c:pt>
                <c:pt idx="428">
                  <c:v>14689.761904761905</c:v>
                </c:pt>
                <c:pt idx="429">
                  <c:v>14689.761904761905</c:v>
                </c:pt>
                <c:pt idx="430">
                  <c:v>14689.761904761905</c:v>
                </c:pt>
                <c:pt idx="431">
                  <c:v>14689.761904761905</c:v>
                </c:pt>
                <c:pt idx="432">
                  <c:v>14689.761904761905</c:v>
                </c:pt>
                <c:pt idx="433">
                  <c:v>14689.761904761905</c:v>
                </c:pt>
                <c:pt idx="435">
                  <c:v>14807.681818181818</c:v>
                </c:pt>
                <c:pt idx="436">
                  <c:v>14807.681818181818</c:v>
                </c:pt>
                <c:pt idx="437">
                  <c:v>14807.681818181818</c:v>
                </c:pt>
                <c:pt idx="438">
                  <c:v>14807.681818181818</c:v>
                </c:pt>
                <c:pt idx="439">
                  <c:v>14807.681818181818</c:v>
                </c:pt>
                <c:pt idx="440">
                  <c:v>14807.681818181818</c:v>
                </c:pt>
                <c:pt idx="441">
                  <c:v>14807.681818181818</c:v>
                </c:pt>
                <c:pt idx="442">
                  <c:v>14807.681818181818</c:v>
                </c:pt>
                <c:pt idx="443">
                  <c:v>14807.681818181818</c:v>
                </c:pt>
                <c:pt idx="444">
                  <c:v>14807.681818181818</c:v>
                </c:pt>
                <c:pt idx="445">
                  <c:v>14807.681818181818</c:v>
                </c:pt>
                <c:pt idx="446">
                  <c:v>14807.681818181818</c:v>
                </c:pt>
                <c:pt idx="447">
                  <c:v>14807.681818181818</c:v>
                </c:pt>
                <c:pt idx="448">
                  <c:v>14807.681818181818</c:v>
                </c:pt>
                <c:pt idx="449">
                  <c:v>14807.681818181818</c:v>
                </c:pt>
                <c:pt idx="450">
                  <c:v>14807.681818181818</c:v>
                </c:pt>
                <c:pt idx="451">
                  <c:v>14807.681818181818</c:v>
                </c:pt>
                <c:pt idx="452">
                  <c:v>14807.681818181818</c:v>
                </c:pt>
                <c:pt idx="453">
                  <c:v>14807.681818181818</c:v>
                </c:pt>
                <c:pt idx="454">
                  <c:v>14807.681818181818</c:v>
                </c:pt>
                <c:pt idx="455">
                  <c:v>14807.681818181818</c:v>
                </c:pt>
                <c:pt idx="457">
                  <c:v>14697.954545454546</c:v>
                </c:pt>
                <c:pt idx="458">
                  <c:v>14697.954545454546</c:v>
                </c:pt>
                <c:pt idx="459">
                  <c:v>14697.954545454546</c:v>
                </c:pt>
                <c:pt idx="460">
                  <c:v>14697.954545454546</c:v>
                </c:pt>
                <c:pt idx="461">
                  <c:v>14697.954545454546</c:v>
                </c:pt>
                <c:pt idx="462">
                  <c:v>14697.954545454546</c:v>
                </c:pt>
                <c:pt idx="463">
                  <c:v>14697.954545454546</c:v>
                </c:pt>
                <c:pt idx="464">
                  <c:v>14697.954545454546</c:v>
                </c:pt>
                <c:pt idx="465">
                  <c:v>14697.954545454546</c:v>
                </c:pt>
                <c:pt idx="466">
                  <c:v>14697.954545454546</c:v>
                </c:pt>
                <c:pt idx="467">
                  <c:v>14697.954545454546</c:v>
                </c:pt>
                <c:pt idx="468">
                  <c:v>14697.954545454546</c:v>
                </c:pt>
                <c:pt idx="469">
                  <c:v>14697.954545454546</c:v>
                </c:pt>
                <c:pt idx="470">
                  <c:v>14697.954545454546</c:v>
                </c:pt>
                <c:pt idx="471">
                  <c:v>14697.954545454546</c:v>
                </c:pt>
                <c:pt idx="472">
                  <c:v>14697.954545454546</c:v>
                </c:pt>
                <c:pt idx="473">
                  <c:v>14697.954545454546</c:v>
                </c:pt>
                <c:pt idx="474">
                  <c:v>14697.954545454546</c:v>
                </c:pt>
                <c:pt idx="475">
                  <c:v>14697.954545454546</c:v>
                </c:pt>
                <c:pt idx="476">
                  <c:v>14697.954545454546</c:v>
                </c:pt>
                <c:pt idx="477">
                  <c:v>14697.954545454546</c:v>
                </c:pt>
                <c:pt idx="479">
                  <c:v>14201.952380952382</c:v>
                </c:pt>
                <c:pt idx="480">
                  <c:v>14201.952380952382</c:v>
                </c:pt>
                <c:pt idx="481">
                  <c:v>14201.952380952382</c:v>
                </c:pt>
                <c:pt idx="482">
                  <c:v>14201.952380952382</c:v>
                </c:pt>
                <c:pt idx="483">
                  <c:v>14201.952380952382</c:v>
                </c:pt>
                <c:pt idx="484">
                  <c:v>14201.952380952382</c:v>
                </c:pt>
                <c:pt idx="485">
                  <c:v>14201.952380952382</c:v>
                </c:pt>
                <c:pt idx="486">
                  <c:v>14201.952380952382</c:v>
                </c:pt>
                <c:pt idx="487">
                  <c:v>14201.952380952382</c:v>
                </c:pt>
                <c:pt idx="488">
                  <c:v>14201.952380952382</c:v>
                </c:pt>
                <c:pt idx="489">
                  <c:v>14201.952380952382</c:v>
                </c:pt>
                <c:pt idx="490">
                  <c:v>14201.952380952382</c:v>
                </c:pt>
                <c:pt idx="491">
                  <c:v>14201.952380952382</c:v>
                </c:pt>
                <c:pt idx="492">
                  <c:v>14201.952380952382</c:v>
                </c:pt>
                <c:pt idx="493">
                  <c:v>14201.952380952382</c:v>
                </c:pt>
                <c:pt idx="494">
                  <c:v>14201.952380952382</c:v>
                </c:pt>
                <c:pt idx="495">
                  <c:v>14201.952380952382</c:v>
                </c:pt>
                <c:pt idx="496">
                  <c:v>14201.952380952382</c:v>
                </c:pt>
                <c:pt idx="497">
                  <c:v>14201.952380952382</c:v>
                </c:pt>
                <c:pt idx="498">
                  <c:v>14201.952380952382</c:v>
                </c:pt>
                <c:pt idx="500">
                  <c:v>14125.565217391304</c:v>
                </c:pt>
                <c:pt idx="501">
                  <c:v>14125.565217391304</c:v>
                </c:pt>
                <c:pt idx="502">
                  <c:v>14125.565217391304</c:v>
                </c:pt>
                <c:pt idx="503">
                  <c:v>14125.565217391304</c:v>
                </c:pt>
                <c:pt idx="504">
                  <c:v>14125.565217391304</c:v>
                </c:pt>
                <c:pt idx="505">
                  <c:v>14125.565217391304</c:v>
                </c:pt>
                <c:pt idx="506">
                  <c:v>14125.565217391304</c:v>
                </c:pt>
                <c:pt idx="507">
                  <c:v>14125.565217391304</c:v>
                </c:pt>
                <c:pt idx="508">
                  <c:v>14125.565217391304</c:v>
                </c:pt>
                <c:pt idx="509">
                  <c:v>14125.565217391304</c:v>
                </c:pt>
                <c:pt idx="510">
                  <c:v>14125.565217391304</c:v>
                </c:pt>
                <c:pt idx="511">
                  <c:v>14125.565217391304</c:v>
                </c:pt>
                <c:pt idx="512">
                  <c:v>14125.565217391304</c:v>
                </c:pt>
                <c:pt idx="513">
                  <c:v>14125.565217391304</c:v>
                </c:pt>
                <c:pt idx="514">
                  <c:v>14125.565217391304</c:v>
                </c:pt>
                <c:pt idx="515">
                  <c:v>14125.565217391304</c:v>
                </c:pt>
                <c:pt idx="516">
                  <c:v>14125.565217391304</c:v>
                </c:pt>
                <c:pt idx="517">
                  <c:v>14125.565217391304</c:v>
                </c:pt>
                <c:pt idx="518">
                  <c:v>14125.565217391304</c:v>
                </c:pt>
                <c:pt idx="519">
                  <c:v>14125.565217391304</c:v>
                </c:pt>
                <c:pt idx="520">
                  <c:v>14125.565217391304</c:v>
                </c:pt>
                <c:pt idx="521">
                  <c:v>14125.565217391304</c:v>
                </c:pt>
                <c:pt idx="523">
                  <c:v>14025.238095238095</c:v>
                </c:pt>
                <c:pt idx="524">
                  <c:v>14025.238095238095</c:v>
                </c:pt>
                <c:pt idx="525">
                  <c:v>14025.238095238095</c:v>
                </c:pt>
                <c:pt idx="526">
                  <c:v>14025.238095238095</c:v>
                </c:pt>
                <c:pt idx="527">
                  <c:v>14025.238095238095</c:v>
                </c:pt>
                <c:pt idx="528">
                  <c:v>14025.238095238095</c:v>
                </c:pt>
                <c:pt idx="529">
                  <c:v>14025.238095238095</c:v>
                </c:pt>
                <c:pt idx="530">
                  <c:v>14025.238095238095</c:v>
                </c:pt>
                <c:pt idx="531">
                  <c:v>14025.238095238095</c:v>
                </c:pt>
                <c:pt idx="532">
                  <c:v>14025.238095238095</c:v>
                </c:pt>
                <c:pt idx="533">
                  <c:v>14025.238095238095</c:v>
                </c:pt>
                <c:pt idx="534">
                  <c:v>14025.238095238095</c:v>
                </c:pt>
                <c:pt idx="535">
                  <c:v>14025.238095238095</c:v>
                </c:pt>
                <c:pt idx="536">
                  <c:v>14025.238095238095</c:v>
                </c:pt>
                <c:pt idx="537">
                  <c:v>14025.238095238095</c:v>
                </c:pt>
                <c:pt idx="538">
                  <c:v>14025.238095238095</c:v>
                </c:pt>
                <c:pt idx="539">
                  <c:v>14025.238095238095</c:v>
                </c:pt>
                <c:pt idx="540">
                  <c:v>14025.238095238095</c:v>
                </c:pt>
                <c:pt idx="541">
                  <c:v>14025.238095238095</c:v>
                </c:pt>
                <c:pt idx="542">
                  <c:v>14025.238095238095</c:v>
                </c:pt>
                <c:pt idx="544">
                  <c:v>14029.45</c:v>
                </c:pt>
                <c:pt idx="545">
                  <c:v>14029.45</c:v>
                </c:pt>
                <c:pt idx="546">
                  <c:v>14029.45</c:v>
                </c:pt>
                <c:pt idx="547">
                  <c:v>14029.45</c:v>
                </c:pt>
                <c:pt idx="548">
                  <c:v>14029.45</c:v>
                </c:pt>
                <c:pt idx="549">
                  <c:v>14029.45</c:v>
                </c:pt>
                <c:pt idx="550">
                  <c:v>14029.45</c:v>
                </c:pt>
                <c:pt idx="551">
                  <c:v>14029.45</c:v>
                </c:pt>
                <c:pt idx="552">
                  <c:v>14029.45</c:v>
                </c:pt>
                <c:pt idx="553">
                  <c:v>14029.45</c:v>
                </c:pt>
                <c:pt idx="554">
                  <c:v>14029.45</c:v>
                </c:pt>
                <c:pt idx="555">
                  <c:v>14029.45</c:v>
                </c:pt>
                <c:pt idx="556">
                  <c:v>14029.45</c:v>
                </c:pt>
                <c:pt idx="557">
                  <c:v>14029.45</c:v>
                </c:pt>
                <c:pt idx="558">
                  <c:v>14029.45</c:v>
                </c:pt>
                <c:pt idx="559">
                  <c:v>14029.45</c:v>
                </c:pt>
                <c:pt idx="560">
                  <c:v>14029.45</c:v>
                </c:pt>
                <c:pt idx="561">
                  <c:v>14029.45</c:v>
                </c:pt>
                <c:pt idx="562">
                  <c:v>14029.45</c:v>
                </c:pt>
                <c:pt idx="564">
                  <c:v>14388.217391304348</c:v>
                </c:pt>
                <c:pt idx="565">
                  <c:v>14388.217391304348</c:v>
                </c:pt>
                <c:pt idx="566">
                  <c:v>14388.217391304348</c:v>
                </c:pt>
                <c:pt idx="567">
                  <c:v>14388.217391304348</c:v>
                </c:pt>
                <c:pt idx="568">
                  <c:v>14388.217391304348</c:v>
                </c:pt>
                <c:pt idx="569">
                  <c:v>14388.217391304348</c:v>
                </c:pt>
                <c:pt idx="570">
                  <c:v>14388.217391304348</c:v>
                </c:pt>
                <c:pt idx="571">
                  <c:v>14388.217391304348</c:v>
                </c:pt>
                <c:pt idx="572">
                  <c:v>14388.217391304348</c:v>
                </c:pt>
                <c:pt idx="573">
                  <c:v>14388.217391304348</c:v>
                </c:pt>
                <c:pt idx="574">
                  <c:v>14388.217391304348</c:v>
                </c:pt>
                <c:pt idx="575">
                  <c:v>14388.217391304348</c:v>
                </c:pt>
                <c:pt idx="576">
                  <c:v>14388.217391304348</c:v>
                </c:pt>
                <c:pt idx="577">
                  <c:v>14388.217391304348</c:v>
                </c:pt>
                <c:pt idx="578">
                  <c:v>14388.217391304348</c:v>
                </c:pt>
                <c:pt idx="579">
                  <c:v>14388.217391304348</c:v>
                </c:pt>
                <c:pt idx="580">
                  <c:v>14388.217391304348</c:v>
                </c:pt>
                <c:pt idx="581">
                  <c:v>14388.217391304348</c:v>
                </c:pt>
                <c:pt idx="582">
                  <c:v>14388.217391304348</c:v>
                </c:pt>
                <c:pt idx="583">
                  <c:v>14388.217391304348</c:v>
                </c:pt>
                <c:pt idx="584">
                  <c:v>14388.217391304348</c:v>
                </c:pt>
                <c:pt idx="585">
                  <c:v>14388.217391304348</c:v>
                </c:pt>
                <c:pt idx="587">
                  <c:v>14528.818181818182</c:v>
                </c:pt>
                <c:pt idx="588">
                  <c:v>14528.818181818182</c:v>
                </c:pt>
                <c:pt idx="589">
                  <c:v>14528.818181818182</c:v>
                </c:pt>
                <c:pt idx="590">
                  <c:v>14528.818181818182</c:v>
                </c:pt>
                <c:pt idx="591">
                  <c:v>14528.818181818182</c:v>
                </c:pt>
                <c:pt idx="592">
                  <c:v>14528.818181818182</c:v>
                </c:pt>
                <c:pt idx="593">
                  <c:v>14528.818181818182</c:v>
                </c:pt>
                <c:pt idx="594">
                  <c:v>14528.818181818182</c:v>
                </c:pt>
                <c:pt idx="595">
                  <c:v>14528.818181818182</c:v>
                </c:pt>
                <c:pt idx="596">
                  <c:v>14528.818181818182</c:v>
                </c:pt>
                <c:pt idx="597">
                  <c:v>14528.818181818182</c:v>
                </c:pt>
                <c:pt idx="598">
                  <c:v>14528.818181818182</c:v>
                </c:pt>
                <c:pt idx="599">
                  <c:v>14528.818181818182</c:v>
                </c:pt>
                <c:pt idx="600">
                  <c:v>14528.818181818182</c:v>
                </c:pt>
                <c:pt idx="601">
                  <c:v>14528.818181818182</c:v>
                </c:pt>
                <c:pt idx="602">
                  <c:v>14528.818181818182</c:v>
                </c:pt>
                <c:pt idx="603">
                  <c:v>14528.818181818182</c:v>
                </c:pt>
                <c:pt idx="604">
                  <c:v>14528.818181818182</c:v>
                </c:pt>
                <c:pt idx="605">
                  <c:v>14528.818181818182</c:v>
                </c:pt>
                <c:pt idx="606">
                  <c:v>14528.818181818182</c:v>
                </c:pt>
                <c:pt idx="607">
                  <c:v>14528.818181818182</c:v>
                </c:pt>
                <c:pt idx="609">
                  <c:v>14302.333333333334</c:v>
                </c:pt>
                <c:pt idx="610">
                  <c:v>14302.333333333334</c:v>
                </c:pt>
                <c:pt idx="611">
                  <c:v>14302.333333333334</c:v>
                </c:pt>
                <c:pt idx="612">
                  <c:v>14302.333333333334</c:v>
                </c:pt>
                <c:pt idx="613">
                  <c:v>14302.333333333334</c:v>
                </c:pt>
                <c:pt idx="614">
                  <c:v>14302.333333333334</c:v>
                </c:pt>
                <c:pt idx="615">
                  <c:v>14302.333333333334</c:v>
                </c:pt>
                <c:pt idx="616">
                  <c:v>14302.333333333334</c:v>
                </c:pt>
                <c:pt idx="617">
                  <c:v>14302.333333333334</c:v>
                </c:pt>
                <c:pt idx="618">
                  <c:v>14302.333333333334</c:v>
                </c:pt>
                <c:pt idx="619">
                  <c:v>14302.333333333334</c:v>
                </c:pt>
                <c:pt idx="620">
                  <c:v>14302.333333333334</c:v>
                </c:pt>
                <c:pt idx="621">
                  <c:v>14302.333333333334</c:v>
                </c:pt>
                <c:pt idx="622">
                  <c:v>14302.333333333334</c:v>
                </c:pt>
                <c:pt idx="623">
                  <c:v>14302.333333333334</c:v>
                </c:pt>
                <c:pt idx="624">
                  <c:v>14302.333333333334</c:v>
                </c:pt>
                <c:pt idx="625">
                  <c:v>14302.333333333334</c:v>
                </c:pt>
                <c:pt idx="626">
                  <c:v>14302.333333333334</c:v>
                </c:pt>
                <c:pt idx="627">
                  <c:v>14302.333333333334</c:v>
                </c:pt>
                <c:pt idx="628">
                  <c:v>14302.333333333334</c:v>
                </c:pt>
                <c:pt idx="630">
                  <c:v>14332.045454545454</c:v>
                </c:pt>
                <c:pt idx="631">
                  <c:v>14332.045454545454</c:v>
                </c:pt>
                <c:pt idx="632">
                  <c:v>14332.045454545454</c:v>
                </c:pt>
                <c:pt idx="633">
                  <c:v>14332.045454545454</c:v>
                </c:pt>
                <c:pt idx="634">
                  <c:v>14332.045454545454</c:v>
                </c:pt>
                <c:pt idx="635">
                  <c:v>14332.045454545454</c:v>
                </c:pt>
                <c:pt idx="636">
                  <c:v>14332.045454545454</c:v>
                </c:pt>
                <c:pt idx="637">
                  <c:v>14332.045454545454</c:v>
                </c:pt>
                <c:pt idx="638">
                  <c:v>14332.045454545454</c:v>
                </c:pt>
                <c:pt idx="639">
                  <c:v>14332.045454545454</c:v>
                </c:pt>
                <c:pt idx="640">
                  <c:v>14332.045454545454</c:v>
                </c:pt>
                <c:pt idx="641">
                  <c:v>14332.045454545454</c:v>
                </c:pt>
                <c:pt idx="642">
                  <c:v>14332.045454545454</c:v>
                </c:pt>
                <c:pt idx="643">
                  <c:v>14332.045454545454</c:v>
                </c:pt>
                <c:pt idx="644">
                  <c:v>14332.045454545454</c:v>
                </c:pt>
                <c:pt idx="645">
                  <c:v>14332.045454545454</c:v>
                </c:pt>
                <c:pt idx="646">
                  <c:v>14332.045454545454</c:v>
                </c:pt>
                <c:pt idx="647">
                  <c:v>14332.045454545454</c:v>
                </c:pt>
                <c:pt idx="648">
                  <c:v>14332.045454545454</c:v>
                </c:pt>
                <c:pt idx="649">
                  <c:v>14332.045454545454</c:v>
                </c:pt>
                <c:pt idx="650">
                  <c:v>14332.045454545454</c:v>
                </c:pt>
                <c:pt idx="652">
                  <c:v>14495.545454545454</c:v>
                </c:pt>
                <c:pt idx="653">
                  <c:v>14495.545454545454</c:v>
                </c:pt>
                <c:pt idx="654">
                  <c:v>14495.545454545454</c:v>
                </c:pt>
                <c:pt idx="655">
                  <c:v>14495.545454545454</c:v>
                </c:pt>
                <c:pt idx="656">
                  <c:v>14495.545454545454</c:v>
                </c:pt>
                <c:pt idx="657">
                  <c:v>14495.545454545454</c:v>
                </c:pt>
                <c:pt idx="658">
                  <c:v>14495.545454545454</c:v>
                </c:pt>
                <c:pt idx="659">
                  <c:v>14495.545454545454</c:v>
                </c:pt>
                <c:pt idx="660">
                  <c:v>14495.545454545454</c:v>
                </c:pt>
                <c:pt idx="661">
                  <c:v>14495.545454545454</c:v>
                </c:pt>
                <c:pt idx="662">
                  <c:v>14495.545454545454</c:v>
                </c:pt>
                <c:pt idx="663">
                  <c:v>14495.545454545454</c:v>
                </c:pt>
                <c:pt idx="664">
                  <c:v>14495.545454545454</c:v>
                </c:pt>
                <c:pt idx="665">
                  <c:v>14495.545454545454</c:v>
                </c:pt>
                <c:pt idx="666">
                  <c:v>14495.545454545454</c:v>
                </c:pt>
                <c:pt idx="667">
                  <c:v>14495.545454545454</c:v>
                </c:pt>
                <c:pt idx="668">
                  <c:v>14495.545454545454</c:v>
                </c:pt>
                <c:pt idx="669">
                  <c:v>14495.545454545454</c:v>
                </c:pt>
                <c:pt idx="670">
                  <c:v>14495.545454545454</c:v>
                </c:pt>
                <c:pt idx="671">
                  <c:v>14495.545454545454</c:v>
                </c:pt>
                <c:pt idx="672">
                  <c:v>14495.545454545454</c:v>
                </c:pt>
                <c:pt idx="674">
                  <c:v>14378.5</c:v>
                </c:pt>
                <c:pt idx="675">
                  <c:v>14378.5</c:v>
                </c:pt>
                <c:pt idx="676">
                  <c:v>14378.5</c:v>
                </c:pt>
                <c:pt idx="677">
                  <c:v>14378.5</c:v>
                </c:pt>
                <c:pt idx="678">
                  <c:v>14378.5</c:v>
                </c:pt>
                <c:pt idx="679">
                  <c:v>14378.5</c:v>
                </c:pt>
                <c:pt idx="680">
                  <c:v>14378.5</c:v>
                </c:pt>
                <c:pt idx="681">
                  <c:v>14378.5</c:v>
                </c:pt>
                <c:pt idx="682">
                  <c:v>14378.5</c:v>
                </c:pt>
                <c:pt idx="683">
                  <c:v>14378.5</c:v>
                </c:pt>
                <c:pt idx="684">
                  <c:v>14378.5</c:v>
                </c:pt>
                <c:pt idx="685">
                  <c:v>14378.5</c:v>
                </c:pt>
                <c:pt idx="686">
                  <c:v>14378.5</c:v>
                </c:pt>
                <c:pt idx="687">
                  <c:v>14378.5</c:v>
                </c:pt>
                <c:pt idx="688">
                  <c:v>14378.5</c:v>
                </c:pt>
                <c:pt idx="689">
                  <c:v>14378.5</c:v>
                </c:pt>
                <c:pt idx="690">
                  <c:v>14378.5</c:v>
                </c:pt>
                <c:pt idx="691">
                  <c:v>14378.5</c:v>
                </c:pt>
                <c:pt idx="692">
                  <c:v>14378.5</c:v>
                </c:pt>
                <c:pt idx="693">
                  <c:v>14378.5</c:v>
                </c:pt>
                <c:pt idx="694">
                  <c:v>14378.5</c:v>
                </c:pt>
                <c:pt idx="696">
                  <c:v>14251.863636363636</c:v>
                </c:pt>
                <c:pt idx="697">
                  <c:v>14251.863636363636</c:v>
                </c:pt>
                <c:pt idx="698">
                  <c:v>14251.863636363636</c:v>
                </c:pt>
                <c:pt idx="699">
                  <c:v>14251.863636363636</c:v>
                </c:pt>
                <c:pt idx="700">
                  <c:v>14251.863636363636</c:v>
                </c:pt>
                <c:pt idx="701">
                  <c:v>14251.863636363636</c:v>
                </c:pt>
                <c:pt idx="702">
                  <c:v>14251.863636363636</c:v>
                </c:pt>
                <c:pt idx="703">
                  <c:v>14251.863636363636</c:v>
                </c:pt>
                <c:pt idx="704">
                  <c:v>14251.863636363636</c:v>
                </c:pt>
                <c:pt idx="705">
                  <c:v>14251.863636363636</c:v>
                </c:pt>
                <c:pt idx="706">
                  <c:v>14251.863636363636</c:v>
                </c:pt>
                <c:pt idx="707">
                  <c:v>14251.863636363636</c:v>
                </c:pt>
                <c:pt idx="708">
                  <c:v>14251.863636363636</c:v>
                </c:pt>
                <c:pt idx="709">
                  <c:v>14251.863636363636</c:v>
                </c:pt>
                <c:pt idx="710">
                  <c:v>14251.863636363636</c:v>
                </c:pt>
                <c:pt idx="711">
                  <c:v>14251.863636363636</c:v>
                </c:pt>
                <c:pt idx="712">
                  <c:v>14251.863636363636</c:v>
                </c:pt>
                <c:pt idx="713">
                  <c:v>14251.863636363636</c:v>
                </c:pt>
                <c:pt idx="714">
                  <c:v>14251.863636363636</c:v>
                </c:pt>
                <c:pt idx="715">
                  <c:v>14251.863636363636</c:v>
                </c:pt>
                <c:pt idx="716">
                  <c:v>14251.863636363636</c:v>
                </c:pt>
                <c:pt idx="718">
                  <c:v>14175.761904761905</c:v>
                </c:pt>
                <c:pt idx="719">
                  <c:v>14175.761904761905</c:v>
                </c:pt>
                <c:pt idx="720">
                  <c:v>14175.761904761905</c:v>
                </c:pt>
                <c:pt idx="721">
                  <c:v>14175.761904761905</c:v>
                </c:pt>
                <c:pt idx="722">
                  <c:v>14175.761904761905</c:v>
                </c:pt>
                <c:pt idx="723">
                  <c:v>14175.761904761905</c:v>
                </c:pt>
                <c:pt idx="724">
                  <c:v>14175.761904761905</c:v>
                </c:pt>
                <c:pt idx="725">
                  <c:v>14175.761904761905</c:v>
                </c:pt>
                <c:pt idx="726">
                  <c:v>14175.761904761905</c:v>
                </c:pt>
                <c:pt idx="727">
                  <c:v>14175.761904761905</c:v>
                </c:pt>
                <c:pt idx="728">
                  <c:v>14175.761904761905</c:v>
                </c:pt>
                <c:pt idx="729">
                  <c:v>14175.761904761905</c:v>
                </c:pt>
                <c:pt idx="730">
                  <c:v>14175.761904761905</c:v>
                </c:pt>
                <c:pt idx="731">
                  <c:v>14175.761904761905</c:v>
                </c:pt>
                <c:pt idx="732">
                  <c:v>14175.761904761905</c:v>
                </c:pt>
                <c:pt idx="733">
                  <c:v>14175.761904761905</c:v>
                </c:pt>
                <c:pt idx="734">
                  <c:v>14175.761904761905</c:v>
                </c:pt>
                <c:pt idx="735">
                  <c:v>14175.761904761905</c:v>
                </c:pt>
                <c:pt idx="736">
                  <c:v>14175.761904761905</c:v>
                </c:pt>
                <c:pt idx="737">
                  <c:v>14175.761904761905</c:v>
                </c:pt>
                <c:pt idx="739">
                  <c:v>14265.59090909091</c:v>
                </c:pt>
                <c:pt idx="740">
                  <c:v>14265.59090909091</c:v>
                </c:pt>
                <c:pt idx="741">
                  <c:v>14265.59090909091</c:v>
                </c:pt>
                <c:pt idx="742">
                  <c:v>14265.59090909091</c:v>
                </c:pt>
                <c:pt idx="743">
                  <c:v>14265.59090909091</c:v>
                </c:pt>
                <c:pt idx="744">
                  <c:v>14265.59090909091</c:v>
                </c:pt>
                <c:pt idx="745">
                  <c:v>14265.59090909091</c:v>
                </c:pt>
                <c:pt idx="746">
                  <c:v>14265.59090909091</c:v>
                </c:pt>
                <c:pt idx="747">
                  <c:v>14265.59090909091</c:v>
                </c:pt>
                <c:pt idx="748">
                  <c:v>14265.59090909091</c:v>
                </c:pt>
                <c:pt idx="749">
                  <c:v>14265.59090909091</c:v>
                </c:pt>
                <c:pt idx="750">
                  <c:v>14265.59090909091</c:v>
                </c:pt>
                <c:pt idx="751">
                  <c:v>14265.59090909091</c:v>
                </c:pt>
                <c:pt idx="752">
                  <c:v>14265.59090909091</c:v>
                </c:pt>
                <c:pt idx="753">
                  <c:v>14265.59090909091</c:v>
                </c:pt>
                <c:pt idx="754">
                  <c:v>14265.59090909091</c:v>
                </c:pt>
                <c:pt idx="755">
                  <c:v>14265.59090909091</c:v>
                </c:pt>
                <c:pt idx="756">
                  <c:v>14265.59090909091</c:v>
                </c:pt>
                <c:pt idx="757">
                  <c:v>14265.59090909091</c:v>
                </c:pt>
                <c:pt idx="758">
                  <c:v>14265.59090909091</c:v>
                </c:pt>
                <c:pt idx="759">
                  <c:v>14265.59090909091</c:v>
                </c:pt>
                <c:pt idx="761">
                  <c:v>14322.521739130434</c:v>
                </c:pt>
                <c:pt idx="762">
                  <c:v>14322.521739130434</c:v>
                </c:pt>
                <c:pt idx="763">
                  <c:v>14322.521739130434</c:v>
                </c:pt>
                <c:pt idx="764">
                  <c:v>14322.521739130434</c:v>
                </c:pt>
                <c:pt idx="765">
                  <c:v>14322.521739130434</c:v>
                </c:pt>
                <c:pt idx="766">
                  <c:v>14322.521739130434</c:v>
                </c:pt>
                <c:pt idx="767">
                  <c:v>14322.521739130434</c:v>
                </c:pt>
                <c:pt idx="768">
                  <c:v>14322.521739130434</c:v>
                </c:pt>
                <c:pt idx="769">
                  <c:v>14322.521739130434</c:v>
                </c:pt>
                <c:pt idx="770">
                  <c:v>14322.521739130434</c:v>
                </c:pt>
                <c:pt idx="771">
                  <c:v>14322.521739130434</c:v>
                </c:pt>
                <c:pt idx="772">
                  <c:v>14322.521739130434</c:v>
                </c:pt>
                <c:pt idx="773">
                  <c:v>14322.521739130434</c:v>
                </c:pt>
                <c:pt idx="774">
                  <c:v>14322.521739130434</c:v>
                </c:pt>
                <c:pt idx="775">
                  <c:v>14322.521739130434</c:v>
                </c:pt>
                <c:pt idx="776">
                  <c:v>14322.521739130434</c:v>
                </c:pt>
                <c:pt idx="777">
                  <c:v>14322.521739130434</c:v>
                </c:pt>
                <c:pt idx="778">
                  <c:v>14322.521739130434</c:v>
                </c:pt>
                <c:pt idx="779">
                  <c:v>14322.521739130434</c:v>
                </c:pt>
                <c:pt idx="780">
                  <c:v>14322.521739130434</c:v>
                </c:pt>
                <c:pt idx="781">
                  <c:v>14322.521739130434</c:v>
                </c:pt>
                <c:pt idx="782">
                  <c:v>14322.521739130434</c:v>
                </c:pt>
                <c:pt idx="784">
                  <c:v>14338</c:v>
                </c:pt>
                <c:pt idx="785">
                  <c:v>14338</c:v>
                </c:pt>
                <c:pt idx="786">
                  <c:v>14338</c:v>
                </c:pt>
                <c:pt idx="787">
                  <c:v>14338</c:v>
                </c:pt>
                <c:pt idx="788">
                  <c:v>14338</c:v>
                </c:pt>
                <c:pt idx="789">
                  <c:v>14338</c:v>
                </c:pt>
                <c:pt idx="790">
                  <c:v>14338</c:v>
                </c:pt>
                <c:pt idx="791">
                  <c:v>14338</c:v>
                </c:pt>
                <c:pt idx="792">
                  <c:v>14338</c:v>
                </c:pt>
                <c:pt idx="793">
                  <c:v>14338</c:v>
                </c:pt>
                <c:pt idx="794">
                  <c:v>14338</c:v>
                </c:pt>
                <c:pt idx="795">
                  <c:v>14338</c:v>
                </c:pt>
                <c:pt idx="796">
                  <c:v>14338</c:v>
                </c:pt>
                <c:pt idx="797">
                  <c:v>14338</c:v>
                </c:pt>
                <c:pt idx="798">
                  <c:v>14338</c:v>
                </c:pt>
                <c:pt idx="799">
                  <c:v>14338</c:v>
                </c:pt>
                <c:pt idx="800">
                  <c:v>14338</c:v>
                </c:pt>
                <c:pt idx="801">
                  <c:v>14338</c:v>
                </c:pt>
                <c:pt idx="802">
                  <c:v>14338</c:v>
                </c:pt>
                <c:pt idx="803">
                  <c:v>14338</c:v>
                </c:pt>
                <c:pt idx="805">
                  <c:v>14351.35</c:v>
                </c:pt>
                <c:pt idx="806">
                  <c:v>14351.35</c:v>
                </c:pt>
                <c:pt idx="807">
                  <c:v>14351.35</c:v>
                </c:pt>
                <c:pt idx="808">
                  <c:v>14351.35</c:v>
                </c:pt>
                <c:pt idx="809">
                  <c:v>14351.35</c:v>
                </c:pt>
                <c:pt idx="810">
                  <c:v>14351.35</c:v>
                </c:pt>
                <c:pt idx="811">
                  <c:v>14351.35</c:v>
                </c:pt>
                <c:pt idx="812">
                  <c:v>14351.35</c:v>
                </c:pt>
                <c:pt idx="813">
                  <c:v>14351.35</c:v>
                </c:pt>
                <c:pt idx="814">
                  <c:v>14351.35</c:v>
                </c:pt>
                <c:pt idx="815">
                  <c:v>14351.35</c:v>
                </c:pt>
                <c:pt idx="816">
                  <c:v>14351.35</c:v>
                </c:pt>
                <c:pt idx="817">
                  <c:v>14351.35</c:v>
                </c:pt>
                <c:pt idx="818">
                  <c:v>14351.35</c:v>
                </c:pt>
                <c:pt idx="819">
                  <c:v>14351.35</c:v>
                </c:pt>
                <c:pt idx="820">
                  <c:v>14351.35</c:v>
                </c:pt>
                <c:pt idx="821">
                  <c:v>14351.35</c:v>
                </c:pt>
                <c:pt idx="822">
                  <c:v>14351.35</c:v>
                </c:pt>
                <c:pt idx="823">
                  <c:v>14351.35</c:v>
                </c:pt>
                <c:pt idx="825">
                  <c:v>14349.04347826087</c:v>
                </c:pt>
                <c:pt idx="826">
                  <c:v>14349.04347826087</c:v>
                </c:pt>
                <c:pt idx="827">
                  <c:v>14349.04347826087</c:v>
                </c:pt>
                <c:pt idx="828">
                  <c:v>14349.04347826087</c:v>
                </c:pt>
                <c:pt idx="829">
                  <c:v>14349.04347826087</c:v>
                </c:pt>
                <c:pt idx="830">
                  <c:v>14349.04347826087</c:v>
                </c:pt>
                <c:pt idx="831">
                  <c:v>14349.04347826087</c:v>
                </c:pt>
                <c:pt idx="832">
                  <c:v>14349.04347826087</c:v>
                </c:pt>
                <c:pt idx="833">
                  <c:v>14349.04347826087</c:v>
                </c:pt>
                <c:pt idx="834">
                  <c:v>14349.04347826087</c:v>
                </c:pt>
                <c:pt idx="835">
                  <c:v>14349.04347826087</c:v>
                </c:pt>
                <c:pt idx="836">
                  <c:v>14349.04347826087</c:v>
                </c:pt>
                <c:pt idx="837">
                  <c:v>14349.04347826087</c:v>
                </c:pt>
                <c:pt idx="838">
                  <c:v>14349.04347826087</c:v>
                </c:pt>
                <c:pt idx="839">
                  <c:v>14349.04347826087</c:v>
                </c:pt>
                <c:pt idx="840">
                  <c:v>14349.04347826087</c:v>
                </c:pt>
                <c:pt idx="841">
                  <c:v>14349.04347826087</c:v>
                </c:pt>
                <c:pt idx="842">
                  <c:v>14349.04347826087</c:v>
                </c:pt>
                <c:pt idx="843">
                  <c:v>14349.04347826087</c:v>
                </c:pt>
                <c:pt idx="844">
                  <c:v>14349.04347826087</c:v>
                </c:pt>
                <c:pt idx="845">
                  <c:v>14349.04347826087</c:v>
                </c:pt>
                <c:pt idx="846">
                  <c:v>14349.04347826087</c:v>
                </c:pt>
                <c:pt idx="848">
                  <c:v>14379.428571428571</c:v>
                </c:pt>
                <c:pt idx="849">
                  <c:v>14379.428571428571</c:v>
                </c:pt>
                <c:pt idx="850">
                  <c:v>14379.428571428571</c:v>
                </c:pt>
                <c:pt idx="851">
                  <c:v>14379.428571428571</c:v>
                </c:pt>
                <c:pt idx="852">
                  <c:v>14379.428571428571</c:v>
                </c:pt>
                <c:pt idx="853">
                  <c:v>14379.428571428571</c:v>
                </c:pt>
                <c:pt idx="854">
                  <c:v>14379.428571428571</c:v>
                </c:pt>
                <c:pt idx="855">
                  <c:v>14379.428571428571</c:v>
                </c:pt>
                <c:pt idx="856">
                  <c:v>14379.428571428571</c:v>
                </c:pt>
                <c:pt idx="857">
                  <c:v>14379.428571428571</c:v>
                </c:pt>
                <c:pt idx="858">
                  <c:v>14379.428571428571</c:v>
                </c:pt>
                <c:pt idx="859">
                  <c:v>14379.428571428571</c:v>
                </c:pt>
                <c:pt idx="860">
                  <c:v>14379.428571428571</c:v>
                </c:pt>
                <c:pt idx="861">
                  <c:v>14379.428571428571</c:v>
                </c:pt>
                <c:pt idx="862">
                  <c:v>14379.428571428571</c:v>
                </c:pt>
                <c:pt idx="863">
                  <c:v>14379.428571428571</c:v>
                </c:pt>
                <c:pt idx="864">
                  <c:v>14379.428571428571</c:v>
                </c:pt>
                <c:pt idx="865">
                  <c:v>14379.428571428571</c:v>
                </c:pt>
                <c:pt idx="866">
                  <c:v>14379.428571428571</c:v>
                </c:pt>
                <c:pt idx="867">
                  <c:v>14379.428571428571</c:v>
                </c:pt>
                <c:pt idx="869">
                  <c:v>14591.818181818182</c:v>
                </c:pt>
                <c:pt idx="870">
                  <c:v>14591.818181818182</c:v>
                </c:pt>
                <c:pt idx="871">
                  <c:v>14591.818181818182</c:v>
                </c:pt>
                <c:pt idx="872">
                  <c:v>14591.818181818182</c:v>
                </c:pt>
                <c:pt idx="873">
                  <c:v>14591.818181818182</c:v>
                </c:pt>
                <c:pt idx="874">
                  <c:v>14591.818181818182</c:v>
                </c:pt>
                <c:pt idx="875">
                  <c:v>14591.818181818182</c:v>
                </c:pt>
                <c:pt idx="876">
                  <c:v>14591.818181818182</c:v>
                </c:pt>
                <c:pt idx="877">
                  <c:v>14591.818181818182</c:v>
                </c:pt>
                <c:pt idx="878">
                  <c:v>14591.818181818182</c:v>
                </c:pt>
                <c:pt idx="879">
                  <c:v>14591.818181818182</c:v>
                </c:pt>
                <c:pt idx="880">
                  <c:v>14591.818181818182</c:v>
                </c:pt>
                <c:pt idx="881">
                  <c:v>14591.818181818182</c:v>
                </c:pt>
                <c:pt idx="882">
                  <c:v>14591.818181818182</c:v>
                </c:pt>
                <c:pt idx="883">
                  <c:v>14591.818181818182</c:v>
                </c:pt>
                <c:pt idx="884">
                  <c:v>14591.818181818182</c:v>
                </c:pt>
                <c:pt idx="885">
                  <c:v>14591.818181818182</c:v>
                </c:pt>
                <c:pt idx="886">
                  <c:v>14591.818181818182</c:v>
                </c:pt>
                <c:pt idx="887">
                  <c:v>14591.818181818182</c:v>
                </c:pt>
                <c:pt idx="888">
                  <c:v>14591.818181818182</c:v>
                </c:pt>
                <c:pt idx="889">
                  <c:v>14591.818181818182</c:v>
                </c:pt>
                <c:pt idx="891">
                  <c:v>14696.318181818182</c:v>
                </c:pt>
                <c:pt idx="892">
                  <c:v>14696.318181818182</c:v>
                </c:pt>
                <c:pt idx="893">
                  <c:v>14696.318181818182</c:v>
                </c:pt>
                <c:pt idx="894">
                  <c:v>14696.318181818182</c:v>
                </c:pt>
                <c:pt idx="895">
                  <c:v>14696.318181818182</c:v>
                </c:pt>
                <c:pt idx="896">
                  <c:v>14696.318181818182</c:v>
                </c:pt>
                <c:pt idx="897">
                  <c:v>14696.318181818182</c:v>
                </c:pt>
                <c:pt idx="898">
                  <c:v>14696.318181818182</c:v>
                </c:pt>
                <c:pt idx="899">
                  <c:v>14696.318181818182</c:v>
                </c:pt>
                <c:pt idx="900">
                  <c:v>14696.318181818182</c:v>
                </c:pt>
                <c:pt idx="901">
                  <c:v>14696.318181818182</c:v>
                </c:pt>
                <c:pt idx="902">
                  <c:v>14696.318181818182</c:v>
                </c:pt>
                <c:pt idx="903">
                  <c:v>14696.318181818182</c:v>
                </c:pt>
                <c:pt idx="904">
                  <c:v>14696.318181818182</c:v>
                </c:pt>
                <c:pt idx="905">
                  <c:v>14696.318181818182</c:v>
                </c:pt>
                <c:pt idx="906">
                  <c:v>14696.318181818182</c:v>
                </c:pt>
                <c:pt idx="907">
                  <c:v>14696.318181818182</c:v>
                </c:pt>
                <c:pt idx="908">
                  <c:v>14696.318181818182</c:v>
                </c:pt>
                <c:pt idx="909">
                  <c:v>14696.318181818182</c:v>
                </c:pt>
                <c:pt idx="910">
                  <c:v>14696.318181818182</c:v>
                </c:pt>
                <c:pt idx="911">
                  <c:v>14696.318181818182</c:v>
                </c:pt>
                <c:pt idx="913">
                  <c:v>14979.571428571429</c:v>
                </c:pt>
                <c:pt idx="914">
                  <c:v>14979.571428571429</c:v>
                </c:pt>
                <c:pt idx="915">
                  <c:v>14979.571428571429</c:v>
                </c:pt>
                <c:pt idx="916">
                  <c:v>14979.571428571429</c:v>
                </c:pt>
                <c:pt idx="917">
                  <c:v>14979.571428571429</c:v>
                </c:pt>
                <c:pt idx="918">
                  <c:v>14979.571428571429</c:v>
                </c:pt>
                <c:pt idx="919">
                  <c:v>14979.571428571429</c:v>
                </c:pt>
                <c:pt idx="920">
                  <c:v>14979.571428571429</c:v>
                </c:pt>
                <c:pt idx="921">
                  <c:v>14979.571428571429</c:v>
                </c:pt>
                <c:pt idx="922">
                  <c:v>14979.571428571429</c:v>
                </c:pt>
                <c:pt idx="923">
                  <c:v>14979.571428571429</c:v>
                </c:pt>
                <c:pt idx="924">
                  <c:v>14979.571428571429</c:v>
                </c:pt>
                <c:pt idx="925">
                  <c:v>14979.571428571429</c:v>
                </c:pt>
                <c:pt idx="926">
                  <c:v>14979.571428571429</c:v>
                </c:pt>
                <c:pt idx="927">
                  <c:v>14979.571428571429</c:v>
                </c:pt>
                <c:pt idx="928">
                  <c:v>14979.571428571429</c:v>
                </c:pt>
                <c:pt idx="929">
                  <c:v>14979.571428571429</c:v>
                </c:pt>
                <c:pt idx="930">
                  <c:v>14979.571428571429</c:v>
                </c:pt>
                <c:pt idx="931">
                  <c:v>14979.571428571429</c:v>
                </c:pt>
                <c:pt idx="932">
                  <c:v>14979.571428571429</c:v>
                </c:pt>
                <c:pt idx="934">
                  <c:v>14838.782608695652</c:v>
                </c:pt>
                <c:pt idx="935">
                  <c:v>14838.782608695652</c:v>
                </c:pt>
                <c:pt idx="936">
                  <c:v>14838.782608695652</c:v>
                </c:pt>
                <c:pt idx="937">
                  <c:v>14838.782608695652</c:v>
                </c:pt>
                <c:pt idx="938">
                  <c:v>14838.782608695652</c:v>
                </c:pt>
                <c:pt idx="939">
                  <c:v>14838.782608695652</c:v>
                </c:pt>
                <c:pt idx="940">
                  <c:v>14838.782608695652</c:v>
                </c:pt>
                <c:pt idx="941">
                  <c:v>14838.782608695652</c:v>
                </c:pt>
                <c:pt idx="942">
                  <c:v>14838.782608695652</c:v>
                </c:pt>
                <c:pt idx="943">
                  <c:v>14838.782608695652</c:v>
                </c:pt>
                <c:pt idx="944">
                  <c:v>14838.782608695652</c:v>
                </c:pt>
                <c:pt idx="945">
                  <c:v>14838.782608695652</c:v>
                </c:pt>
                <c:pt idx="946">
                  <c:v>14838.782608695652</c:v>
                </c:pt>
                <c:pt idx="947">
                  <c:v>14838.782608695652</c:v>
                </c:pt>
                <c:pt idx="948">
                  <c:v>14838.782608695652</c:v>
                </c:pt>
                <c:pt idx="949">
                  <c:v>14838.782608695652</c:v>
                </c:pt>
                <c:pt idx="950">
                  <c:v>14838.782608695652</c:v>
                </c:pt>
                <c:pt idx="951">
                  <c:v>14838.782608695652</c:v>
                </c:pt>
                <c:pt idx="952">
                  <c:v>14838.782608695652</c:v>
                </c:pt>
                <c:pt idx="953">
                  <c:v>14838.782608695652</c:v>
                </c:pt>
                <c:pt idx="954">
                  <c:v>14838.782608695652</c:v>
                </c:pt>
                <c:pt idx="955">
                  <c:v>14838.782608695652</c:v>
                </c:pt>
                <c:pt idx="957">
                  <c:v>14985.863636363636</c:v>
                </c:pt>
                <c:pt idx="958">
                  <c:v>14985.863636363636</c:v>
                </c:pt>
                <c:pt idx="959">
                  <c:v>14985.863636363636</c:v>
                </c:pt>
                <c:pt idx="960">
                  <c:v>14985.863636363636</c:v>
                </c:pt>
                <c:pt idx="961">
                  <c:v>14985.863636363636</c:v>
                </c:pt>
                <c:pt idx="962">
                  <c:v>14985.863636363636</c:v>
                </c:pt>
                <c:pt idx="963">
                  <c:v>14985.863636363636</c:v>
                </c:pt>
                <c:pt idx="964">
                  <c:v>14985.863636363636</c:v>
                </c:pt>
                <c:pt idx="965">
                  <c:v>14985.863636363636</c:v>
                </c:pt>
                <c:pt idx="966">
                  <c:v>14985.863636363636</c:v>
                </c:pt>
                <c:pt idx="967">
                  <c:v>14985.863636363636</c:v>
                </c:pt>
                <c:pt idx="968">
                  <c:v>14985.863636363636</c:v>
                </c:pt>
                <c:pt idx="969">
                  <c:v>14985.863636363636</c:v>
                </c:pt>
                <c:pt idx="970">
                  <c:v>14985.863636363636</c:v>
                </c:pt>
                <c:pt idx="971">
                  <c:v>14985.863636363636</c:v>
                </c:pt>
                <c:pt idx="972">
                  <c:v>14985.863636363636</c:v>
                </c:pt>
                <c:pt idx="973">
                  <c:v>14985.863636363636</c:v>
                </c:pt>
                <c:pt idx="974">
                  <c:v>14985.863636363636</c:v>
                </c:pt>
                <c:pt idx="975">
                  <c:v>14985.863636363636</c:v>
                </c:pt>
                <c:pt idx="976">
                  <c:v>14985.863636363636</c:v>
                </c:pt>
                <c:pt idx="977">
                  <c:v>14985.863636363636</c:v>
                </c:pt>
                <c:pt idx="979">
                  <c:v>15435.904761904761</c:v>
                </c:pt>
                <c:pt idx="980">
                  <c:v>15435.904761904761</c:v>
                </c:pt>
                <c:pt idx="981">
                  <c:v>15435.904761904761</c:v>
                </c:pt>
                <c:pt idx="982">
                  <c:v>15435.904761904761</c:v>
                </c:pt>
                <c:pt idx="983">
                  <c:v>15435.904761904761</c:v>
                </c:pt>
                <c:pt idx="984">
                  <c:v>15435.904761904761</c:v>
                </c:pt>
                <c:pt idx="985">
                  <c:v>15435.904761904761</c:v>
                </c:pt>
                <c:pt idx="986">
                  <c:v>15435.904761904761</c:v>
                </c:pt>
                <c:pt idx="987">
                  <c:v>15435.904761904761</c:v>
                </c:pt>
                <c:pt idx="988">
                  <c:v>15435.904761904761</c:v>
                </c:pt>
                <c:pt idx="989">
                  <c:v>15435.904761904761</c:v>
                </c:pt>
                <c:pt idx="990">
                  <c:v>15435.904761904761</c:v>
                </c:pt>
                <c:pt idx="991">
                  <c:v>15435.904761904761</c:v>
                </c:pt>
                <c:pt idx="992">
                  <c:v>15435.904761904761</c:v>
                </c:pt>
                <c:pt idx="993">
                  <c:v>15435.904761904761</c:v>
                </c:pt>
                <c:pt idx="994">
                  <c:v>15435.904761904761</c:v>
                </c:pt>
                <c:pt idx="995">
                  <c:v>15435.904761904761</c:v>
                </c:pt>
                <c:pt idx="996">
                  <c:v>15435.904761904761</c:v>
                </c:pt>
                <c:pt idx="997">
                  <c:v>15435.904761904761</c:v>
                </c:pt>
                <c:pt idx="998">
                  <c:v>15435.904761904761</c:v>
                </c:pt>
                <c:pt idx="1000">
                  <c:v>15663.954545454546</c:v>
                </c:pt>
                <c:pt idx="1001">
                  <c:v>15663.954545454546</c:v>
                </c:pt>
                <c:pt idx="1002">
                  <c:v>15663.954545454546</c:v>
                </c:pt>
                <c:pt idx="1003">
                  <c:v>15663.954545454546</c:v>
                </c:pt>
                <c:pt idx="1004">
                  <c:v>15663.954545454546</c:v>
                </c:pt>
                <c:pt idx="1005">
                  <c:v>15663.954545454546</c:v>
                </c:pt>
                <c:pt idx="1006">
                  <c:v>15663.954545454546</c:v>
                </c:pt>
                <c:pt idx="1007">
                  <c:v>15663.954545454546</c:v>
                </c:pt>
                <c:pt idx="1008">
                  <c:v>15663.954545454546</c:v>
                </c:pt>
                <c:pt idx="1009">
                  <c:v>15663.954545454546</c:v>
                </c:pt>
                <c:pt idx="1010">
                  <c:v>15663.954545454546</c:v>
                </c:pt>
                <c:pt idx="1011">
                  <c:v>15663.954545454546</c:v>
                </c:pt>
                <c:pt idx="1012">
                  <c:v>15663.954545454546</c:v>
                </c:pt>
                <c:pt idx="1013">
                  <c:v>15663.954545454546</c:v>
                </c:pt>
                <c:pt idx="1014">
                  <c:v>15663.954545454546</c:v>
                </c:pt>
                <c:pt idx="1015">
                  <c:v>15663.954545454546</c:v>
                </c:pt>
                <c:pt idx="1016">
                  <c:v>15663.954545454546</c:v>
                </c:pt>
                <c:pt idx="1017">
                  <c:v>15663.954545454546</c:v>
                </c:pt>
                <c:pt idx="1018">
                  <c:v>15663.954545454546</c:v>
                </c:pt>
                <c:pt idx="1019">
                  <c:v>15663.954545454546</c:v>
                </c:pt>
                <c:pt idx="1020">
                  <c:v>15663.954545454546</c:v>
                </c:pt>
                <c:pt idx="1022">
                  <c:v>15600.363636363636</c:v>
                </c:pt>
                <c:pt idx="1023">
                  <c:v>15600.363636363636</c:v>
                </c:pt>
                <c:pt idx="1024">
                  <c:v>15600.363636363636</c:v>
                </c:pt>
                <c:pt idx="1025">
                  <c:v>15600.363636363636</c:v>
                </c:pt>
                <c:pt idx="1026">
                  <c:v>15600.363636363636</c:v>
                </c:pt>
                <c:pt idx="1027">
                  <c:v>15600.363636363636</c:v>
                </c:pt>
                <c:pt idx="1028">
                  <c:v>15600.363636363636</c:v>
                </c:pt>
                <c:pt idx="1029">
                  <c:v>15600.363636363636</c:v>
                </c:pt>
                <c:pt idx="1030">
                  <c:v>15600.363636363636</c:v>
                </c:pt>
                <c:pt idx="1031">
                  <c:v>15600.363636363636</c:v>
                </c:pt>
                <c:pt idx="1032">
                  <c:v>15600.363636363636</c:v>
                </c:pt>
                <c:pt idx="1033">
                  <c:v>15600.363636363636</c:v>
                </c:pt>
                <c:pt idx="1034">
                  <c:v>15600.363636363636</c:v>
                </c:pt>
                <c:pt idx="1035">
                  <c:v>15600.363636363636</c:v>
                </c:pt>
                <c:pt idx="1036">
                  <c:v>15600.363636363636</c:v>
                </c:pt>
                <c:pt idx="1037">
                  <c:v>15600.363636363636</c:v>
                </c:pt>
                <c:pt idx="1038">
                  <c:v>15600.363636363636</c:v>
                </c:pt>
                <c:pt idx="1039">
                  <c:v>15600.363636363636</c:v>
                </c:pt>
                <c:pt idx="1040">
                  <c:v>15600.363636363636</c:v>
                </c:pt>
                <c:pt idx="1041">
                  <c:v>15600.363636363636</c:v>
                </c:pt>
                <c:pt idx="1042">
                  <c:v>15600.363636363636</c:v>
                </c:pt>
                <c:pt idx="1044">
                  <c:v>15245.954545454546</c:v>
                </c:pt>
                <c:pt idx="1045">
                  <c:v>15245.954545454546</c:v>
                </c:pt>
                <c:pt idx="1046">
                  <c:v>15245.954545454546</c:v>
                </c:pt>
                <c:pt idx="1047">
                  <c:v>15245.954545454546</c:v>
                </c:pt>
                <c:pt idx="1048">
                  <c:v>15245.954545454546</c:v>
                </c:pt>
                <c:pt idx="1049">
                  <c:v>15245.954545454546</c:v>
                </c:pt>
                <c:pt idx="1050">
                  <c:v>15245.954545454546</c:v>
                </c:pt>
                <c:pt idx="1051">
                  <c:v>15245.954545454546</c:v>
                </c:pt>
                <c:pt idx="1052">
                  <c:v>15245.954545454546</c:v>
                </c:pt>
                <c:pt idx="1053">
                  <c:v>15245.954545454546</c:v>
                </c:pt>
                <c:pt idx="1054">
                  <c:v>15245.954545454546</c:v>
                </c:pt>
                <c:pt idx="1055">
                  <c:v>15245.954545454546</c:v>
                </c:pt>
                <c:pt idx="1056">
                  <c:v>15245.954545454546</c:v>
                </c:pt>
                <c:pt idx="1057">
                  <c:v>15245.954545454546</c:v>
                </c:pt>
                <c:pt idx="1058">
                  <c:v>15245.954545454546</c:v>
                </c:pt>
                <c:pt idx="1059">
                  <c:v>15245.954545454546</c:v>
                </c:pt>
                <c:pt idx="1060">
                  <c:v>15245.954545454546</c:v>
                </c:pt>
                <c:pt idx="1061">
                  <c:v>15245.954545454546</c:v>
                </c:pt>
                <c:pt idx="1062">
                  <c:v>15245.954545454546</c:v>
                </c:pt>
                <c:pt idx="1063">
                  <c:v>15245.954545454546</c:v>
                </c:pt>
                <c:pt idx="1064">
                  <c:v>15245.954545454546</c:v>
                </c:pt>
                <c:pt idx="1066">
                  <c:v>15134.05</c:v>
                </c:pt>
                <c:pt idx="1067">
                  <c:v>15134.05</c:v>
                </c:pt>
                <c:pt idx="1068">
                  <c:v>15134.05</c:v>
                </c:pt>
                <c:pt idx="1069">
                  <c:v>15134.05</c:v>
                </c:pt>
                <c:pt idx="1070">
                  <c:v>15134.05</c:v>
                </c:pt>
                <c:pt idx="1071">
                  <c:v>15134.05</c:v>
                </c:pt>
                <c:pt idx="1072">
                  <c:v>15134.05</c:v>
                </c:pt>
                <c:pt idx="1073">
                  <c:v>15134.05</c:v>
                </c:pt>
                <c:pt idx="1074">
                  <c:v>15134.05</c:v>
                </c:pt>
                <c:pt idx="1075">
                  <c:v>15134.05</c:v>
                </c:pt>
                <c:pt idx="1076">
                  <c:v>15134.05</c:v>
                </c:pt>
                <c:pt idx="1077">
                  <c:v>15134.05</c:v>
                </c:pt>
                <c:pt idx="1078">
                  <c:v>15134.05</c:v>
                </c:pt>
                <c:pt idx="1079">
                  <c:v>15134.05</c:v>
                </c:pt>
                <c:pt idx="1080">
                  <c:v>15134.05</c:v>
                </c:pt>
                <c:pt idx="1081">
                  <c:v>15134.05</c:v>
                </c:pt>
                <c:pt idx="1082">
                  <c:v>15134.05</c:v>
                </c:pt>
                <c:pt idx="1083">
                  <c:v>15134.05</c:v>
                </c:pt>
                <c:pt idx="1084">
                  <c:v>15134.05</c:v>
                </c:pt>
                <c:pt idx="1086">
                  <c:v>15283.217391304348</c:v>
                </c:pt>
                <c:pt idx="1087">
                  <c:v>15283.217391304348</c:v>
                </c:pt>
                <c:pt idx="1088">
                  <c:v>15283.217391304348</c:v>
                </c:pt>
                <c:pt idx="1089">
                  <c:v>15283.217391304348</c:v>
                </c:pt>
                <c:pt idx="1090">
                  <c:v>15283.217391304348</c:v>
                </c:pt>
                <c:pt idx="1091">
                  <c:v>15283.217391304348</c:v>
                </c:pt>
                <c:pt idx="1092">
                  <c:v>15283.217391304348</c:v>
                </c:pt>
                <c:pt idx="1093">
                  <c:v>15283.217391304348</c:v>
                </c:pt>
                <c:pt idx="1094">
                  <c:v>15283.217391304348</c:v>
                </c:pt>
                <c:pt idx="1095">
                  <c:v>15283.217391304348</c:v>
                </c:pt>
                <c:pt idx="1096">
                  <c:v>15283.217391304348</c:v>
                </c:pt>
                <c:pt idx="1097">
                  <c:v>15283.217391304348</c:v>
                </c:pt>
                <c:pt idx="1098">
                  <c:v>15283.217391304348</c:v>
                </c:pt>
                <c:pt idx="1099">
                  <c:v>15283.217391304348</c:v>
                </c:pt>
                <c:pt idx="1100">
                  <c:v>15283.217391304348</c:v>
                </c:pt>
                <c:pt idx="1101">
                  <c:v>15283.217391304348</c:v>
                </c:pt>
                <c:pt idx="1102">
                  <c:v>15283.217391304348</c:v>
                </c:pt>
                <c:pt idx="1103">
                  <c:v>15283.217391304348</c:v>
                </c:pt>
                <c:pt idx="1104">
                  <c:v>15283.217391304348</c:v>
                </c:pt>
                <c:pt idx="1105">
                  <c:v>15283.217391304348</c:v>
                </c:pt>
                <c:pt idx="1106">
                  <c:v>15283.217391304348</c:v>
                </c:pt>
                <c:pt idx="1107">
                  <c:v>15283.217391304348</c:v>
                </c:pt>
                <c:pt idx="1109">
                  <c:v>14840.15</c:v>
                </c:pt>
                <c:pt idx="1110">
                  <c:v>14840.15</c:v>
                </c:pt>
                <c:pt idx="1111">
                  <c:v>14840.15</c:v>
                </c:pt>
                <c:pt idx="1112">
                  <c:v>14840.15</c:v>
                </c:pt>
                <c:pt idx="1113">
                  <c:v>14840.15</c:v>
                </c:pt>
                <c:pt idx="1114">
                  <c:v>14840.15</c:v>
                </c:pt>
                <c:pt idx="1115">
                  <c:v>14840.15</c:v>
                </c:pt>
                <c:pt idx="1116">
                  <c:v>14840.15</c:v>
                </c:pt>
                <c:pt idx="1117">
                  <c:v>14840.15</c:v>
                </c:pt>
                <c:pt idx="1118">
                  <c:v>14840.15</c:v>
                </c:pt>
                <c:pt idx="1119">
                  <c:v>14840.15</c:v>
                </c:pt>
                <c:pt idx="1120">
                  <c:v>14840.15</c:v>
                </c:pt>
                <c:pt idx="1121">
                  <c:v>14840.15</c:v>
                </c:pt>
                <c:pt idx="1122">
                  <c:v>14840.15</c:v>
                </c:pt>
                <c:pt idx="1123">
                  <c:v>14840.15</c:v>
                </c:pt>
                <c:pt idx="1124">
                  <c:v>14840.15</c:v>
                </c:pt>
                <c:pt idx="1125">
                  <c:v>14840.15</c:v>
                </c:pt>
                <c:pt idx="1126">
                  <c:v>14840.15</c:v>
                </c:pt>
                <c:pt idx="1127">
                  <c:v>14840.15</c:v>
                </c:pt>
                <c:pt idx="1129">
                  <c:v>14819.434782608696</c:v>
                </c:pt>
                <c:pt idx="1130">
                  <c:v>14819.434782608696</c:v>
                </c:pt>
                <c:pt idx="1131">
                  <c:v>14819.434782608696</c:v>
                </c:pt>
                <c:pt idx="1132">
                  <c:v>14819.434782608696</c:v>
                </c:pt>
                <c:pt idx="1133">
                  <c:v>14819.434782608696</c:v>
                </c:pt>
                <c:pt idx="1134">
                  <c:v>14819.434782608696</c:v>
                </c:pt>
                <c:pt idx="1135">
                  <c:v>14819.434782608696</c:v>
                </c:pt>
                <c:pt idx="1136">
                  <c:v>14819.434782608696</c:v>
                </c:pt>
                <c:pt idx="1137">
                  <c:v>14819.434782608696</c:v>
                </c:pt>
                <c:pt idx="1138">
                  <c:v>14819.434782608696</c:v>
                </c:pt>
                <c:pt idx="1139">
                  <c:v>14819.434782608696</c:v>
                </c:pt>
                <c:pt idx="1140">
                  <c:v>14819.434782608696</c:v>
                </c:pt>
                <c:pt idx="1141">
                  <c:v>14819.434782608696</c:v>
                </c:pt>
                <c:pt idx="1142">
                  <c:v>14819.434782608696</c:v>
                </c:pt>
                <c:pt idx="1143">
                  <c:v>14819.434782608696</c:v>
                </c:pt>
                <c:pt idx="1144">
                  <c:v>14819.434782608696</c:v>
                </c:pt>
                <c:pt idx="1145">
                  <c:v>14819.434782608696</c:v>
                </c:pt>
                <c:pt idx="1146">
                  <c:v>14819.434782608696</c:v>
                </c:pt>
                <c:pt idx="1147">
                  <c:v>14819.434782608696</c:v>
                </c:pt>
                <c:pt idx="1148">
                  <c:v>14819.434782608696</c:v>
                </c:pt>
                <c:pt idx="1149">
                  <c:v>14819.434782608696</c:v>
                </c:pt>
                <c:pt idx="1150">
                  <c:v>14819.434782608696</c:v>
                </c:pt>
                <c:pt idx="1152">
                  <c:v>14941.59090909091</c:v>
                </c:pt>
                <c:pt idx="1153">
                  <c:v>14941.59090909091</c:v>
                </c:pt>
                <c:pt idx="1154">
                  <c:v>14941.59090909091</c:v>
                </c:pt>
                <c:pt idx="1155">
                  <c:v>14941.59090909091</c:v>
                </c:pt>
                <c:pt idx="1156">
                  <c:v>14941.59090909091</c:v>
                </c:pt>
                <c:pt idx="1157">
                  <c:v>14941.59090909091</c:v>
                </c:pt>
                <c:pt idx="1158">
                  <c:v>14941.59090909091</c:v>
                </c:pt>
                <c:pt idx="1159">
                  <c:v>14941.59090909091</c:v>
                </c:pt>
                <c:pt idx="1160">
                  <c:v>14941.59090909091</c:v>
                </c:pt>
                <c:pt idx="1161">
                  <c:v>14941.59090909091</c:v>
                </c:pt>
                <c:pt idx="1162">
                  <c:v>14941.59090909091</c:v>
                </c:pt>
                <c:pt idx="1163">
                  <c:v>14941.59090909091</c:v>
                </c:pt>
                <c:pt idx="1164">
                  <c:v>14941.59090909091</c:v>
                </c:pt>
                <c:pt idx="1165">
                  <c:v>14941.59090909091</c:v>
                </c:pt>
                <c:pt idx="1166">
                  <c:v>14941.59090909091</c:v>
                </c:pt>
                <c:pt idx="1167">
                  <c:v>14941.59090909091</c:v>
                </c:pt>
                <c:pt idx="1168">
                  <c:v>14941.59090909091</c:v>
                </c:pt>
                <c:pt idx="1169">
                  <c:v>14941.59090909091</c:v>
                </c:pt>
                <c:pt idx="1170">
                  <c:v>14941.59090909091</c:v>
                </c:pt>
                <c:pt idx="1171">
                  <c:v>14941.59090909091</c:v>
                </c:pt>
                <c:pt idx="1172">
                  <c:v>14941.59090909091</c:v>
                </c:pt>
                <c:pt idx="1174">
                  <c:v>15036.619047619048</c:v>
                </c:pt>
                <c:pt idx="1175">
                  <c:v>15036.619047619048</c:v>
                </c:pt>
                <c:pt idx="1176">
                  <c:v>15036.619047619048</c:v>
                </c:pt>
                <c:pt idx="1177">
                  <c:v>15036.619047619048</c:v>
                </c:pt>
                <c:pt idx="1178">
                  <c:v>15036.619047619048</c:v>
                </c:pt>
                <c:pt idx="1179">
                  <c:v>15036.619047619048</c:v>
                </c:pt>
                <c:pt idx="1180">
                  <c:v>15036.619047619048</c:v>
                </c:pt>
                <c:pt idx="1181">
                  <c:v>15036.619047619048</c:v>
                </c:pt>
                <c:pt idx="1182">
                  <c:v>15036.619047619048</c:v>
                </c:pt>
                <c:pt idx="1183">
                  <c:v>15036.619047619048</c:v>
                </c:pt>
                <c:pt idx="1184">
                  <c:v>15036.619047619048</c:v>
                </c:pt>
                <c:pt idx="1185">
                  <c:v>15036.619047619048</c:v>
                </c:pt>
                <c:pt idx="1186">
                  <c:v>15036.619047619048</c:v>
                </c:pt>
                <c:pt idx="1187">
                  <c:v>15036.619047619048</c:v>
                </c:pt>
                <c:pt idx="1188">
                  <c:v>15036.619047619048</c:v>
                </c:pt>
                <c:pt idx="1189">
                  <c:v>15036.619047619048</c:v>
                </c:pt>
                <c:pt idx="1190">
                  <c:v>15036.619047619048</c:v>
                </c:pt>
                <c:pt idx="1191">
                  <c:v>15036.619047619048</c:v>
                </c:pt>
                <c:pt idx="1192">
                  <c:v>15036.619047619048</c:v>
                </c:pt>
                <c:pt idx="1193">
                  <c:v>15036.619047619048</c:v>
                </c:pt>
                <c:pt idx="1195">
                  <c:v>15245.217391304348</c:v>
                </c:pt>
                <c:pt idx="1196">
                  <c:v>15245.217391304348</c:v>
                </c:pt>
                <c:pt idx="1197">
                  <c:v>15245.217391304348</c:v>
                </c:pt>
                <c:pt idx="1198">
                  <c:v>15245.217391304348</c:v>
                </c:pt>
                <c:pt idx="1199">
                  <c:v>15245.217391304348</c:v>
                </c:pt>
                <c:pt idx="1200">
                  <c:v>15245.217391304348</c:v>
                </c:pt>
                <c:pt idx="1201">
                  <c:v>15245.217391304348</c:v>
                </c:pt>
                <c:pt idx="1202">
                  <c:v>15245.217391304348</c:v>
                </c:pt>
                <c:pt idx="1203">
                  <c:v>15245.217391304348</c:v>
                </c:pt>
                <c:pt idx="1204">
                  <c:v>15245.217391304348</c:v>
                </c:pt>
                <c:pt idx="1205">
                  <c:v>15245.217391304348</c:v>
                </c:pt>
                <c:pt idx="1206">
                  <c:v>15245.217391304348</c:v>
                </c:pt>
                <c:pt idx="1207">
                  <c:v>15245.217391304348</c:v>
                </c:pt>
                <c:pt idx="1208">
                  <c:v>15245.217391304348</c:v>
                </c:pt>
                <c:pt idx="1209">
                  <c:v>15245.217391304348</c:v>
                </c:pt>
                <c:pt idx="1210">
                  <c:v>15245.217391304348</c:v>
                </c:pt>
                <c:pt idx="1211">
                  <c:v>15245.217391304348</c:v>
                </c:pt>
                <c:pt idx="1212">
                  <c:v>15245.217391304348</c:v>
                </c:pt>
                <c:pt idx="1213">
                  <c:v>15245.217391304348</c:v>
                </c:pt>
                <c:pt idx="1214">
                  <c:v>15245.217391304348</c:v>
                </c:pt>
                <c:pt idx="1215">
                  <c:v>15245.217391304348</c:v>
                </c:pt>
                <c:pt idx="1216">
                  <c:v>15245.217391304348</c:v>
                </c:pt>
                <c:pt idx="1218">
                  <c:v>15366.666666666666</c:v>
                </c:pt>
                <c:pt idx="1219">
                  <c:v>15366.666666666666</c:v>
                </c:pt>
                <c:pt idx="1220">
                  <c:v>15366.666666666666</c:v>
                </c:pt>
                <c:pt idx="1221">
                  <c:v>15366.666666666666</c:v>
                </c:pt>
                <c:pt idx="1222">
                  <c:v>15366.666666666666</c:v>
                </c:pt>
                <c:pt idx="1223">
                  <c:v>15366.666666666666</c:v>
                </c:pt>
                <c:pt idx="1224">
                  <c:v>15366.666666666666</c:v>
                </c:pt>
                <c:pt idx="1225">
                  <c:v>15366.666666666666</c:v>
                </c:pt>
                <c:pt idx="1226">
                  <c:v>15366.666666666666</c:v>
                </c:pt>
                <c:pt idx="1227">
                  <c:v>15366.666666666666</c:v>
                </c:pt>
                <c:pt idx="1228">
                  <c:v>15366.666666666666</c:v>
                </c:pt>
                <c:pt idx="1229">
                  <c:v>15366.666666666666</c:v>
                </c:pt>
                <c:pt idx="1230">
                  <c:v>15366.666666666666</c:v>
                </c:pt>
                <c:pt idx="1231">
                  <c:v>15366.666666666666</c:v>
                </c:pt>
                <c:pt idx="1232">
                  <c:v>15366.666666666666</c:v>
                </c:pt>
                <c:pt idx="1233">
                  <c:v>15366.666666666666</c:v>
                </c:pt>
                <c:pt idx="1234">
                  <c:v>15366.666666666666</c:v>
                </c:pt>
                <c:pt idx="1235">
                  <c:v>15366.666666666666</c:v>
                </c:pt>
                <c:pt idx="1236">
                  <c:v>15366.666666666666</c:v>
                </c:pt>
                <c:pt idx="1237">
                  <c:v>15366.666666666666</c:v>
                </c:pt>
                <c:pt idx="1239">
                  <c:v>15754.681818181818</c:v>
                </c:pt>
                <c:pt idx="1240">
                  <c:v>15754.681818181818</c:v>
                </c:pt>
                <c:pt idx="1241">
                  <c:v>15754.681818181818</c:v>
                </c:pt>
                <c:pt idx="1242">
                  <c:v>15754.681818181818</c:v>
                </c:pt>
                <c:pt idx="1243">
                  <c:v>15754.681818181818</c:v>
                </c:pt>
                <c:pt idx="1244">
                  <c:v>15754.681818181818</c:v>
                </c:pt>
                <c:pt idx="1245">
                  <c:v>15754.681818181818</c:v>
                </c:pt>
                <c:pt idx="1246">
                  <c:v>15754.681818181818</c:v>
                </c:pt>
                <c:pt idx="1247">
                  <c:v>15754.681818181818</c:v>
                </c:pt>
                <c:pt idx="1248">
                  <c:v>15754.681818181818</c:v>
                </c:pt>
                <c:pt idx="1249">
                  <c:v>15754.681818181818</c:v>
                </c:pt>
                <c:pt idx="1250">
                  <c:v>15754.681818181818</c:v>
                </c:pt>
                <c:pt idx="1251">
                  <c:v>15754.681818181818</c:v>
                </c:pt>
                <c:pt idx="1252">
                  <c:v>15754.681818181818</c:v>
                </c:pt>
                <c:pt idx="1253">
                  <c:v>15754.681818181818</c:v>
                </c:pt>
                <c:pt idx="1254">
                  <c:v>15754.681818181818</c:v>
                </c:pt>
                <c:pt idx="1255">
                  <c:v>15754.681818181818</c:v>
                </c:pt>
                <c:pt idx="1256">
                  <c:v>15754.681818181818</c:v>
                </c:pt>
                <c:pt idx="1257">
                  <c:v>15754.681818181818</c:v>
                </c:pt>
                <c:pt idx="1258">
                  <c:v>15754.681818181818</c:v>
                </c:pt>
                <c:pt idx="1259">
                  <c:v>15754.681818181818</c:v>
                </c:pt>
                <c:pt idx="1261">
                  <c:v>15594.136363636364</c:v>
                </c:pt>
                <c:pt idx="1262">
                  <c:v>15594.136363636364</c:v>
                </c:pt>
                <c:pt idx="1263">
                  <c:v>15594.136363636364</c:v>
                </c:pt>
                <c:pt idx="1264">
                  <c:v>15594.136363636364</c:v>
                </c:pt>
                <c:pt idx="1265">
                  <c:v>15594.136363636364</c:v>
                </c:pt>
                <c:pt idx="1266">
                  <c:v>15594.136363636364</c:v>
                </c:pt>
                <c:pt idx="1267">
                  <c:v>15594.136363636364</c:v>
                </c:pt>
                <c:pt idx="1268">
                  <c:v>15594.136363636364</c:v>
                </c:pt>
                <c:pt idx="1269">
                  <c:v>15594.136363636364</c:v>
                </c:pt>
                <c:pt idx="1270">
                  <c:v>15594.136363636364</c:v>
                </c:pt>
                <c:pt idx="1271">
                  <c:v>15594.136363636364</c:v>
                </c:pt>
                <c:pt idx="1272">
                  <c:v>15594.136363636364</c:v>
                </c:pt>
                <c:pt idx="1273">
                  <c:v>15594.136363636364</c:v>
                </c:pt>
                <c:pt idx="1274">
                  <c:v>15594.136363636364</c:v>
                </c:pt>
                <c:pt idx="1275">
                  <c:v>15594.136363636364</c:v>
                </c:pt>
                <c:pt idx="1276">
                  <c:v>15594.136363636364</c:v>
                </c:pt>
                <c:pt idx="1277">
                  <c:v>15594.136363636364</c:v>
                </c:pt>
                <c:pt idx="1278">
                  <c:v>15594.136363636364</c:v>
                </c:pt>
                <c:pt idx="1279">
                  <c:v>15594.136363636364</c:v>
                </c:pt>
                <c:pt idx="1280">
                  <c:v>15594.136363636364</c:v>
                </c:pt>
                <c:pt idx="1281">
                  <c:v>15594.136363636364</c:v>
                </c:pt>
                <c:pt idx="1283">
                  <c:v>15504.476190476191</c:v>
                </c:pt>
                <c:pt idx="1284">
                  <c:v>15504.476190476191</c:v>
                </c:pt>
                <c:pt idx="1285">
                  <c:v>15504.476190476191</c:v>
                </c:pt>
                <c:pt idx="1286">
                  <c:v>15504.476190476191</c:v>
                </c:pt>
                <c:pt idx="1287">
                  <c:v>15504.476190476191</c:v>
                </c:pt>
                <c:pt idx="1288">
                  <c:v>15504.476190476191</c:v>
                </c:pt>
                <c:pt idx="1289">
                  <c:v>15504.476190476191</c:v>
                </c:pt>
                <c:pt idx="1290">
                  <c:v>15504.476190476191</c:v>
                </c:pt>
                <c:pt idx="1291">
                  <c:v>15504.476190476191</c:v>
                </c:pt>
                <c:pt idx="1292">
                  <c:v>15504.476190476191</c:v>
                </c:pt>
                <c:pt idx="1293">
                  <c:v>15504.476190476191</c:v>
                </c:pt>
                <c:pt idx="1294">
                  <c:v>15504.476190476191</c:v>
                </c:pt>
                <c:pt idx="1295">
                  <c:v>15504.476190476191</c:v>
                </c:pt>
                <c:pt idx="1296">
                  <c:v>15504.476190476191</c:v>
                </c:pt>
                <c:pt idx="1297">
                  <c:v>15504.476190476191</c:v>
                </c:pt>
                <c:pt idx="1298">
                  <c:v>15504.476190476191</c:v>
                </c:pt>
                <c:pt idx="1299">
                  <c:v>15504.476190476191</c:v>
                </c:pt>
                <c:pt idx="1300">
                  <c:v>15504.476190476191</c:v>
                </c:pt>
                <c:pt idx="1301">
                  <c:v>15504.476190476191</c:v>
                </c:pt>
                <c:pt idx="1302">
                  <c:v>15504.476190476191</c:v>
                </c:pt>
                <c:pt idx="1304">
                  <c:v>15612.04347826087</c:v>
                </c:pt>
                <c:pt idx="1305">
                  <c:v>15612.04347826087</c:v>
                </c:pt>
                <c:pt idx="1306">
                  <c:v>15612.04347826087</c:v>
                </c:pt>
                <c:pt idx="1307">
                  <c:v>15612.04347826087</c:v>
                </c:pt>
                <c:pt idx="1308">
                  <c:v>15612.04347826087</c:v>
                </c:pt>
                <c:pt idx="1309">
                  <c:v>15612.04347826087</c:v>
                </c:pt>
                <c:pt idx="1310">
                  <c:v>15612.04347826087</c:v>
                </c:pt>
                <c:pt idx="1311">
                  <c:v>15612.04347826087</c:v>
                </c:pt>
                <c:pt idx="1312">
                  <c:v>15612.04347826087</c:v>
                </c:pt>
                <c:pt idx="1313">
                  <c:v>15612.04347826087</c:v>
                </c:pt>
                <c:pt idx="1314">
                  <c:v>15612.04347826087</c:v>
                </c:pt>
                <c:pt idx="1315">
                  <c:v>15612.04347826087</c:v>
                </c:pt>
                <c:pt idx="1316">
                  <c:v>15612.04347826087</c:v>
                </c:pt>
                <c:pt idx="1317">
                  <c:v>15612.04347826087</c:v>
                </c:pt>
                <c:pt idx="1318">
                  <c:v>15612.04347826087</c:v>
                </c:pt>
                <c:pt idx="1319">
                  <c:v>15612.04347826087</c:v>
                </c:pt>
                <c:pt idx="1320">
                  <c:v>15612.04347826087</c:v>
                </c:pt>
                <c:pt idx="1321">
                  <c:v>15612.04347826087</c:v>
                </c:pt>
                <c:pt idx="1322">
                  <c:v>15612.04347826087</c:v>
                </c:pt>
                <c:pt idx="1323">
                  <c:v>15612.04347826087</c:v>
                </c:pt>
                <c:pt idx="1324">
                  <c:v>15612.04347826087</c:v>
                </c:pt>
                <c:pt idx="1325">
                  <c:v>15612.04347826087</c:v>
                </c:pt>
                <c:pt idx="1327">
                  <c:v>15646.095238095239</c:v>
                </c:pt>
                <c:pt idx="1328">
                  <c:v>15646.095238095239</c:v>
                </c:pt>
                <c:pt idx="1329">
                  <c:v>15646.095238095239</c:v>
                </c:pt>
                <c:pt idx="1330">
                  <c:v>15646.095238095239</c:v>
                </c:pt>
                <c:pt idx="1331">
                  <c:v>15646.095238095239</c:v>
                </c:pt>
                <c:pt idx="1332">
                  <c:v>15646.095238095239</c:v>
                </c:pt>
                <c:pt idx="1333">
                  <c:v>15646.095238095239</c:v>
                </c:pt>
                <c:pt idx="1334">
                  <c:v>15646.095238095239</c:v>
                </c:pt>
                <c:pt idx="1335">
                  <c:v>15646.095238095239</c:v>
                </c:pt>
                <c:pt idx="1336">
                  <c:v>15646.095238095239</c:v>
                </c:pt>
                <c:pt idx="1337">
                  <c:v>15646.095238095239</c:v>
                </c:pt>
                <c:pt idx="1338">
                  <c:v>15646.095238095239</c:v>
                </c:pt>
                <c:pt idx="1339">
                  <c:v>15646.095238095239</c:v>
                </c:pt>
                <c:pt idx="1340">
                  <c:v>15646.095238095239</c:v>
                </c:pt>
                <c:pt idx="1341">
                  <c:v>15646.095238095239</c:v>
                </c:pt>
                <c:pt idx="1342">
                  <c:v>15646.095238095239</c:v>
                </c:pt>
                <c:pt idx="1343">
                  <c:v>15646.095238095239</c:v>
                </c:pt>
                <c:pt idx="1344">
                  <c:v>15646.095238095239</c:v>
                </c:pt>
                <c:pt idx="1345">
                  <c:v>15646.095238095239</c:v>
                </c:pt>
                <c:pt idx="1346">
                  <c:v>15646.095238095239</c:v>
                </c:pt>
                <c:pt idx="1348">
                  <c:v>15704.761904761905</c:v>
                </c:pt>
                <c:pt idx="1349">
                  <c:v>15704.761904761905</c:v>
                </c:pt>
                <c:pt idx="1350">
                  <c:v>15704.761904761905</c:v>
                </c:pt>
                <c:pt idx="1351">
                  <c:v>15704.761904761905</c:v>
                </c:pt>
                <c:pt idx="1352">
                  <c:v>15704.761904761905</c:v>
                </c:pt>
                <c:pt idx="1353">
                  <c:v>15704.761904761905</c:v>
                </c:pt>
                <c:pt idx="1354">
                  <c:v>15704.761904761905</c:v>
                </c:pt>
                <c:pt idx="1355">
                  <c:v>15704.761904761905</c:v>
                </c:pt>
                <c:pt idx="1356">
                  <c:v>15704.761904761905</c:v>
                </c:pt>
                <c:pt idx="1357">
                  <c:v>15704.761904761905</c:v>
                </c:pt>
                <c:pt idx="1358">
                  <c:v>15704.761904761905</c:v>
                </c:pt>
                <c:pt idx="1359">
                  <c:v>15704.761904761905</c:v>
                </c:pt>
                <c:pt idx="1360">
                  <c:v>15704.761904761905</c:v>
                </c:pt>
                <c:pt idx="1361">
                  <c:v>15704.761904761905</c:v>
                </c:pt>
                <c:pt idx="1362">
                  <c:v>15704.761904761905</c:v>
                </c:pt>
                <c:pt idx="1363">
                  <c:v>15704.761904761905</c:v>
                </c:pt>
                <c:pt idx="1364">
                  <c:v>15704.761904761905</c:v>
                </c:pt>
                <c:pt idx="1365">
                  <c:v>15704.761904761905</c:v>
                </c:pt>
                <c:pt idx="1366">
                  <c:v>15704.761904761905</c:v>
                </c:pt>
                <c:pt idx="1367">
                  <c:v>15704.761904761905</c:v>
                </c:pt>
                <c:pt idx="1369">
                  <c:v>16039.181818181818</c:v>
                </c:pt>
                <c:pt idx="1370">
                  <c:v>16039.181818181818</c:v>
                </c:pt>
                <c:pt idx="1371">
                  <c:v>16039.181818181818</c:v>
                </c:pt>
                <c:pt idx="1372">
                  <c:v>16039.181818181818</c:v>
                </c:pt>
                <c:pt idx="1373">
                  <c:v>16039.181818181818</c:v>
                </c:pt>
                <c:pt idx="1374">
                  <c:v>16039.181818181818</c:v>
                </c:pt>
                <c:pt idx="1375">
                  <c:v>16039.181818181818</c:v>
                </c:pt>
                <c:pt idx="1376">
                  <c:v>16039.181818181818</c:v>
                </c:pt>
                <c:pt idx="1377">
                  <c:v>16039.181818181818</c:v>
                </c:pt>
                <c:pt idx="1378">
                  <c:v>16039.181818181818</c:v>
                </c:pt>
                <c:pt idx="1379">
                  <c:v>16039.181818181818</c:v>
                </c:pt>
                <c:pt idx="1380">
                  <c:v>16039.181818181818</c:v>
                </c:pt>
                <c:pt idx="1381">
                  <c:v>16039.181818181818</c:v>
                </c:pt>
                <c:pt idx="1382">
                  <c:v>16039.181818181818</c:v>
                </c:pt>
                <c:pt idx="1383">
                  <c:v>16039.181818181818</c:v>
                </c:pt>
                <c:pt idx="1384">
                  <c:v>16039.181818181818</c:v>
                </c:pt>
                <c:pt idx="1385">
                  <c:v>16039.181818181818</c:v>
                </c:pt>
                <c:pt idx="1386">
                  <c:v>16039.181818181818</c:v>
                </c:pt>
                <c:pt idx="1387">
                  <c:v>16039.181818181818</c:v>
                </c:pt>
                <c:pt idx="1388">
                  <c:v>16039.181818181818</c:v>
                </c:pt>
                <c:pt idx="1389">
                  <c:v>16039.181818181818</c:v>
                </c:pt>
                <c:pt idx="1391">
                  <c:v>16069.739130434782</c:v>
                </c:pt>
                <c:pt idx="1392">
                  <c:v>16069.739130434782</c:v>
                </c:pt>
                <c:pt idx="1393">
                  <c:v>16069.739130434782</c:v>
                </c:pt>
                <c:pt idx="1394">
                  <c:v>16069.739130434782</c:v>
                </c:pt>
                <c:pt idx="1395">
                  <c:v>16069.739130434782</c:v>
                </c:pt>
                <c:pt idx="1396">
                  <c:v>16069.739130434782</c:v>
                </c:pt>
                <c:pt idx="1397">
                  <c:v>16069.739130434782</c:v>
                </c:pt>
                <c:pt idx="1398">
                  <c:v>16069.739130434782</c:v>
                </c:pt>
                <c:pt idx="1399">
                  <c:v>16069.739130434782</c:v>
                </c:pt>
                <c:pt idx="1400">
                  <c:v>16069.739130434782</c:v>
                </c:pt>
                <c:pt idx="1401">
                  <c:v>16069.739130434782</c:v>
                </c:pt>
                <c:pt idx="1402">
                  <c:v>16069.739130434782</c:v>
                </c:pt>
                <c:pt idx="1403">
                  <c:v>16069.739130434782</c:v>
                </c:pt>
                <c:pt idx="1404">
                  <c:v>16069.739130434782</c:v>
                </c:pt>
                <c:pt idx="1405">
                  <c:v>16069.739130434782</c:v>
                </c:pt>
                <c:pt idx="1406">
                  <c:v>16069.739130434782</c:v>
                </c:pt>
                <c:pt idx="1407">
                  <c:v>16069.739130434782</c:v>
                </c:pt>
                <c:pt idx="1408">
                  <c:v>16069.739130434782</c:v>
                </c:pt>
                <c:pt idx="1409">
                  <c:v>16069.739130434782</c:v>
                </c:pt>
                <c:pt idx="1410">
                  <c:v>16069.739130434782</c:v>
                </c:pt>
                <c:pt idx="1411">
                  <c:v>16069.739130434782</c:v>
                </c:pt>
                <c:pt idx="1412">
                  <c:v>16069.739130434782</c:v>
                </c:pt>
                <c:pt idx="1414">
                  <c:v>16335.85</c:v>
                </c:pt>
                <c:pt idx="1415">
                  <c:v>16335.85</c:v>
                </c:pt>
                <c:pt idx="1416">
                  <c:v>16335.85</c:v>
                </c:pt>
                <c:pt idx="1417">
                  <c:v>16335.85</c:v>
                </c:pt>
                <c:pt idx="1418">
                  <c:v>16335.85</c:v>
                </c:pt>
                <c:pt idx="1419">
                  <c:v>16335.85</c:v>
                </c:pt>
                <c:pt idx="1420">
                  <c:v>16335.85</c:v>
                </c:pt>
                <c:pt idx="1421">
                  <c:v>16335.85</c:v>
                </c:pt>
                <c:pt idx="1422">
                  <c:v>16335.85</c:v>
                </c:pt>
                <c:pt idx="1423">
                  <c:v>16335.85</c:v>
                </c:pt>
                <c:pt idx="1424">
                  <c:v>16335.85</c:v>
                </c:pt>
                <c:pt idx="1425">
                  <c:v>16335.85</c:v>
                </c:pt>
                <c:pt idx="1426">
                  <c:v>16335.85</c:v>
                </c:pt>
                <c:pt idx="1427">
                  <c:v>16335.85</c:v>
                </c:pt>
                <c:pt idx="1428">
                  <c:v>16335.85</c:v>
                </c:pt>
                <c:pt idx="1429">
                  <c:v>16335.85</c:v>
                </c:pt>
                <c:pt idx="1430">
                  <c:v>16335.85</c:v>
                </c:pt>
                <c:pt idx="1431">
                  <c:v>16335.85</c:v>
                </c:pt>
                <c:pt idx="1432">
                  <c:v>16335.85</c:v>
                </c:pt>
                <c:pt idx="1434">
                  <c:v>16243.260869565218</c:v>
                </c:pt>
                <c:pt idx="1435">
                  <c:v>16243.260869565218</c:v>
                </c:pt>
                <c:pt idx="1436">
                  <c:v>16243.260869565218</c:v>
                </c:pt>
                <c:pt idx="1437">
                  <c:v>16243.260869565218</c:v>
                </c:pt>
                <c:pt idx="1438">
                  <c:v>16243.260869565218</c:v>
                </c:pt>
                <c:pt idx="1439">
                  <c:v>16243.260869565218</c:v>
                </c:pt>
                <c:pt idx="1440">
                  <c:v>16243.260869565218</c:v>
                </c:pt>
                <c:pt idx="1441">
                  <c:v>16243.260869565218</c:v>
                </c:pt>
                <c:pt idx="1442">
                  <c:v>16243.260869565218</c:v>
                </c:pt>
                <c:pt idx="1443">
                  <c:v>16243.260869565218</c:v>
                </c:pt>
                <c:pt idx="1444">
                  <c:v>16243.260869565218</c:v>
                </c:pt>
                <c:pt idx="1445">
                  <c:v>16243.260869565218</c:v>
                </c:pt>
                <c:pt idx="1446">
                  <c:v>16243.260869565218</c:v>
                </c:pt>
                <c:pt idx="1447">
                  <c:v>16243.260869565218</c:v>
                </c:pt>
                <c:pt idx="1448">
                  <c:v>16243.260869565218</c:v>
                </c:pt>
                <c:pt idx="1449">
                  <c:v>16243.260869565218</c:v>
                </c:pt>
                <c:pt idx="1450">
                  <c:v>16243.260869565218</c:v>
                </c:pt>
                <c:pt idx="1451">
                  <c:v>16243.260869565218</c:v>
                </c:pt>
                <c:pt idx="1452">
                  <c:v>16243.260869565218</c:v>
                </c:pt>
                <c:pt idx="1453">
                  <c:v>16243.260869565218</c:v>
                </c:pt>
                <c:pt idx="1454">
                  <c:v>16243.260869565218</c:v>
                </c:pt>
                <c:pt idx="1455">
                  <c:v>16243.260869565218</c:v>
                </c:pt>
                <c:pt idx="1457">
                  <c:v>15739.727272727272</c:v>
                </c:pt>
                <c:pt idx="1458">
                  <c:v>15739.727272727272</c:v>
                </c:pt>
                <c:pt idx="1459">
                  <c:v>15739.727272727272</c:v>
                </c:pt>
                <c:pt idx="1460">
                  <c:v>15739.727272727272</c:v>
                </c:pt>
                <c:pt idx="1461">
                  <c:v>15739.727272727272</c:v>
                </c:pt>
                <c:pt idx="1462">
                  <c:v>15739.727272727272</c:v>
                </c:pt>
                <c:pt idx="1463">
                  <c:v>15739.727272727272</c:v>
                </c:pt>
                <c:pt idx="1464">
                  <c:v>15739.727272727272</c:v>
                </c:pt>
                <c:pt idx="1465">
                  <c:v>15739.727272727272</c:v>
                </c:pt>
                <c:pt idx="1466">
                  <c:v>15739.727272727272</c:v>
                </c:pt>
                <c:pt idx="1467">
                  <c:v>15739.727272727272</c:v>
                </c:pt>
                <c:pt idx="1468">
                  <c:v>15739.727272727272</c:v>
                </c:pt>
                <c:pt idx="1469">
                  <c:v>15739.727272727272</c:v>
                </c:pt>
                <c:pt idx="1470">
                  <c:v>15739.727272727272</c:v>
                </c:pt>
                <c:pt idx="1471">
                  <c:v>15739.727272727272</c:v>
                </c:pt>
                <c:pt idx="1472">
                  <c:v>15739.727272727272</c:v>
                </c:pt>
                <c:pt idx="1473">
                  <c:v>15739.727272727272</c:v>
                </c:pt>
                <c:pt idx="1474">
                  <c:v>15739.727272727272</c:v>
                </c:pt>
                <c:pt idx="1475">
                  <c:v>15739.727272727272</c:v>
                </c:pt>
                <c:pt idx="1476">
                  <c:v>15739.727272727272</c:v>
                </c:pt>
                <c:pt idx="1477">
                  <c:v>15739.727272727272</c:v>
                </c:pt>
                <c:pt idx="1479">
                  <c:v>15323.904761904761</c:v>
                </c:pt>
                <c:pt idx="1480">
                  <c:v>15323.904761904761</c:v>
                </c:pt>
                <c:pt idx="1481">
                  <c:v>15323.904761904761</c:v>
                </c:pt>
                <c:pt idx="1482">
                  <c:v>15323.904761904761</c:v>
                </c:pt>
                <c:pt idx="1483">
                  <c:v>15323.904761904761</c:v>
                </c:pt>
                <c:pt idx="1484">
                  <c:v>15323.904761904761</c:v>
                </c:pt>
                <c:pt idx="1485">
                  <c:v>15323.904761904761</c:v>
                </c:pt>
                <c:pt idx="1486">
                  <c:v>15323.904761904761</c:v>
                </c:pt>
                <c:pt idx="1487">
                  <c:v>15323.904761904761</c:v>
                </c:pt>
                <c:pt idx="1488">
                  <c:v>15323.904761904761</c:v>
                </c:pt>
                <c:pt idx="1489">
                  <c:v>15323.904761904761</c:v>
                </c:pt>
                <c:pt idx="1490">
                  <c:v>15323.904761904761</c:v>
                </c:pt>
                <c:pt idx="1491">
                  <c:v>15323.904761904761</c:v>
                </c:pt>
                <c:pt idx="1492">
                  <c:v>15323.904761904761</c:v>
                </c:pt>
                <c:pt idx="1493">
                  <c:v>15323.904761904761</c:v>
                </c:pt>
                <c:pt idx="1494">
                  <c:v>15323.904761904761</c:v>
                </c:pt>
                <c:pt idx="1495">
                  <c:v>15323.904761904761</c:v>
                </c:pt>
                <c:pt idx="1496">
                  <c:v>15323.904761904761</c:v>
                </c:pt>
                <c:pt idx="1497">
                  <c:v>15323.904761904761</c:v>
                </c:pt>
                <c:pt idx="1498">
                  <c:v>15323.904761904761</c:v>
                </c:pt>
                <c:pt idx="1500">
                  <c:v>15563.217391304348</c:v>
                </c:pt>
                <c:pt idx="1501">
                  <c:v>15563.217391304348</c:v>
                </c:pt>
                <c:pt idx="1502">
                  <c:v>15563.217391304348</c:v>
                </c:pt>
                <c:pt idx="1503">
                  <c:v>15563.217391304348</c:v>
                </c:pt>
                <c:pt idx="1504">
                  <c:v>15563.217391304348</c:v>
                </c:pt>
                <c:pt idx="1505">
                  <c:v>15563.217391304348</c:v>
                </c:pt>
                <c:pt idx="1506">
                  <c:v>15563.217391304348</c:v>
                </c:pt>
                <c:pt idx="1507">
                  <c:v>15563.217391304348</c:v>
                </c:pt>
                <c:pt idx="1508">
                  <c:v>15563.217391304348</c:v>
                </c:pt>
                <c:pt idx="1509">
                  <c:v>15563.217391304348</c:v>
                </c:pt>
                <c:pt idx="1510">
                  <c:v>15563.217391304348</c:v>
                </c:pt>
                <c:pt idx="1511">
                  <c:v>15563.217391304348</c:v>
                </c:pt>
                <c:pt idx="1512">
                  <c:v>15563.217391304348</c:v>
                </c:pt>
                <c:pt idx="1513">
                  <c:v>15563.217391304348</c:v>
                </c:pt>
                <c:pt idx="1514">
                  <c:v>15563.217391304348</c:v>
                </c:pt>
                <c:pt idx="1515">
                  <c:v>15563.217391304348</c:v>
                </c:pt>
                <c:pt idx="1516">
                  <c:v>15563.217391304348</c:v>
                </c:pt>
                <c:pt idx="1517">
                  <c:v>15563.217391304348</c:v>
                </c:pt>
                <c:pt idx="1518">
                  <c:v>15563.217391304348</c:v>
                </c:pt>
                <c:pt idx="1519">
                  <c:v>15563.217391304348</c:v>
                </c:pt>
                <c:pt idx="1520">
                  <c:v>15563.217391304348</c:v>
                </c:pt>
                <c:pt idx="1521">
                  <c:v>15563.217391304348</c:v>
                </c:pt>
                <c:pt idx="1523">
                  <c:v>15818</c:v>
                </c:pt>
                <c:pt idx="1524">
                  <c:v>15818</c:v>
                </c:pt>
                <c:pt idx="1525">
                  <c:v>15818</c:v>
                </c:pt>
                <c:pt idx="1526">
                  <c:v>15818</c:v>
                </c:pt>
                <c:pt idx="1527">
                  <c:v>15818</c:v>
                </c:pt>
                <c:pt idx="1528">
                  <c:v>15818</c:v>
                </c:pt>
                <c:pt idx="1529">
                  <c:v>15818</c:v>
                </c:pt>
                <c:pt idx="1530">
                  <c:v>15818</c:v>
                </c:pt>
                <c:pt idx="1531">
                  <c:v>15818</c:v>
                </c:pt>
                <c:pt idx="1532">
                  <c:v>15818</c:v>
                </c:pt>
                <c:pt idx="1533">
                  <c:v>15818</c:v>
                </c:pt>
                <c:pt idx="1534">
                  <c:v>15818</c:v>
                </c:pt>
                <c:pt idx="1535">
                  <c:v>15818</c:v>
                </c:pt>
                <c:pt idx="1536">
                  <c:v>15818</c:v>
                </c:pt>
                <c:pt idx="1537">
                  <c:v>15818</c:v>
                </c:pt>
                <c:pt idx="1538">
                  <c:v>15818</c:v>
                </c:pt>
                <c:pt idx="1539">
                  <c:v>15818</c:v>
                </c:pt>
                <c:pt idx="1540">
                  <c:v>15818</c:v>
                </c:pt>
                <c:pt idx="1541">
                  <c:v>15818</c:v>
                </c:pt>
                <c:pt idx="1542">
                  <c:v>15818</c:v>
                </c:pt>
                <c:pt idx="1544">
                  <c:v>16041.681818181818</c:v>
                </c:pt>
                <c:pt idx="1545">
                  <c:v>16041.681818181818</c:v>
                </c:pt>
                <c:pt idx="1546">
                  <c:v>16041.681818181818</c:v>
                </c:pt>
                <c:pt idx="1547">
                  <c:v>16041.681818181818</c:v>
                </c:pt>
                <c:pt idx="1548">
                  <c:v>16041.681818181818</c:v>
                </c:pt>
                <c:pt idx="1549">
                  <c:v>16041.681818181818</c:v>
                </c:pt>
                <c:pt idx="1550">
                  <c:v>16041.681818181818</c:v>
                </c:pt>
                <c:pt idx="1551">
                  <c:v>16041.681818181818</c:v>
                </c:pt>
                <c:pt idx="1552">
                  <c:v>16041.681818181818</c:v>
                </c:pt>
                <c:pt idx="1553">
                  <c:v>16041.681818181818</c:v>
                </c:pt>
                <c:pt idx="1554">
                  <c:v>16041.681818181818</c:v>
                </c:pt>
                <c:pt idx="1555">
                  <c:v>16041.681818181818</c:v>
                </c:pt>
                <c:pt idx="1556">
                  <c:v>16041.681818181818</c:v>
                </c:pt>
                <c:pt idx="1557">
                  <c:v>16041.681818181818</c:v>
                </c:pt>
                <c:pt idx="1558">
                  <c:v>16041.681818181818</c:v>
                </c:pt>
                <c:pt idx="1559">
                  <c:v>16041.681818181818</c:v>
                </c:pt>
                <c:pt idx="1560">
                  <c:v>16041.681818181818</c:v>
                </c:pt>
                <c:pt idx="1561">
                  <c:v>16041.681818181818</c:v>
                </c:pt>
                <c:pt idx="1562">
                  <c:v>16041.681818181818</c:v>
                </c:pt>
                <c:pt idx="1563">
                  <c:v>16041.681818181818</c:v>
                </c:pt>
                <c:pt idx="1564">
                  <c:v>16041.681818181818</c:v>
                </c:pt>
                <c:pt idx="1566">
                  <c:v>16238.695652173914</c:v>
                </c:pt>
                <c:pt idx="1567">
                  <c:v>16238.695652173914</c:v>
                </c:pt>
                <c:pt idx="1568">
                  <c:v>16238.695652173914</c:v>
                </c:pt>
                <c:pt idx="1569">
                  <c:v>16238.695652173914</c:v>
                </c:pt>
                <c:pt idx="1570">
                  <c:v>16238.695652173914</c:v>
                </c:pt>
                <c:pt idx="1571">
                  <c:v>16238.695652173914</c:v>
                </c:pt>
                <c:pt idx="1572">
                  <c:v>16238.695652173914</c:v>
                </c:pt>
                <c:pt idx="1573">
                  <c:v>16238.695652173914</c:v>
                </c:pt>
                <c:pt idx="1574">
                  <c:v>16238.695652173914</c:v>
                </c:pt>
                <c:pt idx="1575">
                  <c:v>16238.695652173914</c:v>
                </c:pt>
                <c:pt idx="1576">
                  <c:v>16238.695652173914</c:v>
                </c:pt>
                <c:pt idx="1577">
                  <c:v>16238.695652173914</c:v>
                </c:pt>
                <c:pt idx="1578">
                  <c:v>16238.695652173914</c:v>
                </c:pt>
                <c:pt idx="1579">
                  <c:v>16238.695652173914</c:v>
                </c:pt>
                <c:pt idx="1580">
                  <c:v>16238.695652173914</c:v>
                </c:pt>
                <c:pt idx="1581">
                  <c:v>16238.695652173914</c:v>
                </c:pt>
                <c:pt idx="1582">
                  <c:v>16238.695652173914</c:v>
                </c:pt>
                <c:pt idx="1583">
                  <c:v>16238.695652173914</c:v>
                </c:pt>
                <c:pt idx="1584">
                  <c:v>16238.695652173914</c:v>
                </c:pt>
                <c:pt idx="1585">
                  <c:v>16238.695652173914</c:v>
                </c:pt>
                <c:pt idx="1586">
                  <c:v>16238.695652173914</c:v>
                </c:pt>
                <c:pt idx="1587">
                  <c:v>16238.695652173914</c:v>
                </c:pt>
                <c:pt idx="1589">
                  <c:v>16342.35</c:v>
                </c:pt>
                <c:pt idx="1590">
                  <c:v>16342.35</c:v>
                </c:pt>
                <c:pt idx="1591">
                  <c:v>16342.35</c:v>
                </c:pt>
                <c:pt idx="1592">
                  <c:v>16342.35</c:v>
                </c:pt>
                <c:pt idx="1593">
                  <c:v>16342.35</c:v>
                </c:pt>
                <c:pt idx="1594">
                  <c:v>16342.35</c:v>
                </c:pt>
                <c:pt idx="1595">
                  <c:v>16342.35</c:v>
                </c:pt>
                <c:pt idx="1596">
                  <c:v>16342.35</c:v>
                </c:pt>
                <c:pt idx="1597">
                  <c:v>16342.35</c:v>
                </c:pt>
                <c:pt idx="1598">
                  <c:v>16342.35</c:v>
                </c:pt>
                <c:pt idx="1599">
                  <c:v>16342.35</c:v>
                </c:pt>
                <c:pt idx="1600">
                  <c:v>16342.35</c:v>
                </c:pt>
                <c:pt idx="1601">
                  <c:v>16342.35</c:v>
                </c:pt>
                <c:pt idx="1602">
                  <c:v>16342.35</c:v>
                </c:pt>
                <c:pt idx="1603">
                  <c:v>16342.35</c:v>
                </c:pt>
                <c:pt idx="1604">
                  <c:v>16342.35</c:v>
                </c:pt>
                <c:pt idx="1605">
                  <c:v>16342.35</c:v>
                </c:pt>
                <c:pt idx="1606">
                  <c:v>16342.35</c:v>
                </c:pt>
                <c:pt idx="1607">
                  <c:v>16342.35</c:v>
                </c:pt>
                <c:pt idx="1609">
                  <c:v>16455.380952380954</c:v>
                </c:pt>
                <c:pt idx="1610">
                  <c:v>16455.380952380954</c:v>
                </c:pt>
                <c:pt idx="1611">
                  <c:v>16455.380952380954</c:v>
                </c:pt>
                <c:pt idx="1612">
                  <c:v>16455.380952380954</c:v>
                </c:pt>
                <c:pt idx="1613">
                  <c:v>16455.380952380954</c:v>
                </c:pt>
                <c:pt idx="1614">
                  <c:v>16455.380952380954</c:v>
                </c:pt>
                <c:pt idx="1615">
                  <c:v>16455.380952380954</c:v>
                </c:pt>
                <c:pt idx="1616">
                  <c:v>16455.380952380954</c:v>
                </c:pt>
                <c:pt idx="1617">
                  <c:v>16455.380952380954</c:v>
                </c:pt>
                <c:pt idx="1618">
                  <c:v>16455.380952380954</c:v>
                </c:pt>
                <c:pt idx="1619">
                  <c:v>16455.380952380954</c:v>
                </c:pt>
                <c:pt idx="1620">
                  <c:v>16455.380952380954</c:v>
                </c:pt>
                <c:pt idx="1621">
                  <c:v>16455.380952380954</c:v>
                </c:pt>
                <c:pt idx="1622">
                  <c:v>16455.380952380954</c:v>
                </c:pt>
                <c:pt idx="1623">
                  <c:v>16455.380952380954</c:v>
                </c:pt>
                <c:pt idx="1624">
                  <c:v>16455.380952380954</c:v>
                </c:pt>
                <c:pt idx="1625">
                  <c:v>16455.380952380954</c:v>
                </c:pt>
                <c:pt idx="1626">
                  <c:v>16455.380952380954</c:v>
                </c:pt>
                <c:pt idx="1627">
                  <c:v>16455.380952380954</c:v>
                </c:pt>
                <c:pt idx="1628">
                  <c:v>16455.380952380954</c:v>
                </c:pt>
                <c:pt idx="1630">
                  <c:v>16756.045454545456</c:v>
                </c:pt>
                <c:pt idx="1631">
                  <c:v>16756.045454545456</c:v>
                </c:pt>
                <c:pt idx="1632">
                  <c:v>16756.045454545456</c:v>
                </c:pt>
                <c:pt idx="1633">
                  <c:v>16756.045454545456</c:v>
                </c:pt>
                <c:pt idx="1634">
                  <c:v>16756.045454545456</c:v>
                </c:pt>
                <c:pt idx="1635">
                  <c:v>16756.045454545456</c:v>
                </c:pt>
                <c:pt idx="1636">
                  <c:v>16756.045454545456</c:v>
                </c:pt>
                <c:pt idx="1637">
                  <c:v>16756.045454545456</c:v>
                </c:pt>
                <c:pt idx="1638">
                  <c:v>16756.045454545456</c:v>
                </c:pt>
                <c:pt idx="1639">
                  <c:v>16756.045454545456</c:v>
                </c:pt>
                <c:pt idx="1640">
                  <c:v>16756.045454545456</c:v>
                </c:pt>
                <c:pt idx="1641">
                  <c:v>16756.045454545456</c:v>
                </c:pt>
                <c:pt idx="1642">
                  <c:v>16756.045454545456</c:v>
                </c:pt>
                <c:pt idx="1643">
                  <c:v>16756.045454545456</c:v>
                </c:pt>
                <c:pt idx="1644">
                  <c:v>16756.045454545456</c:v>
                </c:pt>
                <c:pt idx="1645">
                  <c:v>16756.045454545456</c:v>
                </c:pt>
                <c:pt idx="1646">
                  <c:v>16756.045454545456</c:v>
                </c:pt>
                <c:pt idx="1647">
                  <c:v>16756.045454545456</c:v>
                </c:pt>
                <c:pt idx="1648">
                  <c:v>16756.045454545456</c:v>
                </c:pt>
                <c:pt idx="1649">
                  <c:v>16756.045454545456</c:v>
                </c:pt>
                <c:pt idx="1650">
                  <c:v>16756.045454545456</c:v>
                </c:pt>
                <c:pt idx="1652">
                  <c:v>16417.136363636364</c:v>
                </c:pt>
                <c:pt idx="1653">
                  <c:v>16417.136363636364</c:v>
                </c:pt>
                <c:pt idx="1654">
                  <c:v>16417.136363636364</c:v>
                </c:pt>
                <c:pt idx="1655">
                  <c:v>16417.136363636364</c:v>
                </c:pt>
                <c:pt idx="1656">
                  <c:v>16417.136363636364</c:v>
                </c:pt>
                <c:pt idx="1657">
                  <c:v>16417.136363636364</c:v>
                </c:pt>
                <c:pt idx="1658">
                  <c:v>16417.136363636364</c:v>
                </c:pt>
                <c:pt idx="1659">
                  <c:v>16417.136363636364</c:v>
                </c:pt>
                <c:pt idx="1660">
                  <c:v>16417.136363636364</c:v>
                </c:pt>
                <c:pt idx="1661">
                  <c:v>16417.136363636364</c:v>
                </c:pt>
                <c:pt idx="1662">
                  <c:v>16417.136363636364</c:v>
                </c:pt>
                <c:pt idx="1663">
                  <c:v>16417.136363636364</c:v>
                </c:pt>
                <c:pt idx="1664">
                  <c:v>16417.136363636364</c:v>
                </c:pt>
                <c:pt idx="1665">
                  <c:v>16417.136363636364</c:v>
                </c:pt>
                <c:pt idx="1666">
                  <c:v>16417.136363636364</c:v>
                </c:pt>
                <c:pt idx="1667">
                  <c:v>16417.136363636364</c:v>
                </c:pt>
                <c:pt idx="1668">
                  <c:v>16417.136363636364</c:v>
                </c:pt>
                <c:pt idx="1669">
                  <c:v>16417.136363636364</c:v>
                </c:pt>
                <c:pt idx="1670">
                  <c:v>16417.136363636364</c:v>
                </c:pt>
                <c:pt idx="1671">
                  <c:v>16417.136363636364</c:v>
                </c:pt>
                <c:pt idx="1672">
                  <c:v>16417.136363636364</c:v>
                </c:pt>
                <c:pt idx="1674">
                  <c:v>16291.142857142857</c:v>
                </c:pt>
                <c:pt idx="1675">
                  <c:v>16291.142857142857</c:v>
                </c:pt>
                <c:pt idx="1676">
                  <c:v>16291.142857142857</c:v>
                </c:pt>
                <c:pt idx="1677">
                  <c:v>16291.142857142857</c:v>
                </c:pt>
                <c:pt idx="1678">
                  <c:v>16291.142857142857</c:v>
                </c:pt>
                <c:pt idx="1679">
                  <c:v>16291.142857142857</c:v>
                </c:pt>
                <c:pt idx="1680">
                  <c:v>16291.142857142857</c:v>
                </c:pt>
                <c:pt idx="1681">
                  <c:v>16291.142857142857</c:v>
                </c:pt>
                <c:pt idx="1682">
                  <c:v>16291.142857142857</c:v>
                </c:pt>
                <c:pt idx="1683">
                  <c:v>16291.142857142857</c:v>
                </c:pt>
                <c:pt idx="1684">
                  <c:v>16291.142857142857</c:v>
                </c:pt>
                <c:pt idx="1685">
                  <c:v>16291.142857142857</c:v>
                </c:pt>
                <c:pt idx="1686">
                  <c:v>16291.142857142857</c:v>
                </c:pt>
                <c:pt idx="1687">
                  <c:v>16291.142857142857</c:v>
                </c:pt>
                <c:pt idx="1688">
                  <c:v>16291.142857142857</c:v>
                </c:pt>
                <c:pt idx="1689">
                  <c:v>16291.142857142857</c:v>
                </c:pt>
                <c:pt idx="1690">
                  <c:v>16291.142857142857</c:v>
                </c:pt>
                <c:pt idx="1691">
                  <c:v>16291.142857142857</c:v>
                </c:pt>
                <c:pt idx="1692">
                  <c:v>16291.142857142857</c:v>
                </c:pt>
                <c:pt idx="1693">
                  <c:v>16291.142857142857</c:v>
                </c:pt>
                <c:pt idx="1695">
                  <c:v>16280.130434782608</c:v>
                </c:pt>
                <c:pt idx="1696">
                  <c:v>16280.130434782608</c:v>
                </c:pt>
                <c:pt idx="1697">
                  <c:v>16280.130434782608</c:v>
                </c:pt>
                <c:pt idx="1698">
                  <c:v>16280.130434782608</c:v>
                </c:pt>
                <c:pt idx="1699">
                  <c:v>16280.130434782608</c:v>
                </c:pt>
                <c:pt idx="1700">
                  <c:v>16280.130434782608</c:v>
                </c:pt>
                <c:pt idx="1701">
                  <c:v>16280.130434782608</c:v>
                </c:pt>
                <c:pt idx="1702">
                  <c:v>16280.130434782608</c:v>
                </c:pt>
                <c:pt idx="1703">
                  <c:v>16280.130434782608</c:v>
                </c:pt>
                <c:pt idx="1704">
                  <c:v>16280.130434782608</c:v>
                </c:pt>
                <c:pt idx="1705">
                  <c:v>16280.130434782608</c:v>
                </c:pt>
                <c:pt idx="1706">
                  <c:v>16280.130434782608</c:v>
                </c:pt>
                <c:pt idx="1707">
                  <c:v>16280.130434782608</c:v>
                </c:pt>
                <c:pt idx="1708">
                  <c:v>16280.130434782608</c:v>
                </c:pt>
                <c:pt idx="1709">
                  <c:v>16280.130434782608</c:v>
                </c:pt>
                <c:pt idx="1710">
                  <c:v>16280.130434782608</c:v>
                </c:pt>
                <c:pt idx="1711">
                  <c:v>16280.130434782608</c:v>
                </c:pt>
                <c:pt idx="1712">
                  <c:v>16280.130434782608</c:v>
                </c:pt>
                <c:pt idx="1713">
                  <c:v>16280.130434782608</c:v>
                </c:pt>
                <c:pt idx="1714">
                  <c:v>16280.130434782608</c:v>
                </c:pt>
                <c:pt idx="1715">
                  <c:v>16280.130434782608</c:v>
                </c:pt>
                <c:pt idx="1716">
                  <c:v>16280.130434782608</c:v>
                </c:pt>
                <c:pt idx="1718">
                  <c:v>16299.238095238095</c:v>
                </c:pt>
                <c:pt idx="1719">
                  <c:v>16299.238095238095</c:v>
                </c:pt>
                <c:pt idx="1720">
                  <c:v>16299.238095238095</c:v>
                </c:pt>
                <c:pt idx="1721">
                  <c:v>16299.238095238095</c:v>
                </c:pt>
                <c:pt idx="1722">
                  <c:v>16299.238095238095</c:v>
                </c:pt>
                <c:pt idx="1723">
                  <c:v>16299.238095238095</c:v>
                </c:pt>
                <c:pt idx="1724">
                  <c:v>16299.238095238095</c:v>
                </c:pt>
                <c:pt idx="1725">
                  <c:v>16299.238095238095</c:v>
                </c:pt>
                <c:pt idx="1726">
                  <c:v>16299.238095238095</c:v>
                </c:pt>
                <c:pt idx="1727">
                  <c:v>16299.238095238095</c:v>
                </c:pt>
                <c:pt idx="1728">
                  <c:v>16299.238095238095</c:v>
                </c:pt>
                <c:pt idx="1729">
                  <c:v>16299.238095238095</c:v>
                </c:pt>
                <c:pt idx="1730">
                  <c:v>16299.238095238095</c:v>
                </c:pt>
                <c:pt idx="1731">
                  <c:v>16299.238095238095</c:v>
                </c:pt>
                <c:pt idx="1732">
                  <c:v>16299.238095238095</c:v>
                </c:pt>
                <c:pt idx="1733">
                  <c:v>16299.238095238095</c:v>
                </c:pt>
                <c:pt idx="1734">
                  <c:v>16299.238095238095</c:v>
                </c:pt>
                <c:pt idx="1735">
                  <c:v>16299.238095238095</c:v>
                </c:pt>
                <c:pt idx="1736">
                  <c:v>16299.238095238095</c:v>
                </c:pt>
                <c:pt idx="1737">
                  <c:v>16299.238095238095</c:v>
                </c:pt>
                <c:pt idx="1739">
                  <c:v>16514.136363636364</c:v>
                </c:pt>
                <c:pt idx="1740">
                  <c:v>16514.136363636364</c:v>
                </c:pt>
                <c:pt idx="1741">
                  <c:v>16514.136363636364</c:v>
                </c:pt>
                <c:pt idx="1742">
                  <c:v>16514.136363636364</c:v>
                </c:pt>
                <c:pt idx="1743">
                  <c:v>16514.136363636364</c:v>
                </c:pt>
                <c:pt idx="1744">
                  <c:v>16514.136363636364</c:v>
                </c:pt>
                <c:pt idx="1745">
                  <c:v>16514.136363636364</c:v>
                </c:pt>
                <c:pt idx="1746">
                  <c:v>16514.136363636364</c:v>
                </c:pt>
                <c:pt idx="1747">
                  <c:v>16514.136363636364</c:v>
                </c:pt>
                <c:pt idx="1748">
                  <c:v>16514.136363636364</c:v>
                </c:pt>
                <c:pt idx="1749">
                  <c:v>16514.136363636364</c:v>
                </c:pt>
                <c:pt idx="1750">
                  <c:v>16514.136363636364</c:v>
                </c:pt>
                <c:pt idx="1751">
                  <c:v>16514.136363636364</c:v>
                </c:pt>
                <c:pt idx="1752">
                  <c:v>16514.136363636364</c:v>
                </c:pt>
                <c:pt idx="1753">
                  <c:v>16514.136363636364</c:v>
                </c:pt>
                <c:pt idx="1754">
                  <c:v>16514.136363636364</c:v>
                </c:pt>
                <c:pt idx="1755">
                  <c:v>16514.136363636364</c:v>
                </c:pt>
                <c:pt idx="1756">
                  <c:v>16514.136363636364</c:v>
                </c:pt>
                <c:pt idx="1757">
                  <c:v>16514.136363636364</c:v>
                </c:pt>
                <c:pt idx="1758">
                  <c:v>16514.136363636364</c:v>
                </c:pt>
                <c:pt idx="1759">
                  <c:v>16514.136363636364</c:v>
                </c:pt>
                <c:pt idx="1761">
                  <c:v>16583.130434782608</c:v>
                </c:pt>
                <c:pt idx="1762">
                  <c:v>16583.130434782608</c:v>
                </c:pt>
                <c:pt idx="1763">
                  <c:v>16583.130434782608</c:v>
                </c:pt>
                <c:pt idx="1764">
                  <c:v>16583.130434782608</c:v>
                </c:pt>
                <c:pt idx="1765">
                  <c:v>16583.130434782608</c:v>
                </c:pt>
                <c:pt idx="1766">
                  <c:v>16583.130434782608</c:v>
                </c:pt>
                <c:pt idx="1767">
                  <c:v>16583.130434782608</c:v>
                </c:pt>
                <c:pt idx="1768">
                  <c:v>16583.130434782608</c:v>
                </c:pt>
                <c:pt idx="1769">
                  <c:v>16583.130434782608</c:v>
                </c:pt>
                <c:pt idx="1770">
                  <c:v>16583.130434782608</c:v>
                </c:pt>
                <c:pt idx="1771">
                  <c:v>16583.130434782608</c:v>
                </c:pt>
                <c:pt idx="1772">
                  <c:v>16583.130434782608</c:v>
                </c:pt>
                <c:pt idx="1773">
                  <c:v>16583.130434782608</c:v>
                </c:pt>
                <c:pt idx="1774">
                  <c:v>16583.130434782608</c:v>
                </c:pt>
                <c:pt idx="1775">
                  <c:v>16583.130434782608</c:v>
                </c:pt>
                <c:pt idx="1776">
                  <c:v>16583.130434782608</c:v>
                </c:pt>
                <c:pt idx="1777">
                  <c:v>16583.130434782608</c:v>
                </c:pt>
                <c:pt idx="1778">
                  <c:v>16583.130434782608</c:v>
                </c:pt>
                <c:pt idx="1779">
                  <c:v>16583.130434782608</c:v>
                </c:pt>
                <c:pt idx="1780">
                  <c:v>16583.130434782608</c:v>
                </c:pt>
                <c:pt idx="1781">
                  <c:v>16583.130434782608</c:v>
                </c:pt>
                <c:pt idx="1782">
                  <c:v>16583.130434782608</c:v>
                </c:pt>
                <c:pt idx="1784">
                  <c:v>16692.45</c:v>
                </c:pt>
                <c:pt idx="1785">
                  <c:v>16692.45</c:v>
                </c:pt>
                <c:pt idx="1786">
                  <c:v>16692.45</c:v>
                </c:pt>
                <c:pt idx="1787">
                  <c:v>16692.45</c:v>
                </c:pt>
                <c:pt idx="1788">
                  <c:v>16692.45</c:v>
                </c:pt>
                <c:pt idx="1789">
                  <c:v>16692.45</c:v>
                </c:pt>
                <c:pt idx="1790">
                  <c:v>16692.45</c:v>
                </c:pt>
                <c:pt idx="1791">
                  <c:v>16692.45</c:v>
                </c:pt>
                <c:pt idx="1792">
                  <c:v>16692.45</c:v>
                </c:pt>
                <c:pt idx="1793">
                  <c:v>16692.45</c:v>
                </c:pt>
                <c:pt idx="1794">
                  <c:v>16692.45</c:v>
                </c:pt>
                <c:pt idx="1795">
                  <c:v>16692.45</c:v>
                </c:pt>
                <c:pt idx="1796">
                  <c:v>16692.45</c:v>
                </c:pt>
                <c:pt idx="1797">
                  <c:v>16692.45</c:v>
                </c:pt>
                <c:pt idx="1798">
                  <c:v>16692.45</c:v>
                </c:pt>
                <c:pt idx="1799">
                  <c:v>16692.45</c:v>
                </c:pt>
                <c:pt idx="1800">
                  <c:v>16692.45</c:v>
                </c:pt>
                <c:pt idx="1801">
                  <c:v>16692.45</c:v>
                </c:pt>
                <c:pt idx="1802">
                  <c:v>16692.45</c:v>
                </c:pt>
                <c:pt idx="1804">
                  <c:v>16696.523809523809</c:v>
                </c:pt>
                <c:pt idx="1805">
                  <c:v>16696.523809523809</c:v>
                </c:pt>
                <c:pt idx="1806">
                  <c:v>16696.523809523809</c:v>
                </c:pt>
                <c:pt idx="1807">
                  <c:v>16696.523809523809</c:v>
                </c:pt>
                <c:pt idx="1808">
                  <c:v>16696.523809523809</c:v>
                </c:pt>
                <c:pt idx="1809">
                  <c:v>16696.523809523809</c:v>
                </c:pt>
                <c:pt idx="1810">
                  <c:v>16696.523809523809</c:v>
                </c:pt>
                <c:pt idx="1811">
                  <c:v>16696.523809523809</c:v>
                </c:pt>
                <c:pt idx="1812">
                  <c:v>16696.523809523809</c:v>
                </c:pt>
                <c:pt idx="1813">
                  <c:v>16696.523809523809</c:v>
                </c:pt>
                <c:pt idx="1814">
                  <c:v>16696.523809523809</c:v>
                </c:pt>
                <c:pt idx="1815">
                  <c:v>16696.523809523809</c:v>
                </c:pt>
                <c:pt idx="1816">
                  <c:v>16696.523809523809</c:v>
                </c:pt>
                <c:pt idx="1817">
                  <c:v>16696.523809523809</c:v>
                </c:pt>
                <c:pt idx="1818">
                  <c:v>16696.523809523809</c:v>
                </c:pt>
                <c:pt idx="1819">
                  <c:v>16696.523809523809</c:v>
                </c:pt>
                <c:pt idx="1820">
                  <c:v>16696.523809523809</c:v>
                </c:pt>
                <c:pt idx="1821">
                  <c:v>16696.523809523809</c:v>
                </c:pt>
                <c:pt idx="1822">
                  <c:v>16696.523809523809</c:v>
                </c:pt>
                <c:pt idx="1823">
                  <c:v>16696.523809523809</c:v>
                </c:pt>
                <c:pt idx="1825">
                  <c:v>16817.599999999999</c:v>
                </c:pt>
                <c:pt idx="1826">
                  <c:v>16817.599999999999</c:v>
                </c:pt>
                <c:pt idx="1827">
                  <c:v>16817.599999999999</c:v>
                </c:pt>
                <c:pt idx="1828">
                  <c:v>16817.599999999999</c:v>
                </c:pt>
                <c:pt idx="1829">
                  <c:v>16817.599999999999</c:v>
                </c:pt>
                <c:pt idx="1830">
                  <c:v>16817.599999999999</c:v>
                </c:pt>
                <c:pt idx="1831">
                  <c:v>16817.599999999999</c:v>
                </c:pt>
                <c:pt idx="1832">
                  <c:v>16817.599999999999</c:v>
                </c:pt>
                <c:pt idx="1833">
                  <c:v>16817.599999999999</c:v>
                </c:pt>
                <c:pt idx="1834">
                  <c:v>16817.599999999999</c:v>
                </c:pt>
                <c:pt idx="1835">
                  <c:v>16817.599999999999</c:v>
                </c:pt>
                <c:pt idx="1836">
                  <c:v>16817.599999999999</c:v>
                </c:pt>
                <c:pt idx="1837">
                  <c:v>16817.599999999999</c:v>
                </c:pt>
                <c:pt idx="1838">
                  <c:v>16817.599999999999</c:v>
                </c:pt>
                <c:pt idx="1839">
                  <c:v>16817.599999999999</c:v>
                </c:pt>
                <c:pt idx="1840">
                  <c:v>16817.599999999999</c:v>
                </c:pt>
                <c:pt idx="1841">
                  <c:v>16817.599999999999</c:v>
                </c:pt>
                <c:pt idx="1842">
                  <c:v>16817.599999999999</c:v>
                </c:pt>
                <c:pt idx="1843">
                  <c:v>16817.599999999999</c:v>
                </c:pt>
                <c:pt idx="1845">
                  <c:v>16812.722222222223</c:v>
                </c:pt>
                <c:pt idx="1846">
                  <c:v>16812.722222222223</c:v>
                </c:pt>
                <c:pt idx="1847">
                  <c:v>16812.722222222223</c:v>
                </c:pt>
                <c:pt idx="1848">
                  <c:v>16812.722222222223</c:v>
                </c:pt>
                <c:pt idx="1849">
                  <c:v>16812.722222222223</c:v>
                </c:pt>
                <c:pt idx="1850">
                  <c:v>16812.722222222223</c:v>
                </c:pt>
                <c:pt idx="1851">
                  <c:v>16812.722222222223</c:v>
                </c:pt>
                <c:pt idx="1852">
                  <c:v>16812.722222222223</c:v>
                </c:pt>
                <c:pt idx="1853">
                  <c:v>16812.722222222223</c:v>
                </c:pt>
                <c:pt idx="1854">
                  <c:v>16812.722222222223</c:v>
                </c:pt>
                <c:pt idx="1855">
                  <c:v>16812.722222222223</c:v>
                </c:pt>
                <c:pt idx="1856">
                  <c:v>16812.722222222223</c:v>
                </c:pt>
                <c:pt idx="1857">
                  <c:v>16812.722222222223</c:v>
                </c:pt>
                <c:pt idx="1858">
                  <c:v>16812.722222222223</c:v>
                </c:pt>
                <c:pt idx="1859">
                  <c:v>16812.722222222223</c:v>
                </c:pt>
                <c:pt idx="1860">
                  <c:v>16812.722222222223</c:v>
                </c:pt>
                <c:pt idx="1861">
                  <c:v>16812.722222222223</c:v>
                </c:pt>
                <c:pt idx="1863">
                  <c:v>16920.352941176472</c:v>
                </c:pt>
                <c:pt idx="1864">
                  <c:v>16920.352941176472</c:v>
                </c:pt>
                <c:pt idx="1865">
                  <c:v>16920.352941176472</c:v>
                </c:pt>
                <c:pt idx="1866">
                  <c:v>16920.352941176472</c:v>
                </c:pt>
                <c:pt idx="1867">
                  <c:v>16920.352941176472</c:v>
                </c:pt>
                <c:pt idx="1868">
                  <c:v>16920.352941176472</c:v>
                </c:pt>
                <c:pt idx="1869">
                  <c:v>16920.352941176472</c:v>
                </c:pt>
                <c:pt idx="1870">
                  <c:v>16920.352941176472</c:v>
                </c:pt>
                <c:pt idx="1871">
                  <c:v>16920.352941176472</c:v>
                </c:pt>
                <c:pt idx="1872">
                  <c:v>16920.352941176472</c:v>
                </c:pt>
                <c:pt idx="1873">
                  <c:v>16920.352941176472</c:v>
                </c:pt>
                <c:pt idx="1874">
                  <c:v>16920.352941176472</c:v>
                </c:pt>
                <c:pt idx="1875">
                  <c:v>16920.352941176472</c:v>
                </c:pt>
                <c:pt idx="1876">
                  <c:v>16920.352941176472</c:v>
                </c:pt>
                <c:pt idx="1877">
                  <c:v>16920.352941176472</c:v>
                </c:pt>
                <c:pt idx="1878">
                  <c:v>16920.352941176472</c:v>
                </c:pt>
                <c:pt idx="1880">
                  <c:v>17145.190476190477</c:v>
                </c:pt>
                <c:pt idx="1881">
                  <c:v>17145.190476190477</c:v>
                </c:pt>
                <c:pt idx="1882">
                  <c:v>17145.190476190477</c:v>
                </c:pt>
                <c:pt idx="1883">
                  <c:v>17145.190476190477</c:v>
                </c:pt>
                <c:pt idx="1884">
                  <c:v>17145.190476190477</c:v>
                </c:pt>
                <c:pt idx="1885">
                  <c:v>17145.190476190477</c:v>
                </c:pt>
                <c:pt idx="1886">
                  <c:v>17145.190476190477</c:v>
                </c:pt>
                <c:pt idx="1887">
                  <c:v>17145.190476190477</c:v>
                </c:pt>
                <c:pt idx="1888">
                  <c:v>17145.190476190477</c:v>
                </c:pt>
                <c:pt idx="1889">
                  <c:v>17145.190476190477</c:v>
                </c:pt>
                <c:pt idx="1890">
                  <c:v>17145.190476190477</c:v>
                </c:pt>
                <c:pt idx="1891">
                  <c:v>17145.190476190477</c:v>
                </c:pt>
                <c:pt idx="1892">
                  <c:v>17145.190476190477</c:v>
                </c:pt>
                <c:pt idx="1893">
                  <c:v>17145.190476190477</c:v>
                </c:pt>
                <c:pt idx="1894">
                  <c:v>17145.190476190477</c:v>
                </c:pt>
                <c:pt idx="1895">
                  <c:v>17145.190476190477</c:v>
                </c:pt>
                <c:pt idx="1896">
                  <c:v>17145.190476190477</c:v>
                </c:pt>
                <c:pt idx="1897">
                  <c:v>17145.190476190477</c:v>
                </c:pt>
                <c:pt idx="1898">
                  <c:v>17145.190476190477</c:v>
                </c:pt>
                <c:pt idx="1899">
                  <c:v>17145.190476190477</c:v>
                </c:pt>
                <c:pt idx="1901">
                  <c:v>17563.8125</c:v>
                </c:pt>
                <c:pt idx="1902">
                  <c:v>17563.8125</c:v>
                </c:pt>
                <c:pt idx="1903">
                  <c:v>17563.8125</c:v>
                </c:pt>
                <c:pt idx="1904">
                  <c:v>17563.8125</c:v>
                </c:pt>
                <c:pt idx="1905">
                  <c:v>17563.8125</c:v>
                </c:pt>
                <c:pt idx="1906">
                  <c:v>17563.8125</c:v>
                </c:pt>
                <c:pt idx="1907">
                  <c:v>17563.8125</c:v>
                </c:pt>
                <c:pt idx="1908">
                  <c:v>17563.8125</c:v>
                </c:pt>
                <c:pt idx="1909">
                  <c:v>17563.8125</c:v>
                </c:pt>
                <c:pt idx="1910">
                  <c:v>17563.8125</c:v>
                </c:pt>
                <c:pt idx="1911">
                  <c:v>17563.8125</c:v>
                </c:pt>
                <c:pt idx="1912">
                  <c:v>17563.8125</c:v>
                </c:pt>
                <c:pt idx="1913">
                  <c:v>17563.8125</c:v>
                </c:pt>
                <c:pt idx="1914">
                  <c:v>17563.8125</c:v>
                </c:pt>
                <c:pt idx="1915">
                  <c:v>17563.8125</c:v>
                </c:pt>
                <c:pt idx="1917">
                  <c:v>17900.142857142859</c:v>
                </c:pt>
                <c:pt idx="1918">
                  <c:v>17900.142857142859</c:v>
                </c:pt>
                <c:pt idx="1919">
                  <c:v>17900.142857142859</c:v>
                </c:pt>
                <c:pt idx="1920">
                  <c:v>17900.142857142859</c:v>
                </c:pt>
                <c:pt idx="1921">
                  <c:v>17900.142857142859</c:v>
                </c:pt>
                <c:pt idx="1922">
                  <c:v>17900.142857142859</c:v>
                </c:pt>
                <c:pt idx="1923">
                  <c:v>17900.142857142859</c:v>
                </c:pt>
                <c:pt idx="1924">
                  <c:v>17900.142857142859</c:v>
                </c:pt>
                <c:pt idx="1925">
                  <c:v>17900.142857142859</c:v>
                </c:pt>
                <c:pt idx="1926">
                  <c:v>17900.142857142859</c:v>
                </c:pt>
                <c:pt idx="1927">
                  <c:v>17900.142857142859</c:v>
                </c:pt>
                <c:pt idx="1928">
                  <c:v>17900.142857142859</c:v>
                </c:pt>
                <c:pt idx="1929">
                  <c:v>17900.142857142859</c:v>
                </c:pt>
                <c:pt idx="1930">
                  <c:v>17900.142857142859</c:v>
                </c:pt>
                <c:pt idx="1931">
                  <c:v>17900.142857142859</c:v>
                </c:pt>
                <c:pt idx="1932">
                  <c:v>17900.142857142859</c:v>
                </c:pt>
                <c:pt idx="1933">
                  <c:v>17900.142857142859</c:v>
                </c:pt>
                <c:pt idx="1934">
                  <c:v>17900.142857142859</c:v>
                </c:pt>
                <c:pt idx="1935">
                  <c:v>17900.142857142859</c:v>
                </c:pt>
                <c:pt idx="1936">
                  <c:v>17900.142857142859</c:v>
                </c:pt>
                <c:pt idx="1938">
                  <c:v>17996.956521739132</c:v>
                </c:pt>
                <c:pt idx="1939">
                  <c:v>17996.956521739132</c:v>
                </c:pt>
                <c:pt idx="1940">
                  <c:v>17996.956521739132</c:v>
                </c:pt>
                <c:pt idx="1941">
                  <c:v>17996.956521739132</c:v>
                </c:pt>
                <c:pt idx="1942">
                  <c:v>17996.956521739132</c:v>
                </c:pt>
                <c:pt idx="1943">
                  <c:v>17996.956521739132</c:v>
                </c:pt>
                <c:pt idx="1944">
                  <c:v>17996.956521739132</c:v>
                </c:pt>
                <c:pt idx="1945">
                  <c:v>17996.956521739132</c:v>
                </c:pt>
                <c:pt idx="1946">
                  <c:v>17996.956521739132</c:v>
                </c:pt>
                <c:pt idx="1947">
                  <c:v>17996.956521739132</c:v>
                </c:pt>
                <c:pt idx="1948">
                  <c:v>17996.956521739132</c:v>
                </c:pt>
                <c:pt idx="1949">
                  <c:v>17996.956521739132</c:v>
                </c:pt>
                <c:pt idx="1950">
                  <c:v>17996.956521739132</c:v>
                </c:pt>
                <c:pt idx="1951">
                  <c:v>17996.956521739132</c:v>
                </c:pt>
                <c:pt idx="1952">
                  <c:v>17996.956521739132</c:v>
                </c:pt>
                <c:pt idx="1953">
                  <c:v>17996.956521739132</c:v>
                </c:pt>
                <c:pt idx="1954">
                  <c:v>17996.956521739132</c:v>
                </c:pt>
                <c:pt idx="1955">
                  <c:v>17996.956521739132</c:v>
                </c:pt>
                <c:pt idx="1956">
                  <c:v>17996.956521739132</c:v>
                </c:pt>
                <c:pt idx="1957">
                  <c:v>17996.956521739132</c:v>
                </c:pt>
                <c:pt idx="1958">
                  <c:v>17996.956521739132</c:v>
                </c:pt>
                <c:pt idx="1959">
                  <c:v>17996.956521739132</c:v>
                </c:pt>
                <c:pt idx="1961">
                  <c:v>17821.78947368421</c:v>
                </c:pt>
                <c:pt idx="1962">
                  <c:v>17821.78947368421</c:v>
                </c:pt>
                <c:pt idx="1963">
                  <c:v>17821.78947368421</c:v>
                </c:pt>
                <c:pt idx="1964">
                  <c:v>17821.78947368421</c:v>
                </c:pt>
                <c:pt idx="1965">
                  <c:v>17821.78947368421</c:v>
                </c:pt>
                <c:pt idx="1966">
                  <c:v>17821.78947368421</c:v>
                </c:pt>
                <c:pt idx="1967">
                  <c:v>17821.78947368421</c:v>
                </c:pt>
                <c:pt idx="1968">
                  <c:v>17821.78947368421</c:v>
                </c:pt>
                <c:pt idx="1969">
                  <c:v>17821.78947368421</c:v>
                </c:pt>
                <c:pt idx="1970">
                  <c:v>17821.78947368421</c:v>
                </c:pt>
                <c:pt idx="1971">
                  <c:v>17821.78947368421</c:v>
                </c:pt>
                <c:pt idx="1972">
                  <c:v>17821.78947368421</c:v>
                </c:pt>
                <c:pt idx="1973">
                  <c:v>17821.78947368421</c:v>
                </c:pt>
                <c:pt idx="1974">
                  <c:v>17821.78947368421</c:v>
                </c:pt>
                <c:pt idx="1975">
                  <c:v>17821.78947368421</c:v>
                </c:pt>
                <c:pt idx="1976">
                  <c:v>17821.78947368421</c:v>
                </c:pt>
                <c:pt idx="1977">
                  <c:v>17821.78947368421</c:v>
                </c:pt>
                <c:pt idx="1978">
                  <c:v>17821.78947368421</c:v>
                </c:pt>
                <c:pt idx="1980">
                  <c:v>17737.142857142859</c:v>
                </c:pt>
                <c:pt idx="1981">
                  <c:v>17737.142857142859</c:v>
                </c:pt>
                <c:pt idx="1982">
                  <c:v>17737.142857142859</c:v>
                </c:pt>
                <c:pt idx="1983">
                  <c:v>17737.142857142859</c:v>
                </c:pt>
                <c:pt idx="1984">
                  <c:v>17737.142857142859</c:v>
                </c:pt>
                <c:pt idx="1985">
                  <c:v>17737.142857142859</c:v>
                </c:pt>
                <c:pt idx="1986">
                  <c:v>17737.142857142859</c:v>
                </c:pt>
                <c:pt idx="1987">
                  <c:v>17737.142857142859</c:v>
                </c:pt>
                <c:pt idx="1988">
                  <c:v>17737.142857142859</c:v>
                </c:pt>
                <c:pt idx="1989">
                  <c:v>17737.142857142859</c:v>
                </c:pt>
                <c:pt idx="1990">
                  <c:v>17737.142857142859</c:v>
                </c:pt>
                <c:pt idx="1991">
                  <c:v>17737.142857142859</c:v>
                </c:pt>
                <c:pt idx="1992">
                  <c:v>17737.142857142859</c:v>
                </c:pt>
                <c:pt idx="1993">
                  <c:v>17737.142857142859</c:v>
                </c:pt>
                <c:pt idx="1994">
                  <c:v>17737.142857142859</c:v>
                </c:pt>
                <c:pt idx="1995">
                  <c:v>17737.142857142859</c:v>
                </c:pt>
                <c:pt idx="1996">
                  <c:v>17737.142857142859</c:v>
                </c:pt>
                <c:pt idx="1997">
                  <c:v>17737.142857142859</c:v>
                </c:pt>
                <c:pt idx="1998">
                  <c:v>17737.142857142859</c:v>
                </c:pt>
                <c:pt idx="1999">
                  <c:v>17737.142857142859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7E58-415E-89C3-1E905CB77368}"/>
            </c:ext>
          </c:extLst>
        </c:ser>
        <c:ser>
          <c:idx val="0"/>
          <c:order val="2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Sheet1!$A$2:$A$2001</c:f>
              <c:numCache>
                <c:formatCode>m/d/yyyy</c:formatCode>
                <c:ptCount val="2000"/>
                <c:pt idx="0">
                  <c:v>43466</c:v>
                </c:pt>
                <c:pt idx="1">
                  <c:v>43467</c:v>
                </c:pt>
                <c:pt idx="2">
                  <c:v>43468</c:v>
                </c:pt>
                <c:pt idx="3">
                  <c:v>43469</c:v>
                </c:pt>
                <c:pt idx="4">
                  <c:v>43472</c:v>
                </c:pt>
                <c:pt idx="5">
                  <c:v>43473</c:v>
                </c:pt>
                <c:pt idx="6">
                  <c:v>43474</c:v>
                </c:pt>
                <c:pt idx="7">
                  <c:v>43475</c:v>
                </c:pt>
                <c:pt idx="8">
                  <c:v>43476</c:v>
                </c:pt>
                <c:pt idx="9">
                  <c:v>43479</c:v>
                </c:pt>
                <c:pt idx="10">
                  <c:v>43480</c:v>
                </c:pt>
                <c:pt idx="11">
                  <c:v>43481</c:v>
                </c:pt>
                <c:pt idx="12">
                  <c:v>43482</c:v>
                </c:pt>
                <c:pt idx="13">
                  <c:v>43483</c:v>
                </c:pt>
                <c:pt idx="14">
                  <c:v>43486</c:v>
                </c:pt>
                <c:pt idx="15">
                  <c:v>43487</c:v>
                </c:pt>
                <c:pt idx="16">
                  <c:v>43488</c:v>
                </c:pt>
                <c:pt idx="17">
                  <c:v>43489</c:v>
                </c:pt>
                <c:pt idx="18">
                  <c:v>43490</c:v>
                </c:pt>
                <c:pt idx="19">
                  <c:v>43493</c:v>
                </c:pt>
                <c:pt idx="20">
                  <c:v>43494</c:v>
                </c:pt>
                <c:pt idx="21">
                  <c:v>43495</c:v>
                </c:pt>
                <c:pt idx="22">
                  <c:v>43496</c:v>
                </c:pt>
                <c:pt idx="23">
                  <c:v>43497</c:v>
                </c:pt>
                <c:pt idx="24">
                  <c:v>43500</c:v>
                </c:pt>
                <c:pt idx="25">
                  <c:v>43501</c:v>
                </c:pt>
                <c:pt idx="26">
                  <c:v>43502</c:v>
                </c:pt>
                <c:pt idx="27">
                  <c:v>43503</c:v>
                </c:pt>
                <c:pt idx="28">
                  <c:v>43504</c:v>
                </c:pt>
                <c:pt idx="29">
                  <c:v>43507</c:v>
                </c:pt>
                <c:pt idx="30">
                  <c:v>43508</c:v>
                </c:pt>
                <c:pt idx="31">
                  <c:v>43509</c:v>
                </c:pt>
                <c:pt idx="32">
                  <c:v>43510</c:v>
                </c:pt>
                <c:pt idx="33">
                  <c:v>43511</c:v>
                </c:pt>
                <c:pt idx="34">
                  <c:v>43514</c:v>
                </c:pt>
                <c:pt idx="35">
                  <c:v>43515</c:v>
                </c:pt>
                <c:pt idx="36">
                  <c:v>43516</c:v>
                </c:pt>
                <c:pt idx="37">
                  <c:v>43517</c:v>
                </c:pt>
                <c:pt idx="38">
                  <c:v>43518</c:v>
                </c:pt>
                <c:pt idx="39">
                  <c:v>43521</c:v>
                </c:pt>
                <c:pt idx="40">
                  <c:v>43522</c:v>
                </c:pt>
                <c:pt idx="41">
                  <c:v>43523</c:v>
                </c:pt>
                <c:pt idx="42">
                  <c:v>43524</c:v>
                </c:pt>
                <c:pt idx="43">
                  <c:v>43525</c:v>
                </c:pt>
                <c:pt idx="44">
                  <c:v>43528</c:v>
                </c:pt>
                <c:pt idx="45">
                  <c:v>43529</c:v>
                </c:pt>
                <c:pt idx="46">
                  <c:v>43530</c:v>
                </c:pt>
                <c:pt idx="47">
                  <c:v>43531</c:v>
                </c:pt>
                <c:pt idx="48">
                  <c:v>43532</c:v>
                </c:pt>
                <c:pt idx="49">
                  <c:v>43535</c:v>
                </c:pt>
                <c:pt idx="50">
                  <c:v>43536</c:v>
                </c:pt>
                <c:pt idx="51">
                  <c:v>43537</c:v>
                </c:pt>
                <c:pt idx="52">
                  <c:v>43538</c:v>
                </c:pt>
                <c:pt idx="53">
                  <c:v>43539</c:v>
                </c:pt>
                <c:pt idx="54">
                  <c:v>43542</c:v>
                </c:pt>
                <c:pt idx="55">
                  <c:v>43543</c:v>
                </c:pt>
                <c:pt idx="56">
                  <c:v>43544</c:v>
                </c:pt>
                <c:pt idx="57">
                  <c:v>43545</c:v>
                </c:pt>
                <c:pt idx="58">
                  <c:v>43546</c:v>
                </c:pt>
                <c:pt idx="59">
                  <c:v>43549</c:v>
                </c:pt>
                <c:pt idx="60">
                  <c:v>43550</c:v>
                </c:pt>
                <c:pt idx="61">
                  <c:v>43551</c:v>
                </c:pt>
                <c:pt idx="62">
                  <c:v>43552</c:v>
                </c:pt>
                <c:pt idx="63">
                  <c:v>43553</c:v>
                </c:pt>
                <c:pt idx="64">
                  <c:v>43556</c:v>
                </c:pt>
                <c:pt idx="65">
                  <c:v>43557</c:v>
                </c:pt>
                <c:pt idx="66">
                  <c:v>43558</c:v>
                </c:pt>
                <c:pt idx="67">
                  <c:v>43559</c:v>
                </c:pt>
                <c:pt idx="68">
                  <c:v>43560</c:v>
                </c:pt>
                <c:pt idx="69">
                  <c:v>43563</c:v>
                </c:pt>
                <c:pt idx="70">
                  <c:v>43564</c:v>
                </c:pt>
                <c:pt idx="71">
                  <c:v>43565</c:v>
                </c:pt>
                <c:pt idx="72">
                  <c:v>43566</c:v>
                </c:pt>
                <c:pt idx="73">
                  <c:v>43567</c:v>
                </c:pt>
                <c:pt idx="74">
                  <c:v>43570</c:v>
                </c:pt>
                <c:pt idx="75">
                  <c:v>43571</c:v>
                </c:pt>
                <c:pt idx="76">
                  <c:v>43572</c:v>
                </c:pt>
                <c:pt idx="77">
                  <c:v>43573</c:v>
                </c:pt>
                <c:pt idx="78">
                  <c:v>43574</c:v>
                </c:pt>
                <c:pt idx="79">
                  <c:v>43577</c:v>
                </c:pt>
                <c:pt idx="80">
                  <c:v>43578</c:v>
                </c:pt>
                <c:pt idx="81">
                  <c:v>43579</c:v>
                </c:pt>
                <c:pt idx="82">
                  <c:v>43580</c:v>
                </c:pt>
                <c:pt idx="83">
                  <c:v>43581</c:v>
                </c:pt>
                <c:pt idx="84">
                  <c:v>43584</c:v>
                </c:pt>
                <c:pt idx="85">
                  <c:v>43585</c:v>
                </c:pt>
                <c:pt idx="86">
                  <c:v>43586</c:v>
                </c:pt>
                <c:pt idx="87">
                  <c:v>43587</c:v>
                </c:pt>
                <c:pt idx="88">
                  <c:v>43588</c:v>
                </c:pt>
                <c:pt idx="89">
                  <c:v>43591</c:v>
                </c:pt>
                <c:pt idx="90">
                  <c:v>43592</c:v>
                </c:pt>
                <c:pt idx="91">
                  <c:v>43593</c:v>
                </c:pt>
                <c:pt idx="92">
                  <c:v>43594</c:v>
                </c:pt>
                <c:pt idx="93">
                  <c:v>43595</c:v>
                </c:pt>
                <c:pt idx="94">
                  <c:v>43598</c:v>
                </c:pt>
                <c:pt idx="95">
                  <c:v>43599</c:v>
                </c:pt>
                <c:pt idx="96">
                  <c:v>43600</c:v>
                </c:pt>
                <c:pt idx="97">
                  <c:v>43601</c:v>
                </c:pt>
                <c:pt idx="98">
                  <c:v>43602</c:v>
                </c:pt>
                <c:pt idx="99">
                  <c:v>43605</c:v>
                </c:pt>
                <c:pt idx="100">
                  <c:v>43606</c:v>
                </c:pt>
                <c:pt idx="101">
                  <c:v>43607</c:v>
                </c:pt>
                <c:pt idx="102">
                  <c:v>43608</c:v>
                </c:pt>
                <c:pt idx="103">
                  <c:v>43609</c:v>
                </c:pt>
                <c:pt idx="104">
                  <c:v>43612</c:v>
                </c:pt>
                <c:pt idx="105">
                  <c:v>43613</c:v>
                </c:pt>
                <c:pt idx="106">
                  <c:v>43614</c:v>
                </c:pt>
                <c:pt idx="107">
                  <c:v>43615</c:v>
                </c:pt>
                <c:pt idx="108">
                  <c:v>43616</c:v>
                </c:pt>
                <c:pt idx="109">
                  <c:v>43619</c:v>
                </c:pt>
                <c:pt idx="110">
                  <c:v>43620</c:v>
                </c:pt>
                <c:pt idx="111">
                  <c:v>43621</c:v>
                </c:pt>
                <c:pt idx="112">
                  <c:v>43622</c:v>
                </c:pt>
                <c:pt idx="113">
                  <c:v>43623</c:v>
                </c:pt>
                <c:pt idx="114">
                  <c:v>43626</c:v>
                </c:pt>
                <c:pt idx="115">
                  <c:v>43627</c:v>
                </c:pt>
                <c:pt idx="116">
                  <c:v>43628</c:v>
                </c:pt>
                <c:pt idx="117">
                  <c:v>43629</c:v>
                </c:pt>
                <c:pt idx="118">
                  <c:v>43630</c:v>
                </c:pt>
                <c:pt idx="119">
                  <c:v>43633</c:v>
                </c:pt>
                <c:pt idx="120">
                  <c:v>43634</c:v>
                </c:pt>
                <c:pt idx="121">
                  <c:v>43635</c:v>
                </c:pt>
                <c:pt idx="122">
                  <c:v>43636</c:v>
                </c:pt>
                <c:pt idx="123">
                  <c:v>43637</c:v>
                </c:pt>
                <c:pt idx="124">
                  <c:v>43640</c:v>
                </c:pt>
                <c:pt idx="125">
                  <c:v>43641</c:v>
                </c:pt>
                <c:pt idx="126">
                  <c:v>43642</c:v>
                </c:pt>
                <c:pt idx="127">
                  <c:v>43643</c:v>
                </c:pt>
                <c:pt idx="128">
                  <c:v>43644</c:v>
                </c:pt>
                <c:pt idx="129">
                  <c:v>43647</c:v>
                </c:pt>
                <c:pt idx="130">
                  <c:v>43648</c:v>
                </c:pt>
                <c:pt idx="131">
                  <c:v>43649</c:v>
                </c:pt>
                <c:pt idx="132">
                  <c:v>43650</c:v>
                </c:pt>
                <c:pt idx="133">
                  <c:v>43651</c:v>
                </c:pt>
                <c:pt idx="134">
                  <c:v>43654</c:v>
                </c:pt>
                <c:pt idx="135">
                  <c:v>43655</c:v>
                </c:pt>
                <c:pt idx="136">
                  <c:v>43656</c:v>
                </c:pt>
                <c:pt idx="137">
                  <c:v>43657</c:v>
                </c:pt>
                <c:pt idx="138">
                  <c:v>43658</c:v>
                </c:pt>
                <c:pt idx="139">
                  <c:v>43661</c:v>
                </c:pt>
                <c:pt idx="140">
                  <c:v>43662</c:v>
                </c:pt>
                <c:pt idx="141">
                  <c:v>43663</c:v>
                </c:pt>
                <c:pt idx="142">
                  <c:v>43664</c:v>
                </c:pt>
                <c:pt idx="143">
                  <c:v>43665</c:v>
                </c:pt>
                <c:pt idx="144">
                  <c:v>43668</c:v>
                </c:pt>
                <c:pt idx="145">
                  <c:v>43669</c:v>
                </c:pt>
                <c:pt idx="146">
                  <c:v>43670</c:v>
                </c:pt>
                <c:pt idx="147">
                  <c:v>43671</c:v>
                </c:pt>
                <c:pt idx="148">
                  <c:v>43672</c:v>
                </c:pt>
                <c:pt idx="149">
                  <c:v>43675</c:v>
                </c:pt>
                <c:pt idx="150">
                  <c:v>43676</c:v>
                </c:pt>
                <c:pt idx="151">
                  <c:v>43677</c:v>
                </c:pt>
                <c:pt idx="152">
                  <c:v>43678</c:v>
                </c:pt>
                <c:pt idx="153">
                  <c:v>43679</c:v>
                </c:pt>
                <c:pt idx="154">
                  <c:v>43682</c:v>
                </c:pt>
                <c:pt idx="155">
                  <c:v>43683</c:v>
                </c:pt>
                <c:pt idx="156">
                  <c:v>43684</c:v>
                </c:pt>
                <c:pt idx="157">
                  <c:v>43685</c:v>
                </c:pt>
                <c:pt idx="158">
                  <c:v>43686</c:v>
                </c:pt>
                <c:pt idx="159">
                  <c:v>43689</c:v>
                </c:pt>
                <c:pt idx="160">
                  <c:v>43690</c:v>
                </c:pt>
                <c:pt idx="161">
                  <c:v>43691</c:v>
                </c:pt>
                <c:pt idx="162">
                  <c:v>43692</c:v>
                </c:pt>
                <c:pt idx="163">
                  <c:v>43693</c:v>
                </c:pt>
                <c:pt idx="164">
                  <c:v>43696</c:v>
                </c:pt>
                <c:pt idx="165">
                  <c:v>43697</c:v>
                </c:pt>
                <c:pt idx="166">
                  <c:v>43698</c:v>
                </c:pt>
                <c:pt idx="167">
                  <c:v>43699</c:v>
                </c:pt>
                <c:pt idx="168">
                  <c:v>43700</c:v>
                </c:pt>
                <c:pt idx="169">
                  <c:v>43703</c:v>
                </c:pt>
                <c:pt idx="170">
                  <c:v>43704</c:v>
                </c:pt>
                <c:pt idx="171">
                  <c:v>43705</c:v>
                </c:pt>
                <c:pt idx="172">
                  <c:v>43706</c:v>
                </c:pt>
                <c:pt idx="173">
                  <c:v>43707</c:v>
                </c:pt>
                <c:pt idx="174">
                  <c:v>43710</c:v>
                </c:pt>
                <c:pt idx="175">
                  <c:v>43711</c:v>
                </c:pt>
                <c:pt idx="176">
                  <c:v>43712</c:v>
                </c:pt>
                <c:pt idx="177">
                  <c:v>43713</c:v>
                </c:pt>
                <c:pt idx="178">
                  <c:v>43714</c:v>
                </c:pt>
                <c:pt idx="179">
                  <c:v>43717</c:v>
                </c:pt>
                <c:pt idx="180">
                  <c:v>43718</c:v>
                </c:pt>
                <c:pt idx="181">
                  <c:v>43719</c:v>
                </c:pt>
                <c:pt idx="182">
                  <c:v>43720</c:v>
                </c:pt>
                <c:pt idx="183">
                  <c:v>43721</c:v>
                </c:pt>
                <c:pt idx="184">
                  <c:v>43724</c:v>
                </c:pt>
                <c:pt idx="185">
                  <c:v>43725</c:v>
                </c:pt>
                <c:pt idx="186">
                  <c:v>43726</c:v>
                </c:pt>
                <c:pt idx="187">
                  <c:v>43727</c:v>
                </c:pt>
                <c:pt idx="188">
                  <c:v>43728</c:v>
                </c:pt>
                <c:pt idx="189">
                  <c:v>43731</c:v>
                </c:pt>
                <c:pt idx="190">
                  <c:v>43732</c:v>
                </c:pt>
                <c:pt idx="191">
                  <c:v>43733</c:v>
                </c:pt>
                <c:pt idx="192">
                  <c:v>43734</c:v>
                </c:pt>
                <c:pt idx="193">
                  <c:v>43735</c:v>
                </c:pt>
                <c:pt idx="194">
                  <c:v>43738</c:v>
                </c:pt>
                <c:pt idx="195">
                  <c:v>43739</c:v>
                </c:pt>
                <c:pt idx="196">
                  <c:v>43740</c:v>
                </c:pt>
                <c:pt idx="197">
                  <c:v>43741</c:v>
                </c:pt>
                <c:pt idx="198">
                  <c:v>43742</c:v>
                </c:pt>
                <c:pt idx="199">
                  <c:v>43745</c:v>
                </c:pt>
                <c:pt idx="200">
                  <c:v>43746</c:v>
                </c:pt>
                <c:pt idx="201">
                  <c:v>43747</c:v>
                </c:pt>
                <c:pt idx="202">
                  <c:v>43748</c:v>
                </c:pt>
                <c:pt idx="203">
                  <c:v>43749</c:v>
                </c:pt>
                <c:pt idx="204">
                  <c:v>43752</c:v>
                </c:pt>
                <c:pt idx="205">
                  <c:v>43753</c:v>
                </c:pt>
                <c:pt idx="206">
                  <c:v>43754</c:v>
                </c:pt>
                <c:pt idx="207">
                  <c:v>43755</c:v>
                </c:pt>
                <c:pt idx="208">
                  <c:v>43756</c:v>
                </c:pt>
                <c:pt idx="209">
                  <c:v>43759</c:v>
                </c:pt>
                <c:pt idx="210">
                  <c:v>43760</c:v>
                </c:pt>
                <c:pt idx="211">
                  <c:v>43761</c:v>
                </c:pt>
                <c:pt idx="212">
                  <c:v>43762</c:v>
                </c:pt>
                <c:pt idx="213">
                  <c:v>43763</c:v>
                </c:pt>
                <c:pt idx="214">
                  <c:v>43766</c:v>
                </c:pt>
                <c:pt idx="215">
                  <c:v>43767</c:v>
                </c:pt>
                <c:pt idx="216">
                  <c:v>43768</c:v>
                </c:pt>
                <c:pt idx="217">
                  <c:v>43769</c:v>
                </c:pt>
                <c:pt idx="218">
                  <c:v>43770</c:v>
                </c:pt>
                <c:pt idx="219">
                  <c:v>43773</c:v>
                </c:pt>
                <c:pt idx="220">
                  <c:v>43774</c:v>
                </c:pt>
                <c:pt idx="221">
                  <c:v>43775</c:v>
                </c:pt>
                <c:pt idx="222">
                  <c:v>43776</c:v>
                </c:pt>
                <c:pt idx="223">
                  <c:v>43777</c:v>
                </c:pt>
                <c:pt idx="224">
                  <c:v>43780</c:v>
                </c:pt>
                <c:pt idx="225">
                  <c:v>43781</c:v>
                </c:pt>
                <c:pt idx="226">
                  <c:v>43782</c:v>
                </c:pt>
                <c:pt idx="227">
                  <c:v>43783</c:v>
                </c:pt>
                <c:pt idx="228">
                  <c:v>43784</c:v>
                </c:pt>
                <c:pt idx="229">
                  <c:v>43787</c:v>
                </c:pt>
                <c:pt idx="230">
                  <c:v>43788</c:v>
                </c:pt>
                <c:pt idx="231">
                  <c:v>43789</c:v>
                </c:pt>
                <c:pt idx="232">
                  <c:v>43790</c:v>
                </c:pt>
                <c:pt idx="233">
                  <c:v>43791</c:v>
                </c:pt>
                <c:pt idx="234">
                  <c:v>43794</c:v>
                </c:pt>
                <c:pt idx="235">
                  <c:v>43795</c:v>
                </c:pt>
                <c:pt idx="236">
                  <c:v>43796</c:v>
                </c:pt>
                <c:pt idx="237">
                  <c:v>43797</c:v>
                </c:pt>
                <c:pt idx="238">
                  <c:v>43798</c:v>
                </c:pt>
                <c:pt idx="239">
                  <c:v>43801</c:v>
                </c:pt>
                <c:pt idx="240">
                  <c:v>43802</c:v>
                </c:pt>
                <c:pt idx="241">
                  <c:v>43803</c:v>
                </c:pt>
                <c:pt idx="242">
                  <c:v>43804</c:v>
                </c:pt>
                <c:pt idx="243">
                  <c:v>43805</c:v>
                </c:pt>
                <c:pt idx="244">
                  <c:v>43808</c:v>
                </c:pt>
                <c:pt idx="245">
                  <c:v>43809</c:v>
                </c:pt>
                <c:pt idx="246">
                  <c:v>43810</c:v>
                </c:pt>
                <c:pt idx="247">
                  <c:v>43811</c:v>
                </c:pt>
                <c:pt idx="248">
                  <c:v>43812</c:v>
                </c:pt>
                <c:pt idx="249">
                  <c:v>43815</c:v>
                </c:pt>
                <c:pt idx="250">
                  <c:v>43816</c:v>
                </c:pt>
                <c:pt idx="251">
                  <c:v>43817</c:v>
                </c:pt>
                <c:pt idx="252">
                  <c:v>43818</c:v>
                </c:pt>
                <c:pt idx="253">
                  <c:v>43819</c:v>
                </c:pt>
                <c:pt idx="254">
                  <c:v>43822</c:v>
                </c:pt>
                <c:pt idx="255">
                  <c:v>43823</c:v>
                </c:pt>
                <c:pt idx="256">
                  <c:v>43824</c:v>
                </c:pt>
                <c:pt idx="257">
                  <c:v>43825</c:v>
                </c:pt>
                <c:pt idx="258">
                  <c:v>43826</c:v>
                </c:pt>
                <c:pt idx="259">
                  <c:v>43829</c:v>
                </c:pt>
                <c:pt idx="260">
                  <c:v>43830</c:v>
                </c:pt>
                <c:pt idx="261">
                  <c:v>43831</c:v>
                </c:pt>
                <c:pt idx="262">
                  <c:v>43832</c:v>
                </c:pt>
                <c:pt idx="263">
                  <c:v>43833</c:v>
                </c:pt>
                <c:pt idx="264">
                  <c:v>43836</c:v>
                </c:pt>
                <c:pt idx="265">
                  <c:v>43837</c:v>
                </c:pt>
                <c:pt idx="266">
                  <c:v>43838</c:v>
                </c:pt>
                <c:pt idx="267">
                  <c:v>43839</c:v>
                </c:pt>
                <c:pt idx="268">
                  <c:v>43840</c:v>
                </c:pt>
                <c:pt idx="269">
                  <c:v>43843</c:v>
                </c:pt>
                <c:pt idx="270">
                  <c:v>43844</c:v>
                </c:pt>
                <c:pt idx="271">
                  <c:v>43845</c:v>
                </c:pt>
                <c:pt idx="272">
                  <c:v>43846</c:v>
                </c:pt>
                <c:pt idx="273">
                  <c:v>43847</c:v>
                </c:pt>
                <c:pt idx="274">
                  <c:v>43850</c:v>
                </c:pt>
                <c:pt idx="275">
                  <c:v>43851</c:v>
                </c:pt>
                <c:pt idx="276">
                  <c:v>43852</c:v>
                </c:pt>
                <c:pt idx="277">
                  <c:v>43853</c:v>
                </c:pt>
                <c:pt idx="278">
                  <c:v>43854</c:v>
                </c:pt>
                <c:pt idx="279">
                  <c:v>43857</c:v>
                </c:pt>
                <c:pt idx="280">
                  <c:v>43858</c:v>
                </c:pt>
                <c:pt idx="281">
                  <c:v>43859</c:v>
                </c:pt>
                <c:pt idx="282">
                  <c:v>43860</c:v>
                </c:pt>
                <c:pt idx="283">
                  <c:v>43861</c:v>
                </c:pt>
                <c:pt idx="284">
                  <c:v>43864</c:v>
                </c:pt>
                <c:pt idx="285">
                  <c:v>43865</c:v>
                </c:pt>
                <c:pt idx="286">
                  <c:v>43866</c:v>
                </c:pt>
                <c:pt idx="287">
                  <c:v>43867</c:v>
                </c:pt>
                <c:pt idx="288">
                  <c:v>43868</c:v>
                </c:pt>
                <c:pt idx="289">
                  <c:v>43871</c:v>
                </c:pt>
                <c:pt idx="290">
                  <c:v>43872</c:v>
                </c:pt>
                <c:pt idx="291">
                  <c:v>43873</c:v>
                </c:pt>
                <c:pt idx="292">
                  <c:v>43874</c:v>
                </c:pt>
                <c:pt idx="293">
                  <c:v>43875</c:v>
                </c:pt>
                <c:pt idx="294">
                  <c:v>43878</c:v>
                </c:pt>
                <c:pt idx="295">
                  <c:v>43879</c:v>
                </c:pt>
                <c:pt idx="296">
                  <c:v>43880</c:v>
                </c:pt>
                <c:pt idx="297">
                  <c:v>43881</c:v>
                </c:pt>
                <c:pt idx="298">
                  <c:v>43882</c:v>
                </c:pt>
                <c:pt idx="299">
                  <c:v>43885</c:v>
                </c:pt>
                <c:pt idx="300">
                  <c:v>43886</c:v>
                </c:pt>
                <c:pt idx="301">
                  <c:v>43887</c:v>
                </c:pt>
                <c:pt idx="302">
                  <c:v>43888</c:v>
                </c:pt>
                <c:pt idx="303">
                  <c:v>43889</c:v>
                </c:pt>
                <c:pt idx="304">
                  <c:v>43892</c:v>
                </c:pt>
                <c:pt idx="305">
                  <c:v>43893</c:v>
                </c:pt>
                <c:pt idx="306">
                  <c:v>43894</c:v>
                </c:pt>
                <c:pt idx="307">
                  <c:v>43895</c:v>
                </c:pt>
                <c:pt idx="308">
                  <c:v>43896</c:v>
                </c:pt>
                <c:pt idx="309">
                  <c:v>43899</c:v>
                </c:pt>
                <c:pt idx="310">
                  <c:v>43900</c:v>
                </c:pt>
                <c:pt idx="311">
                  <c:v>43901</c:v>
                </c:pt>
                <c:pt idx="312">
                  <c:v>43902</c:v>
                </c:pt>
                <c:pt idx="313">
                  <c:v>43903</c:v>
                </c:pt>
                <c:pt idx="314">
                  <c:v>43906</c:v>
                </c:pt>
                <c:pt idx="315">
                  <c:v>43907</c:v>
                </c:pt>
                <c:pt idx="316">
                  <c:v>43908</c:v>
                </c:pt>
                <c:pt idx="317">
                  <c:v>43909</c:v>
                </c:pt>
                <c:pt idx="318">
                  <c:v>43910</c:v>
                </c:pt>
                <c:pt idx="319">
                  <c:v>43913</c:v>
                </c:pt>
                <c:pt idx="320">
                  <c:v>43914</c:v>
                </c:pt>
                <c:pt idx="321">
                  <c:v>43915</c:v>
                </c:pt>
                <c:pt idx="322">
                  <c:v>43916</c:v>
                </c:pt>
                <c:pt idx="323">
                  <c:v>43917</c:v>
                </c:pt>
                <c:pt idx="324">
                  <c:v>43920</c:v>
                </c:pt>
                <c:pt idx="325">
                  <c:v>43921</c:v>
                </c:pt>
                <c:pt idx="326">
                  <c:v>43922</c:v>
                </c:pt>
                <c:pt idx="327">
                  <c:v>43923</c:v>
                </c:pt>
                <c:pt idx="328">
                  <c:v>43924</c:v>
                </c:pt>
                <c:pt idx="329">
                  <c:v>43927</c:v>
                </c:pt>
                <c:pt idx="330">
                  <c:v>43928</c:v>
                </c:pt>
                <c:pt idx="331">
                  <c:v>43929</c:v>
                </c:pt>
                <c:pt idx="332">
                  <c:v>43930</c:v>
                </c:pt>
                <c:pt idx="333">
                  <c:v>43931</c:v>
                </c:pt>
                <c:pt idx="334">
                  <c:v>43934</c:v>
                </c:pt>
                <c:pt idx="335">
                  <c:v>43935</c:v>
                </c:pt>
                <c:pt idx="336">
                  <c:v>43936</c:v>
                </c:pt>
                <c:pt idx="337">
                  <c:v>43937</c:v>
                </c:pt>
                <c:pt idx="338">
                  <c:v>43938</c:v>
                </c:pt>
                <c:pt idx="339">
                  <c:v>43941</c:v>
                </c:pt>
                <c:pt idx="340">
                  <c:v>43942</c:v>
                </c:pt>
                <c:pt idx="341">
                  <c:v>43943</c:v>
                </c:pt>
                <c:pt idx="342">
                  <c:v>43944</c:v>
                </c:pt>
                <c:pt idx="343">
                  <c:v>43945</c:v>
                </c:pt>
                <c:pt idx="344">
                  <c:v>43948</c:v>
                </c:pt>
                <c:pt idx="345">
                  <c:v>43949</c:v>
                </c:pt>
                <c:pt idx="346">
                  <c:v>43950</c:v>
                </c:pt>
                <c:pt idx="347">
                  <c:v>43951</c:v>
                </c:pt>
                <c:pt idx="348">
                  <c:v>43952</c:v>
                </c:pt>
                <c:pt idx="349">
                  <c:v>43955</c:v>
                </c:pt>
                <c:pt idx="350">
                  <c:v>43956</c:v>
                </c:pt>
                <c:pt idx="351">
                  <c:v>43957</c:v>
                </c:pt>
                <c:pt idx="352">
                  <c:v>43958</c:v>
                </c:pt>
                <c:pt idx="353">
                  <c:v>43959</c:v>
                </c:pt>
                <c:pt idx="354">
                  <c:v>43962</c:v>
                </c:pt>
                <c:pt idx="355">
                  <c:v>43963</c:v>
                </c:pt>
                <c:pt idx="356">
                  <c:v>43964</c:v>
                </c:pt>
                <c:pt idx="357">
                  <c:v>43965</c:v>
                </c:pt>
                <c:pt idx="358">
                  <c:v>43966</c:v>
                </c:pt>
                <c:pt idx="359">
                  <c:v>43969</c:v>
                </c:pt>
                <c:pt idx="360">
                  <c:v>43970</c:v>
                </c:pt>
                <c:pt idx="361">
                  <c:v>43971</c:v>
                </c:pt>
                <c:pt idx="362">
                  <c:v>43972</c:v>
                </c:pt>
                <c:pt idx="363">
                  <c:v>43973</c:v>
                </c:pt>
                <c:pt idx="364">
                  <c:v>43976</c:v>
                </c:pt>
                <c:pt idx="365">
                  <c:v>43977</c:v>
                </c:pt>
                <c:pt idx="366">
                  <c:v>43978</c:v>
                </c:pt>
                <c:pt idx="367">
                  <c:v>43979</c:v>
                </c:pt>
                <c:pt idx="368">
                  <c:v>43980</c:v>
                </c:pt>
                <c:pt idx="369">
                  <c:v>43983</c:v>
                </c:pt>
                <c:pt idx="370">
                  <c:v>43984</c:v>
                </c:pt>
                <c:pt idx="371">
                  <c:v>43985</c:v>
                </c:pt>
                <c:pt idx="372">
                  <c:v>43986</c:v>
                </c:pt>
                <c:pt idx="373">
                  <c:v>43987</c:v>
                </c:pt>
                <c:pt idx="374">
                  <c:v>43990</c:v>
                </c:pt>
                <c:pt idx="375">
                  <c:v>43991</c:v>
                </c:pt>
                <c:pt idx="376">
                  <c:v>43992</c:v>
                </c:pt>
                <c:pt idx="377">
                  <c:v>43993</c:v>
                </c:pt>
                <c:pt idx="378">
                  <c:v>43994</c:v>
                </c:pt>
                <c:pt idx="379">
                  <c:v>43997</c:v>
                </c:pt>
                <c:pt idx="380">
                  <c:v>43998</c:v>
                </c:pt>
                <c:pt idx="381">
                  <c:v>43999</c:v>
                </c:pt>
                <c:pt idx="382">
                  <c:v>44000</c:v>
                </c:pt>
                <c:pt idx="383">
                  <c:v>44001</c:v>
                </c:pt>
                <c:pt idx="384">
                  <c:v>44004</c:v>
                </c:pt>
                <c:pt idx="385">
                  <c:v>44005</c:v>
                </c:pt>
                <c:pt idx="386">
                  <c:v>44006</c:v>
                </c:pt>
                <c:pt idx="387">
                  <c:v>44007</c:v>
                </c:pt>
                <c:pt idx="388">
                  <c:v>44008</c:v>
                </c:pt>
                <c:pt idx="389">
                  <c:v>44011</c:v>
                </c:pt>
                <c:pt idx="390">
                  <c:v>44012</c:v>
                </c:pt>
                <c:pt idx="391">
                  <c:v>44013</c:v>
                </c:pt>
                <c:pt idx="392">
                  <c:v>44014</c:v>
                </c:pt>
                <c:pt idx="393">
                  <c:v>44015</c:v>
                </c:pt>
                <c:pt idx="394">
                  <c:v>44018</c:v>
                </c:pt>
                <c:pt idx="395">
                  <c:v>44019</c:v>
                </c:pt>
                <c:pt idx="396">
                  <c:v>44020</c:v>
                </c:pt>
                <c:pt idx="397">
                  <c:v>44021</c:v>
                </c:pt>
                <c:pt idx="398">
                  <c:v>44022</c:v>
                </c:pt>
                <c:pt idx="399">
                  <c:v>44025</c:v>
                </c:pt>
                <c:pt idx="400">
                  <c:v>44026</c:v>
                </c:pt>
                <c:pt idx="401">
                  <c:v>44027</c:v>
                </c:pt>
                <c:pt idx="402">
                  <c:v>44028</c:v>
                </c:pt>
                <c:pt idx="403">
                  <c:v>44029</c:v>
                </c:pt>
                <c:pt idx="404">
                  <c:v>44032</c:v>
                </c:pt>
                <c:pt idx="405">
                  <c:v>44033</c:v>
                </c:pt>
                <c:pt idx="406">
                  <c:v>44034</c:v>
                </c:pt>
                <c:pt idx="407">
                  <c:v>44035</c:v>
                </c:pt>
                <c:pt idx="408">
                  <c:v>44036</c:v>
                </c:pt>
                <c:pt idx="409">
                  <c:v>44039</c:v>
                </c:pt>
                <c:pt idx="410">
                  <c:v>44040</c:v>
                </c:pt>
                <c:pt idx="411">
                  <c:v>44041</c:v>
                </c:pt>
                <c:pt idx="412">
                  <c:v>44042</c:v>
                </c:pt>
                <c:pt idx="413">
                  <c:v>44043</c:v>
                </c:pt>
                <c:pt idx="414">
                  <c:v>44046</c:v>
                </c:pt>
                <c:pt idx="415">
                  <c:v>44047</c:v>
                </c:pt>
                <c:pt idx="416">
                  <c:v>44048</c:v>
                </c:pt>
                <c:pt idx="417">
                  <c:v>44049</c:v>
                </c:pt>
                <c:pt idx="418">
                  <c:v>44050</c:v>
                </c:pt>
                <c:pt idx="419">
                  <c:v>44053</c:v>
                </c:pt>
                <c:pt idx="420">
                  <c:v>44054</c:v>
                </c:pt>
                <c:pt idx="421">
                  <c:v>44055</c:v>
                </c:pt>
                <c:pt idx="422">
                  <c:v>44056</c:v>
                </c:pt>
                <c:pt idx="423">
                  <c:v>44057</c:v>
                </c:pt>
                <c:pt idx="424">
                  <c:v>44060</c:v>
                </c:pt>
                <c:pt idx="425">
                  <c:v>44061</c:v>
                </c:pt>
                <c:pt idx="426">
                  <c:v>44062</c:v>
                </c:pt>
                <c:pt idx="427">
                  <c:v>44063</c:v>
                </c:pt>
                <c:pt idx="428">
                  <c:v>44064</c:v>
                </c:pt>
                <c:pt idx="429">
                  <c:v>44067</c:v>
                </c:pt>
                <c:pt idx="430">
                  <c:v>44068</c:v>
                </c:pt>
                <c:pt idx="431">
                  <c:v>44069</c:v>
                </c:pt>
                <c:pt idx="432">
                  <c:v>44070</c:v>
                </c:pt>
                <c:pt idx="433">
                  <c:v>44071</c:v>
                </c:pt>
                <c:pt idx="434">
                  <c:v>44074</c:v>
                </c:pt>
                <c:pt idx="435">
                  <c:v>44075</c:v>
                </c:pt>
                <c:pt idx="436">
                  <c:v>44076</c:v>
                </c:pt>
                <c:pt idx="437">
                  <c:v>44077</c:v>
                </c:pt>
                <c:pt idx="438">
                  <c:v>44078</c:v>
                </c:pt>
                <c:pt idx="439">
                  <c:v>44081</c:v>
                </c:pt>
                <c:pt idx="440">
                  <c:v>44082</c:v>
                </c:pt>
                <c:pt idx="441">
                  <c:v>44083</c:v>
                </c:pt>
                <c:pt idx="442">
                  <c:v>44084</c:v>
                </c:pt>
                <c:pt idx="443">
                  <c:v>44085</c:v>
                </c:pt>
                <c:pt idx="444">
                  <c:v>44088</c:v>
                </c:pt>
                <c:pt idx="445">
                  <c:v>44089</c:v>
                </c:pt>
                <c:pt idx="446">
                  <c:v>44090</c:v>
                </c:pt>
                <c:pt idx="447">
                  <c:v>44091</c:v>
                </c:pt>
                <c:pt idx="448">
                  <c:v>44092</c:v>
                </c:pt>
                <c:pt idx="449">
                  <c:v>44095</c:v>
                </c:pt>
                <c:pt idx="450">
                  <c:v>44096</c:v>
                </c:pt>
                <c:pt idx="451">
                  <c:v>44097</c:v>
                </c:pt>
                <c:pt idx="452">
                  <c:v>44098</c:v>
                </c:pt>
                <c:pt idx="453">
                  <c:v>44099</c:v>
                </c:pt>
                <c:pt idx="454">
                  <c:v>44102</c:v>
                </c:pt>
                <c:pt idx="455">
                  <c:v>44103</c:v>
                </c:pt>
                <c:pt idx="456">
                  <c:v>44104</c:v>
                </c:pt>
                <c:pt idx="457">
                  <c:v>44105</c:v>
                </c:pt>
                <c:pt idx="458">
                  <c:v>44106</c:v>
                </c:pt>
                <c:pt idx="459">
                  <c:v>44109</c:v>
                </c:pt>
                <c:pt idx="460">
                  <c:v>44110</c:v>
                </c:pt>
                <c:pt idx="461">
                  <c:v>44111</c:v>
                </c:pt>
                <c:pt idx="462">
                  <c:v>44112</c:v>
                </c:pt>
                <c:pt idx="463">
                  <c:v>44113</c:v>
                </c:pt>
                <c:pt idx="464">
                  <c:v>44116</c:v>
                </c:pt>
                <c:pt idx="465">
                  <c:v>44117</c:v>
                </c:pt>
                <c:pt idx="466">
                  <c:v>44118</c:v>
                </c:pt>
                <c:pt idx="467">
                  <c:v>44119</c:v>
                </c:pt>
                <c:pt idx="468">
                  <c:v>44120</c:v>
                </c:pt>
                <c:pt idx="469">
                  <c:v>44123</c:v>
                </c:pt>
                <c:pt idx="470">
                  <c:v>44124</c:v>
                </c:pt>
                <c:pt idx="471">
                  <c:v>44125</c:v>
                </c:pt>
                <c:pt idx="472">
                  <c:v>44126</c:v>
                </c:pt>
                <c:pt idx="473">
                  <c:v>44127</c:v>
                </c:pt>
                <c:pt idx="474">
                  <c:v>44130</c:v>
                </c:pt>
                <c:pt idx="475">
                  <c:v>44131</c:v>
                </c:pt>
                <c:pt idx="476">
                  <c:v>44132</c:v>
                </c:pt>
                <c:pt idx="477">
                  <c:v>44133</c:v>
                </c:pt>
                <c:pt idx="478">
                  <c:v>44134</c:v>
                </c:pt>
                <c:pt idx="479">
                  <c:v>44137</c:v>
                </c:pt>
                <c:pt idx="480">
                  <c:v>44138</c:v>
                </c:pt>
                <c:pt idx="481">
                  <c:v>44139</c:v>
                </c:pt>
                <c:pt idx="482">
                  <c:v>44140</c:v>
                </c:pt>
                <c:pt idx="483">
                  <c:v>44141</c:v>
                </c:pt>
                <c:pt idx="484">
                  <c:v>44144</c:v>
                </c:pt>
                <c:pt idx="485">
                  <c:v>44145</c:v>
                </c:pt>
                <c:pt idx="486">
                  <c:v>44146</c:v>
                </c:pt>
                <c:pt idx="487">
                  <c:v>44147</c:v>
                </c:pt>
                <c:pt idx="488">
                  <c:v>44148</c:v>
                </c:pt>
                <c:pt idx="489">
                  <c:v>44151</c:v>
                </c:pt>
                <c:pt idx="490">
                  <c:v>44152</c:v>
                </c:pt>
                <c:pt idx="491">
                  <c:v>44153</c:v>
                </c:pt>
                <c:pt idx="492">
                  <c:v>44154</c:v>
                </c:pt>
                <c:pt idx="493">
                  <c:v>44155</c:v>
                </c:pt>
                <c:pt idx="494">
                  <c:v>44158</c:v>
                </c:pt>
                <c:pt idx="495">
                  <c:v>44159</c:v>
                </c:pt>
                <c:pt idx="496">
                  <c:v>44160</c:v>
                </c:pt>
                <c:pt idx="497">
                  <c:v>44161</c:v>
                </c:pt>
                <c:pt idx="498">
                  <c:v>44162</c:v>
                </c:pt>
                <c:pt idx="499">
                  <c:v>44165</c:v>
                </c:pt>
                <c:pt idx="500">
                  <c:v>44166</c:v>
                </c:pt>
                <c:pt idx="501">
                  <c:v>44167</c:v>
                </c:pt>
                <c:pt idx="502">
                  <c:v>44168</c:v>
                </c:pt>
                <c:pt idx="503">
                  <c:v>44169</c:v>
                </c:pt>
                <c:pt idx="504">
                  <c:v>44172</c:v>
                </c:pt>
                <c:pt idx="505">
                  <c:v>44173</c:v>
                </c:pt>
                <c:pt idx="506">
                  <c:v>44174</c:v>
                </c:pt>
                <c:pt idx="507">
                  <c:v>44175</c:v>
                </c:pt>
                <c:pt idx="508">
                  <c:v>44176</c:v>
                </c:pt>
                <c:pt idx="509">
                  <c:v>44179</c:v>
                </c:pt>
                <c:pt idx="510">
                  <c:v>44180</c:v>
                </c:pt>
                <c:pt idx="511">
                  <c:v>44181</c:v>
                </c:pt>
                <c:pt idx="512">
                  <c:v>44182</c:v>
                </c:pt>
                <c:pt idx="513">
                  <c:v>44183</c:v>
                </c:pt>
                <c:pt idx="514">
                  <c:v>44186</c:v>
                </c:pt>
                <c:pt idx="515">
                  <c:v>44187</c:v>
                </c:pt>
                <c:pt idx="516">
                  <c:v>44188</c:v>
                </c:pt>
                <c:pt idx="517">
                  <c:v>44189</c:v>
                </c:pt>
                <c:pt idx="518">
                  <c:v>44190</c:v>
                </c:pt>
                <c:pt idx="519">
                  <c:v>44193</c:v>
                </c:pt>
                <c:pt idx="520">
                  <c:v>44194</c:v>
                </c:pt>
                <c:pt idx="521">
                  <c:v>44195</c:v>
                </c:pt>
                <c:pt idx="522">
                  <c:v>44196</c:v>
                </c:pt>
                <c:pt idx="523">
                  <c:v>44197</c:v>
                </c:pt>
                <c:pt idx="524">
                  <c:v>44200</c:v>
                </c:pt>
                <c:pt idx="525">
                  <c:v>44201</c:v>
                </c:pt>
                <c:pt idx="526">
                  <c:v>44202</c:v>
                </c:pt>
                <c:pt idx="527">
                  <c:v>44203</c:v>
                </c:pt>
                <c:pt idx="528">
                  <c:v>44204</c:v>
                </c:pt>
                <c:pt idx="529">
                  <c:v>44207</c:v>
                </c:pt>
                <c:pt idx="530">
                  <c:v>44208</c:v>
                </c:pt>
                <c:pt idx="531">
                  <c:v>44209</c:v>
                </c:pt>
                <c:pt idx="532">
                  <c:v>44210</c:v>
                </c:pt>
                <c:pt idx="533">
                  <c:v>44211</c:v>
                </c:pt>
                <c:pt idx="534">
                  <c:v>44214</c:v>
                </c:pt>
                <c:pt idx="535">
                  <c:v>44215</c:v>
                </c:pt>
                <c:pt idx="536">
                  <c:v>44216</c:v>
                </c:pt>
                <c:pt idx="537">
                  <c:v>44217</c:v>
                </c:pt>
                <c:pt idx="538">
                  <c:v>44218</c:v>
                </c:pt>
                <c:pt idx="539">
                  <c:v>44221</c:v>
                </c:pt>
                <c:pt idx="540">
                  <c:v>44222</c:v>
                </c:pt>
                <c:pt idx="541">
                  <c:v>44223</c:v>
                </c:pt>
                <c:pt idx="542">
                  <c:v>44224</c:v>
                </c:pt>
                <c:pt idx="543">
                  <c:v>44225</c:v>
                </c:pt>
                <c:pt idx="544">
                  <c:v>44228</c:v>
                </c:pt>
                <c:pt idx="545">
                  <c:v>44229</c:v>
                </c:pt>
                <c:pt idx="546">
                  <c:v>44230</c:v>
                </c:pt>
                <c:pt idx="547">
                  <c:v>44231</c:v>
                </c:pt>
                <c:pt idx="548">
                  <c:v>44232</c:v>
                </c:pt>
                <c:pt idx="549">
                  <c:v>44235</c:v>
                </c:pt>
                <c:pt idx="550">
                  <c:v>44236</c:v>
                </c:pt>
                <c:pt idx="551">
                  <c:v>44237</c:v>
                </c:pt>
                <c:pt idx="552">
                  <c:v>44238</c:v>
                </c:pt>
                <c:pt idx="553">
                  <c:v>44239</c:v>
                </c:pt>
                <c:pt idx="554">
                  <c:v>44242</c:v>
                </c:pt>
                <c:pt idx="555">
                  <c:v>44243</c:v>
                </c:pt>
                <c:pt idx="556">
                  <c:v>44244</c:v>
                </c:pt>
                <c:pt idx="557">
                  <c:v>44245</c:v>
                </c:pt>
                <c:pt idx="558">
                  <c:v>44246</c:v>
                </c:pt>
                <c:pt idx="559">
                  <c:v>44249</c:v>
                </c:pt>
                <c:pt idx="560">
                  <c:v>44250</c:v>
                </c:pt>
                <c:pt idx="561">
                  <c:v>44251</c:v>
                </c:pt>
                <c:pt idx="562">
                  <c:v>44252</c:v>
                </c:pt>
                <c:pt idx="563">
                  <c:v>44253</c:v>
                </c:pt>
                <c:pt idx="564">
                  <c:v>44256</c:v>
                </c:pt>
                <c:pt idx="565">
                  <c:v>44257</c:v>
                </c:pt>
                <c:pt idx="566">
                  <c:v>44258</c:v>
                </c:pt>
                <c:pt idx="567">
                  <c:v>44259</c:v>
                </c:pt>
                <c:pt idx="568">
                  <c:v>44260</c:v>
                </c:pt>
                <c:pt idx="569">
                  <c:v>44263</c:v>
                </c:pt>
                <c:pt idx="570">
                  <c:v>44264</c:v>
                </c:pt>
                <c:pt idx="571">
                  <c:v>44265</c:v>
                </c:pt>
                <c:pt idx="572">
                  <c:v>44266</c:v>
                </c:pt>
                <c:pt idx="573">
                  <c:v>44267</c:v>
                </c:pt>
                <c:pt idx="574">
                  <c:v>44270</c:v>
                </c:pt>
                <c:pt idx="575">
                  <c:v>44271</c:v>
                </c:pt>
                <c:pt idx="576">
                  <c:v>44272</c:v>
                </c:pt>
                <c:pt idx="577">
                  <c:v>44273</c:v>
                </c:pt>
                <c:pt idx="578">
                  <c:v>44274</c:v>
                </c:pt>
                <c:pt idx="579">
                  <c:v>44277</c:v>
                </c:pt>
                <c:pt idx="580">
                  <c:v>44278</c:v>
                </c:pt>
                <c:pt idx="581">
                  <c:v>44279</c:v>
                </c:pt>
                <c:pt idx="582">
                  <c:v>44280</c:v>
                </c:pt>
                <c:pt idx="583">
                  <c:v>44281</c:v>
                </c:pt>
                <c:pt idx="584">
                  <c:v>44284</c:v>
                </c:pt>
                <c:pt idx="585">
                  <c:v>44285</c:v>
                </c:pt>
                <c:pt idx="586">
                  <c:v>44286</c:v>
                </c:pt>
                <c:pt idx="587">
                  <c:v>44287</c:v>
                </c:pt>
                <c:pt idx="588">
                  <c:v>44288</c:v>
                </c:pt>
                <c:pt idx="589">
                  <c:v>44291</c:v>
                </c:pt>
                <c:pt idx="590">
                  <c:v>44292</c:v>
                </c:pt>
                <c:pt idx="591">
                  <c:v>44293</c:v>
                </c:pt>
                <c:pt idx="592">
                  <c:v>44294</c:v>
                </c:pt>
                <c:pt idx="593">
                  <c:v>44295</c:v>
                </c:pt>
                <c:pt idx="594">
                  <c:v>44298</c:v>
                </c:pt>
                <c:pt idx="595">
                  <c:v>44299</c:v>
                </c:pt>
                <c:pt idx="596">
                  <c:v>44300</c:v>
                </c:pt>
                <c:pt idx="597">
                  <c:v>44301</c:v>
                </c:pt>
                <c:pt idx="598">
                  <c:v>44302</c:v>
                </c:pt>
                <c:pt idx="599">
                  <c:v>44305</c:v>
                </c:pt>
                <c:pt idx="600">
                  <c:v>44306</c:v>
                </c:pt>
                <c:pt idx="601">
                  <c:v>44307</c:v>
                </c:pt>
                <c:pt idx="602">
                  <c:v>44308</c:v>
                </c:pt>
                <c:pt idx="603">
                  <c:v>44309</c:v>
                </c:pt>
                <c:pt idx="604">
                  <c:v>44312</c:v>
                </c:pt>
                <c:pt idx="605">
                  <c:v>44313</c:v>
                </c:pt>
                <c:pt idx="606">
                  <c:v>44314</c:v>
                </c:pt>
                <c:pt idx="607">
                  <c:v>44315</c:v>
                </c:pt>
                <c:pt idx="608">
                  <c:v>44316</c:v>
                </c:pt>
                <c:pt idx="609">
                  <c:v>44319</c:v>
                </c:pt>
                <c:pt idx="610">
                  <c:v>44320</c:v>
                </c:pt>
                <c:pt idx="611">
                  <c:v>44321</c:v>
                </c:pt>
                <c:pt idx="612">
                  <c:v>44322</c:v>
                </c:pt>
                <c:pt idx="613">
                  <c:v>44323</c:v>
                </c:pt>
                <c:pt idx="614">
                  <c:v>44326</c:v>
                </c:pt>
                <c:pt idx="615">
                  <c:v>44327</c:v>
                </c:pt>
                <c:pt idx="616">
                  <c:v>44328</c:v>
                </c:pt>
                <c:pt idx="617">
                  <c:v>44329</c:v>
                </c:pt>
                <c:pt idx="618">
                  <c:v>44330</c:v>
                </c:pt>
                <c:pt idx="619">
                  <c:v>44333</c:v>
                </c:pt>
                <c:pt idx="620">
                  <c:v>44334</c:v>
                </c:pt>
                <c:pt idx="621">
                  <c:v>44335</c:v>
                </c:pt>
                <c:pt idx="622">
                  <c:v>44336</c:v>
                </c:pt>
                <c:pt idx="623">
                  <c:v>44337</c:v>
                </c:pt>
                <c:pt idx="624">
                  <c:v>44340</c:v>
                </c:pt>
                <c:pt idx="625">
                  <c:v>44341</c:v>
                </c:pt>
                <c:pt idx="626">
                  <c:v>44342</c:v>
                </c:pt>
                <c:pt idx="627">
                  <c:v>44343</c:v>
                </c:pt>
                <c:pt idx="628">
                  <c:v>44344</c:v>
                </c:pt>
                <c:pt idx="629">
                  <c:v>44347</c:v>
                </c:pt>
                <c:pt idx="630">
                  <c:v>44348</c:v>
                </c:pt>
                <c:pt idx="631">
                  <c:v>44349</c:v>
                </c:pt>
                <c:pt idx="632">
                  <c:v>44350</c:v>
                </c:pt>
                <c:pt idx="633">
                  <c:v>44351</c:v>
                </c:pt>
                <c:pt idx="634">
                  <c:v>44354</c:v>
                </c:pt>
                <c:pt idx="635">
                  <c:v>44355</c:v>
                </c:pt>
                <c:pt idx="636">
                  <c:v>44356</c:v>
                </c:pt>
                <c:pt idx="637">
                  <c:v>44357</c:v>
                </c:pt>
                <c:pt idx="638">
                  <c:v>44358</c:v>
                </c:pt>
                <c:pt idx="639">
                  <c:v>44361</c:v>
                </c:pt>
                <c:pt idx="640">
                  <c:v>44362</c:v>
                </c:pt>
                <c:pt idx="641">
                  <c:v>44363</c:v>
                </c:pt>
                <c:pt idx="642">
                  <c:v>44364</c:v>
                </c:pt>
                <c:pt idx="643">
                  <c:v>44365</c:v>
                </c:pt>
                <c:pt idx="644">
                  <c:v>44368</c:v>
                </c:pt>
                <c:pt idx="645">
                  <c:v>44369</c:v>
                </c:pt>
                <c:pt idx="646">
                  <c:v>44370</c:v>
                </c:pt>
                <c:pt idx="647">
                  <c:v>44371</c:v>
                </c:pt>
                <c:pt idx="648">
                  <c:v>44372</c:v>
                </c:pt>
                <c:pt idx="649">
                  <c:v>44375</c:v>
                </c:pt>
                <c:pt idx="650">
                  <c:v>44376</c:v>
                </c:pt>
                <c:pt idx="651">
                  <c:v>44377</c:v>
                </c:pt>
                <c:pt idx="652">
                  <c:v>44378</c:v>
                </c:pt>
                <c:pt idx="653">
                  <c:v>44379</c:v>
                </c:pt>
                <c:pt idx="654">
                  <c:v>44382</c:v>
                </c:pt>
                <c:pt idx="655">
                  <c:v>44383</c:v>
                </c:pt>
                <c:pt idx="656">
                  <c:v>44384</c:v>
                </c:pt>
                <c:pt idx="657">
                  <c:v>44385</c:v>
                </c:pt>
                <c:pt idx="658">
                  <c:v>44386</c:v>
                </c:pt>
                <c:pt idx="659">
                  <c:v>44389</c:v>
                </c:pt>
                <c:pt idx="660">
                  <c:v>44390</c:v>
                </c:pt>
                <c:pt idx="661">
                  <c:v>44391</c:v>
                </c:pt>
                <c:pt idx="662">
                  <c:v>44392</c:v>
                </c:pt>
                <c:pt idx="663">
                  <c:v>44393</c:v>
                </c:pt>
                <c:pt idx="664">
                  <c:v>44396</c:v>
                </c:pt>
                <c:pt idx="665">
                  <c:v>44397</c:v>
                </c:pt>
                <c:pt idx="666">
                  <c:v>44398</c:v>
                </c:pt>
                <c:pt idx="667">
                  <c:v>44399</c:v>
                </c:pt>
                <c:pt idx="668">
                  <c:v>44400</c:v>
                </c:pt>
                <c:pt idx="669">
                  <c:v>44403</c:v>
                </c:pt>
                <c:pt idx="670">
                  <c:v>44404</c:v>
                </c:pt>
                <c:pt idx="671">
                  <c:v>44405</c:v>
                </c:pt>
                <c:pt idx="672">
                  <c:v>44406</c:v>
                </c:pt>
                <c:pt idx="673">
                  <c:v>44407</c:v>
                </c:pt>
                <c:pt idx="674">
                  <c:v>44410</c:v>
                </c:pt>
                <c:pt idx="675">
                  <c:v>44411</c:v>
                </c:pt>
                <c:pt idx="676">
                  <c:v>44412</c:v>
                </c:pt>
                <c:pt idx="677">
                  <c:v>44413</c:v>
                </c:pt>
                <c:pt idx="678">
                  <c:v>44414</c:v>
                </c:pt>
                <c:pt idx="679">
                  <c:v>44417</c:v>
                </c:pt>
                <c:pt idx="680">
                  <c:v>44418</c:v>
                </c:pt>
                <c:pt idx="681">
                  <c:v>44419</c:v>
                </c:pt>
                <c:pt idx="682">
                  <c:v>44420</c:v>
                </c:pt>
                <c:pt idx="683">
                  <c:v>44421</c:v>
                </c:pt>
                <c:pt idx="684">
                  <c:v>44424</c:v>
                </c:pt>
                <c:pt idx="685">
                  <c:v>44425</c:v>
                </c:pt>
                <c:pt idx="686">
                  <c:v>44426</c:v>
                </c:pt>
                <c:pt idx="687">
                  <c:v>44427</c:v>
                </c:pt>
                <c:pt idx="688">
                  <c:v>44428</c:v>
                </c:pt>
                <c:pt idx="689">
                  <c:v>44431</c:v>
                </c:pt>
                <c:pt idx="690">
                  <c:v>44432</c:v>
                </c:pt>
                <c:pt idx="691">
                  <c:v>44433</c:v>
                </c:pt>
                <c:pt idx="692">
                  <c:v>44434</c:v>
                </c:pt>
                <c:pt idx="693">
                  <c:v>44435</c:v>
                </c:pt>
                <c:pt idx="694">
                  <c:v>44438</c:v>
                </c:pt>
                <c:pt idx="695">
                  <c:v>44439</c:v>
                </c:pt>
                <c:pt idx="696">
                  <c:v>44440</c:v>
                </c:pt>
                <c:pt idx="697">
                  <c:v>44441</c:v>
                </c:pt>
                <c:pt idx="698">
                  <c:v>44442</c:v>
                </c:pt>
                <c:pt idx="699">
                  <c:v>44445</c:v>
                </c:pt>
                <c:pt idx="700">
                  <c:v>44446</c:v>
                </c:pt>
                <c:pt idx="701">
                  <c:v>44447</c:v>
                </c:pt>
                <c:pt idx="702">
                  <c:v>44448</c:v>
                </c:pt>
                <c:pt idx="703">
                  <c:v>44449</c:v>
                </c:pt>
                <c:pt idx="704">
                  <c:v>44452</c:v>
                </c:pt>
                <c:pt idx="705">
                  <c:v>44453</c:v>
                </c:pt>
                <c:pt idx="706">
                  <c:v>44454</c:v>
                </c:pt>
                <c:pt idx="707">
                  <c:v>44455</c:v>
                </c:pt>
                <c:pt idx="708">
                  <c:v>44456</c:v>
                </c:pt>
                <c:pt idx="709">
                  <c:v>44459</c:v>
                </c:pt>
                <c:pt idx="710">
                  <c:v>44460</c:v>
                </c:pt>
                <c:pt idx="711">
                  <c:v>44461</c:v>
                </c:pt>
                <c:pt idx="712">
                  <c:v>44462</c:v>
                </c:pt>
                <c:pt idx="713">
                  <c:v>44463</c:v>
                </c:pt>
                <c:pt idx="714">
                  <c:v>44466</c:v>
                </c:pt>
                <c:pt idx="715">
                  <c:v>44467</c:v>
                </c:pt>
                <c:pt idx="716">
                  <c:v>44468</c:v>
                </c:pt>
                <c:pt idx="717">
                  <c:v>44469</c:v>
                </c:pt>
                <c:pt idx="718">
                  <c:v>44470</c:v>
                </c:pt>
                <c:pt idx="719">
                  <c:v>44473</c:v>
                </c:pt>
                <c:pt idx="720">
                  <c:v>44474</c:v>
                </c:pt>
                <c:pt idx="721">
                  <c:v>44475</c:v>
                </c:pt>
                <c:pt idx="722">
                  <c:v>44476</c:v>
                </c:pt>
                <c:pt idx="723">
                  <c:v>44477</c:v>
                </c:pt>
                <c:pt idx="724">
                  <c:v>44480</c:v>
                </c:pt>
                <c:pt idx="725">
                  <c:v>44481</c:v>
                </c:pt>
                <c:pt idx="726">
                  <c:v>44482</c:v>
                </c:pt>
                <c:pt idx="727">
                  <c:v>44483</c:v>
                </c:pt>
                <c:pt idx="728">
                  <c:v>44484</c:v>
                </c:pt>
                <c:pt idx="729">
                  <c:v>44487</c:v>
                </c:pt>
                <c:pt idx="730">
                  <c:v>44488</c:v>
                </c:pt>
                <c:pt idx="731">
                  <c:v>44489</c:v>
                </c:pt>
                <c:pt idx="732">
                  <c:v>44490</c:v>
                </c:pt>
                <c:pt idx="733">
                  <c:v>44491</c:v>
                </c:pt>
                <c:pt idx="734">
                  <c:v>44494</c:v>
                </c:pt>
                <c:pt idx="735">
                  <c:v>44495</c:v>
                </c:pt>
                <c:pt idx="736">
                  <c:v>44496</c:v>
                </c:pt>
                <c:pt idx="737">
                  <c:v>44497</c:v>
                </c:pt>
                <c:pt idx="738">
                  <c:v>44498</c:v>
                </c:pt>
                <c:pt idx="739">
                  <c:v>44501</c:v>
                </c:pt>
                <c:pt idx="740">
                  <c:v>44502</c:v>
                </c:pt>
                <c:pt idx="741">
                  <c:v>44503</c:v>
                </c:pt>
                <c:pt idx="742">
                  <c:v>44504</c:v>
                </c:pt>
                <c:pt idx="743">
                  <c:v>44505</c:v>
                </c:pt>
                <c:pt idx="744">
                  <c:v>44508</c:v>
                </c:pt>
                <c:pt idx="745">
                  <c:v>44509</c:v>
                </c:pt>
                <c:pt idx="746">
                  <c:v>44510</c:v>
                </c:pt>
                <c:pt idx="747">
                  <c:v>44511</c:v>
                </c:pt>
                <c:pt idx="748">
                  <c:v>44512</c:v>
                </c:pt>
                <c:pt idx="749">
                  <c:v>44515</c:v>
                </c:pt>
                <c:pt idx="750">
                  <c:v>44516</c:v>
                </c:pt>
                <c:pt idx="751">
                  <c:v>44517</c:v>
                </c:pt>
                <c:pt idx="752">
                  <c:v>44518</c:v>
                </c:pt>
                <c:pt idx="753">
                  <c:v>44519</c:v>
                </c:pt>
                <c:pt idx="754">
                  <c:v>44522</c:v>
                </c:pt>
                <c:pt idx="755">
                  <c:v>44523</c:v>
                </c:pt>
                <c:pt idx="756">
                  <c:v>44524</c:v>
                </c:pt>
                <c:pt idx="757">
                  <c:v>44525</c:v>
                </c:pt>
                <c:pt idx="758">
                  <c:v>44526</c:v>
                </c:pt>
                <c:pt idx="759">
                  <c:v>44529</c:v>
                </c:pt>
                <c:pt idx="760">
                  <c:v>44530</c:v>
                </c:pt>
                <c:pt idx="761">
                  <c:v>44531</c:v>
                </c:pt>
                <c:pt idx="762">
                  <c:v>44532</c:v>
                </c:pt>
                <c:pt idx="763">
                  <c:v>44533</c:v>
                </c:pt>
                <c:pt idx="764">
                  <c:v>44536</c:v>
                </c:pt>
                <c:pt idx="765">
                  <c:v>44537</c:v>
                </c:pt>
                <c:pt idx="766">
                  <c:v>44538</c:v>
                </c:pt>
                <c:pt idx="767">
                  <c:v>44539</c:v>
                </c:pt>
                <c:pt idx="768">
                  <c:v>44540</c:v>
                </c:pt>
                <c:pt idx="769">
                  <c:v>44543</c:v>
                </c:pt>
                <c:pt idx="770">
                  <c:v>44544</c:v>
                </c:pt>
                <c:pt idx="771">
                  <c:v>44545</c:v>
                </c:pt>
                <c:pt idx="772">
                  <c:v>44546</c:v>
                </c:pt>
                <c:pt idx="773">
                  <c:v>44547</c:v>
                </c:pt>
                <c:pt idx="774">
                  <c:v>44550</c:v>
                </c:pt>
                <c:pt idx="775">
                  <c:v>44551</c:v>
                </c:pt>
                <c:pt idx="776">
                  <c:v>44552</c:v>
                </c:pt>
                <c:pt idx="777">
                  <c:v>44553</c:v>
                </c:pt>
                <c:pt idx="778">
                  <c:v>44554</c:v>
                </c:pt>
                <c:pt idx="779">
                  <c:v>44557</c:v>
                </c:pt>
                <c:pt idx="780">
                  <c:v>44558</c:v>
                </c:pt>
                <c:pt idx="781">
                  <c:v>44559</c:v>
                </c:pt>
                <c:pt idx="782">
                  <c:v>44560</c:v>
                </c:pt>
                <c:pt idx="783">
                  <c:v>44561</c:v>
                </c:pt>
                <c:pt idx="784">
                  <c:v>44564</c:v>
                </c:pt>
                <c:pt idx="785">
                  <c:v>44565</c:v>
                </c:pt>
                <c:pt idx="786">
                  <c:v>44566</c:v>
                </c:pt>
                <c:pt idx="787">
                  <c:v>44567</c:v>
                </c:pt>
                <c:pt idx="788">
                  <c:v>44568</c:v>
                </c:pt>
                <c:pt idx="789">
                  <c:v>44571</c:v>
                </c:pt>
                <c:pt idx="790">
                  <c:v>44572</c:v>
                </c:pt>
                <c:pt idx="791">
                  <c:v>44573</c:v>
                </c:pt>
                <c:pt idx="792">
                  <c:v>44574</c:v>
                </c:pt>
                <c:pt idx="793">
                  <c:v>44575</c:v>
                </c:pt>
                <c:pt idx="794">
                  <c:v>44578</c:v>
                </c:pt>
                <c:pt idx="795">
                  <c:v>44579</c:v>
                </c:pt>
                <c:pt idx="796">
                  <c:v>44580</c:v>
                </c:pt>
                <c:pt idx="797">
                  <c:v>44581</c:v>
                </c:pt>
                <c:pt idx="798">
                  <c:v>44582</c:v>
                </c:pt>
                <c:pt idx="799">
                  <c:v>44585</c:v>
                </c:pt>
                <c:pt idx="800">
                  <c:v>44586</c:v>
                </c:pt>
                <c:pt idx="801">
                  <c:v>44587</c:v>
                </c:pt>
                <c:pt idx="802">
                  <c:v>44588</c:v>
                </c:pt>
                <c:pt idx="803">
                  <c:v>44589</c:v>
                </c:pt>
                <c:pt idx="804">
                  <c:v>44592</c:v>
                </c:pt>
                <c:pt idx="805">
                  <c:v>44593</c:v>
                </c:pt>
                <c:pt idx="806">
                  <c:v>44594</c:v>
                </c:pt>
                <c:pt idx="807">
                  <c:v>44595</c:v>
                </c:pt>
                <c:pt idx="808">
                  <c:v>44596</c:v>
                </c:pt>
                <c:pt idx="809">
                  <c:v>44599</c:v>
                </c:pt>
                <c:pt idx="810">
                  <c:v>44600</c:v>
                </c:pt>
                <c:pt idx="811">
                  <c:v>44601</c:v>
                </c:pt>
                <c:pt idx="812">
                  <c:v>44602</c:v>
                </c:pt>
                <c:pt idx="813">
                  <c:v>44603</c:v>
                </c:pt>
                <c:pt idx="814">
                  <c:v>44606</c:v>
                </c:pt>
                <c:pt idx="815">
                  <c:v>44607</c:v>
                </c:pt>
                <c:pt idx="816">
                  <c:v>44608</c:v>
                </c:pt>
                <c:pt idx="817">
                  <c:v>44609</c:v>
                </c:pt>
                <c:pt idx="818">
                  <c:v>44610</c:v>
                </c:pt>
                <c:pt idx="819">
                  <c:v>44613</c:v>
                </c:pt>
                <c:pt idx="820">
                  <c:v>44614</c:v>
                </c:pt>
                <c:pt idx="821">
                  <c:v>44615</c:v>
                </c:pt>
                <c:pt idx="822">
                  <c:v>44616</c:v>
                </c:pt>
                <c:pt idx="823">
                  <c:v>44617</c:v>
                </c:pt>
                <c:pt idx="824">
                  <c:v>44620</c:v>
                </c:pt>
                <c:pt idx="825">
                  <c:v>44621</c:v>
                </c:pt>
                <c:pt idx="826">
                  <c:v>44622</c:v>
                </c:pt>
                <c:pt idx="827">
                  <c:v>44623</c:v>
                </c:pt>
                <c:pt idx="828">
                  <c:v>44624</c:v>
                </c:pt>
                <c:pt idx="829">
                  <c:v>44627</c:v>
                </c:pt>
                <c:pt idx="830">
                  <c:v>44628</c:v>
                </c:pt>
                <c:pt idx="831">
                  <c:v>44629</c:v>
                </c:pt>
                <c:pt idx="832">
                  <c:v>44630</c:v>
                </c:pt>
                <c:pt idx="833">
                  <c:v>44631</c:v>
                </c:pt>
                <c:pt idx="834">
                  <c:v>44634</c:v>
                </c:pt>
                <c:pt idx="835">
                  <c:v>44635</c:v>
                </c:pt>
                <c:pt idx="836">
                  <c:v>44636</c:v>
                </c:pt>
                <c:pt idx="837">
                  <c:v>44637</c:v>
                </c:pt>
                <c:pt idx="838">
                  <c:v>44638</c:v>
                </c:pt>
                <c:pt idx="839">
                  <c:v>44641</c:v>
                </c:pt>
                <c:pt idx="840">
                  <c:v>44642</c:v>
                </c:pt>
                <c:pt idx="841">
                  <c:v>44643</c:v>
                </c:pt>
                <c:pt idx="842">
                  <c:v>44644</c:v>
                </c:pt>
                <c:pt idx="843">
                  <c:v>44645</c:v>
                </c:pt>
                <c:pt idx="844">
                  <c:v>44648</c:v>
                </c:pt>
                <c:pt idx="845">
                  <c:v>44649</c:v>
                </c:pt>
                <c:pt idx="846">
                  <c:v>44650</c:v>
                </c:pt>
                <c:pt idx="847">
                  <c:v>44651</c:v>
                </c:pt>
                <c:pt idx="848">
                  <c:v>44652</c:v>
                </c:pt>
                <c:pt idx="849">
                  <c:v>44655</c:v>
                </c:pt>
                <c:pt idx="850">
                  <c:v>44656</c:v>
                </c:pt>
                <c:pt idx="851">
                  <c:v>44657</c:v>
                </c:pt>
                <c:pt idx="852">
                  <c:v>44658</c:v>
                </c:pt>
                <c:pt idx="853">
                  <c:v>44659</c:v>
                </c:pt>
                <c:pt idx="854">
                  <c:v>44662</c:v>
                </c:pt>
                <c:pt idx="855">
                  <c:v>44663</c:v>
                </c:pt>
                <c:pt idx="856">
                  <c:v>44664</c:v>
                </c:pt>
                <c:pt idx="857">
                  <c:v>44665</c:v>
                </c:pt>
                <c:pt idx="858">
                  <c:v>44666</c:v>
                </c:pt>
                <c:pt idx="859">
                  <c:v>44669</c:v>
                </c:pt>
                <c:pt idx="860">
                  <c:v>44670</c:v>
                </c:pt>
                <c:pt idx="861">
                  <c:v>44671</c:v>
                </c:pt>
                <c:pt idx="862">
                  <c:v>44672</c:v>
                </c:pt>
                <c:pt idx="863">
                  <c:v>44673</c:v>
                </c:pt>
                <c:pt idx="864">
                  <c:v>44676</c:v>
                </c:pt>
                <c:pt idx="865">
                  <c:v>44677</c:v>
                </c:pt>
                <c:pt idx="866">
                  <c:v>44678</c:v>
                </c:pt>
                <c:pt idx="867">
                  <c:v>44679</c:v>
                </c:pt>
                <c:pt idx="868">
                  <c:v>44680</c:v>
                </c:pt>
                <c:pt idx="869">
                  <c:v>44683</c:v>
                </c:pt>
                <c:pt idx="870">
                  <c:v>44684</c:v>
                </c:pt>
                <c:pt idx="871">
                  <c:v>44685</c:v>
                </c:pt>
                <c:pt idx="872">
                  <c:v>44686</c:v>
                </c:pt>
                <c:pt idx="873">
                  <c:v>44687</c:v>
                </c:pt>
                <c:pt idx="874">
                  <c:v>44690</c:v>
                </c:pt>
                <c:pt idx="875">
                  <c:v>44691</c:v>
                </c:pt>
                <c:pt idx="876">
                  <c:v>44692</c:v>
                </c:pt>
                <c:pt idx="877">
                  <c:v>44693</c:v>
                </c:pt>
                <c:pt idx="878">
                  <c:v>44694</c:v>
                </c:pt>
                <c:pt idx="879">
                  <c:v>44697</c:v>
                </c:pt>
                <c:pt idx="880">
                  <c:v>44698</c:v>
                </c:pt>
                <c:pt idx="881">
                  <c:v>44699</c:v>
                </c:pt>
                <c:pt idx="882">
                  <c:v>44700</c:v>
                </c:pt>
                <c:pt idx="883">
                  <c:v>44701</c:v>
                </c:pt>
                <c:pt idx="884">
                  <c:v>44704</c:v>
                </c:pt>
                <c:pt idx="885">
                  <c:v>44705</c:v>
                </c:pt>
                <c:pt idx="886">
                  <c:v>44706</c:v>
                </c:pt>
                <c:pt idx="887">
                  <c:v>44707</c:v>
                </c:pt>
                <c:pt idx="888">
                  <c:v>44708</c:v>
                </c:pt>
                <c:pt idx="889">
                  <c:v>44711</c:v>
                </c:pt>
                <c:pt idx="890">
                  <c:v>44712</c:v>
                </c:pt>
                <c:pt idx="891">
                  <c:v>44713</c:v>
                </c:pt>
                <c:pt idx="892">
                  <c:v>44714</c:v>
                </c:pt>
                <c:pt idx="893">
                  <c:v>44715</c:v>
                </c:pt>
                <c:pt idx="894">
                  <c:v>44718</c:v>
                </c:pt>
                <c:pt idx="895">
                  <c:v>44719</c:v>
                </c:pt>
                <c:pt idx="896">
                  <c:v>44720</c:v>
                </c:pt>
                <c:pt idx="897">
                  <c:v>44721</c:v>
                </c:pt>
                <c:pt idx="898">
                  <c:v>44722</c:v>
                </c:pt>
                <c:pt idx="899">
                  <c:v>44725</c:v>
                </c:pt>
                <c:pt idx="900">
                  <c:v>44726</c:v>
                </c:pt>
                <c:pt idx="901">
                  <c:v>44727</c:v>
                </c:pt>
                <c:pt idx="902">
                  <c:v>44728</c:v>
                </c:pt>
                <c:pt idx="903">
                  <c:v>44729</c:v>
                </c:pt>
                <c:pt idx="904">
                  <c:v>44732</c:v>
                </c:pt>
                <c:pt idx="905">
                  <c:v>44733</c:v>
                </c:pt>
                <c:pt idx="906">
                  <c:v>44734</c:v>
                </c:pt>
                <c:pt idx="907">
                  <c:v>44735</c:v>
                </c:pt>
                <c:pt idx="908">
                  <c:v>44736</c:v>
                </c:pt>
                <c:pt idx="909">
                  <c:v>44739</c:v>
                </c:pt>
                <c:pt idx="910">
                  <c:v>44740</c:v>
                </c:pt>
                <c:pt idx="911">
                  <c:v>44741</c:v>
                </c:pt>
                <c:pt idx="912">
                  <c:v>44742</c:v>
                </c:pt>
                <c:pt idx="913">
                  <c:v>44743</c:v>
                </c:pt>
                <c:pt idx="914">
                  <c:v>44746</c:v>
                </c:pt>
                <c:pt idx="915">
                  <c:v>44747</c:v>
                </c:pt>
                <c:pt idx="916">
                  <c:v>44748</c:v>
                </c:pt>
                <c:pt idx="917">
                  <c:v>44749</c:v>
                </c:pt>
                <c:pt idx="918">
                  <c:v>44750</c:v>
                </c:pt>
                <c:pt idx="919">
                  <c:v>44753</c:v>
                </c:pt>
                <c:pt idx="920">
                  <c:v>44754</c:v>
                </c:pt>
                <c:pt idx="921">
                  <c:v>44755</c:v>
                </c:pt>
                <c:pt idx="922">
                  <c:v>44756</c:v>
                </c:pt>
                <c:pt idx="923">
                  <c:v>44757</c:v>
                </c:pt>
                <c:pt idx="924">
                  <c:v>44760</c:v>
                </c:pt>
                <c:pt idx="925">
                  <c:v>44761</c:v>
                </c:pt>
                <c:pt idx="926">
                  <c:v>44762</c:v>
                </c:pt>
                <c:pt idx="927">
                  <c:v>44763</c:v>
                </c:pt>
                <c:pt idx="928">
                  <c:v>44764</c:v>
                </c:pt>
                <c:pt idx="929">
                  <c:v>44767</c:v>
                </c:pt>
                <c:pt idx="930">
                  <c:v>44768</c:v>
                </c:pt>
                <c:pt idx="931">
                  <c:v>44769</c:v>
                </c:pt>
                <c:pt idx="932">
                  <c:v>44770</c:v>
                </c:pt>
                <c:pt idx="933">
                  <c:v>44771</c:v>
                </c:pt>
                <c:pt idx="934">
                  <c:v>44774</c:v>
                </c:pt>
                <c:pt idx="935">
                  <c:v>44775</c:v>
                </c:pt>
                <c:pt idx="936">
                  <c:v>44776</c:v>
                </c:pt>
                <c:pt idx="937">
                  <c:v>44777</c:v>
                </c:pt>
                <c:pt idx="938">
                  <c:v>44778</c:v>
                </c:pt>
                <c:pt idx="939">
                  <c:v>44781</c:v>
                </c:pt>
                <c:pt idx="940">
                  <c:v>44782</c:v>
                </c:pt>
                <c:pt idx="941">
                  <c:v>44783</c:v>
                </c:pt>
                <c:pt idx="942">
                  <c:v>44784</c:v>
                </c:pt>
                <c:pt idx="943">
                  <c:v>44785</c:v>
                </c:pt>
                <c:pt idx="944">
                  <c:v>44788</c:v>
                </c:pt>
                <c:pt idx="945">
                  <c:v>44789</c:v>
                </c:pt>
                <c:pt idx="946">
                  <c:v>44790</c:v>
                </c:pt>
                <c:pt idx="947">
                  <c:v>44791</c:v>
                </c:pt>
                <c:pt idx="948">
                  <c:v>44792</c:v>
                </c:pt>
                <c:pt idx="949">
                  <c:v>44795</c:v>
                </c:pt>
                <c:pt idx="950">
                  <c:v>44796</c:v>
                </c:pt>
                <c:pt idx="951">
                  <c:v>44797</c:v>
                </c:pt>
                <c:pt idx="952">
                  <c:v>44798</c:v>
                </c:pt>
                <c:pt idx="953">
                  <c:v>44799</c:v>
                </c:pt>
                <c:pt idx="954">
                  <c:v>44802</c:v>
                </c:pt>
                <c:pt idx="955">
                  <c:v>44803</c:v>
                </c:pt>
                <c:pt idx="956">
                  <c:v>44804</c:v>
                </c:pt>
                <c:pt idx="957">
                  <c:v>44805</c:v>
                </c:pt>
                <c:pt idx="958">
                  <c:v>44806</c:v>
                </c:pt>
                <c:pt idx="959">
                  <c:v>44809</c:v>
                </c:pt>
                <c:pt idx="960">
                  <c:v>44810</c:v>
                </c:pt>
                <c:pt idx="961">
                  <c:v>44811</c:v>
                </c:pt>
                <c:pt idx="962">
                  <c:v>44812</c:v>
                </c:pt>
                <c:pt idx="963">
                  <c:v>44813</c:v>
                </c:pt>
                <c:pt idx="964">
                  <c:v>44816</c:v>
                </c:pt>
                <c:pt idx="965">
                  <c:v>44817</c:v>
                </c:pt>
                <c:pt idx="966">
                  <c:v>44818</c:v>
                </c:pt>
                <c:pt idx="967">
                  <c:v>44819</c:v>
                </c:pt>
                <c:pt idx="968">
                  <c:v>44820</c:v>
                </c:pt>
                <c:pt idx="969">
                  <c:v>44823</c:v>
                </c:pt>
                <c:pt idx="970">
                  <c:v>44824</c:v>
                </c:pt>
                <c:pt idx="971">
                  <c:v>44825</c:v>
                </c:pt>
                <c:pt idx="972">
                  <c:v>44826</c:v>
                </c:pt>
                <c:pt idx="973">
                  <c:v>44827</c:v>
                </c:pt>
                <c:pt idx="974">
                  <c:v>44830</c:v>
                </c:pt>
                <c:pt idx="975">
                  <c:v>44831</c:v>
                </c:pt>
                <c:pt idx="976">
                  <c:v>44832</c:v>
                </c:pt>
                <c:pt idx="977">
                  <c:v>44833</c:v>
                </c:pt>
                <c:pt idx="978">
                  <c:v>44834</c:v>
                </c:pt>
                <c:pt idx="979">
                  <c:v>44837</c:v>
                </c:pt>
                <c:pt idx="980">
                  <c:v>44838</c:v>
                </c:pt>
                <c:pt idx="981">
                  <c:v>44839</c:v>
                </c:pt>
                <c:pt idx="982">
                  <c:v>44840</c:v>
                </c:pt>
                <c:pt idx="983">
                  <c:v>44841</c:v>
                </c:pt>
                <c:pt idx="984">
                  <c:v>44844</c:v>
                </c:pt>
                <c:pt idx="985">
                  <c:v>44845</c:v>
                </c:pt>
                <c:pt idx="986">
                  <c:v>44846</c:v>
                </c:pt>
                <c:pt idx="987">
                  <c:v>44847</c:v>
                </c:pt>
                <c:pt idx="988">
                  <c:v>44848</c:v>
                </c:pt>
                <c:pt idx="989">
                  <c:v>44851</c:v>
                </c:pt>
                <c:pt idx="990">
                  <c:v>44852</c:v>
                </c:pt>
                <c:pt idx="991">
                  <c:v>44853</c:v>
                </c:pt>
                <c:pt idx="992">
                  <c:v>44854</c:v>
                </c:pt>
                <c:pt idx="993">
                  <c:v>44855</c:v>
                </c:pt>
                <c:pt idx="994">
                  <c:v>44858</c:v>
                </c:pt>
                <c:pt idx="995">
                  <c:v>44859</c:v>
                </c:pt>
                <c:pt idx="996">
                  <c:v>44860</c:v>
                </c:pt>
                <c:pt idx="997">
                  <c:v>44861</c:v>
                </c:pt>
                <c:pt idx="998">
                  <c:v>44862</c:v>
                </c:pt>
                <c:pt idx="999">
                  <c:v>44865</c:v>
                </c:pt>
                <c:pt idx="1000">
                  <c:v>44866</c:v>
                </c:pt>
                <c:pt idx="1001">
                  <c:v>44867</c:v>
                </c:pt>
                <c:pt idx="1002">
                  <c:v>44868</c:v>
                </c:pt>
                <c:pt idx="1003">
                  <c:v>44869</c:v>
                </c:pt>
                <c:pt idx="1004">
                  <c:v>44872</c:v>
                </c:pt>
                <c:pt idx="1005">
                  <c:v>44873</c:v>
                </c:pt>
                <c:pt idx="1006">
                  <c:v>44874</c:v>
                </c:pt>
                <c:pt idx="1007">
                  <c:v>44875</c:v>
                </c:pt>
                <c:pt idx="1008">
                  <c:v>44876</c:v>
                </c:pt>
                <c:pt idx="1009">
                  <c:v>44879</c:v>
                </c:pt>
                <c:pt idx="1010">
                  <c:v>44880</c:v>
                </c:pt>
                <c:pt idx="1011">
                  <c:v>44881</c:v>
                </c:pt>
                <c:pt idx="1012">
                  <c:v>44882</c:v>
                </c:pt>
                <c:pt idx="1013">
                  <c:v>44883</c:v>
                </c:pt>
                <c:pt idx="1014">
                  <c:v>44886</c:v>
                </c:pt>
                <c:pt idx="1015">
                  <c:v>44887</c:v>
                </c:pt>
                <c:pt idx="1016">
                  <c:v>44888</c:v>
                </c:pt>
                <c:pt idx="1017">
                  <c:v>44889</c:v>
                </c:pt>
                <c:pt idx="1018">
                  <c:v>44890</c:v>
                </c:pt>
                <c:pt idx="1019">
                  <c:v>44893</c:v>
                </c:pt>
                <c:pt idx="1020">
                  <c:v>44894</c:v>
                </c:pt>
                <c:pt idx="1021">
                  <c:v>44895</c:v>
                </c:pt>
                <c:pt idx="1022">
                  <c:v>44896</c:v>
                </c:pt>
                <c:pt idx="1023">
                  <c:v>44897</c:v>
                </c:pt>
                <c:pt idx="1024">
                  <c:v>44900</c:v>
                </c:pt>
                <c:pt idx="1025">
                  <c:v>44901</c:v>
                </c:pt>
                <c:pt idx="1026">
                  <c:v>44902</c:v>
                </c:pt>
                <c:pt idx="1027">
                  <c:v>44903</c:v>
                </c:pt>
                <c:pt idx="1028">
                  <c:v>44904</c:v>
                </c:pt>
                <c:pt idx="1029">
                  <c:v>44907</c:v>
                </c:pt>
                <c:pt idx="1030">
                  <c:v>44908</c:v>
                </c:pt>
                <c:pt idx="1031">
                  <c:v>44909</c:v>
                </c:pt>
                <c:pt idx="1032">
                  <c:v>44910</c:v>
                </c:pt>
                <c:pt idx="1033">
                  <c:v>44911</c:v>
                </c:pt>
                <c:pt idx="1034">
                  <c:v>44914</c:v>
                </c:pt>
                <c:pt idx="1035">
                  <c:v>44915</c:v>
                </c:pt>
                <c:pt idx="1036">
                  <c:v>44916</c:v>
                </c:pt>
                <c:pt idx="1037">
                  <c:v>44917</c:v>
                </c:pt>
                <c:pt idx="1038">
                  <c:v>44918</c:v>
                </c:pt>
                <c:pt idx="1039">
                  <c:v>44921</c:v>
                </c:pt>
                <c:pt idx="1040">
                  <c:v>44922</c:v>
                </c:pt>
                <c:pt idx="1041">
                  <c:v>44923</c:v>
                </c:pt>
                <c:pt idx="1042">
                  <c:v>44924</c:v>
                </c:pt>
                <c:pt idx="1043">
                  <c:v>44925</c:v>
                </c:pt>
                <c:pt idx="1044">
                  <c:v>44928</c:v>
                </c:pt>
                <c:pt idx="1045">
                  <c:v>44929</c:v>
                </c:pt>
                <c:pt idx="1046">
                  <c:v>44930</c:v>
                </c:pt>
                <c:pt idx="1047">
                  <c:v>44931</c:v>
                </c:pt>
                <c:pt idx="1048">
                  <c:v>44932</c:v>
                </c:pt>
                <c:pt idx="1049">
                  <c:v>44935</c:v>
                </c:pt>
                <c:pt idx="1050">
                  <c:v>44936</c:v>
                </c:pt>
                <c:pt idx="1051">
                  <c:v>44937</c:v>
                </c:pt>
                <c:pt idx="1052">
                  <c:v>44938</c:v>
                </c:pt>
                <c:pt idx="1053">
                  <c:v>44939</c:v>
                </c:pt>
                <c:pt idx="1054">
                  <c:v>44942</c:v>
                </c:pt>
                <c:pt idx="1055">
                  <c:v>44943</c:v>
                </c:pt>
                <c:pt idx="1056">
                  <c:v>44944</c:v>
                </c:pt>
                <c:pt idx="1057">
                  <c:v>44945</c:v>
                </c:pt>
                <c:pt idx="1058">
                  <c:v>44946</c:v>
                </c:pt>
                <c:pt idx="1059">
                  <c:v>44949</c:v>
                </c:pt>
                <c:pt idx="1060">
                  <c:v>44950</c:v>
                </c:pt>
                <c:pt idx="1061">
                  <c:v>44951</c:v>
                </c:pt>
                <c:pt idx="1062">
                  <c:v>44952</c:v>
                </c:pt>
                <c:pt idx="1063">
                  <c:v>44953</c:v>
                </c:pt>
                <c:pt idx="1064">
                  <c:v>44956</c:v>
                </c:pt>
                <c:pt idx="1065">
                  <c:v>44957</c:v>
                </c:pt>
                <c:pt idx="1066">
                  <c:v>44958</c:v>
                </c:pt>
                <c:pt idx="1067">
                  <c:v>44959</c:v>
                </c:pt>
                <c:pt idx="1068">
                  <c:v>44960</c:v>
                </c:pt>
                <c:pt idx="1069">
                  <c:v>44963</c:v>
                </c:pt>
                <c:pt idx="1070">
                  <c:v>44964</c:v>
                </c:pt>
                <c:pt idx="1071">
                  <c:v>44965</c:v>
                </c:pt>
                <c:pt idx="1072">
                  <c:v>44966</c:v>
                </c:pt>
                <c:pt idx="1073">
                  <c:v>44967</c:v>
                </c:pt>
                <c:pt idx="1074">
                  <c:v>44970</c:v>
                </c:pt>
                <c:pt idx="1075">
                  <c:v>44971</c:v>
                </c:pt>
                <c:pt idx="1076">
                  <c:v>44972</c:v>
                </c:pt>
                <c:pt idx="1077">
                  <c:v>44973</c:v>
                </c:pt>
                <c:pt idx="1078">
                  <c:v>44974</c:v>
                </c:pt>
                <c:pt idx="1079">
                  <c:v>44977</c:v>
                </c:pt>
                <c:pt idx="1080">
                  <c:v>44978</c:v>
                </c:pt>
                <c:pt idx="1081">
                  <c:v>44979</c:v>
                </c:pt>
                <c:pt idx="1082">
                  <c:v>44980</c:v>
                </c:pt>
                <c:pt idx="1083">
                  <c:v>44981</c:v>
                </c:pt>
                <c:pt idx="1084">
                  <c:v>44984</c:v>
                </c:pt>
                <c:pt idx="1085">
                  <c:v>44985</c:v>
                </c:pt>
                <c:pt idx="1086">
                  <c:v>44986</c:v>
                </c:pt>
                <c:pt idx="1087">
                  <c:v>44987</c:v>
                </c:pt>
                <c:pt idx="1088">
                  <c:v>44988</c:v>
                </c:pt>
                <c:pt idx="1089">
                  <c:v>44991</c:v>
                </c:pt>
                <c:pt idx="1090">
                  <c:v>44992</c:v>
                </c:pt>
                <c:pt idx="1091">
                  <c:v>44993</c:v>
                </c:pt>
                <c:pt idx="1092">
                  <c:v>44994</c:v>
                </c:pt>
                <c:pt idx="1093">
                  <c:v>44995</c:v>
                </c:pt>
                <c:pt idx="1094">
                  <c:v>44998</c:v>
                </c:pt>
                <c:pt idx="1095">
                  <c:v>44999</c:v>
                </c:pt>
                <c:pt idx="1096">
                  <c:v>45000</c:v>
                </c:pt>
                <c:pt idx="1097">
                  <c:v>45001</c:v>
                </c:pt>
                <c:pt idx="1098">
                  <c:v>45002</c:v>
                </c:pt>
                <c:pt idx="1099">
                  <c:v>45005</c:v>
                </c:pt>
                <c:pt idx="1100">
                  <c:v>45006</c:v>
                </c:pt>
                <c:pt idx="1101">
                  <c:v>45007</c:v>
                </c:pt>
                <c:pt idx="1102">
                  <c:v>45008</c:v>
                </c:pt>
                <c:pt idx="1103">
                  <c:v>45009</c:v>
                </c:pt>
                <c:pt idx="1104">
                  <c:v>45012</c:v>
                </c:pt>
                <c:pt idx="1105">
                  <c:v>45013</c:v>
                </c:pt>
                <c:pt idx="1106">
                  <c:v>45014</c:v>
                </c:pt>
                <c:pt idx="1107">
                  <c:v>45015</c:v>
                </c:pt>
                <c:pt idx="1108">
                  <c:v>45016</c:v>
                </c:pt>
                <c:pt idx="1109">
                  <c:v>45019</c:v>
                </c:pt>
                <c:pt idx="1110">
                  <c:v>45020</c:v>
                </c:pt>
                <c:pt idx="1111">
                  <c:v>45021</c:v>
                </c:pt>
                <c:pt idx="1112">
                  <c:v>45022</c:v>
                </c:pt>
                <c:pt idx="1113">
                  <c:v>45023</c:v>
                </c:pt>
                <c:pt idx="1114">
                  <c:v>45026</c:v>
                </c:pt>
                <c:pt idx="1115">
                  <c:v>45027</c:v>
                </c:pt>
                <c:pt idx="1116">
                  <c:v>45028</c:v>
                </c:pt>
                <c:pt idx="1117">
                  <c:v>45029</c:v>
                </c:pt>
                <c:pt idx="1118">
                  <c:v>45030</c:v>
                </c:pt>
                <c:pt idx="1119">
                  <c:v>45033</c:v>
                </c:pt>
                <c:pt idx="1120">
                  <c:v>45034</c:v>
                </c:pt>
                <c:pt idx="1121">
                  <c:v>45035</c:v>
                </c:pt>
                <c:pt idx="1122">
                  <c:v>45036</c:v>
                </c:pt>
                <c:pt idx="1123">
                  <c:v>45037</c:v>
                </c:pt>
                <c:pt idx="1124">
                  <c:v>45040</c:v>
                </c:pt>
                <c:pt idx="1125">
                  <c:v>45041</c:v>
                </c:pt>
                <c:pt idx="1126">
                  <c:v>45042</c:v>
                </c:pt>
                <c:pt idx="1127">
                  <c:v>45043</c:v>
                </c:pt>
                <c:pt idx="1128">
                  <c:v>45044</c:v>
                </c:pt>
                <c:pt idx="1129">
                  <c:v>45047</c:v>
                </c:pt>
                <c:pt idx="1130">
                  <c:v>45048</c:v>
                </c:pt>
                <c:pt idx="1131">
                  <c:v>45049</c:v>
                </c:pt>
                <c:pt idx="1132">
                  <c:v>45050</c:v>
                </c:pt>
                <c:pt idx="1133">
                  <c:v>45051</c:v>
                </c:pt>
                <c:pt idx="1134">
                  <c:v>45054</c:v>
                </c:pt>
                <c:pt idx="1135">
                  <c:v>45055</c:v>
                </c:pt>
                <c:pt idx="1136">
                  <c:v>45056</c:v>
                </c:pt>
                <c:pt idx="1137">
                  <c:v>45057</c:v>
                </c:pt>
                <c:pt idx="1138">
                  <c:v>45058</c:v>
                </c:pt>
                <c:pt idx="1139">
                  <c:v>45061</c:v>
                </c:pt>
                <c:pt idx="1140">
                  <c:v>45062</c:v>
                </c:pt>
                <c:pt idx="1141">
                  <c:v>45063</c:v>
                </c:pt>
                <c:pt idx="1142">
                  <c:v>45064</c:v>
                </c:pt>
                <c:pt idx="1143">
                  <c:v>45065</c:v>
                </c:pt>
                <c:pt idx="1144">
                  <c:v>45068</c:v>
                </c:pt>
                <c:pt idx="1145">
                  <c:v>45069</c:v>
                </c:pt>
                <c:pt idx="1146">
                  <c:v>45070</c:v>
                </c:pt>
                <c:pt idx="1147">
                  <c:v>45071</c:v>
                </c:pt>
                <c:pt idx="1148">
                  <c:v>45072</c:v>
                </c:pt>
                <c:pt idx="1149">
                  <c:v>45075</c:v>
                </c:pt>
                <c:pt idx="1150">
                  <c:v>45076</c:v>
                </c:pt>
                <c:pt idx="1151">
                  <c:v>45077</c:v>
                </c:pt>
                <c:pt idx="1152">
                  <c:v>45078</c:v>
                </c:pt>
                <c:pt idx="1153">
                  <c:v>45079</c:v>
                </c:pt>
                <c:pt idx="1154">
                  <c:v>45082</c:v>
                </c:pt>
                <c:pt idx="1155">
                  <c:v>45083</c:v>
                </c:pt>
                <c:pt idx="1156">
                  <c:v>45084</c:v>
                </c:pt>
                <c:pt idx="1157">
                  <c:v>45085</c:v>
                </c:pt>
                <c:pt idx="1158">
                  <c:v>45086</c:v>
                </c:pt>
                <c:pt idx="1159">
                  <c:v>45089</c:v>
                </c:pt>
                <c:pt idx="1160">
                  <c:v>45090</c:v>
                </c:pt>
                <c:pt idx="1161">
                  <c:v>45091</c:v>
                </c:pt>
                <c:pt idx="1162">
                  <c:v>45092</c:v>
                </c:pt>
                <c:pt idx="1163">
                  <c:v>45093</c:v>
                </c:pt>
                <c:pt idx="1164">
                  <c:v>45096</c:v>
                </c:pt>
                <c:pt idx="1165">
                  <c:v>45097</c:v>
                </c:pt>
                <c:pt idx="1166">
                  <c:v>45098</c:v>
                </c:pt>
                <c:pt idx="1167">
                  <c:v>45099</c:v>
                </c:pt>
                <c:pt idx="1168">
                  <c:v>45100</c:v>
                </c:pt>
                <c:pt idx="1169">
                  <c:v>45103</c:v>
                </c:pt>
                <c:pt idx="1170">
                  <c:v>45104</c:v>
                </c:pt>
                <c:pt idx="1171">
                  <c:v>45105</c:v>
                </c:pt>
                <c:pt idx="1172">
                  <c:v>45106</c:v>
                </c:pt>
                <c:pt idx="1173">
                  <c:v>45107</c:v>
                </c:pt>
                <c:pt idx="1174">
                  <c:v>45110</c:v>
                </c:pt>
                <c:pt idx="1175">
                  <c:v>45111</c:v>
                </c:pt>
                <c:pt idx="1176">
                  <c:v>45112</c:v>
                </c:pt>
                <c:pt idx="1177">
                  <c:v>45113</c:v>
                </c:pt>
                <c:pt idx="1178">
                  <c:v>45114</c:v>
                </c:pt>
                <c:pt idx="1179">
                  <c:v>45117</c:v>
                </c:pt>
                <c:pt idx="1180">
                  <c:v>45118</c:v>
                </c:pt>
                <c:pt idx="1181">
                  <c:v>45119</c:v>
                </c:pt>
                <c:pt idx="1182">
                  <c:v>45120</c:v>
                </c:pt>
                <c:pt idx="1183">
                  <c:v>45121</c:v>
                </c:pt>
                <c:pt idx="1184">
                  <c:v>45124</c:v>
                </c:pt>
                <c:pt idx="1185">
                  <c:v>45125</c:v>
                </c:pt>
                <c:pt idx="1186">
                  <c:v>45126</c:v>
                </c:pt>
                <c:pt idx="1187">
                  <c:v>45127</c:v>
                </c:pt>
                <c:pt idx="1188">
                  <c:v>45128</c:v>
                </c:pt>
                <c:pt idx="1189">
                  <c:v>45131</c:v>
                </c:pt>
                <c:pt idx="1190">
                  <c:v>45132</c:v>
                </c:pt>
                <c:pt idx="1191">
                  <c:v>45133</c:v>
                </c:pt>
                <c:pt idx="1192">
                  <c:v>45134</c:v>
                </c:pt>
                <c:pt idx="1193">
                  <c:v>45135</c:v>
                </c:pt>
                <c:pt idx="1194">
                  <c:v>45138</c:v>
                </c:pt>
                <c:pt idx="1195">
                  <c:v>45139</c:v>
                </c:pt>
                <c:pt idx="1196">
                  <c:v>45140</c:v>
                </c:pt>
                <c:pt idx="1197">
                  <c:v>45141</c:v>
                </c:pt>
                <c:pt idx="1198">
                  <c:v>45142</c:v>
                </c:pt>
                <c:pt idx="1199">
                  <c:v>45145</c:v>
                </c:pt>
                <c:pt idx="1200">
                  <c:v>45146</c:v>
                </c:pt>
                <c:pt idx="1201">
                  <c:v>45147</c:v>
                </c:pt>
                <c:pt idx="1202">
                  <c:v>45148</c:v>
                </c:pt>
                <c:pt idx="1203">
                  <c:v>45149</c:v>
                </c:pt>
                <c:pt idx="1204">
                  <c:v>45152</c:v>
                </c:pt>
                <c:pt idx="1205">
                  <c:v>45153</c:v>
                </c:pt>
                <c:pt idx="1206">
                  <c:v>45154</c:v>
                </c:pt>
                <c:pt idx="1207">
                  <c:v>45155</c:v>
                </c:pt>
                <c:pt idx="1208">
                  <c:v>45156</c:v>
                </c:pt>
                <c:pt idx="1209">
                  <c:v>45159</c:v>
                </c:pt>
                <c:pt idx="1210">
                  <c:v>45160</c:v>
                </c:pt>
                <c:pt idx="1211">
                  <c:v>45161</c:v>
                </c:pt>
                <c:pt idx="1212">
                  <c:v>45162</c:v>
                </c:pt>
                <c:pt idx="1213">
                  <c:v>45163</c:v>
                </c:pt>
                <c:pt idx="1214">
                  <c:v>45166</c:v>
                </c:pt>
                <c:pt idx="1215">
                  <c:v>45167</c:v>
                </c:pt>
                <c:pt idx="1216">
                  <c:v>45168</c:v>
                </c:pt>
                <c:pt idx="1217">
                  <c:v>45169</c:v>
                </c:pt>
                <c:pt idx="1218">
                  <c:v>45170</c:v>
                </c:pt>
                <c:pt idx="1219">
                  <c:v>45173</c:v>
                </c:pt>
                <c:pt idx="1220">
                  <c:v>45174</c:v>
                </c:pt>
                <c:pt idx="1221">
                  <c:v>45175</c:v>
                </c:pt>
                <c:pt idx="1222">
                  <c:v>45176</c:v>
                </c:pt>
                <c:pt idx="1223">
                  <c:v>45177</c:v>
                </c:pt>
                <c:pt idx="1224">
                  <c:v>45180</c:v>
                </c:pt>
                <c:pt idx="1225">
                  <c:v>45181</c:v>
                </c:pt>
                <c:pt idx="1226">
                  <c:v>45182</c:v>
                </c:pt>
                <c:pt idx="1227">
                  <c:v>45183</c:v>
                </c:pt>
                <c:pt idx="1228">
                  <c:v>45184</c:v>
                </c:pt>
                <c:pt idx="1229">
                  <c:v>45187</c:v>
                </c:pt>
                <c:pt idx="1230">
                  <c:v>45188</c:v>
                </c:pt>
                <c:pt idx="1231">
                  <c:v>45189</c:v>
                </c:pt>
                <c:pt idx="1232">
                  <c:v>45190</c:v>
                </c:pt>
                <c:pt idx="1233">
                  <c:v>45191</c:v>
                </c:pt>
                <c:pt idx="1234">
                  <c:v>45194</c:v>
                </c:pt>
                <c:pt idx="1235">
                  <c:v>45195</c:v>
                </c:pt>
                <c:pt idx="1236">
                  <c:v>45196</c:v>
                </c:pt>
                <c:pt idx="1237">
                  <c:v>45197</c:v>
                </c:pt>
                <c:pt idx="1238">
                  <c:v>45198</c:v>
                </c:pt>
                <c:pt idx="1239">
                  <c:v>45201</c:v>
                </c:pt>
                <c:pt idx="1240">
                  <c:v>45202</c:v>
                </c:pt>
                <c:pt idx="1241">
                  <c:v>45203</c:v>
                </c:pt>
                <c:pt idx="1242">
                  <c:v>45204</c:v>
                </c:pt>
                <c:pt idx="1243">
                  <c:v>45205</c:v>
                </c:pt>
                <c:pt idx="1244">
                  <c:v>45208</c:v>
                </c:pt>
                <c:pt idx="1245">
                  <c:v>45209</c:v>
                </c:pt>
                <c:pt idx="1246">
                  <c:v>45210</c:v>
                </c:pt>
                <c:pt idx="1247">
                  <c:v>45211</c:v>
                </c:pt>
                <c:pt idx="1248">
                  <c:v>45212</c:v>
                </c:pt>
                <c:pt idx="1249">
                  <c:v>45215</c:v>
                </c:pt>
                <c:pt idx="1250">
                  <c:v>45216</c:v>
                </c:pt>
                <c:pt idx="1251">
                  <c:v>45217</c:v>
                </c:pt>
                <c:pt idx="1252">
                  <c:v>45218</c:v>
                </c:pt>
                <c:pt idx="1253">
                  <c:v>45219</c:v>
                </c:pt>
                <c:pt idx="1254">
                  <c:v>45222</c:v>
                </c:pt>
                <c:pt idx="1255">
                  <c:v>45223</c:v>
                </c:pt>
                <c:pt idx="1256">
                  <c:v>45224</c:v>
                </c:pt>
                <c:pt idx="1257">
                  <c:v>45225</c:v>
                </c:pt>
                <c:pt idx="1258">
                  <c:v>45226</c:v>
                </c:pt>
                <c:pt idx="1259">
                  <c:v>45229</c:v>
                </c:pt>
                <c:pt idx="1260">
                  <c:v>45230</c:v>
                </c:pt>
                <c:pt idx="1261">
                  <c:v>45231</c:v>
                </c:pt>
                <c:pt idx="1262">
                  <c:v>45232</c:v>
                </c:pt>
                <c:pt idx="1263">
                  <c:v>45233</c:v>
                </c:pt>
                <c:pt idx="1264">
                  <c:v>45236</c:v>
                </c:pt>
                <c:pt idx="1265">
                  <c:v>45237</c:v>
                </c:pt>
                <c:pt idx="1266">
                  <c:v>45238</c:v>
                </c:pt>
                <c:pt idx="1267">
                  <c:v>45239</c:v>
                </c:pt>
                <c:pt idx="1268">
                  <c:v>45240</c:v>
                </c:pt>
                <c:pt idx="1269">
                  <c:v>45243</c:v>
                </c:pt>
                <c:pt idx="1270">
                  <c:v>45244</c:v>
                </c:pt>
                <c:pt idx="1271">
                  <c:v>45245</c:v>
                </c:pt>
                <c:pt idx="1272">
                  <c:v>45246</c:v>
                </c:pt>
                <c:pt idx="1273">
                  <c:v>45247</c:v>
                </c:pt>
                <c:pt idx="1274">
                  <c:v>45250</c:v>
                </c:pt>
                <c:pt idx="1275">
                  <c:v>45251</c:v>
                </c:pt>
                <c:pt idx="1276">
                  <c:v>45252</c:v>
                </c:pt>
                <c:pt idx="1277">
                  <c:v>45253</c:v>
                </c:pt>
                <c:pt idx="1278">
                  <c:v>45254</c:v>
                </c:pt>
                <c:pt idx="1279">
                  <c:v>45257</c:v>
                </c:pt>
                <c:pt idx="1280">
                  <c:v>45258</c:v>
                </c:pt>
                <c:pt idx="1281">
                  <c:v>45259</c:v>
                </c:pt>
                <c:pt idx="1282">
                  <c:v>45260</c:v>
                </c:pt>
                <c:pt idx="1283">
                  <c:v>45261</c:v>
                </c:pt>
                <c:pt idx="1284">
                  <c:v>45264</c:v>
                </c:pt>
                <c:pt idx="1285">
                  <c:v>45265</c:v>
                </c:pt>
                <c:pt idx="1286">
                  <c:v>45266</c:v>
                </c:pt>
                <c:pt idx="1287">
                  <c:v>45267</c:v>
                </c:pt>
                <c:pt idx="1288">
                  <c:v>45268</c:v>
                </c:pt>
                <c:pt idx="1289">
                  <c:v>45271</c:v>
                </c:pt>
                <c:pt idx="1290">
                  <c:v>45272</c:v>
                </c:pt>
                <c:pt idx="1291">
                  <c:v>45273</c:v>
                </c:pt>
                <c:pt idx="1292">
                  <c:v>45274</c:v>
                </c:pt>
                <c:pt idx="1293">
                  <c:v>45275</c:v>
                </c:pt>
                <c:pt idx="1294">
                  <c:v>45278</c:v>
                </c:pt>
                <c:pt idx="1295">
                  <c:v>45279</c:v>
                </c:pt>
                <c:pt idx="1296">
                  <c:v>45280</c:v>
                </c:pt>
                <c:pt idx="1297">
                  <c:v>45281</c:v>
                </c:pt>
                <c:pt idx="1298">
                  <c:v>45282</c:v>
                </c:pt>
                <c:pt idx="1299">
                  <c:v>45285</c:v>
                </c:pt>
                <c:pt idx="1300">
                  <c:v>45286</c:v>
                </c:pt>
                <c:pt idx="1301">
                  <c:v>45287</c:v>
                </c:pt>
                <c:pt idx="1302">
                  <c:v>45288</c:v>
                </c:pt>
                <c:pt idx="1303">
                  <c:v>45289</c:v>
                </c:pt>
                <c:pt idx="1304">
                  <c:v>45292</c:v>
                </c:pt>
                <c:pt idx="1305">
                  <c:v>45293</c:v>
                </c:pt>
                <c:pt idx="1306">
                  <c:v>45294</c:v>
                </c:pt>
                <c:pt idx="1307">
                  <c:v>45295</c:v>
                </c:pt>
                <c:pt idx="1308">
                  <c:v>45296</c:v>
                </c:pt>
                <c:pt idx="1309">
                  <c:v>45299</c:v>
                </c:pt>
                <c:pt idx="1310">
                  <c:v>45300</c:v>
                </c:pt>
                <c:pt idx="1311">
                  <c:v>45301</c:v>
                </c:pt>
                <c:pt idx="1312">
                  <c:v>45302</c:v>
                </c:pt>
                <c:pt idx="1313">
                  <c:v>45303</c:v>
                </c:pt>
                <c:pt idx="1314">
                  <c:v>45306</c:v>
                </c:pt>
                <c:pt idx="1315">
                  <c:v>45307</c:v>
                </c:pt>
                <c:pt idx="1316">
                  <c:v>45308</c:v>
                </c:pt>
                <c:pt idx="1317">
                  <c:v>45309</c:v>
                </c:pt>
                <c:pt idx="1318">
                  <c:v>45310</c:v>
                </c:pt>
                <c:pt idx="1319">
                  <c:v>45313</c:v>
                </c:pt>
                <c:pt idx="1320">
                  <c:v>45314</c:v>
                </c:pt>
                <c:pt idx="1321">
                  <c:v>45315</c:v>
                </c:pt>
                <c:pt idx="1322">
                  <c:v>45316</c:v>
                </c:pt>
                <c:pt idx="1323">
                  <c:v>45317</c:v>
                </c:pt>
                <c:pt idx="1324">
                  <c:v>45320</c:v>
                </c:pt>
                <c:pt idx="1325">
                  <c:v>45321</c:v>
                </c:pt>
                <c:pt idx="1326">
                  <c:v>45322</c:v>
                </c:pt>
                <c:pt idx="1327">
                  <c:v>45323</c:v>
                </c:pt>
                <c:pt idx="1328">
                  <c:v>45324</c:v>
                </c:pt>
                <c:pt idx="1329">
                  <c:v>45327</c:v>
                </c:pt>
                <c:pt idx="1330">
                  <c:v>45328</c:v>
                </c:pt>
                <c:pt idx="1331">
                  <c:v>45329</c:v>
                </c:pt>
                <c:pt idx="1332">
                  <c:v>45330</c:v>
                </c:pt>
                <c:pt idx="1333">
                  <c:v>45331</c:v>
                </c:pt>
                <c:pt idx="1334">
                  <c:v>45334</c:v>
                </c:pt>
                <c:pt idx="1335">
                  <c:v>45335</c:v>
                </c:pt>
                <c:pt idx="1336">
                  <c:v>45336</c:v>
                </c:pt>
                <c:pt idx="1337">
                  <c:v>45337</c:v>
                </c:pt>
                <c:pt idx="1338">
                  <c:v>45338</c:v>
                </c:pt>
                <c:pt idx="1339">
                  <c:v>45341</c:v>
                </c:pt>
                <c:pt idx="1340">
                  <c:v>45342</c:v>
                </c:pt>
                <c:pt idx="1341">
                  <c:v>45343</c:v>
                </c:pt>
                <c:pt idx="1342">
                  <c:v>45344</c:v>
                </c:pt>
                <c:pt idx="1343">
                  <c:v>45345</c:v>
                </c:pt>
                <c:pt idx="1344">
                  <c:v>45348</c:v>
                </c:pt>
                <c:pt idx="1345">
                  <c:v>45349</c:v>
                </c:pt>
                <c:pt idx="1346">
                  <c:v>45350</c:v>
                </c:pt>
                <c:pt idx="1347">
                  <c:v>45351</c:v>
                </c:pt>
                <c:pt idx="1348">
                  <c:v>45352</c:v>
                </c:pt>
                <c:pt idx="1349">
                  <c:v>45355</c:v>
                </c:pt>
                <c:pt idx="1350">
                  <c:v>45356</c:v>
                </c:pt>
                <c:pt idx="1351">
                  <c:v>45357</c:v>
                </c:pt>
                <c:pt idx="1352">
                  <c:v>45358</c:v>
                </c:pt>
                <c:pt idx="1353">
                  <c:v>45359</c:v>
                </c:pt>
                <c:pt idx="1354">
                  <c:v>45362</c:v>
                </c:pt>
                <c:pt idx="1355">
                  <c:v>45363</c:v>
                </c:pt>
                <c:pt idx="1356">
                  <c:v>45364</c:v>
                </c:pt>
                <c:pt idx="1357">
                  <c:v>45365</c:v>
                </c:pt>
                <c:pt idx="1358">
                  <c:v>45366</c:v>
                </c:pt>
                <c:pt idx="1359">
                  <c:v>45369</c:v>
                </c:pt>
                <c:pt idx="1360">
                  <c:v>45370</c:v>
                </c:pt>
                <c:pt idx="1361">
                  <c:v>45371</c:v>
                </c:pt>
                <c:pt idx="1362">
                  <c:v>45372</c:v>
                </c:pt>
                <c:pt idx="1363">
                  <c:v>45373</c:v>
                </c:pt>
                <c:pt idx="1364">
                  <c:v>45376</c:v>
                </c:pt>
                <c:pt idx="1365">
                  <c:v>45377</c:v>
                </c:pt>
                <c:pt idx="1366">
                  <c:v>45378</c:v>
                </c:pt>
                <c:pt idx="1367">
                  <c:v>45379</c:v>
                </c:pt>
                <c:pt idx="1368">
                  <c:v>45380</c:v>
                </c:pt>
                <c:pt idx="1369">
                  <c:v>45383</c:v>
                </c:pt>
                <c:pt idx="1370">
                  <c:v>45384</c:v>
                </c:pt>
                <c:pt idx="1371">
                  <c:v>45385</c:v>
                </c:pt>
                <c:pt idx="1372">
                  <c:v>45386</c:v>
                </c:pt>
                <c:pt idx="1373">
                  <c:v>45387</c:v>
                </c:pt>
                <c:pt idx="1374">
                  <c:v>45390</c:v>
                </c:pt>
                <c:pt idx="1375">
                  <c:v>45391</c:v>
                </c:pt>
                <c:pt idx="1376">
                  <c:v>45392</c:v>
                </c:pt>
                <c:pt idx="1377">
                  <c:v>45393</c:v>
                </c:pt>
                <c:pt idx="1378">
                  <c:v>45394</c:v>
                </c:pt>
                <c:pt idx="1379">
                  <c:v>45397</c:v>
                </c:pt>
                <c:pt idx="1380">
                  <c:v>45398</c:v>
                </c:pt>
                <c:pt idx="1381">
                  <c:v>45399</c:v>
                </c:pt>
                <c:pt idx="1382">
                  <c:v>45400</c:v>
                </c:pt>
                <c:pt idx="1383">
                  <c:v>45401</c:v>
                </c:pt>
                <c:pt idx="1384">
                  <c:v>45404</c:v>
                </c:pt>
                <c:pt idx="1385">
                  <c:v>45405</c:v>
                </c:pt>
                <c:pt idx="1386">
                  <c:v>45406</c:v>
                </c:pt>
                <c:pt idx="1387">
                  <c:v>45407</c:v>
                </c:pt>
                <c:pt idx="1388">
                  <c:v>45408</c:v>
                </c:pt>
                <c:pt idx="1389">
                  <c:v>45411</c:v>
                </c:pt>
                <c:pt idx="1390">
                  <c:v>45412</c:v>
                </c:pt>
                <c:pt idx="1391">
                  <c:v>45413</c:v>
                </c:pt>
                <c:pt idx="1392">
                  <c:v>45414</c:v>
                </c:pt>
                <c:pt idx="1393">
                  <c:v>45415</c:v>
                </c:pt>
                <c:pt idx="1394">
                  <c:v>45418</c:v>
                </c:pt>
                <c:pt idx="1395">
                  <c:v>45419</c:v>
                </c:pt>
                <c:pt idx="1396">
                  <c:v>45420</c:v>
                </c:pt>
                <c:pt idx="1397">
                  <c:v>45421</c:v>
                </c:pt>
                <c:pt idx="1398">
                  <c:v>45422</c:v>
                </c:pt>
                <c:pt idx="1399">
                  <c:v>45425</c:v>
                </c:pt>
                <c:pt idx="1400">
                  <c:v>45426</c:v>
                </c:pt>
                <c:pt idx="1401">
                  <c:v>45427</c:v>
                </c:pt>
                <c:pt idx="1402">
                  <c:v>45428</c:v>
                </c:pt>
                <c:pt idx="1403">
                  <c:v>45429</c:v>
                </c:pt>
                <c:pt idx="1404">
                  <c:v>45432</c:v>
                </c:pt>
                <c:pt idx="1405">
                  <c:v>45433</c:v>
                </c:pt>
                <c:pt idx="1406">
                  <c:v>45434</c:v>
                </c:pt>
                <c:pt idx="1407">
                  <c:v>45435</c:v>
                </c:pt>
                <c:pt idx="1408">
                  <c:v>45436</c:v>
                </c:pt>
                <c:pt idx="1409">
                  <c:v>45439</c:v>
                </c:pt>
                <c:pt idx="1410">
                  <c:v>45440</c:v>
                </c:pt>
                <c:pt idx="1411">
                  <c:v>45441</c:v>
                </c:pt>
                <c:pt idx="1412">
                  <c:v>45442</c:v>
                </c:pt>
                <c:pt idx="1413">
                  <c:v>45443</c:v>
                </c:pt>
                <c:pt idx="1414">
                  <c:v>45446</c:v>
                </c:pt>
                <c:pt idx="1415">
                  <c:v>45447</c:v>
                </c:pt>
                <c:pt idx="1416">
                  <c:v>45448</c:v>
                </c:pt>
                <c:pt idx="1417">
                  <c:v>45449</c:v>
                </c:pt>
                <c:pt idx="1418">
                  <c:v>45450</c:v>
                </c:pt>
                <c:pt idx="1419">
                  <c:v>45453</c:v>
                </c:pt>
                <c:pt idx="1420">
                  <c:v>45454</c:v>
                </c:pt>
                <c:pt idx="1421">
                  <c:v>45455</c:v>
                </c:pt>
                <c:pt idx="1422">
                  <c:v>45456</c:v>
                </c:pt>
                <c:pt idx="1423">
                  <c:v>45457</c:v>
                </c:pt>
                <c:pt idx="1424">
                  <c:v>45460</c:v>
                </c:pt>
                <c:pt idx="1425">
                  <c:v>45461</c:v>
                </c:pt>
                <c:pt idx="1426">
                  <c:v>45462</c:v>
                </c:pt>
                <c:pt idx="1427">
                  <c:v>45463</c:v>
                </c:pt>
                <c:pt idx="1428">
                  <c:v>45464</c:v>
                </c:pt>
                <c:pt idx="1429">
                  <c:v>45467</c:v>
                </c:pt>
                <c:pt idx="1430">
                  <c:v>45468</c:v>
                </c:pt>
                <c:pt idx="1431">
                  <c:v>45469</c:v>
                </c:pt>
                <c:pt idx="1432">
                  <c:v>45470</c:v>
                </c:pt>
                <c:pt idx="1433">
                  <c:v>45471</c:v>
                </c:pt>
                <c:pt idx="1434">
                  <c:v>45474</c:v>
                </c:pt>
                <c:pt idx="1435">
                  <c:v>45475</c:v>
                </c:pt>
                <c:pt idx="1436">
                  <c:v>45476</c:v>
                </c:pt>
                <c:pt idx="1437">
                  <c:v>45477</c:v>
                </c:pt>
                <c:pt idx="1438">
                  <c:v>45478</c:v>
                </c:pt>
                <c:pt idx="1439">
                  <c:v>45481</c:v>
                </c:pt>
                <c:pt idx="1440">
                  <c:v>45482</c:v>
                </c:pt>
                <c:pt idx="1441">
                  <c:v>45483</c:v>
                </c:pt>
                <c:pt idx="1442">
                  <c:v>45484</c:v>
                </c:pt>
                <c:pt idx="1443">
                  <c:v>45485</c:v>
                </c:pt>
                <c:pt idx="1444">
                  <c:v>45488</c:v>
                </c:pt>
                <c:pt idx="1445">
                  <c:v>45489</c:v>
                </c:pt>
                <c:pt idx="1446">
                  <c:v>45490</c:v>
                </c:pt>
                <c:pt idx="1447">
                  <c:v>45491</c:v>
                </c:pt>
                <c:pt idx="1448">
                  <c:v>45492</c:v>
                </c:pt>
                <c:pt idx="1449">
                  <c:v>45495</c:v>
                </c:pt>
                <c:pt idx="1450">
                  <c:v>45496</c:v>
                </c:pt>
                <c:pt idx="1451">
                  <c:v>45497</c:v>
                </c:pt>
                <c:pt idx="1452">
                  <c:v>45498</c:v>
                </c:pt>
                <c:pt idx="1453">
                  <c:v>45499</c:v>
                </c:pt>
                <c:pt idx="1454">
                  <c:v>45502</c:v>
                </c:pt>
                <c:pt idx="1455">
                  <c:v>45503</c:v>
                </c:pt>
                <c:pt idx="1456">
                  <c:v>45504</c:v>
                </c:pt>
                <c:pt idx="1457">
                  <c:v>45505</c:v>
                </c:pt>
                <c:pt idx="1458">
                  <c:v>45506</c:v>
                </c:pt>
                <c:pt idx="1459">
                  <c:v>45509</c:v>
                </c:pt>
                <c:pt idx="1460">
                  <c:v>45510</c:v>
                </c:pt>
                <c:pt idx="1461">
                  <c:v>45511</c:v>
                </c:pt>
                <c:pt idx="1462">
                  <c:v>45512</c:v>
                </c:pt>
                <c:pt idx="1463">
                  <c:v>45513</c:v>
                </c:pt>
                <c:pt idx="1464">
                  <c:v>45516</c:v>
                </c:pt>
                <c:pt idx="1465">
                  <c:v>45517</c:v>
                </c:pt>
                <c:pt idx="1466">
                  <c:v>45518</c:v>
                </c:pt>
                <c:pt idx="1467">
                  <c:v>45519</c:v>
                </c:pt>
                <c:pt idx="1468">
                  <c:v>45520</c:v>
                </c:pt>
                <c:pt idx="1469">
                  <c:v>45523</c:v>
                </c:pt>
                <c:pt idx="1470">
                  <c:v>45524</c:v>
                </c:pt>
                <c:pt idx="1471">
                  <c:v>45525</c:v>
                </c:pt>
                <c:pt idx="1472">
                  <c:v>45526</c:v>
                </c:pt>
                <c:pt idx="1473">
                  <c:v>45527</c:v>
                </c:pt>
                <c:pt idx="1474">
                  <c:v>45530</c:v>
                </c:pt>
                <c:pt idx="1475">
                  <c:v>45531</c:v>
                </c:pt>
                <c:pt idx="1476">
                  <c:v>45532</c:v>
                </c:pt>
                <c:pt idx="1477">
                  <c:v>45533</c:v>
                </c:pt>
                <c:pt idx="1478">
                  <c:v>45534</c:v>
                </c:pt>
                <c:pt idx="1479">
                  <c:v>45537</c:v>
                </c:pt>
                <c:pt idx="1480">
                  <c:v>45538</c:v>
                </c:pt>
                <c:pt idx="1481">
                  <c:v>45539</c:v>
                </c:pt>
                <c:pt idx="1482">
                  <c:v>45540</c:v>
                </c:pt>
                <c:pt idx="1483">
                  <c:v>45541</c:v>
                </c:pt>
                <c:pt idx="1484">
                  <c:v>45544</c:v>
                </c:pt>
                <c:pt idx="1485">
                  <c:v>45545</c:v>
                </c:pt>
                <c:pt idx="1486">
                  <c:v>45546</c:v>
                </c:pt>
                <c:pt idx="1487">
                  <c:v>45547</c:v>
                </c:pt>
                <c:pt idx="1488">
                  <c:v>45548</c:v>
                </c:pt>
                <c:pt idx="1489">
                  <c:v>45551</c:v>
                </c:pt>
                <c:pt idx="1490">
                  <c:v>45552</c:v>
                </c:pt>
                <c:pt idx="1491">
                  <c:v>45553</c:v>
                </c:pt>
                <c:pt idx="1492">
                  <c:v>45554</c:v>
                </c:pt>
                <c:pt idx="1493">
                  <c:v>45555</c:v>
                </c:pt>
                <c:pt idx="1494">
                  <c:v>45558</c:v>
                </c:pt>
                <c:pt idx="1495">
                  <c:v>45559</c:v>
                </c:pt>
                <c:pt idx="1496">
                  <c:v>45560</c:v>
                </c:pt>
                <c:pt idx="1497">
                  <c:v>45561</c:v>
                </c:pt>
                <c:pt idx="1498">
                  <c:v>45562</c:v>
                </c:pt>
                <c:pt idx="1499">
                  <c:v>45565</c:v>
                </c:pt>
                <c:pt idx="1500">
                  <c:v>45566</c:v>
                </c:pt>
                <c:pt idx="1501">
                  <c:v>45567</c:v>
                </c:pt>
                <c:pt idx="1502">
                  <c:v>45568</c:v>
                </c:pt>
                <c:pt idx="1503">
                  <c:v>45569</c:v>
                </c:pt>
                <c:pt idx="1504">
                  <c:v>45572</c:v>
                </c:pt>
                <c:pt idx="1505">
                  <c:v>45573</c:v>
                </c:pt>
                <c:pt idx="1506">
                  <c:v>45574</c:v>
                </c:pt>
                <c:pt idx="1507">
                  <c:v>45575</c:v>
                </c:pt>
                <c:pt idx="1508">
                  <c:v>45576</c:v>
                </c:pt>
                <c:pt idx="1509">
                  <c:v>45579</c:v>
                </c:pt>
                <c:pt idx="1510">
                  <c:v>45580</c:v>
                </c:pt>
                <c:pt idx="1511">
                  <c:v>45581</c:v>
                </c:pt>
                <c:pt idx="1512">
                  <c:v>45582</c:v>
                </c:pt>
                <c:pt idx="1513">
                  <c:v>45583</c:v>
                </c:pt>
                <c:pt idx="1514">
                  <c:v>45586</c:v>
                </c:pt>
                <c:pt idx="1515">
                  <c:v>45587</c:v>
                </c:pt>
                <c:pt idx="1516">
                  <c:v>45588</c:v>
                </c:pt>
                <c:pt idx="1517">
                  <c:v>45589</c:v>
                </c:pt>
                <c:pt idx="1518">
                  <c:v>45590</c:v>
                </c:pt>
                <c:pt idx="1519">
                  <c:v>45593</c:v>
                </c:pt>
                <c:pt idx="1520">
                  <c:v>45594</c:v>
                </c:pt>
                <c:pt idx="1521">
                  <c:v>45595</c:v>
                </c:pt>
                <c:pt idx="1522">
                  <c:v>45596</c:v>
                </c:pt>
                <c:pt idx="1523">
                  <c:v>45597</c:v>
                </c:pt>
                <c:pt idx="1524">
                  <c:v>45600</c:v>
                </c:pt>
                <c:pt idx="1525">
                  <c:v>45601</c:v>
                </c:pt>
                <c:pt idx="1526">
                  <c:v>45602</c:v>
                </c:pt>
                <c:pt idx="1527">
                  <c:v>45603</c:v>
                </c:pt>
                <c:pt idx="1528">
                  <c:v>45604</c:v>
                </c:pt>
                <c:pt idx="1529">
                  <c:v>45607</c:v>
                </c:pt>
                <c:pt idx="1530">
                  <c:v>45608</c:v>
                </c:pt>
                <c:pt idx="1531">
                  <c:v>45609</c:v>
                </c:pt>
                <c:pt idx="1532">
                  <c:v>45610</c:v>
                </c:pt>
                <c:pt idx="1533">
                  <c:v>45611</c:v>
                </c:pt>
                <c:pt idx="1534">
                  <c:v>45614</c:v>
                </c:pt>
                <c:pt idx="1535">
                  <c:v>45615</c:v>
                </c:pt>
                <c:pt idx="1536">
                  <c:v>45616</c:v>
                </c:pt>
                <c:pt idx="1537">
                  <c:v>45617</c:v>
                </c:pt>
                <c:pt idx="1538">
                  <c:v>45618</c:v>
                </c:pt>
                <c:pt idx="1539">
                  <c:v>45621</c:v>
                </c:pt>
                <c:pt idx="1540">
                  <c:v>45622</c:v>
                </c:pt>
                <c:pt idx="1541">
                  <c:v>45623</c:v>
                </c:pt>
                <c:pt idx="1542">
                  <c:v>45624</c:v>
                </c:pt>
                <c:pt idx="1543">
                  <c:v>45625</c:v>
                </c:pt>
                <c:pt idx="1544">
                  <c:v>45628</c:v>
                </c:pt>
                <c:pt idx="1545">
                  <c:v>45629</c:v>
                </c:pt>
                <c:pt idx="1546">
                  <c:v>45630</c:v>
                </c:pt>
                <c:pt idx="1547">
                  <c:v>45631</c:v>
                </c:pt>
                <c:pt idx="1548">
                  <c:v>45632</c:v>
                </c:pt>
                <c:pt idx="1549">
                  <c:v>45635</c:v>
                </c:pt>
                <c:pt idx="1550">
                  <c:v>45636</c:v>
                </c:pt>
                <c:pt idx="1551">
                  <c:v>45637</c:v>
                </c:pt>
                <c:pt idx="1552">
                  <c:v>45638</c:v>
                </c:pt>
                <c:pt idx="1553">
                  <c:v>45639</c:v>
                </c:pt>
                <c:pt idx="1554">
                  <c:v>45642</c:v>
                </c:pt>
                <c:pt idx="1555">
                  <c:v>45643</c:v>
                </c:pt>
                <c:pt idx="1556">
                  <c:v>45644</c:v>
                </c:pt>
                <c:pt idx="1557">
                  <c:v>45645</c:v>
                </c:pt>
                <c:pt idx="1558">
                  <c:v>45646</c:v>
                </c:pt>
                <c:pt idx="1559">
                  <c:v>45649</c:v>
                </c:pt>
                <c:pt idx="1560">
                  <c:v>45650</c:v>
                </c:pt>
                <c:pt idx="1561">
                  <c:v>45651</c:v>
                </c:pt>
                <c:pt idx="1562">
                  <c:v>45652</c:v>
                </c:pt>
                <c:pt idx="1563">
                  <c:v>45653</c:v>
                </c:pt>
                <c:pt idx="1564">
                  <c:v>45656</c:v>
                </c:pt>
                <c:pt idx="1565">
                  <c:v>45657</c:v>
                </c:pt>
                <c:pt idx="1566">
                  <c:v>45658</c:v>
                </c:pt>
                <c:pt idx="1567">
                  <c:v>45659</c:v>
                </c:pt>
                <c:pt idx="1568">
                  <c:v>45660</c:v>
                </c:pt>
                <c:pt idx="1569">
                  <c:v>45663</c:v>
                </c:pt>
                <c:pt idx="1570">
                  <c:v>45664</c:v>
                </c:pt>
                <c:pt idx="1571">
                  <c:v>45665</c:v>
                </c:pt>
                <c:pt idx="1572">
                  <c:v>45666</c:v>
                </c:pt>
                <c:pt idx="1573">
                  <c:v>45667</c:v>
                </c:pt>
                <c:pt idx="1574">
                  <c:v>45670</c:v>
                </c:pt>
                <c:pt idx="1575">
                  <c:v>45671</c:v>
                </c:pt>
                <c:pt idx="1576">
                  <c:v>45672</c:v>
                </c:pt>
                <c:pt idx="1577">
                  <c:v>45673</c:v>
                </c:pt>
                <c:pt idx="1578">
                  <c:v>45674</c:v>
                </c:pt>
                <c:pt idx="1579">
                  <c:v>45677</c:v>
                </c:pt>
                <c:pt idx="1580">
                  <c:v>45678</c:v>
                </c:pt>
                <c:pt idx="1581">
                  <c:v>45679</c:v>
                </c:pt>
                <c:pt idx="1582">
                  <c:v>45680</c:v>
                </c:pt>
                <c:pt idx="1583">
                  <c:v>45681</c:v>
                </c:pt>
                <c:pt idx="1584">
                  <c:v>45684</c:v>
                </c:pt>
                <c:pt idx="1585">
                  <c:v>45685</c:v>
                </c:pt>
                <c:pt idx="1586">
                  <c:v>45686</c:v>
                </c:pt>
                <c:pt idx="1587">
                  <c:v>45687</c:v>
                </c:pt>
                <c:pt idx="1588">
                  <c:v>45688</c:v>
                </c:pt>
                <c:pt idx="1589">
                  <c:v>45691</c:v>
                </c:pt>
                <c:pt idx="1590">
                  <c:v>45692</c:v>
                </c:pt>
                <c:pt idx="1591">
                  <c:v>45693</c:v>
                </c:pt>
                <c:pt idx="1592">
                  <c:v>45694</c:v>
                </c:pt>
                <c:pt idx="1593">
                  <c:v>45695</c:v>
                </c:pt>
                <c:pt idx="1594">
                  <c:v>45698</c:v>
                </c:pt>
                <c:pt idx="1595">
                  <c:v>45699</c:v>
                </c:pt>
                <c:pt idx="1596">
                  <c:v>45700</c:v>
                </c:pt>
                <c:pt idx="1597">
                  <c:v>45701</c:v>
                </c:pt>
                <c:pt idx="1598">
                  <c:v>45702</c:v>
                </c:pt>
                <c:pt idx="1599">
                  <c:v>45705</c:v>
                </c:pt>
                <c:pt idx="1600">
                  <c:v>45706</c:v>
                </c:pt>
                <c:pt idx="1601">
                  <c:v>45707</c:v>
                </c:pt>
                <c:pt idx="1602">
                  <c:v>45708</c:v>
                </c:pt>
                <c:pt idx="1603">
                  <c:v>45709</c:v>
                </c:pt>
                <c:pt idx="1604">
                  <c:v>45712</c:v>
                </c:pt>
                <c:pt idx="1605">
                  <c:v>45713</c:v>
                </c:pt>
                <c:pt idx="1606">
                  <c:v>45714</c:v>
                </c:pt>
                <c:pt idx="1607">
                  <c:v>45715</c:v>
                </c:pt>
                <c:pt idx="1608">
                  <c:v>45716</c:v>
                </c:pt>
                <c:pt idx="1609">
                  <c:v>45719</c:v>
                </c:pt>
                <c:pt idx="1610">
                  <c:v>45720</c:v>
                </c:pt>
                <c:pt idx="1611">
                  <c:v>45721</c:v>
                </c:pt>
                <c:pt idx="1612">
                  <c:v>45722</c:v>
                </c:pt>
                <c:pt idx="1613">
                  <c:v>45723</c:v>
                </c:pt>
                <c:pt idx="1614">
                  <c:v>45726</c:v>
                </c:pt>
                <c:pt idx="1615">
                  <c:v>45727</c:v>
                </c:pt>
                <c:pt idx="1616">
                  <c:v>45728</c:v>
                </c:pt>
                <c:pt idx="1617">
                  <c:v>45729</c:v>
                </c:pt>
                <c:pt idx="1618">
                  <c:v>45730</c:v>
                </c:pt>
                <c:pt idx="1619">
                  <c:v>45733</c:v>
                </c:pt>
                <c:pt idx="1620">
                  <c:v>45734</c:v>
                </c:pt>
                <c:pt idx="1621">
                  <c:v>45735</c:v>
                </c:pt>
                <c:pt idx="1622">
                  <c:v>45736</c:v>
                </c:pt>
                <c:pt idx="1623">
                  <c:v>45737</c:v>
                </c:pt>
                <c:pt idx="1624">
                  <c:v>45740</c:v>
                </c:pt>
                <c:pt idx="1625">
                  <c:v>45741</c:v>
                </c:pt>
                <c:pt idx="1626">
                  <c:v>45742</c:v>
                </c:pt>
                <c:pt idx="1627">
                  <c:v>45743</c:v>
                </c:pt>
                <c:pt idx="1628">
                  <c:v>45744</c:v>
                </c:pt>
                <c:pt idx="1629">
                  <c:v>45747</c:v>
                </c:pt>
                <c:pt idx="1630">
                  <c:v>45748</c:v>
                </c:pt>
                <c:pt idx="1631">
                  <c:v>45749</c:v>
                </c:pt>
                <c:pt idx="1632">
                  <c:v>45750</c:v>
                </c:pt>
                <c:pt idx="1633">
                  <c:v>45751</c:v>
                </c:pt>
                <c:pt idx="1634">
                  <c:v>45754</c:v>
                </c:pt>
                <c:pt idx="1635">
                  <c:v>45755</c:v>
                </c:pt>
                <c:pt idx="1636">
                  <c:v>45756</c:v>
                </c:pt>
                <c:pt idx="1637">
                  <c:v>45757</c:v>
                </c:pt>
                <c:pt idx="1638">
                  <c:v>45758</c:v>
                </c:pt>
                <c:pt idx="1639">
                  <c:v>45761</c:v>
                </c:pt>
                <c:pt idx="1640">
                  <c:v>45762</c:v>
                </c:pt>
                <c:pt idx="1641">
                  <c:v>45763</c:v>
                </c:pt>
                <c:pt idx="1642">
                  <c:v>45764</c:v>
                </c:pt>
                <c:pt idx="1643">
                  <c:v>45765</c:v>
                </c:pt>
                <c:pt idx="1644">
                  <c:v>45768</c:v>
                </c:pt>
                <c:pt idx="1645">
                  <c:v>45769</c:v>
                </c:pt>
                <c:pt idx="1646">
                  <c:v>45770</c:v>
                </c:pt>
                <c:pt idx="1647">
                  <c:v>45771</c:v>
                </c:pt>
                <c:pt idx="1648">
                  <c:v>45772</c:v>
                </c:pt>
                <c:pt idx="1649">
                  <c:v>45775</c:v>
                </c:pt>
                <c:pt idx="1650">
                  <c:v>45776</c:v>
                </c:pt>
                <c:pt idx="1651">
                  <c:v>45777</c:v>
                </c:pt>
                <c:pt idx="1652">
                  <c:v>45778</c:v>
                </c:pt>
                <c:pt idx="1653">
                  <c:v>45779</c:v>
                </c:pt>
                <c:pt idx="1654">
                  <c:v>45782</c:v>
                </c:pt>
                <c:pt idx="1655">
                  <c:v>45783</c:v>
                </c:pt>
                <c:pt idx="1656">
                  <c:v>45784</c:v>
                </c:pt>
                <c:pt idx="1657">
                  <c:v>45785</c:v>
                </c:pt>
                <c:pt idx="1658">
                  <c:v>45786</c:v>
                </c:pt>
                <c:pt idx="1659">
                  <c:v>45789</c:v>
                </c:pt>
                <c:pt idx="1660">
                  <c:v>45790</c:v>
                </c:pt>
                <c:pt idx="1661">
                  <c:v>45791</c:v>
                </c:pt>
                <c:pt idx="1662">
                  <c:v>45792</c:v>
                </c:pt>
                <c:pt idx="1663">
                  <c:v>45793</c:v>
                </c:pt>
                <c:pt idx="1664">
                  <c:v>45796</c:v>
                </c:pt>
                <c:pt idx="1665">
                  <c:v>45797</c:v>
                </c:pt>
                <c:pt idx="1666">
                  <c:v>45798</c:v>
                </c:pt>
                <c:pt idx="1667">
                  <c:v>45799</c:v>
                </c:pt>
                <c:pt idx="1668">
                  <c:v>45800</c:v>
                </c:pt>
                <c:pt idx="1669">
                  <c:v>45803</c:v>
                </c:pt>
                <c:pt idx="1670">
                  <c:v>45804</c:v>
                </c:pt>
                <c:pt idx="1671">
                  <c:v>45805</c:v>
                </c:pt>
                <c:pt idx="1672">
                  <c:v>45806</c:v>
                </c:pt>
                <c:pt idx="1673">
                  <c:v>45807</c:v>
                </c:pt>
                <c:pt idx="1674">
                  <c:v>45810</c:v>
                </c:pt>
                <c:pt idx="1675">
                  <c:v>45811</c:v>
                </c:pt>
                <c:pt idx="1676">
                  <c:v>45812</c:v>
                </c:pt>
                <c:pt idx="1677">
                  <c:v>45813</c:v>
                </c:pt>
                <c:pt idx="1678">
                  <c:v>45814</c:v>
                </c:pt>
                <c:pt idx="1679">
                  <c:v>45817</c:v>
                </c:pt>
                <c:pt idx="1680">
                  <c:v>45818</c:v>
                </c:pt>
                <c:pt idx="1681">
                  <c:v>45819</c:v>
                </c:pt>
                <c:pt idx="1682">
                  <c:v>45820</c:v>
                </c:pt>
                <c:pt idx="1683">
                  <c:v>45821</c:v>
                </c:pt>
                <c:pt idx="1684">
                  <c:v>45824</c:v>
                </c:pt>
                <c:pt idx="1685">
                  <c:v>45825</c:v>
                </c:pt>
                <c:pt idx="1686">
                  <c:v>45826</c:v>
                </c:pt>
                <c:pt idx="1687">
                  <c:v>45827</c:v>
                </c:pt>
                <c:pt idx="1688">
                  <c:v>45828</c:v>
                </c:pt>
                <c:pt idx="1689">
                  <c:v>45831</c:v>
                </c:pt>
                <c:pt idx="1690">
                  <c:v>45832</c:v>
                </c:pt>
                <c:pt idx="1691">
                  <c:v>45833</c:v>
                </c:pt>
                <c:pt idx="1692">
                  <c:v>45834</c:v>
                </c:pt>
                <c:pt idx="1693">
                  <c:v>45835</c:v>
                </c:pt>
                <c:pt idx="1694">
                  <c:v>45838</c:v>
                </c:pt>
                <c:pt idx="1695">
                  <c:v>45839</c:v>
                </c:pt>
                <c:pt idx="1696">
                  <c:v>45840</c:v>
                </c:pt>
                <c:pt idx="1697">
                  <c:v>45841</c:v>
                </c:pt>
                <c:pt idx="1698">
                  <c:v>45842</c:v>
                </c:pt>
                <c:pt idx="1699">
                  <c:v>45845</c:v>
                </c:pt>
                <c:pt idx="1700">
                  <c:v>45846</c:v>
                </c:pt>
                <c:pt idx="1701">
                  <c:v>45847</c:v>
                </c:pt>
                <c:pt idx="1702">
                  <c:v>45848</c:v>
                </c:pt>
                <c:pt idx="1703">
                  <c:v>45849</c:v>
                </c:pt>
                <c:pt idx="1704">
                  <c:v>45852</c:v>
                </c:pt>
                <c:pt idx="1705">
                  <c:v>45853</c:v>
                </c:pt>
                <c:pt idx="1706">
                  <c:v>45854</c:v>
                </c:pt>
                <c:pt idx="1707">
                  <c:v>45855</c:v>
                </c:pt>
                <c:pt idx="1708">
                  <c:v>45856</c:v>
                </c:pt>
                <c:pt idx="1709">
                  <c:v>45859</c:v>
                </c:pt>
                <c:pt idx="1710">
                  <c:v>45860</c:v>
                </c:pt>
                <c:pt idx="1711">
                  <c:v>45861</c:v>
                </c:pt>
                <c:pt idx="1712">
                  <c:v>45862</c:v>
                </c:pt>
                <c:pt idx="1713">
                  <c:v>45863</c:v>
                </c:pt>
                <c:pt idx="1714">
                  <c:v>45866</c:v>
                </c:pt>
                <c:pt idx="1715">
                  <c:v>45867</c:v>
                </c:pt>
                <c:pt idx="1716">
                  <c:v>45868</c:v>
                </c:pt>
                <c:pt idx="1717">
                  <c:v>45869</c:v>
                </c:pt>
                <c:pt idx="1718">
                  <c:v>45870</c:v>
                </c:pt>
                <c:pt idx="1719">
                  <c:v>45873</c:v>
                </c:pt>
                <c:pt idx="1720">
                  <c:v>45874</c:v>
                </c:pt>
                <c:pt idx="1721">
                  <c:v>45875</c:v>
                </c:pt>
                <c:pt idx="1722">
                  <c:v>45876</c:v>
                </c:pt>
                <c:pt idx="1723">
                  <c:v>45877</c:v>
                </c:pt>
                <c:pt idx="1724">
                  <c:v>45880</c:v>
                </c:pt>
                <c:pt idx="1725">
                  <c:v>45881</c:v>
                </c:pt>
                <c:pt idx="1726">
                  <c:v>45882</c:v>
                </c:pt>
                <c:pt idx="1727">
                  <c:v>45883</c:v>
                </c:pt>
                <c:pt idx="1728">
                  <c:v>45884</c:v>
                </c:pt>
                <c:pt idx="1729">
                  <c:v>45887</c:v>
                </c:pt>
                <c:pt idx="1730">
                  <c:v>45888</c:v>
                </c:pt>
                <c:pt idx="1731">
                  <c:v>45889</c:v>
                </c:pt>
                <c:pt idx="1732">
                  <c:v>45890</c:v>
                </c:pt>
                <c:pt idx="1733">
                  <c:v>45891</c:v>
                </c:pt>
                <c:pt idx="1734">
                  <c:v>45894</c:v>
                </c:pt>
                <c:pt idx="1735">
                  <c:v>45895</c:v>
                </c:pt>
                <c:pt idx="1736">
                  <c:v>45896</c:v>
                </c:pt>
                <c:pt idx="1737">
                  <c:v>45897</c:v>
                </c:pt>
                <c:pt idx="1738">
                  <c:v>45898</c:v>
                </c:pt>
                <c:pt idx="1739">
                  <c:v>45901</c:v>
                </c:pt>
                <c:pt idx="1740">
                  <c:v>45902</c:v>
                </c:pt>
                <c:pt idx="1741">
                  <c:v>45903</c:v>
                </c:pt>
                <c:pt idx="1742">
                  <c:v>45904</c:v>
                </c:pt>
                <c:pt idx="1743">
                  <c:v>45905</c:v>
                </c:pt>
                <c:pt idx="1744">
                  <c:v>45908</c:v>
                </c:pt>
                <c:pt idx="1745">
                  <c:v>45909</c:v>
                </c:pt>
                <c:pt idx="1746">
                  <c:v>45910</c:v>
                </c:pt>
                <c:pt idx="1747">
                  <c:v>45911</c:v>
                </c:pt>
                <c:pt idx="1748">
                  <c:v>45912</c:v>
                </c:pt>
                <c:pt idx="1749">
                  <c:v>45915</c:v>
                </c:pt>
                <c:pt idx="1750">
                  <c:v>45916</c:v>
                </c:pt>
                <c:pt idx="1751">
                  <c:v>45917</c:v>
                </c:pt>
                <c:pt idx="1752">
                  <c:v>45918</c:v>
                </c:pt>
                <c:pt idx="1753">
                  <c:v>45919</c:v>
                </c:pt>
                <c:pt idx="1754">
                  <c:v>45922</c:v>
                </c:pt>
                <c:pt idx="1755">
                  <c:v>45923</c:v>
                </c:pt>
                <c:pt idx="1756">
                  <c:v>45924</c:v>
                </c:pt>
                <c:pt idx="1757">
                  <c:v>45925</c:v>
                </c:pt>
                <c:pt idx="1758">
                  <c:v>45926</c:v>
                </c:pt>
                <c:pt idx="1759">
                  <c:v>45929</c:v>
                </c:pt>
                <c:pt idx="1760">
                  <c:v>45930</c:v>
                </c:pt>
                <c:pt idx="1761">
                  <c:v>45931</c:v>
                </c:pt>
                <c:pt idx="1762">
                  <c:v>45932</c:v>
                </c:pt>
                <c:pt idx="1763">
                  <c:v>45933</c:v>
                </c:pt>
                <c:pt idx="1764">
                  <c:v>45936</c:v>
                </c:pt>
                <c:pt idx="1765">
                  <c:v>45937</c:v>
                </c:pt>
                <c:pt idx="1766">
                  <c:v>45938</c:v>
                </c:pt>
                <c:pt idx="1767">
                  <c:v>45939</c:v>
                </c:pt>
                <c:pt idx="1768">
                  <c:v>45940</c:v>
                </c:pt>
                <c:pt idx="1769">
                  <c:v>45943</c:v>
                </c:pt>
                <c:pt idx="1770">
                  <c:v>45944</c:v>
                </c:pt>
                <c:pt idx="1771">
                  <c:v>45945</c:v>
                </c:pt>
                <c:pt idx="1772">
                  <c:v>45946</c:v>
                </c:pt>
                <c:pt idx="1773">
                  <c:v>45947</c:v>
                </c:pt>
                <c:pt idx="1774">
                  <c:v>45950</c:v>
                </c:pt>
                <c:pt idx="1775">
                  <c:v>45951</c:v>
                </c:pt>
                <c:pt idx="1776">
                  <c:v>45952</c:v>
                </c:pt>
                <c:pt idx="1777">
                  <c:v>45953</c:v>
                </c:pt>
                <c:pt idx="1778">
                  <c:v>45954</c:v>
                </c:pt>
                <c:pt idx="1779">
                  <c:v>45957</c:v>
                </c:pt>
                <c:pt idx="1780">
                  <c:v>45958</c:v>
                </c:pt>
                <c:pt idx="1781">
                  <c:v>45959</c:v>
                </c:pt>
                <c:pt idx="1782">
                  <c:v>45960</c:v>
                </c:pt>
                <c:pt idx="1783">
                  <c:v>45961</c:v>
                </c:pt>
                <c:pt idx="1784">
                  <c:v>45964</c:v>
                </c:pt>
                <c:pt idx="1785">
                  <c:v>45965</c:v>
                </c:pt>
                <c:pt idx="1786">
                  <c:v>45966</c:v>
                </c:pt>
                <c:pt idx="1787">
                  <c:v>45967</c:v>
                </c:pt>
                <c:pt idx="1788">
                  <c:v>45968</c:v>
                </c:pt>
                <c:pt idx="1789">
                  <c:v>45971</c:v>
                </c:pt>
                <c:pt idx="1790">
                  <c:v>45972</c:v>
                </c:pt>
                <c:pt idx="1791">
                  <c:v>45973</c:v>
                </c:pt>
                <c:pt idx="1792">
                  <c:v>45974</c:v>
                </c:pt>
                <c:pt idx="1793">
                  <c:v>45975</c:v>
                </c:pt>
                <c:pt idx="1794">
                  <c:v>45978</c:v>
                </c:pt>
                <c:pt idx="1795">
                  <c:v>45979</c:v>
                </c:pt>
                <c:pt idx="1796">
                  <c:v>45980</c:v>
                </c:pt>
                <c:pt idx="1797">
                  <c:v>45981</c:v>
                </c:pt>
                <c:pt idx="1798">
                  <c:v>45982</c:v>
                </c:pt>
                <c:pt idx="1799">
                  <c:v>45985</c:v>
                </c:pt>
                <c:pt idx="1800">
                  <c:v>45986</c:v>
                </c:pt>
                <c:pt idx="1801">
                  <c:v>45987</c:v>
                </c:pt>
                <c:pt idx="1802">
                  <c:v>45988</c:v>
                </c:pt>
                <c:pt idx="1803">
                  <c:v>45989</c:v>
                </c:pt>
                <c:pt idx="1804">
                  <c:v>45992</c:v>
                </c:pt>
                <c:pt idx="1805">
                  <c:v>45993</c:v>
                </c:pt>
                <c:pt idx="1806">
                  <c:v>45994</c:v>
                </c:pt>
                <c:pt idx="1807">
                  <c:v>45995</c:v>
                </c:pt>
                <c:pt idx="1808">
                  <c:v>45996</c:v>
                </c:pt>
                <c:pt idx="1809">
                  <c:v>45999</c:v>
                </c:pt>
                <c:pt idx="1810">
                  <c:v>46000</c:v>
                </c:pt>
                <c:pt idx="1811">
                  <c:v>46001</c:v>
                </c:pt>
                <c:pt idx="1812">
                  <c:v>46002</c:v>
                </c:pt>
                <c:pt idx="1813">
                  <c:v>46003</c:v>
                </c:pt>
                <c:pt idx="1814">
                  <c:v>46006</c:v>
                </c:pt>
                <c:pt idx="1815">
                  <c:v>46007</c:v>
                </c:pt>
                <c:pt idx="1816">
                  <c:v>46008</c:v>
                </c:pt>
                <c:pt idx="1817">
                  <c:v>46009</c:v>
                </c:pt>
                <c:pt idx="1818">
                  <c:v>46010</c:v>
                </c:pt>
                <c:pt idx="1819">
                  <c:v>46013</c:v>
                </c:pt>
                <c:pt idx="1820">
                  <c:v>46014</c:v>
                </c:pt>
                <c:pt idx="1821">
                  <c:v>46015</c:v>
                </c:pt>
                <c:pt idx="1822">
                  <c:v>46020</c:v>
                </c:pt>
                <c:pt idx="1823">
                  <c:v>46021</c:v>
                </c:pt>
                <c:pt idx="1824">
                  <c:v>46022</c:v>
                </c:pt>
                <c:pt idx="1825">
                  <c:v>46024</c:v>
                </c:pt>
                <c:pt idx="1826">
                  <c:v>46027</c:v>
                </c:pt>
                <c:pt idx="1827">
                  <c:v>46028</c:v>
                </c:pt>
                <c:pt idx="1828">
                  <c:v>46029</c:v>
                </c:pt>
                <c:pt idx="1829">
                  <c:v>46030</c:v>
                </c:pt>
                <c:pt idx="1830">
                  <c:v>46031</c:v>
                </c:pt>
                <c:pt idx="1831">
                  <c:v>46034</c:v>
                </c:pt>
                <c:pt idx="1832">
                  <c:v>46035</c:v>
                </c:pt>
                <c:pt idx="1833">
                  <c:v>46036</c:v>
                </c:pt>
                <c:pt idx="1834">
                  <c:v>46037</c:v>
                </c:pt>
                <c:pt idx="1835">
                  <c:v>46041</c:v>
                </c:pt>
                <c:pt idx="1836">
                  <c:v>46042</c:v>
                </c:pt>
                <c:pt idx="1837">
                  <c:v>46043</c:v>
                </c:pt>
                <c:pt idx="1838">
                  <c:v>46044</c:v>
                </c:pt>
                <c:pt idx="1839">
                  <c:v>46045</c:v>
                </c:pt>
                <c:pt idx="1840">
                  <c:v>46048</c:v>
                </c:pt>
                <c:pt idx="1841">
                  <c:v>46049</c:v>
                </c:pt>
                <c:pt idx="1842">
                  <c:v>46050</c:v>
                </c:pt>
                <c:pt idx="1843">
                  <c:v>46051</c:v>
                </c:pt>
                <c:pt idx="1844">
                  <c:v>46052</c:v>
                </c:pt>
                <c:pt idx="1845">
                  <c:v>46055</c:v>
                </c:pt>
                <c:pt idx="1846">
                  <c:v>46056</c:v>
                </c:pt>
                <c:pt idx="1847">
                  <c:v>46057</c:v>
                </c:pt>
                <c:pt idx="1848">
                  <c:v>46058</c:v>
                </c:pt>
                <c:pt idx="1849">
                  <c:v>46059</c:v>
                </c:pt>
                <c:pt idx="1850">
                  <c:v>46062</c:v>
                </c:pt>
                <c:pt idx="1851">
                  <c:v>46063</c:v>
                </c:pt>
                <c:pt idx="1852">
                  <c:v>46064</c:v>
                </c:pt>
                <c:pt idx="1853">
                  <c:v>46065</c:v>
                </c:pt>
                <c:pt idx="1854">
                  <c:v>46066</c:v>
                </c:pt>
                <c:pt idx="1855">
                  <c:v>46071</c:v>
                </c:pt>
                <c:pt idx="1856">
                  <c:v>46072</c:v>
                </c:pt>
                <c:pt idx="1857">
                  <c:v>46073</c:v>
                </c:pt>
                <c:pt idx="1858">
                  <c:v>46076</c:v>
                </c:pt>
                <c:pt idx="1859">
                  <c:v>46077</c:v>
                </c:pt>
                <c:pt idx="1860">
                  <c:v>46078</c:v>
                </c:pt>
                <c:pt idx="1861">
                  <c:v>46079</c:v>
                </c:pt>
                <c:pt idx="1862">
                  <c:v>46080</c:v>
                </c:pt>
                <c:pt idx="1863">
                  <c:v>46083</c:v>
                </c:pt>
                <c:pt idx="1864">
                  <c:v>46084</c:v>
                </c:pt>
                <c:pt idx="1865">
                  <c:v>46085</c:v>
                </c:pt>
                <c:pt idx="1866">
                  <c:v>46086</c:v>
                </c:pt>
                <c:pt idx="1867">
                  <c:v>46087</c:v>
                </c:pt>
                <c:pt idx="1868">
                  <c:v>46090</c:v>
                </c:pt>
                <c:pt idx="1869">
                  <c:v>46091</c:v>
                </c:pt>
                <c:pt idx="1870">
                  <c:v>46092</c:v>
                </c:pt>
                <c:pt idx="1871">
                  <c:v>46093</c:v>
                </c:pt>
                <c:pt idx="1872">
                  <c:v>46094</c:v>
                </c:pt>
                <c:pt idx="1873">
                  <c:v>46097</c:v>
                </c:pt>
                <c:pt idx="1874">
                  <c:v>46098</c:v>
                </c:pt>
                <c:pt idx="1875">
                  <c:v>46106</c:v>
                </c:pt>
                <c:pt idx="1876">
                  <c:v>46107</c:v>
                </c:pt>
                <c:pt idx="1877">
                  <c:v>46108</c:v>
                </c:pt>
                <c:pt idx="1878">
                  <c:v>46111</c:v>
                </c:pt>
                <c:pt idx="1879">
                  <c:v>46112</c:v>
                </c:pt>
                <c:pt idx="1880">
                  <c:v>46113</c:v>
                </c:pt>
                <c:pt idx="1881">
                  <c:v>46114</c:v>
                </c:pt>
                <c:pt idx="1882">
                  <c:v>46118</c:v>
                </c:pt>
                <c:pt idx="1883">
                  <c:v>46119</c:v>
                </c:pt>
                <c:pt idx="1884">
                  <c:v>46120</c:v>
                </c:pt>
                <c:pt idx="1885">
                  <c:v>46121</c:v>
                </c:pt>
                <c:pt idx="1886">
                  <c:v>46122</c:v>
                </c:pt>
                <c:pt idx="1887">
                  <c:v>46125</c:v>
                </c:pt>
                <c:pt idx="1888">
                  <c:v>46126</c:v>
                </c:pt>
                <c:pt idx="1889">
                  <c:v>46127</c:v>
                </c:pt>
                <c:pt idx="1890">
                  <c:v>46128</c:v>
                </c:pt>
                <c:pt idx="1891">
                  <c:v>46129</c:v>
                </c:pt>
                <c:pt idx="1892">
                  <c:v>46132</c:v>
                </c:pt>
                <c:pt idx="1893">
                  <c:v>46133</c:v>
                </c:pt>
                <c:pt idx="1894">
                  <c:v>46134</c:v>
                </c:pt>
                <c:pt idx="1895">
                  <c:v>46135</c:v>
                </c:pt>
                <c:pt idx="1896">
                  <c:v>46136</c:v>
                </c:pt>
                <c:pt idx="1897">
                  <c:v>46139</c:v>
                </c:pt>
                <c:pt idx="1898">
                  <c:v>46140</c:v>
                </c:pt>
                <c:pt idx="1899">
                  <c:v>46141</c:v>
                </c:pt>
                <c:pt idx="1900">
                  <c:v>46142</c:v>
                </c:pt>
                <c:pt idx="1901">
                  <c:v>46146</c:v>
                </c:pt>
                <c:pt idx="1902">
                  <c:v>46147</c:v>
                </c:pt>
                <c:pt idx="1903">
                  <c:v>46148</c:v>
                </c:pt>
                <c:pt idx="1904">
                  <c:v>46149</c:v>
                </c:pt>
                <c:pt idx="1905">
                  <c:v>46150</c:v>
                </c:pt>
                <c:pt idx="1906">
                  <c:v>46153</c:v>
                </c:pt>
                <c:pt idx="1907">
                  <c:v>46154</c:v>
                </c:pt>
                <c:pt idx="1908">
                  <c:v>46155</c:v>
                </c:pt>
                <c:pt idx="1909">
                  <c:v>46160</c:v>
                </c:pt>
                <c:pt idx="1910">
                  <c:v>46161</c:v>
                </c:pt>
                <c:pt idx="1911">
                  <c:v>46162</c:v>
                </c:pt>
                <c:pt idx="1912">
                  <c:v>46163</c:v>
                </c:pt>
                <c:pt idx="1913">
                  <c:v>46164</c:v>
                </c:pt>
                <c:pt idx="1914">
                  <c:v>46167</c:v>
                </c:pt>
                <c:pt idx="1915">
                  <c:v>46168</c:v>
                </c:pt>
                <c:pt idx="1916">
                  <c:v>46171</c:v>
                </c:pt>
                <c:pt idx="1917">
                  <c:v>46174</c:v>
                </c:pt>
                <c:pt idx="1918">
                  <c:v>46175</c:v>
                </c:pt>
                <c:pt idx="1919">
                  <c:v>46176</c:v>
                </c:pt>
                <c:pt idx="1920">
                  <c:v>46177</c:v>
                </c:pt>
                <c:pt idx="1921">
                  <c:v>46178</c:v>
                </c:pt>
                <c:pt idx="1922">
                  <c:v>46181</c:v>
                </c:pt>
                <c:pt idx="1923">
                  <c:v>46182</c:v>
                </c:pt>
                <c:pt idx="1924">
                  <c:v>46183</c:v>
                </c:pt>
                <c:pt idx="1925">
                  <c:v>46184</c:v>
                </c:pt>
                <c:pt idx="1926">
                  <c:v>46185</c:v>
                </c:pt>
                <c:pt idx="1927">
                  <c:v>46188</c:v>
                </c:pt>
                <c:pt idx="1928">
                  <c:v>46190</c:v>
                </c:pt>
                <c:pt idx="1929">
                  <c:v>46191</c:v>
                </c:pt>
                <c:pt idx="1930">
                  <c:v>46192</c:v>
                </c:pt>
                <c:pt idx="1931">
                  <c:v>46195</c:v>
                </c:pt>
                <c:pt idx="1932">
                  <c:v>46196</c:v>
                </c:pt>
                <c:pt idx="1933">
                  <c:v>46197</c:v>
                </c:pt>
                <c:pt idx="1934">
                  <c:v>46198</c:v>
                </c:pt>
                <c:pt idx="1935">
                  <c:v>46199</c:v>
                </c:pt>
                <c:pt idx="1936">
                  <c:v>46202</c:v>
                </c:pt>
                <c:pt idx="1937">
                  <c:v>46203</c:v>
                </c:pt>
                <c:pt idx="1938">
                  <c:v>46204</c:v>
                </c:pt>
                <c:pt idx="1939">
                  <c:v>46205</c:v>
                </c:pt>
                <c:pt idx="1940">
                  <c:v>46206</c:v>
                </c:pt>
                <c:pt idx="1941">
                  <c:v>46209</c:v>
                </c:pt>
                <c:pt idx="1942">
                  <c:v>46210</c:v>
                </c:pt>
                <c:pt idx="1943">
                  <c:v>46211</c:v>
                </c:pt>
                <c:pt idx="1944">
                  <c:v>46212</c:v>
                </c:pt>
                <c:pt idx="1945">
                  <c:v>46213</c:v>
                </c:pt>
                <c:pt idx="1946">
                  <c:v>46216</c:v>
                </c:pt>
                <c:pt idx="1947">
                  <c:v>46217</c:v>
                </c:pt>
                <c:pt idx="1948">
                  <c:v>46218</c:v>
                </c:pt>
                <c:pt idx="1949">
                  <c:v>46219</c:v>
                </c:pt>
                <c:pt idx="1950">
                  <c:v>46220</c:v>
                </c:pt>
                <c:pt idx="1951">
                  <c:v>46223</c:v>
                </c:pt>
                <c:pt idx="1952">
                  <c:v>46224</c:v>
                </c:pt>
                <c:pt idx="1953">
                  <c:v>46225</c:v>
                </c:pt>
                <c:pt idx="1954">
                  <c:v>46226</c:v>
                </c:pt>
                <c:pt idx="1955">
                  <c:v>46227</c:v>
                </c:pt>
                <c:pt idx="1956">
                  <c:v>46230</c:v>
                </c:pt>
                <c:pt idx="1957">
                  <c:v>46231</c:v>
                </c:pt>
                <c:pt idx="1958">
                  <c:v>46232</c:v>
                </c:pt>
                <c:pt idx="1959">
                  <c:v>46233</c:v>
                </c:pt>
                <c:pt idx="1960">
                  <c:v>46234</c:v>
                </c:pt>
                <c:pt idx="1961">
                  <c:v>46237</c:v>
                </c:pt>
                <c:pt idx="1962">
                  <c:v>46238</c:v>
                </c:pt>
                <c:pt idx="1963">
                  <c:v>46239</c:v>
                </c:pt>
                <c:pt idx="1964">
                  <c:v>46240</c:v>
                </c:pt>
                <c:pt idx="1965">
                  <c:v>46241</c:v>
                </c:pt>
                <c:pt idx="1966">
                  <c:v>46244</c:v>
                </c:pt>
                <c:pt idx="1967">
                  <c:v>46245</c:v>
                </c:pt>
                <c:pt idx="1968">
                  <c:v>46246</c:v>
                </c:pt>
                <c:pt idx="1969">
                  <c:v>46247</c:v>
                </c:pt>
                <c:pt idx="1970">
                  <c:v>46248</c:v>
                </c:pt>
                <c:pt idx="1971">
                  <c:v>46252</c:v>
                </c:pt>
                <c:pt idx="1972">
                  <c:v>46253</c:v>
                </c:pt>
                <c:pt idx="1973">
                  <c:v>46254</c:v>
                </c:pt>
                <c:pt idx="1974">
                  <c:v>46255</c:v>
                </c:pt>
                <c:pt idx="1975">
                  <c:v>46258</c:v>
                </c:pt>
                <c:pt idx="1976">
                  <c:v>46260</c:v>
                </c:pt>
                <c:pt idx="1977">
                  <c:v>46261</c:v>
                </c:pt>
                <c:pt idx="1978">
                  <c:v>46262</c:v>
                </c:pt>
                <c:pt idx="1979">
                  <c:v>46265</c:v>
                </c:pt>
                <c:pt idx="1980">
                  <c:v>46266</c:v>
                </c:pt>
                <c:pt idx="1981">
                  <c:v>46267</c:v>
                </c:pt>
                <c:pt idx="1982">
                  <c:v>46268</c:v>
                </c:pt>
                <c:pt idx="1983">
                  <c:v>46269</c:v>
                </c:pt>
                <c:pt idx="1984">
                  <c:v>46272</c:v>
                </c:pt>
                <c:pt idx="1985">
                  <c:v>46273</c:v>
                </c:pt>
                <c:pt idx="1986">
                  <c:v>46274</c:v>
                </c:pt>
                <c:pt idx="1987">
                  <c:v>46275</c:v>
                </c:pt>
                <c:pt idx="1988">
                  <c:v>46276</c:v>
                </c:pt>
                <c:pt idx="1989">
                  <c:v>46279</c:v>
                </c:pt>
                <c:pt idx="1990">
                  <c:v>46280</c:v>
                </c:pt>
                <c:pt idx="1991">
                  <c:v>46281</c:v>
                </c:pt>
                <c:pt idx="1992">
                  <c:v>46282</c:v>
                </c:pt>
                <c:pt idx="1993">
                  <c:v>46283</c:v>
                </c:pt>
                <c:pt idx="1994">
                  <c:v>46286</c:v>
                </c:pt>
                <c:pt idx="1995">
                  <c:v>46287</c:v>
                </c:pt>
                <c:pt idx="1996">
                  <c:v>46288</c:v>
                </c:pt>
                <c:pt idx="1997">
                  <c:v>46289</c:v>
                </c:pt>
                <c:pt idx="1998">
                  <c:v>46290</c:v>
                </c:pt>
                <c:pt idx="1999">
                  <c:v>46293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E58-415E-89C3-1E905CB773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5754624"/>
        <c:axId val="185738624"/>
      </c:lineChart>
      <c:dateAx>
        <c:axId val="185754624"/>
        <c:scaling>
          <c:orientation val="minMax"/>
          <c:min val="45522"/>
        </c:scaling>
        <c:delete val="0"/>
        <c:axPos val="b"/>
        <c:numFmt formatCode="[$-409]mmm\-yy;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85738624"/>
        <c:crosses val="autoZero"/>
        <c:auto val="1"/>
        <c:lblOffset val="100"/>
        <c:baseTimeUnit val="days"/>
        <c:majorUnit val="4"/>
        <c:majorTimeUnit val="months"/>
      </c:dateAx>
      <c:valAx>
        <c:axId val="185738624"/>
        <c:scaling>
          <c:orientation val="minMax"/>
          <c:max val="18300"/>
          <c:min val="15000"/>
        </c:scaling>
        <c:delete val="0"/>
        <c:axPos val="l"/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85754624"/>
        <c:crossesAt val="32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2"/>
        <c:delete val="1"/>
      </c:legendEntry>
      <c:layout>
        <c:manualLayout>
          <c:xMode val="edge"/>
          <c:yMode val="edge"/>
          <c:x val="0.14764317222829096"/>
          <c:y val="0.10774906670730787"/>
          <c:w val="0.6901850605538965"/>
          <c:h val="4.88956376185529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 err="1">
                <a:solidFill>
                  <a:schemeClr val="tx1"/>
                </a:solidFill>
              </a:rPr>
              <a:t>Koridor</a:t>
            </a:r>
            <a:r>
              <a:rPr lang="en-US" b="1">
                <a:solidFill>
                  <a:schemeClr val="tx1"/>
                </a:solidFill>
              </a:rPr>
              <a:t> Suku Bunga </a:t>
            </a:r>
            <a:r>
              <a:rPr lang="en-US" b="1" err="1">
                <a:solidFill>
                  <a:schemeClr val="tx1"/>
                </a:solidFill>
              </a:rPr>
              <a:t>Kebijakan</a:t>
            </a:r>
            <a:r>
              <a:rPr lang="en-US" b="1">
                <a:solidFill>
                  <a:schemeClr val="tx1"/>
                </a:solidFill>
              </a:rPr>
              <a:t> Bank Indonesia dan Suku Bunga Pasar Uang </a:t>
            </a:r>
            <a:r>
              <a:rPr lang="en-US" b="1" err="1">
                <a:solidFill>
                  <a:schemeClr val="tx1"/>
                </a:solidFill>
              </a:rPr>
              <a:t>Antarbank</a:t>
            </a:r>
            <a:endParaRPr lang="en-US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</a:t>
            </a:r>
            <a:r>
              <a:rPr lang="en-US" err="1">
                <a:solidFill>
                  <a:schemeClr val="tx1"/>
                </a:solidFill>
              </a:rPr>
              <a:t>persen</a:t>
            </a:r>
            <a:r>
              <a:rPr lang="en-US">
                <a:solidFill>
                  <a:schemeClr val="tx1"/>
                </a:solidFill>
              </a:rPr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9835162669990004E-2"/>
          <c:y val="0.20418348246595497"/>
          <c:w val="0.77717990549126414"/>
          <c:h val="0.6743715741824681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BI-Rate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083"/>
              <c:layout>
                <c:manualLayout>
                  <c:x val="2.8089008114544227E-2"/>
                  <c:y val="1.24579641803120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F01-44F8-9B43-0940E65ED090}"/>
                </c:ext>
              </c:extLst>
            </c:dLbl>
            <c:spPr>
              <a:solidFill>
                <a:srgbClr val="F0A22E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Sheet1!$A$2:$A$2162</c:f>
              <c:numCache>
                <c:formatCode>d\-mmm\-yy</c:formatCode>
                <c:ptCount val="2161"/>
                <c:pt idx="0">
                  <c:v>43102</c:v>
                </c:pt>
                <c:pt idx="1">
                  <c:v>43103</c:v>
                </c:pt>
                <c:pt idx="2">
                  <c:v>43104</c:v>
                </c:pt>
                <c:pt idx="3">
                  <c:v>43105</c:v>
                </c:pt>
                <c:pt idx="4">
                  <c:v>43108</c:v>
                </c:pt>
                <c:pt idx="5">
                  <c:v>43109</c:v>
                </c:pt>
                <c:pt idx="6">
                  <c:v>43110</c:v>
                </c:pt>
                <c:pt idx="7">
                  <c:v>43111</c:v>
                </c:pt>
                <c:pt idx="8">
                  <c:v>43112</c:v>
                </c:pt>
                <c:pt idx="9">
                  <c:v>43115</c:v>
                </c:pt>
                <c:pt idx="10">
                  <c:v>43116</c:v>
                </c:pt>
                <c:pt idx="11">
                  <c:v>43117</c:v>
                </c:pt>
                <c:pt idx="12">
                  <c:v>43118</c:v>
                </c:pt>
                <c:pt idx="13">
                  <c:v>43119</c:v>
                </c:pt>
                <c:pt idx="14">
                  <c:v>43122</c:v>
                </c:pt>
                <c:pt idx="15">
                  <c:v>43123</c:v>
                </c:pt>
                <c:pt idx="16">
                  <c:v>43124</c:v>
                </c:pt>
                <c:pt idx="17">
                  <c:v>43125</c:v>
                </c:pt>
                <c:pt idx="18">
                  <c:v>43126</c:v>
                </c:pt>
                <c:pt idx="19">
                  <c:v>43129</c:v>
                </c:pt>
                <c:pt idx="20">
                  <c:v>43130</c:v>
                </c:pt>
                <c:pt idx="21">
                  <c:v>43131</c:v>
                </c:pt>
                <c:pt idx="22">
                  <c:v>43132</c:v>
                </c:pt>
                <c:pt idx="23">
                  <c:v>43133</c:v>
                </c:pt>
                <c:pt idx="24">
                  <c:v>43136</c:v>
                </c:pt>
                <c:pt idx="25">
                  <c:v>43137</c:v>
                </c:pt>
                <c:pt idx="26">
                  <c:v>43138</c:v>
                </c:pt>
                <c:pt idx="27">
                  <c:v>43139</c:v>
                </c:pt>
                <c:pt idx="28">
                  <c:v>43140</c:v>
                </c:pt>
                <c:pt idx="29">
                  <c:v>43143</c:v>
                </c:pt>
                <c:pt idx="30">
                  <c:v>43144</c:v>
                </c:pt>
                <c:pt idx="31">
                  <c:v>43145</c:v>
                </c:pt>
                <c:pt idx="32">
                  <c:v>43146</c:v>
                </c:pt>
                <c:pt idx="33">
                  <c:v>43150</c:v>
                </c:pt>
                <c:pt idx="34">
                  <c:v>43151</c:v>
                </c:pt>
                <c:pt idx="35">
                  <c:v>43152</c:v>
                </c:pt>
                <c:pt idx="36">
                  <c:v>43153</c:v>
                </c:pt>
                <c:pt idx="37">
                  <c:v>43154</c:v>
                </c:pt>
                <c:pt idx="38">
                  <c:v>43157</c:v>
                </c:pt>
                <c:pt idx="39">
                  <c:v>43158</c:v>
                </c:pt>
                <c:pt idx="40">
                  <c:v>43159</c:v>
                </c:pt>
                <c:pt idx="41">
                  <c:v>43160</c:v>
                </c:pt>
                <c:pt idx="42">
                  <c:v>43161</c:v>
                </c:pt>
                <c:pt idx="43">
                  <c:v>43164</c:v>
                </c:pt>
                <c:pt idx="44">
                  <c:v>43165</c:v>
                </c:pt>
                <c:pt idx="45">
                  <c:v>43166</c:v>
                </c:pt>
                <c:pt idx="46">
                  <c:v>43167</c:v>
                </c:pt>
                <c:pt idx="47">
                  <c:v>43168</c:v>
                </c:pt>
                <c:pt idx="48">
                  <c:v>43171</c:v>
                </c:pt>
                <c:pt idx="49">
                  <c:v>43172</c:v>
                </c:pt>
                <c:pt idx="50">
                  <c:v>43173</c:v>
                </c:pt>
                <c:pt idx="51">
                  <c:v>43174</c:v>
                </c:pt>
                <c:pt idx="52">
                  <c:v>43175</c:v>
                </c:pt>
                <c:pt idx="53">
                  <c:v>43178</c:v>
                </c:pt>
                <c:pt idx="54">
                  <c:v>43179</c:v>
                </c:pt>
                <c:pt idx="55">
                  <c:v>43180</c:v>
                </c:pt>
                <c:pt idx="56">
                  <c:v>43181</c:v>
                </c:pt>
                <c:pt idx="57">
                  <c:v>43182</c:v>
                </c:pt>
                <c:pt idx="58">
                  <c:v>43185</c:v>
                </c:pt>
                <c:pt idx="59">
                  <c:v>43186</c:v>
                </c:pt>
                <c:pt idx="60">
                  <c:v>43187</c:v>
                </c:pt>
                <c:pt idx="61">
                  <c:v>43188</c:v>
                </c:pt>
                <c:pt idx="62">
                  <c:v>43192</c:v>
                </c:pt>
                <c:pt idx="63">
                  <c:v>43193</c:v>
                </c:pt>
                <c:pt idx="64">
                  <c:v>43194</c:v>
                </c:pt>
                <c:pt idx="65">
                  <c:v>43195</c:v>
                </c:pt>
                <c:pt idx="66">
                  <c:v>43196</c:v>
                </c:pt>
                <c:pt idx="67">
                  <c:v>43199</c:v>
                </c:pt>
                <c:pt idx="68">
                  <c:v>43200</c:v>
                </c:pt>
                <c:pt idx="69">
                  <c:v>43201</c:v>
                </c:pt>
                <c:pt idx="70">
                  <c:v>43202</c:v>
                </c:pt>
                <c:pt idx="71">
                  <c:v>43203</c:v>
                </c:pt>
                <c:pt idx="72">
                  <c:v>43206</c:v>
                </c:pt>
                <c:pt idx="73">
                  <c:v>43207</c:v>
                </c:pt>
                <c:pt idx="74">
                  <c:v>43208</c:v>
                </c:pt>
                <c:pt idx="75">
                  <c:v>43209</c:v>
                </c:pt>
                <c:pt idx="76">
                  <c:v>43210</c:v>
                </c:pt>
                <c:pt idx="77">
                  <c:v>43213</c:v>
                </c:pt>
                <c:pt idx="78">
                  <c:v>43214</c:v>
                </c:pt>
                <c:pt idx="79">
                  <c:v>43215</c:v>
                </c:pt>
                <c:pt idx="80">
                  <c:v>43216</c:v>
                </c:pt>
                <c:pt idx="81">
                  <c:v>43217</c:v>
                </c:pt>
                <c:pt idx="82">
                  <c:v>43220</c:v>
                </c:pt>
                <c:pt idx="83">
                  <c:v>43222</c:v>
                </c:pt>
                <c:pt idx="84">
                  <c:v>43223</c:v>
                </c:pt>
                <c:pt idx="85">
                  <c:v>43224</c:v>
                </c:pt>
                <c:pt idx="86">
                  <c:v>43227</c:v>
                </c:pt>
                <c:pt idx="87">
                  <c:v>43228</c:v>
                </c:pt>
                <c:pt idx="88">
                  <c:v>43229</c:v>
                </c:pt>
                <c:pt idx="89">
                  <c:v>43231</c:v>
                </c:pt>
                <c:pt idx="90">
                  <c:v>43234</c:v>
                </c:pt>
                <c:pt idx="91">
                  <c:v>43235</c:v>
                </c:pt>
                <c:pt idx="92">
                  <c:v>43236</c:v>
                </c:pt>
                <c:pt idx="93">
                  <c:v>43237</c:v>
                </c:pt>
                <c:pt idx="94">
                  <c:v>43238</c:v>
                </c:pt>
                <c:pt idx="95">
                  <c:v>43241</c:v>
                </c:pt>
                <c:pt idx="96">
                  <c:v>43242</c:v>
                </c:pt>
                <c:pt idx="97">
                  <c:v>43243</c:v>
                </c:pt>
                <c:pt idx="98">
                  <c:v>43244</c:v>
                </c:pt>
                <c:pt idx="99">
                  <c:v>43245</c:v>
                </c:pt>
                <c:pt idx="100">
                  <c:v>43248</c:v>
                </c:pt>
                <c:pt idx="101">
                  <c:v>43250</c:v>
                </c:pt>
                <c:pt idx="102">
                  <c:v>43251</c:v>
                </c:pt>
                <c:pt idx="103">
                  <c:v>43255</c:v>
                </c:pt>
                <c:pt idx="104">
                  <c:v>43256</c:v>
                </c:pt>
                <c:pt idx="105">
                  <c:v>43257</c:v>
                </c:pt>
                <c:pt idx="106">
                  <c:v>43258</c:v>
                </c:pt>
                <c:pt idx="107">
                  <c:v>43259</c:v>
                </c:pt>
                <c:pt idx="108">
                  <c:v>43272</c:v>
                </c:pt>
                <c:pt idx="109">
                  <c:v>43273</c:v>
                </c:pt>
                <c:pt idx="110">
                  <c:v>43276</c:v>
                </c:pt>
                <c:pt idx="111">
                  <c:v>43277</c:v>
                </c:pt>
                <c:pt idx="112">
                  <c:v>43279</c:v>
                </c:pt>
                <c:pt idx="113">
                  <c:v>43280</c:v>
                </c:pt>
                <c:pt idx="114">
                  <c:v>43283</c:v>
                </c:pt>
                <c:pt idx="115">
                  <c:v>43284</c:v>
                </c:pt>
                <c:pt idx="116">
                  <c:v>43285</c:v>
                </c:pt>
                <c:pt idx="117">
                  <c:v>43286</c:v>
                </c:pt>
                <c:pt idx="118">
                  <c:v>43287</c:v>
                </c:pt>
                <c:pt idx="119">
                  <c:v>43290</c:v>
                </c:pt>
                <c:pt idx="120">
                  <c:v>43291</c:v>
                </c:pt>
                <c:pt idx="121">
                  <c:v>43292</c:v>
                </c:pt>
                <c:pt idx="122">
                  <c:v>43293</c:v>
                </c:pt>
                <c:pt idx="123">
                  <c:v>43294</c:v>
                </c:pt>
                <c:pt idx="124">
                  <c:v>43297</c:v>
                </c:pt>
                <c:pt idx="125">
                  <c:v>43298</c:v>
                </c:pt>
                <c:pt idx="126">
                  <c:v>43299</c:v>
                </c:pt>
                <c:pt idx="127">
                  <c:v>43300</c:v>
                </c:pt>
                <c:pt idx="128">
                  <c:v>43301</c:v>
                </c:pt>
                <c:pt idx="129">
                  <c:v>43304</c:v>
                </c:pt>
                <c:pt idx="130">
                  <c:v>43305</c:v>
                </c:pt>
                <c:pt idx="131">
                  <c:v>43306</c:v>
                </c:pt>
                <c:pt idx="132">
                  <c:v>43307</c:v>
                </c:pt>
                <c:pt idx="133">
                  <c:v>43308</c:v>
                </c:pt>
                <c:pt idx="134">
                  <c:v>43311</c:v>
                </c:pt>
                <c:pt idx="135">
                  <c:v>43312</c:v>
                </c:pt>
                <c:pt idx="136">
                  <c:v>43313</c:v>
                </c:pt>
                <c:pt idx="137">
                  <c:v>43314</c:v>
                </c:pt>
                <c:pt idx="138">
                  <c:v>43315</c:v>
                </c:pt>
                <c:pt idx="139">
                  <c:v>43318</c:v>
                </c:pt>
                <c:pt idx="140">
                  <c:v>43319</c:v>
                </c:pt>
                <c:pt idx="141">
                  <c:v>43320</c:v>
                </c:pt>
                <c:pt idx="142">
                  <c:v>43321</c:v>
                </c:pt>
                <c:pt idx="143">
                  <c:v>43322</c:v>
                </c:pt>
                <c:pt idx="144">
                  <c:v>43325</c:v>
                </c:pt>
                <c:pt idx="145">
                  <c:v>43326</c:v>
                </c:pt>
                <c:pt idx="146">
                  <c:v>43327</c:v>
                </c:pt>
                <c:pt idx="147">
                  <c:v>43328</c:v>
                </c:pt>
                <c:pt idx="148">
                  <c:v>43332</c:v>
                </c:pt>
                <c:pt idx="149">
                  <c:v>43333</c:v>
                </c:pt>
                <c:pt idx="150">
                  <c:v>43335</c:v>
                </c:pt>
                <c:pt idx="151">
                  <c:v>43336</c:v>
                </c:pt>
                <c:pt idx="152">
                  <c:v>43339</c:v>
                </c:pt>
                <c:pt idx="153">
                  <c:v>43340</c:v>
                </c:pt>
                <c:pt idx="154">
                  <c:v>43341</c:v>
                </c:pt>
                <c:pt idx="155">
                  <c:v>43342</c:v>
                </c:pt>
                <c:pt idx="156">
                  <c:v>43343</c:v>
                </c:pt>
                <c:pt idx="157">
                  <c:v>43346</c:v>
                </c:pt>
                <c:pt idx="158">
                  <c:v>43347</c:v>
                </c:pt>
                <c:pt idx="159">
                  <c:v>43348</c:v>
                </c:pt>
                <c:pt idx="160">
                  <c:v>43349</c:v>
                </c:pt>
                <c:pt idx="161">
                  <c:v>43350</c:v>
                </c:pt>
                <c:pt idx="162">
                  <c:v>43353</c:v>
                </c:pt>
                <c:pt idx="163">
                  <c:v>43355</c:v>
                </c:pt>
                <c:pt idx="164">
                  <c:v>43356</c:v>
                </c:pt>
                <c:pt idx="165">
                  <c:v>43357</c:v>
                </c:pt>
                <c:pt idx="166">
                  <c:v>43360</c:v>
                </c:pt>
                <c:pt idx="167">
                  <c:v>43361</c:v>
                </c:pt>
                <c:pt idx="168">
                  <c:v>43362</c:v>
                </c:pt>
                <c:pt idx="169">
                  <c:v>43363</c:v>
                </c:pt>
                <c:pt idx="170">
                  <c:v>43364</c:v>
                </c:pt>
                <c:pt idx="171">
                  <c:v>43367</c:v>
                </c:pt>
                <c:pt idx="172">
                  <c:v>43368</c:v>
                </c:pt>
                <c:pt idx="173">
                  <c:v>43369</c:v>
                </c:pt>
                <c:pt idx="174">
                  <c:v>43370</c:v>
                </c:pt>
                <c:pt idx="175">
                  <c:v>43371</c:v>
                </c:pt>
                <c:pt idx="176">
                  <c:v>43374</c:v>
                </c:pt>
                <c:pt idx="177">
                  <c:v>43375</c:v>
                </c:pt>
                <c:pt idx="178">
                  <c:v>43376</c:v>
                </c:pt>
                <c:pt idx="179">
                  <c:v>43377</c:v>
                </c:pt>
                <c:pt idx="180">
                  <c:v>43378</c:v>
                </c:pt>
                <c:pt idx="181">
                  <c:v>43381</c:v>
                </c:pt>
                <c:pt idx="182">
                  <c:v>43382</c:v>
                </c:pt>
                <c:pt idx="183">
                  <c:v>43383</c:v>
                </c:pt>
                <c:pt idx="184">
                  <c:v>43384</c:v>
                </c:pt>
                <c:pt idx="185">
                  <c:v>43385</c:v>
                </c:pt>
                <c:pt idx="186">
                  <c:v>43388</c:v>
                </c:pt>
                <c:pt idx="187">
                  <c:v>43389</c:v>
                </c:pt>
                <c:pt idx="188">
                  <c:v>43390</c:v>
                </c:pt>
                <c:pt idx="189">
                  <c:v>43391</c:v>
                </c:pt>
                <c:pt idx="190">
                  <c:v>43392</c:v>
                </c:pt>
                <c:pt idx="191">
                  <c:v>43395</c:v>
                </c:pt>
                <c:pt idx="192">
                  <c:v>43396</c:v>
                </c:pt>
                <c:pt idx="193">
                  <c:v>43397</c:v>
                </c:pt>
                <c:pt idx="194">
                  <c:v>43398</c:v>
                </c:pt>
                <c:pt idx="195">
                  <c:v>43399</c:v>
                </c:pt>
                <c:pt idx="196">
                  <c:v>43402</c:v>
                </c:pt>
                <c:pt idx="197">
                  <c:v>43403</c:v>
                </c:pt>
                <c:pt idx="198">
                  <c:v>43404</c:v>
                </c:pt>
                <c:pt idx="199">
                  <c:v>43405</c:v>
                </c:pt>
                <c:pt idx="200">
                  <c:v>43406</c:v>
                </c:pt>
                <c:pt idx="201">
                  <c:v>43409</c:v>
                </c:pt>
                <c:pt idx="202">
                  <c:v>43410</c:v>
                </c:pt>
                <c:pt idx="203">
                  <c:v>43411</c:v>
                </c:pt>
                <c:pt idx="204">
                  <c:v>43412</c:v>
                </c:pt>
                <c:pt idx="205">
                  <c:v>43413</c:v>
                </c:pt>
                <c:pt idx="206">
                  <c:v>43416</c:v>
                </c:pt>
                <c:pt idx="207">
                  <c:v>43417</c:v>
                </c:pt>
                <c:pt idx="208">
                  <c:v>43418</c:v>
                </c:pt>
                <c:pt idx="209">
                  <c:v>43419</c:v>
                </c:pt>
                <c:pt idx="210">
                  <c:v>43420</c:v>
                </c:pt>
                <c:pt idx="211">
                  <c:v>43423</c:v>
                </c:pt>
                <c:pt idx="212">
                  <c:v>43425</c:v>
                </c:pt>
                <c:pt idx="213">
                  <c:v>43426</c:v>
                </c:pt>
                <c:pt idx="214">
                  <c:v>43427</c:v>
                </c:pt>
                <c:pt idx="215">
                  <c:v>43430</c:v>
                </c:pt>
                <c:pt idx="216">
                  <c:v>43431</c:v>
                </c:pt>
                <c:pt idx="217">
                  <c:v>43432</c:v>
                </c:pt>
                <c:pt idx="218">
                  <c:v>43433</c:v>
                </c:pt>
                <c:pt idx="219">
                  <c:v>43434</c:v>
                </c:pt>
                <c:pt idx="220">
                  <c:v>43437</c:v>
                </c:pt>
                <c:pt idx="221">
                  <c:v>43438</c:v>
                </c:pt>
                <c:pt idx="222">
                  <c:v>43439</c:v>
                </c:pt>
                <c:pt idx="223">
                  <c:v>43440</c:v>
                </c:pt>
                <c:pt idx="224">
                  <c:v>43441</c:v>
                </c:pt>
                <c:pt idx="225">
                  <c:v>43444</c:v>
                </c:pt>
                <c:pt idx="226">
                  <c:v>43445</c:v>
                </c:pt>
                <c:pt idx="227">
                  <c:v>43446</c:v>
                </c:pt>
                <c:pt idx="228">
                  <c:v>43447</c:v>
                </c:pt>
                <c:pt idx="229">
                  <c:v>43448</c:v>
                </c:pt>
                <c:pt idx="230">
                  <c:v>43451</c:v>
                </c:pt>
                <c:pt idx="231">
                  <c:v>43452</c:v>
                </c:pt>
                <c:pt idx="232">
                  <c:v>43453</c:v>
                </c:pt>
                <c:pt idx="233">
                  <c:v>43454</c:v>
                </c:pt>
                <c:pt idx="234">
                  <c:v>43455</c:v>
                </c:pt>
                <c:pt idx="235">
                  <c:v>43460</c:v>
                </c:pt>
                <c:pt idx="236">
                  <c:v>43461</c:v>
                </c:pt>
                <c:pt idx="237">
                  <c:v>43462</c:v>
                </c:pt>
                <c:pt idx="238">
                  <c:v>43465</c:v>
                </c:pt>
                <c:pt idx="239">
                  <c:v>43467</c:v>
                </c:pt>
                <c:pt idx="240">
                  <c:v>43468</c:v>
                </c:pt>
                <c:pt idx="241">
                  <c:v>43469</c:v>
                </c:pt>
                <c:pt idx="242">
                  <c:v>43472</c:v>
                </c:pt>
                <c:pt idx="243">
                  <c:v>43473</c:v>
                </c:pt>
                <c:pt idx="244">
                  <c:v>43474</c:v>
                </c:pt>
                <c:pt idx="245">
                  <c:v>43475</c:v>
                </c:pt>
                <c:pt idx="246">
                  <c:v>43476</c:v>
                </c:pt>
                <c:pt idx="247">
                  <c:v>43479</c:v>
                </c:pt>
                <c:pt idx="248">
                  <c:v>43480</c:v>
                </c:pt>
                <c:pt idx="249">
                  <c:v>43481</c:v>
                </c:pt>
                <c:pt idx="250">
                  <c:v>43482</c:v>
                </c:pt>
                <c:pt idx="251">
                  <c:v>43483</c:v>
                </c:pt>
                <c:pt idx="252">
                  <c:v>43486</c:v>
                </c:pt>
                <c:pt idx="253">
                  <c:v>43487</c:v>
                </c:pt>
                <c:pt idx="254">
                  <c:v>43488</c:v>
                </c:pt>
                <c:pt idx="255">
                  <c:v>43489</c:v>
                </c:pt>
                <c:pt idx="256">
                  <c:v>43490</c:v>
                </c:pt>
                <c:pt idx="257">
                  <c:v>43493</c:v>
                </c:pt>
                <c:pt idx="258">
                  <c:v>43494</c:v>
                </c:pt>
                <c:pt idx="259">
                  <c:v>43495</c:v>
                </c:pt>
                <c:pt idx="260">
                  <c:v>43496</c:v>
                </c:pt>
                <c:pt idx="261">
                  <c:v>43497</c:v>
                </c:pt>
                <c:pt idx="262">
                  <c:v>43500</c:v>
                </c:pt>
                <c:pt idx="263">
                  <c:v>43502</c:v>
                </c:pt>
                <c:pt idx="264">
                  <c:v>43503</c:v>
                </c:pt>
                <c:pt idx="265">
                  <c:v>43504</c:v>
                </c:pt>
                <c:pt idx="266">
                  <c:v>43507</c:v>
                </c:pt>
                <c:pt idx="267">
                  <c:v>43508</c:v>
                </c:pt>
                <c:pt idx="268">
                  <c:v>43509</c:v>
                </c:pt>
                <c:pt idx="269">
                  <c:v>43510</c:v>
                </c:pt>
                <c:pt idx="270">
                  <c:v>43511</c:v>
                </c:pt>
                <c:pt idx="271">
                  <c:v>43514</c:v>
                </c:pt>
                <c:pt idx="272">
                  <c:v>43515</c:v>
                </c:pt>
                <c:pt idx="273">
                  <c:v>43516</c:v>
                </c:pt>
                <c:pt idx="274">
                  <c:v>43517</c:v>
                </c:pt>
                <c:pt idx="275">
                  <c:v>43518</c:v>
                </c:pt>
                <c:pt idx="276">
                  <c:v>43521</c:v>
                </c:pt>
                <c:pt idx="277">
                  <c:v>43522</c:v>
                </c:pt>
                <c:pt idx="278">
                  <c:v>43523</c:v>
                </c:pt>
                <c:pt idx="279">
                  <c:v>43524</c:v>
                </c:pt>
                <c:pt idx="280">
                  <c:v>43525</c:v>
                </c:pt>
                <c:pt idx="281">
                  <c:v>43528</c:v>
                </c:pt>
                <c:pt idx="282">
                  <c:v>43529</c:v>
                </c:pt>
                <c:pt idx="283">
                  <c:v>43530</c:v>
                </c:pt>
                <c:pt idx="284">
                  <c:v>43532</c:v>
                </c:pt>
                <c:pt idx="285">
                  <c:v>43535</c:v>
                </c:pt>
                <c:pt idx="286">
                  <c:v>43536</c:v>
                </c:pt>
                <c:pt idx="287">
                  <c:v>43537</c:v>
                </c:pt>
                <c:pt idx="288">
                  <c:v>43538</c:v>
                </c:pt>
                <c:pt idx="289">
                  <c:v>43539</c:v>
                </c:pt>
                <c:pt idx="290">
                  <c:v>43542</c:v>
                </c:pt>
                <c:pt idx="291">
                  <c:v>43543</c:v>
                </c:pt>
                <c:pt idx="292">
                  <c:v>43544</c:v>
                </c:pt>
                <c:pt idx="293">
                  <c:v>43545</c:v>
                </c:pt>
                <c:pt idx="294">
                  <c:v>43546</c:v>
                </c:pt>
                <c:pt idx="295">
                  <c:v>43549</c:v>
                </c:pt>
                <c:pt idx="296">
                  <c:v>43550</c:v>
                </c:pt>
                <c:pt idx="297">
                  <c:v>43551</c:v>
                </c:pt>
                <c:pt idx="298">
                  <c:v>43552</c:v>
                </c:pt>
                <c:pt idx="299">
                  <c:v>43553</c:v>
                </c:pt>
                <c:pt idx="300">
                  <c:v>43556</c:v>
                </c:pt>
                <c:pt idx="301">
                  <c:v>43557</c:v>
                </c:pt>
                <c:pt idx="302">
                  <c:v>43559</c:v>
                </c:pt>
                <c:pt idx="303">
                  <c:v>43560</c:v>
                </c:pt>
                <c:pt idx="304">
                  <c:v>43563</c:v>
                </c:pt>
                <c:pt idx="305">
                  <c:v>43564</c:v>
                </c:pt>
                <c:pt idx="306">
                  <c:v>43565</c:v>
                </c:pt>
                <c:pt idx="307">
                  <c:v>43566</c:v>
                </c:pt>
                <c:pt idx="308">
                  <c:v>43567</c:v>
                </c:pt>
                <c:pt idx="309">
                  <c:v>43570</c:v>
                </c:pt>
                <c:pt idx="310">
                  <c:v>43571</c:v>
                </c:pt>
                <c:pt idx="311">
                  <c:v>43573</c:v>
                </c:pt>
                <c:pt idx="312">
                  <c:v>43577</c:v>
                </c:pt>
                <c:pt idx="313">
                  <c:v>43578</c:v>
                </c:pt>
                <c:pt idx="314">
                  <c:v>43579</c:v>
                </c:pt>
                <c:pt idx="315">
                  <c:v>43580</c:v>
                </c:pt>
                <c:pt idx="316">
                  <c:v>43581</c:v>
                </c:pt>
                <c:pt idx="317">
                  <c:v>43584</c:v>
                </c:pt>
                <c:pt idx="318">
                  <c:v>43585</c:v>
                </c:pt>
                <c:pt idx="319">
                  <c:v>43587</c:v>
                </c:pt>
                <c:pt idx="320">
                  <c:v>43588</c:v>
                </c:pt>
                <c:pt idx="321">
                  <c:v>43591</c:v>
                </c:pt>
                <c:pt idx="322">
                  <c:v>43592</c:v>
                </c:pt>
                <c:pt idx="323">
                  <c:v>43593</c:v>
                </c:pt>
                <c:pt idx="324">
                  <c:v>43594</c:v>
                </c:pt>
                <c:pt idx="325">
                  <c:v>43595</c:v>
                </c:pt>
                <c:pt idx="326">
                  <c:v>43598</c:v>
                </c:pt>
                <c:pt idx="327">
                  <c:v>43599</c:v>
                </c:pt>
                <c:pt idx="328">
                  <c:v>43600</c:v>
                </c:pt>
                <c:pt idx="329">
                  <c:v>43601</c:v>
                </c:pt>
                <c:pt idx="330">
                  <c:v>43602</c:v>
                </c:pt>
                <c:pt idx="331">
                  <c:v>43605</c:v>
                </c:pt>
                <c:pt idx="332">
                  <c:v>43606</c:v>
                </c:pt>
                <c:pt idx="333">
                  <c:v>43607</c:v>
                </c:pt>
                <c:pt idx="334">
                  <c:v>43608</c:v>
                </c:pt>
                <c:pt idx="335">
                  <c:v>43609</c:v>
                </c:pt>
                <c:pt idx="336">
                  <c:v>43612</c:v>
                </c:pt>
                <c:pt idx="337">
                  <c:v>43613</c:v>
                </c:pt>
                <c:pt idx="338">
                  <c:v>43614</c:v>
                </c:pt>
                <c:pt idx="339">
                  <c:v>43616</c:v>
                </c:pt>
                <c:pt idx="340">
                  <c:v>43626</c:v>
                </c:pt>
                <c:pt idx="341">
                  <c:v>43627</c:v>
                </c:pt>
                <c:pt idx="342">
                  <c:v>43628</c:v>
                </c:pt>
                <c:pt idx="343">
                  <c:v>43629</c:v>
                </c:pt>
                <c:pt idx="344">
                  <c:v>43630</c:v>
                </c:pt>
                <c:pt idx="345">
                  <c:v>43633</c:v>
                </c:pt>
                <c:pt idx="346">
                  <c:v>43634</c:v>
                </c:pt>
                <c:pt idx="347">
                  <c:v>43635</c:v>
                </c:pt>
                <c:pt idx="348">
                  <c:v>43636</c:v>
                </c:pt>
                <c:pt idx="349">
                  <c:v>43637</c:v>
                </c:pt>
                <c:pt idx="350">
                  <c:v>43640</c:v>
                </c:pt>
                <c:pt idx="351">
                  <c:v>43641</c:v>
                </c:pt>
                <c:pt idx="352">
                  <c:v>43642</c:v>
                </c:pt>
                <c:pt idx="353">
                  <c:v>43643</c:v>
                </c:pt>
                <c:pt idx="354">
                  <c:v>43644</c:v>
                </c:pt>
                <c:pt idx="355">
                  <c:v>43647</c:v>
                </c:pt>
                <c:pt idx="356">
                  <c:v>43648</c:v>
                </c:pt>
                <c:pt idx="357">
                  <c:v>43649</c:v>
                </c:pt>
                <c:pt idx="358">
                  <c:v>43650</c:v>
                </c:pt>
                <c:pt idx="359">
                  <c:v>43651</c:v>
                </c:pt>
                <c:pt idx="360">
                  <c:v>43654</c:v>
                </c:pt>
                <c:pt idx="361">
                  <c:v>43655</c:v>
                </c:pt>
                <c:pt idx="362">
                  <c:v>43656</c:v>
                </c:pt>
                <c:pt idx="363">
                  <c:v>43657</c:v>
                </c:pt>
                <c:pt idx="364">
                  <c:v>43658</c:v>
                </c:pt>
                <c:pt idx="365">
                  <c:v>43661</c:v>
                </c:pt>
                <c:pt idx="366">
                  <c:v>43662</c:v>
                </c:pt>
                <c:pt idx="367">
                  <c:v>43663</c:v>
                </c:pt>
                <c:pt idx="368">
                  <c:v>43664</c:v>
                </c:pt>
                <c:pt idx="369">
                  <c:v>43665</c:v>
                </c:pt>
                <c:pt idx="370">
                  <c:v>43668</c:v>
                </c:pt>
                <c:pt idx="371">
                  <c:v>43669</c:v>
                </c:pt>
                <c:pt idx="372">
                  <c:v>43670</c:v>
                </c:pt>
                <c:pt idx="373">
                  <c:v>43671</c:v>
                </c:pt>
                <c:pt idx="374">
                  <c:v>43672</c:v>
                </c:pt>
                <c:pt idx="375">
                  <c:v>43675</c:v>
                </c:pt>
                <c:pt idx="376">
                  <c:v>43676</c:v>
                </c:pt>
                <c:pt idx="377">
                  <c:v>43677</c:v>
                </c:pt>
                <c:pt idx="378">
                  <c:v>43678</c:v>
                </c:pt>
                <c:pt idx="379">
                  <c:v>43679</c:v>
                </c:pt>
                <c:pt idx="380">
                  <c:v>43682</c:v>
                </c:pt>
                <c:pt idx="381">
                  <c:v>43683</c:v>
                </c:pt>
                <c:pt idx="382">
                  <c:v>43684</c:v>
                </c:pt>
                <c:pt idx="383">
                  <c:v>43685</c:v>
                </c:pt>
                <c:pt idx="384">
                  <c:v>43686</c:v>
                </c:pt>
                <c:pt idx="385">
                  <c:v>43689</c:v>
                </c:pt>
                <c:pt idx="386">
                  <c:v>43690</c:v>
                </c:pt>
                <c:pt idx="387">
                  <c:v>43691</c:v>
                </c:pt>
                <c:pt idx="388">
                  <c:v>43692</c:v>
                </c:pt>
                <c:pt idx="389">
                  <c:v>43693</c:v>
                </c:pt>
                <c:pt idx="390">
                  <c:v>43696</c:v>
                </c:pt>
                <c:pt idx="391">
                  <c:v>43697</c:v>
                </c:pt>
                <c:pt idx="392">
                  <c:v>43698</c:v>
                </c:pt>
                <c:pt idx="393">
                  <c:v>43699</c:v>
                </c:pt>
                <c:pt idx="394">
                  <c:v>43700</c:v>
                </c:pt>
                <c:pt idx="395">
                  <c:v>43703</c:v>
                </c:pt>
                <c:pt idx="396">
                  <c:v>43704</c:v>
                </c:pt>
                <c:pt idx="397">
                  <c:v>43705</c:v>
                </c:pt>
                <c:pt idx="398">
                  <c:v>43706</c:v>
                </c:pt>
                <c:pt idx="399">
                  <c:v>43707</c:v>
                </c:pt>
                <c:pt idx="400">
                  <c:v>43710</c:v>
                </c:pt>
                <c:pt idx="401">
                  <c:v>43711</c:v>
                </c:pt>
                <c:pt idx="402">
                  <c:v>43712</c:v>
                </c:pt>
                <c:pt idx="403">
                  <c:v>43713</c:v>
                </c:pt>
                <c:pt idx="404">
                  <c:v>43714</c:v>
                </c:pt>
                <c:pt idx="405">
                  <c:v>43717</c:v>
                </c:pt>
                <c:pt idx="406">
                  <c:v>43718</c:v>
                </c:pt>
                <c:pt idx="407">
                  <c:v>43719</c:v>
                </c:pt>
                <c:pt idx="408">
                  <c:v>43720</c:v>
                </c:pt>
                <c:pt idx="409">
                  <c:v>43721</c:v>
                </c:pt>
                <c:pt idx="410">
                  <c:v>43724</c:v>
                </c:pt>
                <c:pt idx="411">
                  <c:v>43725</c:v>
                </c:pt>
                <c:pt idx="412">
                  <c:v>43726</c:v>
                </c:pt>
                <c:pt idx="413">
                  <c:v>43727</c:v>
                </c:pt>
                <c:pt idx="414">
                  <c:v>43728</c:v>
                </c:pt>
                <c:pt idx="415">
                  <c:v>43731</c:v>
                </c:pt>
                <c:pt idx="416">
                  <c:v>43732</c:v>
                </c:pt>
                <c:pt idx="417">
                  <c:v>43733</c:v>
                </c:pt>
                <c:pt idx="418">
                  <c:v>43734</c:v>
                </c:pt>
                <c:pt idx="419">
                  <c:v>43735</c:v>
                </c:pt>
                <c:pt idx="420">
                  <c:v>43738</c:v>
                </c:pt>
                <c:pt idx="421">
                  <c:v>43739</c:v>
                </c:pt>
                <c:pt idx="422">
                  <c:v>43740</c:v>
                </c:pt>
                <c:pt idx="423">
                  <c:v>43741</c:v>
                </c:pt>
                <c:pt idx="424">
                  <c:v>43742</c:v>
                </c:pt>
                <c:pt idx="425">
                  <c:v>43745</c:v>
                </c:pt>
                <c:pt idx="426">
                  <c:v>43746</c:v>
                </c:pt>
                <c:pt idx="427">
                  <c:v>43747</c:v>
                </c:pt>
                <c:pt idx="428">
                  <c:v>43748</c:v>
                </c:pt>
                <c:pt idx="429">
                  <c:v>43749</c:v>
                </c:pt>
                <c:pt idx="430">
                  <c:v>43752</c:v>
                </c:pt>
                <c:pt idx="431">
                  <c:v>43753</c:v>
                </c:pt>
                <c:pt idx="432">
                  <c:v>43754</c:v>
                </c:pt>
                <c:pt idx="433">
                  <c:v>43755</c:v>
                </c:pt>
                <c:pt idx="434">
                  <c:v>43756</c:v>
                </c:pt>
                <c:pt idx="435">
                  <c:v>43759</c:v>
                </c:pt>
                <c:pt idx="436">
                  <c:v>43760</c:v>
                </c:pt>
                <c:pt idx="437">
                  <c:v>43761</c:v>
                </c:pt>
                <c:pt idx="438">
                  <c:v>43762</c:v>
                </c:pt>
                <c:pt idx="439">
                  <c:v>43763</c:v>
                </c:pt>
                <c:pt idx="440">
                  <c:v>43766</c:v>
                </c:pt>
                <c:pt idx="441">
                  <c:v>43767</c:v>
                </c:pt>
                <c:pt idx="442">
                  <c:v>43768</c:v>
                </c:pt>
                <c:pt idx="443">
                  <c:v>43769</c:v>
                </c:pt>
                <c:pt idx="444">
                  <c:v>43770</c:v>
                </c:pt>
                <c:pt idx="445">
                  <c:v>43773</c:v>
                </c:pt>
                <c:pt idx="446">
                  <c:v>43774</c:v>
                </c:pt>
                <c:pt idx="447">
                  <c:v>43775</c:v>
                </c:pt>
                <c:pt idx="448">
                  <c:v>43776</c:v>
                </c:pt>
                <c:pt idx="449">
                  <c:v>43777</c:v>
                </c:pt>
                <c:pt idx="450">
                  <c:v>43780</c:v>
                </c:pt>
                <c:pt idx="451">
                  <c:v>43781</c:v>
                </c:pt>
                <c:pt idx="452">
                  <c:v>43782</c:v>
                </c:pt>
                <c:pt idx="453">
                  <c:v>43783</c:v>
                </c:pt>
                <c:pt idx="454">
                  <c:v>43784</c:v>
                </c:pt>
                <c:pt idx="455">
                  <c:v>43787</c:v>
                </c:pt>
                <c:pt idx="456">
                  <c:v>43788</c:v>
                </c:pt>
                <c:pt idx="457">
                  <c:v>43789</c:v>
                </c:pt>
                <c:pt idx="458">
                  <c:v>43790</c:v>
                </c:pt>
                <c:pt idx="459">
                  <c:v>43791</c:v>
                </c:pt>
                <c:pt idx="460">
                  <c:v>43794</c:v>
                </c:pt>
                <c:pt idx="461">
                  <c:v>43795</c:v>
                </c:pt>
                <c:pt idx="462">
                  <c:v>43796</c:v>
                </c:pt>
                <c:pt idx="463">
                  <c:v>43797</c:v>
                </c:pt>
                <c:pt idx="464">
                  <c:v>43798</c:v>
                </c:pt>
                <c:pt idx="465">
                  <c:v>43801</c:v>
                </c:pt>
                <c:pt idx="466">
                  <c:v>43802</c:v>
                </c:pt>
                <c:pt idx="467">
                  <c:v>43803</c:v>
                </c:pt>
                <c:pt idx="468">
                  <c:v>43804</c:v>
                </c:pt>
                <c:pt idx="469">
                  <c:v>43805</c:v>
                </c:pt>
                <c:pt idx="470">
                  <c:v>43808</c:v>
                </c:pt>
                <c:pt idx="471">
                  <c:v>43809</c:v>
                </c:pt>
                <c:pt idx="472">
                  <c:v>43810</c:v>
                </c:pt>
                <c:pt idx="473">
                  <c:v>43811</c:v>
                </c:pt>
                <c:pt idx="474">
                  <c:v>43812</c:v>
                </c:pt>
                <c:pt idx="475">
                  <c:v>43815</c:v>
                </c:pt>
                <c:pt idx="476">
                  <c:v>43816</c:v>
                </c:pt>
                <c:pt idx="477">
                  <c:v>43817</c:v>
                </c:pt>
                <c:pt idx="478">
                  <c:v>43818</c:v>
                </c:pt>
                <c:pt idx="479">
                  <c:v>43819</c:v>
                </c:pt>
                <c:pt idx="480">
                  <c:v>43822</c:v>
                </c:pt>
                <c:pt idx="481">
                  <c:v>43825</c:v>
                </c:pt>
                <c:pt idx="482">
                  <c:v>43826</c:v>
                </c:pt>
                <c:pt idx="483">
                  <c:v>43829</c:v>
                </c:pt>
                <c:pt idx="484">
                  <c:v>43830</c:v>
                </c:pt>
                <c:pt idx="485">
                  <c:v>43832</c:v>
                </c:pt>
                <c:pt idx="486">
                  <c:v>43833</c:v>
                </c:pt>
                <c:pt idx="487">
                  <c:v>43836</c:v>
                </c:pt>
                <c:pt idx="488">
                  <c:v>43837</c:v>
                </c:pt>
                <c:pt idx="489">
                  <c:v>43838</c:v>
                </c:pt>
                <c:pt idx="490">
                  <c:v>43839</c:v>
                </c:pt>
                <c:pt idx="491">
                  <c:v>43840</c:v>
                </c:pt>
                <c:pt idx="492">
                  <c:v>43843</c:v>
                </c:pt>
                <c:pt idx="493">
                  <c:v>43844</c:v>
                </c:pt>
                <c:pt idx="494">
                  <c:v>43845</c:v>
                </c:pt>
                <c:pt idx="495">
                  <c:v>43846</c:v>
                </c:pt>
                <c:pt idx="496">
                  <c:v>43847</c:v>
                </c:pt>
                <c:pt idx="497">
                  <c:v>43850</c:v>
                </c:pt>
                <c:pt idx="498">
                  <c:v>43851</c:v>
                </c:pt>
                <c:pt idx="499">
                  <c:v>43852</c:v>
                </c:pt>
                <c:pt idx="500">
                  <c:v>43853</c:v>
                </c:pt>
                <c:pt idx="501">
                  <c:v>43854</c:v>
                </c:pt>
                <c:pt idx="502">
                  <c:v>43857</c:v>
                </c:pt>
                <c:pt idx="503">
                  <c:v>43858</c:v>
                </c:pt>
                <c:pt idx="504">
                  <c:v>43859</c:v>
                </c:pt>
                <c:pt idx="505">
                  <c:v>43860</c:v>
                </c:pt>
                <c:pt idx="506">
                  <c:v>43861</c:v>
                </c:pt>
                <c:pt idx="507">
                  <c:v>43864</c:v>
                </c:pt>
                <c:pt idx="508">
                  <c:v>43865</c:v>
                </c:pt>
                <c:pt idx="509">
                  <c:v>43866</c:v>
                </c:pt>
                <c:pt idx="510">
                  <c:v>43867</c:v>
                </c:pt>
                <c:pt idx="511">
                  <c:v>43868</c:v>
                </c:pt>
                <c:pt idx="512">
                  <c:v>43871</c:v>
                </c:pt>
                <c:pt idx="513">
                  <c:v>43872</c:v>
                </c:pt>
                <c:pt idx="514">
                  <c:v>43873</c:v>
                </c:pt>
                <c:pt idx="515">
                  <c:v>43874</c:v>
                </c:pt>
                <c:pt idx="516">
                  <c:v>43875</c:v>
                </c:pt>
                <c:pt idx="517">
                  <c:v>43878</c:v>
                </c:pt>
                <c:pt idx="518">
                  <c:v>43879</c:v>
                </c:pt>
                <c:pt idx="519">
                  <c:v>43880</c:v>
                </c:pt>
                <c:pt idx="520">
                  <c:v>43881</c:v>
                </c:pt>
                <c:pt idx="521">
                  <c:v>43882</c:v>
                </c:pt>
                <c:pt idx="522">
                  <c:v>43885</c:v>
                </c:pt>
                <c:pt idx="523">
                  <c:v>43886</c:v>
                </c:pt>
                <c:pt idx="524">
                  <c:v>43887</c:v>
                </c:pt>
                <c:pt idx="525">
                  <c:v>43888</c:v>
                </c:pt>
                <c:pt idx="526">
                  <c:v>43889</c:v>
                </c:pt>
                <c:pt idx="527">
                  <c:v>43892</c:v>
                </c:pt>
                <c:pt idx="528">
                  <c:v>43893</c:v>
                </c:pt>
                <c:pt idx="529">
                  <c:v>43894</c:v>
                </c:pt>
                <c:pt idx="530">
                  <c:v>43895</c:v>
                </c:pt>
                <c:pt idx="531">
                  <c:v>43896</c:v>
                </c:pt>
                <c:pt idx="532">
                  <c:v>43899</c:v>
                </c:pt>
                <c:pt idx="533">
                  <c:v>43900</c:v>
                </c:pt>
                <c:pt idx="534">
                  <c:v>43901</c:v>
                </c:pt>
                <c:pt idx="535">
                  <c:v>43902</c:v>
                </c:pt>
                <c:pt idx="536">
                  <c:v>43903</c:v>
                </c:pt>
                <c:pt idx="537">
                  <c:v>43906</c:v>
                </c:pt>
                <c:pt idx="538">
                  <c:v>43907</c:v>
                </c:pt>
                <c:pt idx="539">
                  <c:v>43908</c:v>
                </c:pt>
                <c:pt idx="540">
                  <c:v>43909</c:v>
                </c:pt>
                <c:pt idx="541">
                  <c:v>43910</c:v>
                </c:pt>
                <c:pt idx="542">
                  <c:v>43913</c:v>
                </c:pt>
                <c:pt idx="543">
                  <c:v>43914</c:v>
                </c:pt>
                <c:pt idx="544">
                  <c:v>43916</c:v>
                </c:pt>
                <c:pt idx="545">
                  <c:v>43917</c:v>
                </c:pt>
                <c:pt idx="546">
                  <c:v>43920</c:v>
                </c:pt>
                <c:pt idx="547">
                  <c:v>43921</c:v>
                </c:pt>
                <c:pt idx="548">
                  <c:v>43922</c:v>
                </c:pt>
                <c:pt idx="549">
                  <c:v>43923</c:v>
                </c:pt>
                <c:pt idx="550">
                  <c:v>43924</c:v>
                </c:pt>
                <c:pt idx="551">
                  <c:v>43927</c:v>
                </c:pt>
                <c:pt idx="552">
                  <c:v>43928</c:v>
                </c:pt>
                <c:pt idx="553">
                  <c:v>43929</c:v>
                </c:pt>
                <c:pt idx="554">
                  <c:v>43930</c:v>
                </c:pt>
                <c:pt idx="555">
                  <c:v>43934</c:v>
                </c:pt>
                <c:pt idx="556">
                  <c:v>43935</c:v>
                </c:pt>
                <c:pt idx="557">
                  <c:v>43936</c:v>
                </c:pt>
                <c:pt idx="558">
                  <c:v>43937</c:v>
                </c:pt>
                <c:pt idx="559">
                  <c:v>43938</c:v>
                </c:pt>
                <c:pt idx="560">
                  <c:v>43941</c:v>
                </c:pt>
                <c:pt idx="561">
                  <c:v>43942</c:v>
                </c:pt>
                <c:pt idx="562">
                  <c:v>43943</c:v>
                </c:pt>
                <c:pt idx="563">
                  <c:v>43944</c:v>
                </c:pt>
                <c:pt idx="564">
                  <c:v>43945</c:v>
                </c:pt>
                <c:pt idx="565">
                  <c:v>43948</c:v>
                </c:pt>
                <c:pt idx="566">
                  <c:v>43949</c:v>
                </c:pt>
                <c:pt idx="567">
                  <c:v>43950</c:v>
                </c:pt>
                <c:pt idx="568">
                  <c:v>43951</c:v>
                </c:pt>
                <c:pt idx="569">
                  <c:v>43955</c:v>
                </c:pt>
                <c:pt idx="570">
                  <c:v>43956</c:v>
                </c:pt>
                <c:pt idx="571">
                  <c:v>43957</c:v>
                </c:pt>
                <c:pt idx="572">
                  <c:v>43959</c:v>
                </c:pt>
                <c:pt idx="573">
                  <c:v>43962</c:v>
                </c:pt>
                <c:pt idx="574">
                  <c:v>43963</c:v>
                </c:pt>
                <c:pt idx="575">
                  <c:v>43964</c:v>
                </c:pt>
                <c:pt idx="576">
                  <c:v>43965</c:v>
                </c:pt>
                <c:pt idx="577">
                  <c:v>43966</c:v>
                </c:pt>
                <c:pt idx="578">
                  <c:v>43969</c:v>
                </c:pt>
                <c:pt idx="579">
                  <c:v>43970</c:v>
                </c:pt>
                <c:pt idx="580">
                  <c:v>43971</c:v>
                </c:pt>
                <c:pt idx="581">
                  <c:v>43973</c:v>
                </c:pt>
                <c:pt idx="582">
                  <c:v>43977</c:v>
                </c:pt>
                <c:pt idx="583">
                  <c:v>43978</c:v>
                </c:pt>
                <c:pt idx="584">
                  <c:v>43979</c:v>
                </c:pt>
                <c:pt idx="585">
                  <c:v>43980</c:v>
                </c:pt>
                <c:pt idx="586">
                  <c:v>43984</c:v>
                </c:pt>
                <c:pt idx="587">
                  <c:v>43985</c:v>
                </c:pt>
                <c:pt idx="588">
                  <c:v>43986</c:v>
                </c:pt>
                <c:pt idx="589">
                  <c:v>43987</c:v>
                </c:pt>
                <c:pt idx="590">
                  <c:v>43990</c:v>
                </c:pt>
                <c:pt idx="591">
                  <c:v>43991</c:v>
                </c:pt>
                <c:pt idx="592">
                  <c:v>43992</c:v>
                </c:pt>
                <c:pt idx="593">
                  <c:v>43993</c:v>
                </c:pt>
                <c:pt idx="594">
                  <c:v>43994</c:v>
                </c:pt>
                <c:pt idx="595">
                  <c:v>43997</c:v>
                </c:pt>
                <c:pt idx="596">
                  <c:v>43998</c:v>
                </c:pt>
                <c:pt idx="597">
                  <c:v>43999</c:v>
                </c:pt>
                <c:pt idx="598">
                  <c:v>44000</c:v>
                </c:pt>
                <c:pt idx="599">
                  <c:v>44001</c:v>
                </c:pt>
                <c:pt idx="600">
                  <c:v>44004</c:v>
                </c:pt>
                <c:pt idx="601">
                  <c:v>44005</c:v>
                </c:pt>
                <c:pt idx="602">
                  <c:v>44006</c:v>
                </c:pt>
                <c:pt idx="603">
                  <c:v>44007</c:v>
                </c:pt>
                <c:pt idx="604">
                  <c:v>44008</c:v>
                </c:pt>
                <c:pt idx="605">
                  <c:v>44011</c:v>
                </c:pt>
                <c:pt idx="606">
                  <c:v>44012</c:v>
                </c:pt>
                <c:pt idx="607">
                  <c:v>44013</c:v>
                </c:pt>
                <c:pt idx="608">
                  <c:v>44014</c:v>
                </c:pt>
                <c:pt idx="609">
                  <c:v>44015</c:v>
                </c:pt>
                <c:pt idx="610">
                  <c:v>44018</c:v>
                </c:pt>
                <c:pt idx="611">
                  <c:v>44019</c:v>
                </c:pt>
                <c:pt idx="612">
                  <c:v>44020</c:v>
                </c:pt>
                <c:pt idx="613">
                  <c:v>44021</c:v>
                </c:pt>
                <c:pt idx="614">
                  <c:v>44022</c:v>
                </c:pt>
                <c:pt idx="615">
                  <c:v>44025</c:v>
                </c:pt>
                <c:pt idx="616">
                  <c:v>44026</c:v>
                </c:pt>
                <c:pt idx="617">
                  <c:v>44027</c:v>
                </c:pt>
                <c:pt idx="618">
                  <c:v>44028</c:v>
                </c:pt>
                <c:pt idx="619">
                  <c:v>44029</c:v>
                </c:pt>
                <c:pt idx="620">
                  <c:v>44032</c:v>
                </c:pt>
                <c:pt idx="621">
                  <c:v>44033</c:v>
                </c:pt>
                <c:pt idx="622">
                  <c:v>44034</c:v>
                </c:pt>
                <c:pt idx="623">
                  <c:v>44035</c:v>
                </c:pt>
                <c:pt idx="624">
                  <c:v>44036</c:v>
                </c:pt>
                <c:pt idx="625">
                  <c:v>44039</c:v>
                </c:pt>
                <c:pt idx="626">
                  <c:v>44040</c:v>
                </c:pt>
                <c:pt idx="627">
                  <c:v>44041</c:v>
                </c:pt>
                <c:pt idx="628">
                  <c:v>44042</c:v>
                </c:pt>
                <c:pt idx="629">
                  <c:v>44046</c:v>
                </c:pt>
                <c:pt idx="630">
                  <c:v>44047</c:v>
                </c:pt>
                <c:pt idx="631">
                  <c:v>44048</c:v>
                </c:pt>
                <c:pt idx="632">
                  <c:v>44049</c:v>
                </c:pt>
                <c:pt idx="633">
                  <c:v>44050</c:v>
                </c:pt>
                <c:pt idx="634">
                  <c:v>44053</c:v>
                </c:pt>
                <c:pt idx="635">
                  <c:v>44054</c:v>
                </c:pt>
                <c:pt idx="636">
                  <c:v>44055</c:v>
                </c:pt>
                <c:pt idx="637">
                  <c:v>44056</c:v>
                </c:pt>
                <c:pt idx="638">
                  <c:v>44057</c:v>
                </c:pt>
                <c:pt idx="639">
                  <c:v>44061</c:v>
                </c:pt>
                <c:pt idx="640">
                  <c:v>44062</c:v>
                </c:pt>
                <c:pt idx="641">
                  <c:v>44067</c:v>
                </c:pt>
                <c:pt idx="642">
                  <c:v>44068</c:v>
                </c:pt>
                <c:pt idx="643">
                  <c:v>44069</c:v>
                </c:pt>
                <c:pt idx="644">
                  <c:v>44070</c:v>
                </c:pt>
                <c:pt idx="645">
                  <c:v>44071</c:v>
                </c:pt>
                <c:pt idx="646">
                  <c:v>44074</c:v>
                </c:pt>
                <c:pt idx="647">
                  <c:v>44075</c:v>
                </c:pt>
                <c:pt idx="648">
                  <c:v>44076</c:v>
                </c:pt>
                <c:pt idx="649">
                  <c:v>44077</c:v>
                </c:pt>
                <c:pt idx="650">
                  <c:v>44078</c:v>
                </c:pt>
                <c:pt idx="651">
                  <c:v>44081</c:v>
                </c:pt>
                <c:pt idx="652">
                  <c:v>44082</c:v>
                </c:pt>
                <c:pt idx="653">
                  <c:v>44083</c:v>
                </c:pt>
                <c:pt idx="654">
                  <c:v>44084</c:v>
                </c:pt>
                <c:pt idx="655">
                  <c:v>44085</c:v>
                </c:pt>
                <c:pt idx="656">
                  <c:v>44088</c:v>
                </c:pt>
                <c:pt idx="657">
                  <c:v>44089</c:v>
                </c:pt>
                <c:pt idx="658">
                  <c:v>44090</c:v>
                </c:pt>
                <c:pt idx="659">
                  <c:v>44091</c:v>
                </c:pt>
                <c:pt idx="660">
                  <c:v>44092</c:v>
                </c:pt>
                <c:pt idx="661">
                  <c:v>44095</c:v>
                </c:pt>
                <c:pt idx="662">
                  <c:v>44096</c:v>
                </c:pt>
                <c:pt idx="663">
                  <c:v>44097</c:v>
                </c:pt>
                <c:pt idx="664">
                  <c:v>44098</c:v>
                </c:pt>
                <c:pt idx="665">
                  <c:v>44099</c:v>
                </c:pt>
                <c:pt idx="666">
                  <c:v>44102</c:v>
                </c:pt>
                <c:pt idx="667">
                  <c:v>44103</c:v>
                </c:pt>
                <c:pt idx="668">
                  <c:v>44104</c:v>
                </c:pt>
                <c:pt idx="669">
                  <c:v>44105</c:v>
                </c:pt>
                <c:pt idx="670">
                  <c:v>44106</c:v>
                </c:pt>
                <c:pt idx="671">
                  <c:v>44109</c:v>
                </c:pt>
                <c:pt idx="672">
                  <c:v>44110</c:v>
                </c:pt>
                <c:pt idx="673">
                  <c:v>44111</c:v>
                </c:pt>
                <c:pt idx="674">
                  <c:v>44112</c:v>
                </c:pt>
                <c:pt idx="675">
                  <c:v>44113</c:v>
                </c:pt>
                <c:pt idx="676">
                  <c:v>44116</c:v>
                </c:pt>
                <c:pt idx="677">
                  <c:v>44117</c:v>
                </c:pt>
                <c:pt idx="678">
                  <c:v>44118</c:v>
                </c:pt>
                <c:pt idx="679">
                  <c:v>44119</c:v>
                </c:pt>
                <c:pt idx="680">
                  <c:v>44120</c:v>
                </c:pt>
                <c:pt idx="681">
                  <c:v>44123</c:v>
                </c:pt>
                <c:pt idx="682">
                  <c:v>44124</c:v>
                </c:pt>
                <c:pt idx="683">
                  <c:v>44125</c:v>
                </c:pt>
                <c:pt idx="684">
                  <c:v>44126</c:v>
                </c:pt>
                <c:pt idx="685">
                  <c:v>44127</c:v>
                </c:pt>
                <c:pt idx="686">
                  <c:v>44130</c:v>
                </c:pt>
                <c:pt idx="687">
                  <c:v>44131</c:v>
                </c:pt>
                <c:pt idx="688">
                  <c:v>44137</c:v>
                </c:pt>
                <c:pt idx="689">
                  <c:v>44138</c:v>
                </c:pt>
                <c:pt idx="690">
                  <c:v>44139</c:v>
                </c:pt>
                <c:pt idx="691">
                  <c:v>44140</c:v>
                </c:pt>
                <c:pt idx="692">
                  <c:v>44141</c:v>
                </c:pt>
                <c:pt idx="693">
                  <c:v>44144</c:v>
                </c:pt>
                <c:pt idx="694">
                  <c:v>44145</c:v>
                </c:pt>
                <c:pt idx="695">
                  <c:v>44146</c:v>
                </c:pt>
                <c:pt idx="696">
                  <c:v>44147</c:v>
                </c:pt>
                <c:pt idx="697">
                  <c:v>44148</c:v>
                </c:pt>
                <c:pt idx="698">
                  <c:v>44151</c:v>
                </c:pt>
                <c:pt idx="699">
                  <c:v>44152</c:v>
                </c:pt>
                <c:pt idx="700">
                  <c:v>44153</c:v>
                </c:pt>
                <c:pt idx="701">
                  <c:v>44154</c:v>
                </c:pt>
                <c:pt idx="702">
                  <c:v>44155</c:v>
                </c:pt>
                <c:pt idx="703">
                  <c:v>44158</c:v>
                </c:pt>
                <c:pt idx="704">
                  <c:v>44159</c:v>
                </c:pt>
                <c:pt idx="705">
                  <c:v>44160</c:v>
                </c:pt>
                <c:pt idx="706">
                  <c:v>44161</c:v>
                </c:pt>
                <c:pt idx="707">
                  <c:v>44162</c:v>
                </c:pt>
                <c:pt idx="708">
                  <c:v>44165</c:v>
                </c:pt>
                <c:pt idx="709">
                  <c:v>44166</c:v>
                </c:pt>
                <c:pt idx="710">
                  <c:v>44167</c:v>
                </c:pt>
                <c:pt idx="711">
                  <c:v>44168</c:v>
                </c:pt>
                <c:pt idx="712">
                  <c:v>44169</c:v>
                </c:pt>
                <c:pt idx="713">
                  <c:v>44172</c:v>
                </c:pt>
                <c:pt idx="714">
                  <c:v>44173</c:v>
                </c:pt>
                <c:pt idx="715">
                  <c:v>44175</c:v>
                </c:pt>
                <c:pt idx="716">
                  <c:v>44176</c:v>
                </c:pt>
                <c:pt idx="717">
                  <c:v>44179</c:v>
                </c:pt>
                <c:pt idx="718">
                  <c:v>44180</c:v>
                </c:pt>
                <c:pt idx="719">
                  <c:v>44181</c:v>
                </c:pt>
                <c:pt idx="720">
                  <c:v>44182</c:v>
                </c:pt>
                <c:pt idx="721">
                  <c:v>44183</c:v>
                </c:pt>
                <c:pt idx="722">
                  <c:v>44186</c:v>
                </c:pt>
                <c:pt idx="723">
                  <c:v>44187</c:v>
                </c:pt>
                <c:pt idx="724">
                  <c:v>44188</c:v>
                </c:pt>
                <c:pt idx="725">
                  <c:v>44193</c:v>
                </c:pt>
                <c:pt idx="726">
                  <c:v>44194</c:v>
                </c:pt>
                <c:pt idx="727">
                  <c:v>44195</c:v>
                </c:pt>
                <c:pt idx="728">
                  <c:v>44200</c:v>
                </c:pt>
                <c:pt idx="729">
                  <c:v>44201</c:v>
                </c:pt>
                <c:pt idx="730">
                  <c:v>44202</c:v>
                </c:pt>
                <c:pt idx="731">
                  <c:v>44203</c:v>
                </c:pt>
                <c:pt idx="732">
                  <c:v>44204</c:v>
                </c:pt>
                <c:pt idx="733">
                  <c:v>44207</c:v>
                </c:pt>
                <c:pt idx="734">
                  <c:v>44208</c:v>
                </c:pt>
                <c:pt idx="735">
                  <c:v>44209</c:v>
                </c:pt>
                <c:pt idx="736">
                  <c:v>44210</c:v>
                </c:pt>
                <c:pt idx="737">
                  <c:v>44211</c:v>
                </c:pt>
                <c:pt idx="738">
                  <c:v>44214</c:v>
                </c:pt>
                <c:pt idx="739">
                  <c:v>44215</c:v>
                </c:pt>
                <c:pt idx="740">
                  <c:v>44216</c:v>
                </c:pt>
                <c:pt idx="741">
                  <c:v>44217</c:v>
                </c:pt>
                <c:pt idx="742">
                  <c:v>44218</c:v>
                </c:pt>
                <c:pt idx="743">
                  <c:v>44221</c:v>
                </c:pt>
                <c:pt idx="744">
                  <c:v>44222</c:v>
                </c:pt>
                <c:pt idx="745">
                  <c:v>44223</c:v>
                </c:pt>
                <c:pt idx="746">
                  <c:v>44224</c:v>
                </c:pt>
                <c:pt idx="747">
                  <c:v>44225</c:v>
                </c:pt>
                <c:pt idx="748">
                  <c:v>44228</c:v>
                </c:pt>
                <c:pt idx="749">
                  <c:v>44229</c:v>
                </c:pt>
                <c:pt idx="750">
                  <c:v>44230</c:v>
                </c:pt>
                <c:pt idx="751">
                  <c:v>44231</c:v>
                </c:pt>
                <c:pt idx="752">
                  <c:v>44232</c:v>
                </c:pt>
                <c:pt idx="753">
                  <c:v>44235</c:v>
                </c:pt>
                <c:pt idx="754">
                  <c:v>44236</c:v>
                </c:pt>
                <c:pt idx="755">
                  <c:v>44237</c:v>
                </c:pt>
                <c:pt idx="756">
                  <c:v>44238</c:v>
                </c:pt>
                <c:pt idx="757">
                  <c:v>44242</c:v>
                </c:pt>
                <c:pt idx="758">
                  <c:v>44243</c:v>
                </c:pt>
                <c:pt idx="759">
                  <c:v>44244</c:v>
                </c:pt>
                <c:pt idx="760">
                  <c:v>44245</c:v>
                </c:pt>
                <c:pt idx="761">
                  <c:v>44246</c:v>
                </c:pt>
                <c:pt idx="762">
                  <c:v>44249</c:v>
                </c:pt>
                <c:pt idx="763">
                  <c:v>44250</c:v>
                </c:pt>
                <c:pt idx="764">
                  <c:v>44251</c:v>
                </c:pt>
                <c:pt idx="765">
                  <c:v>44252</c:v>
                </c:pt>
                <c:pt idx="766">
                  <c:v>44253</c:v>
                </c:pt>
                <c:pt idx="767">
                  <c:v>44256</c:v>
                </c:pt>
                <c:pt idx="768">
                  <c:v>44257</c:v>
                </c:pt>
                <c:pt idx="769">
                  <c:v>44258</c:v>
                </c:pt>
                <c:pt idx="770">
                  <c:v>44259</c:v>
                </c:pt>
                <c:pt idx="771">
                  <c:v>44260</c:v>
                </c:pt>
                <c:pt idx="772">
                  <c:v>44263</c:v>
                </c:pt>
                <c:pt idx="773">
                  <c:v>44264</c:v>
                </c:pt>
                <c:pt idx="774">
                  <c:v>44265</c:v>
                </c:pt>
                <c:pt idx="775">
                  <c:v>44267</c:v>
                </c:pt>
                <c:pt idx="776">
                  <c:v>44270</c:v>
                </c:pt>
                <c:pt idx="777">
                  <c:v>44271</c:v>
                </c:pt>
                <c:pt idx="778">
                  <c:v>44272</c:v>
                </c:pt>
                <c:pt idx="779">
                  <c:v>44273</c:v>
                </c:pt>
                <c:pt idx="780">
                  <c:v>44274</c:v>
                </c:pt>
                <c:pt idx="781">
                  <c:v>44277</c:v>
                </c:pt>
                <c:pt idx="782">
                  <c:v>44278</c:v>
                </c:pt>
                <c:pt idx="783">
                  <c:v>44279</c:v>
                </c:pt>
                <c:pt idx="784">
                  <c:v>44280</c:v>
                </c:pt>
                <c:pt idx="785">
                  <c:v>44281</c:v>
                </c:pt>
                <c:pt idx="786">
                  <c:v>44284</c:v>
                </c:pt>
                <c:pt idx="787">
                  <c:v>44285</c:v>
                </c:pt>
                <c:pt idx="788">
                  <c:v>44286</c:v>
                </c:pt>
                <c:pt idx="789">
                  <c:v>44287</c:v>
                </c:pt>
                <c:pt idx="790">
                  <c:v>44291</c:v>
                </c:pt>
                <c:pt idx="791">
                  <c:v>44292</c:v>
                </c:pt>
                <c:pt idx="792">
                  <c:v>44293</c:v>
                </c:pt>
                <c:pt idx="793">
                  <c:v>44294</c:v>
                </c:pt>
                <c:pt idx="794">
                  <c:v>44295</c:v>
                </c:pt>
                <c:pt idx="795">
                  <c:v>44298</c:v>
                </c:pt>
                <c:pt idx="796">
                  <c:v>44299</c:v>
                </c:pt>
                <c:pt idx="797">
                  <c:v>44300</c:v>
                </c:pt>
                <c:pt idx="798">
                  <c:v>44301</c:v>
                </c:pt>
                <c:pt idx="799">
                  <c:v>44302</c:v>
                </c:pt>
                <c:pt idx="800">
                  <c:v>44305</c:v>
                </c:pt>
                <c:pt idx="801">
                  <c:v>44306</c:v>
                </c:pt>
                <c:pt idx="802">
                  <c:v>44307</c:v>
                </c:pt>
                <c:pt idx="803">
                  <c:v>44308</c:v>
                </c:pt>
                <c:pt idx="804">
                  <c:v>44309</c:v>
                </c:pt>
                <c:pt idx="805">
                  <c:v>44312</c:v>
                </c:pt>
                <c:pt idx="806">
                  <c:v>44313</c:v>
                </c:pt>
                <c:pt idx="807">
                  <c:v>44314</c:v>
                </c:pt>
                <c:pt idx="808">
                  <c:v>44315</c:v>
                </c:pt>
                <c:pt idx="809">
                  <c:v>44316</c:v>
                </c:pt>
                <c:pt idx="810">
                  <c:v>44319</c:v>
                </c:pt>
                <c:pt idx="811">
                  <c:v>44320</c:v>
                </c:pt>
                <c:pt idx="812">
                  <c:v>44321</c:v>
                </c:pt>
                <c:pt idx="813">
                  <c:v>44322</c:v>
                </c:pt>
                <c:pt idx="814">
                  <c:v>44323</c:v>
                </c:pt>
                <c:pt idx="815">
                  <c:v>44326</c:v>
                </c:pt>
                <c:pt idx="816">
                  <c:v>44327</c:v>
                </c:pt>
                <c:pt idx="817">
                  <c:v>44333</c:v>
                </c:pt>
                <c:pt idx="818">
                  <c:v>44334</c:v>
                </c:pt>
                <c:pt idx="819">
                  <c:v>44335</c:v>
                </c:pt>
                <c:pt idx="820">
                  <c:v>44336</c:v>
                </c:pt>
                <c:pt idx="821">
                  <c:v>44337</c:v>
                </c:pt>
                <c:pt idx="822">
                  <c:v>44340</c:v>
                </c:pt>
                <c:pt idx="823">
                  <c:v>44341</c:v>
                </c:pt>
                <c:pt idx="824">
                  <c:v>44343</c:v>
                </c:pt>
                <c:pt idx="825">
                  <c:v>44344</c:v>
                </c:pt>
                <c:pt idx="826">
                  <c:v>44347</c:v>
                </c:pt>
                <c:pt idx="827">
                  <c:v>44349</c:v>
                </c:pt>
                <c:pt idx="828">
                  <c:v>44350</c:v>
                </c:pt>
                <c:pt idx="829">
                  <c:v>44351</c:v>
                </c:pt>
                <c:pt idx="830">
                  <c:v>44354</c:v>
                </c:pt>
                <c:pt idx="831">
                  <c:v>44355</c:v>
                </c:pt>
                <c:pt idx="832">
                  <c:v>44356</c:v>
                </c:pt>
                <c:pt idx="833">
                  <c:v>44357</c:v>
                </c:pt>
                <c:pt idx="834">
                  <c:v>44358</c:v>
                </c:pt>
                <c:pt idx="835">
                  <c:v>44361</c:v>
                </c:pt>
                <c:pt idx="836">
                  <c:v>44362</c:v>
                </c:pt>
                <c:pt idx="837">
                  <c:v>44363</c:v>
                </c:pt>
                <c:pt idx="838">
                  <c:v>44364</c:v>
                </c:pt>
                <c:pt idx="839">
                  <c:v>44365</c:v>
                </c:pt>
                <c:pt idx="840">
                  <c:v>44368</c:v>
                </c:pt>
                <c:pt idx="841">
                  <c:v>44369</c:v>
                </c:pt>
                <c:pt idx="842">
                  <c:v>44370</c:v>
                </c:pt>
                <c:pt idx="843">
                  <c:v>44371</c:v>
                </c:pt>
                <c:pt idx="844">
                  <c:v>44372</c:v>
                </c:pt>
                <c:pt idx="845">
                  <c:v>44375</c:v>
                </c:pt>
                <c:pt idx="846">
                  <c:v>44376</c:v>
                </c:pt>
                <c:pt idx="847">
                  <c:v>44377</c:v>
                </c:pt>
                <c:pt idx="848">
                  <c:v>44378</c:v>
                </c:pt>
                <c:pt idx="849">
                  <c:v>44379</c:v>
                </c:pt>
                <c:pt idx="850">
                  <c:v>44382</c:v>
                </c:pt>
                <c:pt idx="851">
                  <c:v>44383</c:v>
                </c:pt>
                <c:pt idx="852">
                  <c:v>44384</c:v>
                </c:pt>
                <c:pt idx="853">
                  <c:v>44385</c:v>
                </c:pt>
                <c:pt idx="854">
                  <c:v>44386</c:v>
                </c:pt>
                <c:pt idx="855">
                  <c:v>44389</c:v>
                </c:pt>
                <c:pt idx="856">
                  <c:v>44390</c:v>
                </c:pt>
                <c:pt idx="857">
                  <c:v>44391</c:v>
                </c:pt>
                <c:pt idx="858">
                  <c:v>44392</c:v>
                </c:pt>
                <c:pt idx="859">
                  <c:v>44393</c:v>
                </c:pt>
                <c:pt idx="860">
                  <c:v>44396</c:v>
                </c:pt>
                <c:pt idx="861">
                  <c:v>44398</c:v>
                </c:pt>
                <c:pt idx="862">
                  <c:v>44399</c:v>
                </c:pt>
                <c:pt idx="863">
                  <c:v>44400</c:v>
                </c:pt>
                <c:pt idx="864">
                  <c:v>44403</c:v>
                </c:pt>
                <c:pt idx="865">
                  <c:v>44404</c:v>
                </c:pt>
                <c:pt idx="866">
                  <c:v>44405</c:v>
                </c:pt>
                <c:pt idx="867">
                  <c:v>44406</c:v>
                </c:pt>
                <c:pt idx="868">
                  <c:v>44407</c:v>
                </c:pt>
                <c:pt idx="869">
                  <c:v>44410</c:v>
                </c:pt>
                <c:pt idx="870">
                  <c:v>44411</c:v>
                </c:pt>
                <c:pt idx="871">
                  <c:v>44412</c:v>
                </c:pt>
                <c:pt idx="872">
                  <c:v>44413</c:v>
                </c:pt>
                <c:pt idx="873">
                  <c:v>44414</c:v>
                </c:pt>
                <c:pt idx="874">
                  <c:v>44417</c:v>
                </c:pt>
                <c:pt idx="875">
                  <c:v>44418</c:v>
                </c:pt>
                <c:pt idx="876">
                  <c:v>44420</c:v>
                </c:pt>
                <c:pt idx="877">
                  <c:v>44421</c:v>
                </c:pt>
                <c:pt idx="878">
                  <c:v>44424</c:v>
                </c:pt>
                <c:pt idx="879">
                  <c:v>44426</c:v>
                </c:pt>
                <c:pt idx="880">
                  <c:v>44427</c:v>
                </c:pt>
                <c:pt idx="881">
                  <c:v>44428</c:v>
                </c:pt>
                <c:pt idx="882">
                  <c:v>44431</c:v>
                </c:pt>
                <c:pt idx="883">
                  <c:v>44432</c:v>
                </c:pt>
                <c:pt idx="884">
                  <c:v>44433</c:v>
                </c:pt>
                <c:pt idx="885">
                  <c:v>44434</c:v>
                </c:pt>
                <c:pt idx="886">
                  <c:v>44435</c:v>
                </c:pt>
                <c:pt idx="887">
                  <c:v>44438</c:v>
                </c:pt>
                <c:pt idx="888">
                  <c:v>44439</c:v>
                </c:pt>
                <c:pt idx="889">
                  <c:v>44440</c:v>
                </c:pt>
                <c:pt idx="890">
                  <c:v>44441</c:v>
                </c:pt>
                <c:pt idx="891">
                  <c:v>44442</c:v>
                </c:pt>
                <c:pt idx="892">
                  <c:v>44445</c:v>
                </c:pt>
                <c:pt idx="893">
                  <c:v>44446</c:v>
                </c:pt>
                <c:pt idx="894">
                  <c:v>44447</c:v>
                </c:pt>
                <c:pt idx="895">
                  <c:v>44448</c:v>
                </c:pt>
                <c:pt idx="896">
                  <c:v>44449</c:v>
                </c:pt>
                <c:pt idx="897">
                  <c:v>44452</c:v>
                </c:pt>
                <c:pt idx="898">
                  <c:v>44453</c:v>
                </c:pt>
                <c:pt idx="899">
                  <c:v>44454</c:v>
                </c:pt>
                <c:pt idx="900">
                  <c:v>44455</c:v>
                </c:pt>
                <c:pt idx="901">
                  <c:v>44456</c:v>
                </c:pt>
                <c:pt idx="902">
                  <c:v>44459</c:v>
                </c:pt>
                <c:pt idx="903">
                  <c:v>44460</c:v>
                </c:pt>
                <c:pt idx="904">
                  <c:v>44461</c:v>
                </c:pt>
                <c:pt idx="905">
                  <c:v>44462</c:v>
                </c:pt>
                <c:pt idx="906">
                  <c:v>44463</c:v>
                </c:pt>
                <c:pt idx="907">
                  <c:v>44466</c:v>
                </c:pt>
                <c:pt idx="908">
                  <c:v>44467</c:v>
                </c:pt>
                <c:pt idx="909">
                  <c:v>44468</c:v>
                </c:pt>
                <c:pt idx="910">
                  <c:v>44469</c:v>
                </c:pt>
                <c:pt idx="911">
                  <c:v>44470</c:v>
                </c:pt>
                <c:pt idx="912">
                  <c:v>44473</c:v>
                </c:pt>
                <c:pt idx="913">
                  <c:v>44474</c:v>
                </c:pt>
                <c:pt idx="914">
                  <c:v>44475</c:v>
                </c:pt>
                <c:pt idx="915">
                  <c:v>44476</c:v>
                </c:pt>
                <c:pt idx="916">
                  <c:v>44477</c:v>
                </c:pt>
                <c:pt idx="917">
                  <c:v>44480</c:v>
                </c:pt>
                <c:pt idx="918">
                  <c:v>44481</c:v>
                </c:pt>
                <c:pt idx="919">
                  <c:v>44482</c:v>
                </c:pt>
                <c:pt idx="920">
                  <c:v>44483</c:v>
                </c:pt>
                <c:pt idx="921">
                  <c:v>44484</c:v>
                </c:pt>
                <c:pt idx="922">
                  <c:v>44487</c:v>
                </c:pt>
                <c:pt idx="923">
                  <c:v>44488</c:v>
                </c:pt>
                <c:pt idx="924">
                  <c:v>44490</c:v>
                </c:pt>
                <c:pt idx="925">
                  <c:v>44491</c:v>
                </c:pt>
                <c:pt idx="926">
                  <c:v>44494</c:v>
                </c:pt>
                <c:pt idx="927">
                  <c:v>44495</c:v>
                </c:pt>
                <c:pt idx="928">
                  <c:v>44496</c:v>
                </c:pt>
                <c:pt idx="929">
                  <c:v>44497</c:v>
                </c:pt>
                <c:pt idx="930">
                  <c:v>44498</c:v>
                </c:pt>
                <c:pt idx="931">
                  <c:v>44501</c:v>
                </c:pt>
                <c:pt idx="932">
                  <c:v>44502</c:v>
                </c:pt>
                <c:pt idx="933">
                  <c:v>44503</c:v>
                </c:pt>
                <c:pt idx="934">
                  <c:v>44504</c:v>
                </c:pt>
                <c:pt idx="935">
                  <c:v>44505</c:v>
                </c:pt>
                <c:pt idx="936">
                  <c:v>44508</c:v>
                </c:pt>
                <c:pt idx="937">
                  <c:v>44509</c:v>
                </c:pt>
                <c:pt idx="938">
                  <c:v>44510</c:v>
                </c:pt>
                <c:pt idx="939">
                  <c:v>44511</c:v>
                </c:pt>
                <c:pt idx="940">
                  <c:v>44512</c:v>
                </c:pt>
                <c:pt idx="941">
                  <c:v>44515</c:v>
                </c:pt>
                <c:pt idx="942">
                  <c:v>44516</c:v>
                </c:pt>
                <c:pt idx="943">
                  <c:v>44517</c:v>
                </c:pt>
                <c:pt idx="944">
                  <c:v>44518</c:v>
                </c:pt>
                <c:pt idx="945">
                  <c:v>44519</c:v>
                </c:pt>
                <c:pt idx="946">
                  <c:v>44522</c:v>
                </c:pt>
                <c:pt idx="947">
                  <c:v>44523</c:v>
                </c:pt>
                <c:pt idx="948">
                  <c:v>44524</c:v>
                </c:pt>
                <c:pt idx="949">
                  <c:v>44525</c:v>
                </c:pt>
                <c:pt idx="950">
                  <c:v>44526</c:v>
                </c:pt>
                <c:pt idx="951">
                  <c:v>44529</c:v>
                </c:pt>
                <c:pt idx="952">
                  <c:v>44530</c:v>
                </c:pt>
                <c:pt idx="953">
                  <c:v>44531</c:v>
                </c:pt>
                <c:pt idx="954">
                  <c:v>44532</c:v>
                </c:pt>
                <c:pt idx="955">
                  <c:v>44533</c:v>
                </c:pt>
                <c:pt idx="956">
                  <c:v>44536</c:v>
                </c:pt>
                <c:pt idx="957">
                  <c:v>44537</c:v>
                </c:pt>
                <c:pt idx="958">
                  <c:v>44538</c:v>
                </c:pt>
                <c:pt idx="959">
                  <c:v>44539</c:v>
                </c:pt>
                <c:pt idx="960">
                  <c:v>44540</c:v>
                </c:pt>
                <c:pt idx="961">
                  <c:v>44543</c:v>
                </c:pt>
                <c:pt idx="962">
                  <c:v>44544</c:v>
                </c:pt>
                <c:pt idx="963">
                  <c:v>44545</c:v>
                </c:pt>
                <c:pt idx="964">
                  <c:v>44546</c:v>
                </c:pt>
                <c:pt idx="965">
                  <c:v>44547</c:v>
                </c:pt>
                <c:pt idx="966">
                  <c:v>44550</c:v>
                </c:pt>
                <c:pt idx="967">
                  <c:v>44551</c:v>
                </c:pt>
                <c:pt idx="968">
                  <c:v>44552</c:v>
                </c:pt>
                <c:pt idx="969">
                  <c:v>44553</c:v>
                </c:pt>
                <c:pt idx="970">
                  <c:v>44554</c:v>
                </c:pt>
                <c:pt idx="971">
                  <c:v>44557</c:v>
                </c:pt>
                <c:pt idx="972">
                  <c:v>44558</c:v>
                </c:pt>
                <c:pt idx="973">
                  <c:v>44559</c:v>
                </c:pt>
                <c:pt idx="974">
                  <c:v>44560</c:v>
                </c:pt>
                <c:pt idx="975">
                  <c:v>44561</c:v>
                </c:pt>
                <c:pt idx="976">
                  <c:v>44564</c:v>
                </c:pt>
                <c:pt idx="977">
                  <c:v>44565</c:v>
                </c:pt>
                <c:pt idx="978">
                  <c:v>44566</c:v>
                </c:pt>
                <c:pt idx="979">
                  <c:v>44567</c:v>
                </c:pt>
                <c:pt idx="980">
                  <c:v>44568</c:v>
                </c:pt>
                <c:pt idx="981">
                  <c:v>44571</c:v>
                </c:pt>
                <c:pt idx="982">
                  <c:v>44572</c:v>
                </c:pt>
                <c:pt idx="983">
                  <c:v>44573</c:v>
                </c:pt>
                <c:pt idx="984">
                  <c:v>44574</c:v>
                </c:pt>
                <c:pt idx="985">
                  <c:v>44575</c:v>
                </c:pt>
                <c:pt idx="986">
                  <c:v>44578</c:v>
                </c:pt>
                <c:pt idx="987">
                  <c:v>44579</c:v>
                </c:pt>
                <c:pt idx="988">
                  <c:v>44580</c:v>
                </c:pt>
                <c:pt idx="989">
                  <c:v>44581</c:v>
                </c:pt>
                <c:pt idx="990">
                  <c:v>44582</c:v>
                </c:pt>
                <c:pt idx="991">
                  <c:v>44585</c:v>
                </c:pt>
                <c:pt idx="992">
                  <c:v>44586</c:v>
                </c:pt>
                <c:pt idx="993">
                  <c:v>44587</c:v>
                </c:pt>
                <c:pt idx="994">
                  <c:v>44588</c:v>
                </c:pt>
                <c:pt idx="995">
                  <c:v>44589</c:v>
                </c:pt>
                <c:pt idx="996">
                  <c:v>44592</c:v>
                </c:pt>
                <c:pt idx="997">
                  <c:v>44594</c:v>
                </c:pt>
                <c:pt idx="998">
                  <c:v>44595</c:v>
                </c:pt>
                <c:pt idx="999">
                  <c:v>44596</c:v>
                </c:pt>
                <c:pt idx="1000">
                  <c:v>44599</c:v>
                </c:pt>
                <c:pt idx="1001">
                  <c:v>44600</c:v>
                </c:pt>
                <c:pt idx="1002">
                  <c:v>44601</c:v>
                </c:pt>
                <c:pt idx="1003">
                  <c:v>44602</c:v>
                </c:pt>
                <c:pt idx="1004">
                  <c:v>44603</c:v>
                </c:pt>
                <c:pt idx="1005">
                  <c:v>44606</c:v>
                </c:pt>
                <c:pt idx="1006">
                  <c:v>44607</c:v>
                </c:pt>
                <c:pt idx="1007">
                  <c:v>44608</c:v>
                </c:pt>
                <c:pt idx="1008">
                  <c:v>44609</c:v>
                </c:pt>
                <c:pt idx="1009">
                  <c:v>44610</c:v>
                </c:pt>
                <c:pt idx="1010">
                  <c:v>44613</c:v>
                </c:pt>
                <c:pt idx="1011">
                  <c:v>44614</c:v>
                </c:pt>
                <c:pt idx="1012">
                  <c:v>44615</c:v>
                </c:pt>
                <c:pt idx="1013">
                  <c:v>44616</c:v>
                </c:pt>
                <c:pt idx="1014">
                  <c:v>44617</c:v>
                </c:pt>
                <c:pt idx="1015">
                  <c:v>44621</c:v>
                </c:pt>
                <c:pt idx="1016">
                  <c:v>44622</c:v>
                </c:pt>
                <c:pt idx="1017">
                  <c:v>44624</c:v>
                </c:pt>
                <c:pt idx="1018">
                  <c:v>44627</c:v>
                </c:pt>
                <c:pt idx="1019">
                  <c:v>44628</c:v>
                </c:pt>
                <c:pt idx="1020">
                  <c:v>44629</c:v>
                </c:pt>
                <c:pt idx="1021">
                  <c:v>44630</c:v>
                </c:pt>
                <c:pt idx="1022">
                  <c:v>44631</c:v>
                </c:pt>
                <c:pt idx="1023">
                  <c:v>44634</c:v>
                </c:pt>
                <c:pt idx="1024">
                  <c:v>44635</c:v>
                </c:pt>
                <c:pt idx="1025">
                  <c:v>44636</c:v>
                </c:pt>
                <c:pt idx="1026">
                  <c:v>44637</c:v>
                </c:pt>
                <c:pt idx="1027">
                  <c:v>44638</c:v>
                </c:pt>
                <c:pt idx="1028">
                  <c:v>44641</c:v>
                </c:pt>
                <c:pt idx="1029">
                  <c:v>44642</c:v>
                </c:pt>
                <c:pt idx="1030">
                  <c:v>44643</c:v>
                </c:pt>
                <c:pt idx="1031">
                  <c:v>44644</c:v>
                </c:pt>
                <c:pt idx="1032">
                  <c:v>44645</c:v>
                </c:pt>
                <c:pt idx="1033">
                  <c:v>44648</c:v>
                </c:pt>
                <c:pt idx="1034">
                  <c:v>44649</c:v>
                </c:pt>
                <c:pt idx="1035">
                  <c:v>44650</c:v>
                </c:pt>
                <c:pt idx="1036">
                  <c:v>44651</c:v>
                </c:pt>
                <c:pt idx="1037">
                  <c:v>44652</c:v>
                </c:pt>
                <c:pt idx="1038">
                  <c:v>44655</c:v>
                </c:pt>
                <c:pt idx="1039">
                  <c:v>44656</c:v>
                </c:pt>
                <c:pt idx="1040">
                  <c:v>44657</c:v>
                </c:pt>
                <c:pt idx="1041">
                  <c:v>44658</c:v>
                </c:pt>
                <c:pt idx="1042">
                  <c:v>44659</c:v>
                </c:pt>
                <c:pt idx="1043">
                  <c:v>44662</c:v>
                </c:pt>
                <c:pt idx="1044">
                  <c:v>44663</c:v>
                </c:pt>
                <c:pt idx="1045">
                  <c:v>44664</c:v>
                </c:pt>
                <c:pt idx="1046">
                  <c:v>44665</c:v>
                </c:pt>
                <c:pt idx="1047">
                  <c:v>44669</c:v>
                </c:pt>
                <c:pt idx="1048">
                  <c:v>44670</c:v>
                </c:pt>
                <c:pt idx="1049">
                  <c:v>44671</c:v>
                </c:pt>
                <c:pt idx="1050">
                  <c:v>44672</c:v>
                </c:pt>
                <c:pt idx="1051">
                  <c:v>44673</c:v>
                </c:pt>
                <c:pt idx="1052">
                  <c:v>44676</c:v>
                </c:pt>
                <c:pt idx="1053">
                  <c:v>44677</c:v>
                </c:pt>
                <c:pt idx="1054">
                  <c:v>44678</c:v>
                </c:pt>
                <c:pt idx="1055">
                  <c:v>44679</c:v>
                </c:pt>
                <c:pt idx="1056">
                  <c:v>44690</c:v>
                </c:pt>
                <c:pt idx="1057">
                  <c:v>44691</c:v>
                </c:pt>
                <c:pt idx="1058">
                  <c:v>44692</c:v>
                </c:pt>
                <c:pt idx="1059">
                  <c:v>44693</c:v>
                </c:pt>
                <c:pt idx="1060">
                  <c:v>44694</c:v>
                </c:pt>
                <c:pt idx="1061">
                  <c:v>44698</c:v>
                </c:pt>
                <c:pt idx="1062">
                  <c:v>44699</c:v>
                </c:pt>
                <c:pt idx="1063">
                  <c:v>44700</c:v>
                </c:pt>
                <c:pt idx="1064">
                  <c:v>44701</c:v>
                </c:pt>
                <c:pt idx="1065">
                  <c:v>44704</c:v>
                </c:pt>
                <c:pt idx="1066">
                  <c:v>44705</c:v>
                </c:pt>
                <c:pt idx="1067">
                  <c:v>44706</c:v>
                </c:pt>
                <c:pt idx="1068">
                  <c:v>44708</c:v>
                </c:pt>
                <c:pt idx="1069">
                  <c:v>44711</c:v>
                </c:pt>
                <c:pt idx="1070">
                  <c:v>44712</c:v>
                </c:pt>
                <c:pt idx="1071">
                  <c:v>44714</c:v>
                </c:pt>
                <c:pt idx="1072">
                  <c:v>44715</c:v>
                </c:pt>
                <c:pt idx="1073">
                  <c:v>44718</c:v>
                </c:pt>
                <c:pt idx="1074">
                  <c:v>44719</c:v>
                </c:pt>
                <c:pt idx="1075">
                  <c:v>44720</c:v>
                </c:pt>
                <c:pt idx="1076">
                  <c:v>44721</c:v>
                </c:pt>
                <c:pt idx="1077">
                  <c:v>44722</c:v>
                </c:pt>
                <c:pt idx="1078">
                  <c:v>44725</c:v>
                </c:pt>
                <c:pt idx="1079">
                  <c:v>44726</c:v>
                </c:pt>
                <c:pt idx="1080">
                  <c:v>44727</c:v>
                </c:pt>
                <c:pt idx="1081">
                  <c:v>44728</c:v>
                </c:pt>
                <c:pt idx="1082">
                  <c:v>44729</c:v>
                </c:pt>
                <c:pt idx="1083">
                  <c:v>44732</c:v>
                </c:pt>
                <c:pt idx="1084">
                  <c:v>44733</c:v>
                </c:pt>
                <c:pt idx="1085">
                  <c:v>44734</c:v>
                </c:pt>
                <c:pt idx="1086">
                  <c:v>44735</c:v>
                </c:pt>
                <c:pt idx="1087">
                  <c:v>44736</c:v>
                </c:pt>
                <c:pt idx="1088">
                  <c:v>44739</c:v>
                </c:pt>
                <c:pt idx="1089">
                  <c:v>44740</c:v>
                </c:pt>
                <c:pt idx="1090">
                  <c:v>44741</c:v>
                </c:pt>
                <c:pt idx="1091">
                  <c:v>44742</c:v>
                </c:pt>
                <c:pt idx="1092">
                  <c:v>44743</c:v>
                </c:pt>
                <c:pt idx="1093">
                  <c:v>44746</c:v>
                </c:pt>
                <c:pt idx="1094">
                  <c:v>44747</c:v>
                </c:pt>
                <c:pt idx="1095">
                  <c:v>44748</c:v>
                </c:pt>
                <c:pt idx="1096">
                  <c:v>44749</c:v>
                </c:pt>
                <c:pt idx="1097">
                  <c:v>44750</c:v>
                </c:pt>
                <c:pt idx="1098">
                  <c:v>44753</c:v>
                </c:pt>
                <c:pt idx="1099">
                  <c:v>44754</c:v>
                </c:pt>
                <c:pt idx="1100">
                  <c:v>44755</c:v>
                </c:pt>
                <c:pt idx="1101">
                  <c:v>44756</c:v>
                </c:pt>
                <c:pt idx="1102">
                  <c:v>44757</c:v>
                </c:pt>
                <c:pt idx="1103">
                  <c:v>44760</c:v>
                </c:pt>
                <c:pt idx="1104">
                  <c:v>44761</c:v>
                </c:pt>
                <c:pt idx="1105">
                  <c:v>44762</c:v>
                </c:pt>
                <c:pt idx="1106">
                  <c:v>44763</c:v>
                </c:pt>
                <c:pt idx="1107">
                  <c:v>44764</c:v>
                </c:pt>
                <c:pt idx="1108">
                  <c:v>44767</c:v>
                </c:pt>
                <c:pt idx="1109">
                  <c:v>44768</c:v>
                </c:pt>
                <c:pt idx="1110">
                  <c:v>44769</c:v>
                </c:pt>
                <c:pt idx="1111">
                  <c:v>44770</c:v>
                </c:pt>
                <c:pt idx="1112">
                  <c:v>44771</c:v>
                </c:pt>
                <c:pt idx="1113">
                  <c:v>44774</c:v>
                </c:pt>
                <c:pt idx="1114">
                  <c:v>44775</c:v>
                </c:pt>
                <c:pt idx="1115">
                  <c:v>44776</c:v>
                </c:pt>
                <c:pt idx="1116">
                  <c:v>44777</c:v>
                </c:pt>
                <c:pt idx="1117">
                  <c:v>44778</c:v>
                </c:pt>
                <c:pt idx="1118">
                  <c:v>44781</c:v>
                </c:pt>
                <c:pt idx="1119">
                  <c:v>44782</c:v>
                </c:pt>
                <c:pt idx="1120">
                  <c:v>44783</c:v>
                </c:pt>
                <c:pt idx="1121">
                  <c:v>44784</c:v>
                </c:pt>
                <c:pt idx="1122">
                  <c:v>44785</c:v>
                </c:pt>
                <c:pt idx="1123">
                  <c:v>44788</c:v>
                </c:pt>
                <c:pt idx="1124">
                  <c:v>44789</c:v>
                </c:pt>
                <c:pt idx="1125">
                  <c:v>44791</c:v>
                </c:pt>
                <c:pt idx="1126">
                  <c:v>44792</c:v>
                </c:pt>
                <c:pt idx="1127">
                  <c:v>44795</c:v>
                </c:pt>
                <c:pt idx="1128">
                  <c:v>44796</c:v>
                </c:pt>
                <c:pt idx="1129">
                  <c:v>44797</c:v>
                </c:pt>
                <c:pt idx="1130">
                  <c:v>44798</c:v>
                </c:pt>
                <c:pt idx="1131">
                  <c:v>44799</c:v>
                </c:pt>
                <c:pt idx="1132">
                  <c:v>44802</c:v>
                </c:pt>
                <c:pt idx="1133">
                  <c:v>44803</c:v>
                </c:pt>
                <c:pt idx="1134">
                  <c:v>44804</c:v>
                </c:pt>
                <c:pt idx="1135">
                  <c:v>44805</c:v>
                </c:pt>
                <c:pt idx="1136">
                  <c:v>44806</c:v>
                </c:pt>
                <c:pt idx="1137">
                  <c:v>44809</c:v>
                </c:pt>
                <c:pt idx="1138">
                  <c:v>44810</c:v>
                </c:pt>
                <c:pt idx="1139">
                  <c:v>44811</c:v>
                </c:pt>
                <c:pt idx="1140">
                  <c:v>44812</c:v>
                </c:pt>
                <c:pt idx="1141">
                  <c:v>44813</c:v>
                </c:pt>
                <c:pt idx="1142">
                  <c:v>44816</c:v>
                </c:pt>
                <c:pt idx="1143">
                  <c:v>44817</c:v>
                </c:pt>
                <c:pt idx="1144">
                  <c:v>44818</c:v>
                </c:pt>
                <c:pt idx="1145">
                  <c:v>44819</c:v>
                </c:pt>
                <c:pt idx="1146">
                  <c:v>44820</c:v>
                </c:pt>
                <c:pt idx="1147">
                  <c:v>44823</c:v>
                </c:pt>
                <c:pt idx="1148">
                  <c:v>44824</c:v>
                </c:pt>
                <c:pt idx="1149">
                  <c:v>44825</c:v>
                </c:pt>
                <c:pt idx="1150">
                  <c:v>44826</c:v>
                </c:pt>
                <c:pt idx="1151">
                  <c:v>44827</c:v>
                </c:pt>
                <c:pt idx="1152">
                  <c:v>44830</c:v>
                </c:pt>
                <c:pt idx="1153">
                  <c:v>44831</c:v>
                </c:pt>
                <c:pt idx="1154">
                  <c:v>44832</c:v>
                </c:pt>
                <c:pt idx="1155">
                  <c:v>44833</c:v>
                </c:pt>
                <c:pt idx="1156">
                  <c:v>44834</c:v>
                </c:pt>
                <c:pt idx="1157">
                  <c:v>44837</c:v>
                </c:pt>
                <c:pt idx="1158">
                  <c:v>44838</c:v>
                </c:pt>
                <c:pt idx="1159">
                  <c:v>44839</c:v>
                </c:pt>
                <c:pt idx="1160">
                  <c:v>44840</c:v>
                </c:pt>
                <c:pt idx="1161">
                  <c:v>44841</c:v>
                </c:pt>
                <c:pt idx="1162">
                  <c:v>44844</c:v>
                </c:pt>
                <c:pt idx="1163">
                  <c:v>44845</c:v>
                </c:pt>
                <c:pt idx="1164">
                  <c:v>44846</c:v>
                </c:pt>
                <c:pt idx="1165">
                  <c:v>44847</c:v>
                </c:pt>
                <c:pt idx="1166">
                  <c:v>44848</c:v>
                </c:pt>
                <c:pt idx="1167">
                  <c:v>44851</c:v>
                </c:pt>
                <c:pt idx="1168">
                  <c:v>44852</c:v>
                </c:pt>
                <c:pt idx="1169">
                  <c:v>44853</c:v>
                </c:pt>
                <c:pt idx="1170">
                  <c:v>44854</c:v>
                </c:pt>
                <c:pt idx="1171">
                  <c:v>44855</c:v>
                </c:pt>
                <c:pt idx="1172">
                  <c:v>44858</c:v>
                </c:pt>
                <c:pt idx="1173">
                  <c:v>44859</c:v>
                </c:pt>
                <c:pt idx="1174">
                  <c:v>44860</c:v>
                </c:pt>
                <c:pt idx="1175">
                  <c:v>44861</c:v>
                </c:pt>
                <c:pt idx="1176">
                  <c:v>44862</c:v>
                </c:pt>
                <c:pt idx="1177">
                  <c:v>44865</c:v>
                </c:pt>
                <c:pt idx="1178">
                  <c:v>44866</c:v>
                </c:pt>
                <c:pt idx="1179">
                  <c:v>44867</c:v>
                </c:pt>
                <c:pt idx="1180">
                  <c:v>44868</c:v>
                </c:pt>
                <c:pt idx="1181">
                  <c:v>44869</c:v>
                </c:pt>
                <c:pt idx="1182">
                  <c:v>44872</c:v>
                </c:pt>
                <c:pt idx="1183">
                  <c:v>44873</c:v>
                </c:pt>
                <c:pt idx="1184">
                  <c:v>44874</c:v>
                </c:pt>
                <c:pt idx="1185">
                  <c:v>44875</c:v>
                </c:pt>
                <c:pt idx="1186">
                  <c:v>44876</c:v>
                </c:pt>
                <c:pt idx="1187">
                  <c:v>44879</c:v>
                </c:pt>
                <c:pt idx="1188">
                  <c:v>44880</c:v>
                </c:pt>
                <c:pt idx="1189">
                  <c:v>44881</c:v>
                </c:pt>
                <c:pt idx="1190">
                  <c:v>44882</c:v>
                </c:pt>
                <c:pt idx="1191">
                  <c:v>44883</c:v>
                </c:pt>
                <c:pt idx="1192">
                  <c:v>44886</c:v>
                </c:pt>
                <c:pt idx="1193">
                  <c:v>44887</c:v>
                </c:pt>
                <c:pt idx="1194">
                  <c:v>44888</c:v>
                </c:pt>
                <c:pt idx="1195">
                  <c:v>44889</c:v>
                </c:pt>
                <c:pt idx="1196">
                  <c:v>44890</c:v>
                </c:pt>
                <c:pt idx="1197">
                  <c:v>44893</c:v>
                </c:pt>
                <c:pt idx="1198">
                  <c:v>44894</c:v>
                </c:pt>
                <c:pt idx="1199">
                  <c:v>44895</c:v>
                </c:pt>
                <c:pt idx="1200">
                  <c:v>44896</c:v>
                </c:pt>
                <c:pt idx="1201">
                  <c:v>44897</c:v>
                </c:pt>
                <c:pt idx="1202">
                  <c:v>44900</c:v>
                </c:pt>
                <c:pt idx="1203">
                  <c:v>44901</c:v>
                </c:pt>
                <c:pt idx="1204">
                  <c:v>44902</c:v>
                </c:pt>
                <c:pt idx="1205">
                  <c:v>44903</c:v>
                </c:pt>
                <c:pt idx="1206">
                  <c:v>44904</c:v>
                </c:pt>
                <c:pt idx="1207">
                  <c:v>44907</c:v>
                </c:pt>
                <c:pt idx="1208">
                  <c:v>44908</c:v>
                </c:pt>
                <c:pt idx="1209">
                  <c:v>44909</c:v>
                </c:pt>
                <c:pt idx="1210">
                  <c:v>44910</c:v>
                </c:pt>
                <c:pt idx="1211">
                  <c:v>44911</c:v>
                </c:pt>
                <c:pt idx="1212">
                  <c:v>44914</c:v>
                </c:pt>
                <c:pt idx="1213">
                  <c:v>44915</c:v>
                </c:pt>
                <c:pt idx="1214">
                  <c:v>44916</c:v>
                </c:pt>
                <c:pt idx="1215">
                  <c:v>44917</c:v>
                </c:pt>
                <c:pt idx="1216">
                  <c:v>44918</c:v>
                </c:pt>
                <c:pt idx="1217">
                  <c:v>44921</c:v>
                </c:pt>
                <c:pt idx="1218">
                  <c:v>44922</c:v>
                </c:pt>
                <c:pt idx="1219">
                  <c:v>44923</c:v>
                </c:pt>
                <c:pt idx="1220">
                  <c:v>44924</c:v>
                </c:pt>
                <c:pt idx="1221">
                  <c:v>44925</c:v>
                </c:pt>
                <c:pt idx="1222">
                  <c:v>44928</c:v>
                </c:pt>
                <c:pt idx="1223">
                  <c:v>44929</c:v>
                </c:pt>
                <c:pt idx="1224">
                  <c:v>44930</c:v>
                </c:pt>
                <c:pt idx="1225">
                  <c:v>44931</c:v>
                </c:pt>
                <c:pt idx="1226">
                  <c:v>44932</c:v>
                </c:pt>
                <c:pt idx="1227">
                  <c:v>44935</c:v>
                </c:pt>
                <c:pt idx="1228">
                  <c:v>44936</c:v>
                </c:pt>
                <c:pt idx="1229">
                  <c:v>44937</c:v>
                </c:pt>
                <c:pt idx="1230">
                  <c:v>44938</c:v>
                </c:pt>
                <c:pt idx="1231">
                  <c:v>44939</c:v>
                </c:pt>
                <c:pt idx="1232">
                  <c:v>44942</c:v>
                </c:pt>
                <c:pt idx="1233">
                  <c:v>44943</c:v>
                </c:pt>
                <c:pt idx="1234">
                  <c:v>44944</c:v>
                </c:pt>
                <c:pt idx="1235">
                  <c:v>44945</c:v>
                </c:pt>
                <c:pt idx="1236">
                  <c:v>44946</c:v>
                </c:pt>
                <c:pt idx="1237">
                  <c:v>44950</c:v>
                </c:pt>
                <c:pt idx="1238">
                  <c:v>44951</c:v>
                </c:pt>
                <c:pt idx="1239">
                  <c:v>44952</c:v>
                </c:pt>
                <c:pt idx="1240">
                  <c:v>44953</c:v>
                </c:pt>
                <c:pt idx="1241">
                  <c:v>44956</c:v>
                </c:pt>
                <c:pt idx="1242">
                  <c:v>44957</c:v>
                </c:pt>
                <c:pt idx="1243">
                  <c:v>44958</c:v>
                </c:pt>
                <c:pt idx="1244">
                  <c:v>44959</c:v>
                </c:pt>
                <c:pt idx="1245">
                  <c:v>44960</c:v>
                </c:pt>
                <c:pt idx="1246">
                  <c:v>44963</c:v>
                </c:pt>
                <c:pt idx="1247">
                  <c:v>44964</c:v>
                </c:pt>
                <c:pt idx="1248">
                  <c:v>44965</c:v>
                </c:pt>
                <c:pt idx="1249">
                  <c:v>44966</c:v>
                </c:pt>
                <c:pt idx="1250">
                  <c:v>44967</c:v>
                </c:pt>
                <c:pt idx="1251">
                  <c:v>44970</c:v>
                </c:pt>
                <c:pt idx="1252">
                  <c:v>44971</c:v>
                </c:pt>
                <c:pt idx="1253">
                  <c:v>44972</c:v>
                </c:pt>
                <c:pt idx="1254">
                  <c:v>44973</c:v>
                </c:pt>
                <c:pt idx="1255">
                  <c:v>44974</c:v>
                </c:pt>
                <c:pt idx="1256">
                  <c:v>44977</c:v>
                </c:pt>
                <c:pt idx="1257">
                  <c:v>44978</c:v>
                </c:pt>
                <c:pt idx="1258">
                  <c:v>44979</c:v>
                </c:pt>
                <c:pt idx="1259">
                  <c:v>44980</c:v>
                </c:pt>
                <c:pt idx="1260">
                  <c:v>44981</c:v>
                </c:pt>
                <c:pt idx="1261">
                  <c:v>44984</c:v>
                </c:pt>
                <c:pt idx="1262">
                  <c:v>44985</c:v>
                </c:pt>
                <c:pt idx="1263">
                  <c:v>44986</c:v>
                </c:pt>
                <c:pt idx="1264">
                  <c:v>44987</c:v>
                </c:pt>
                <c:pt idx="1265">
                  <c:v>44988</c:v>
                </c:pt>
                <c:pt idx="1266">
                  <c:v>44991</c:v>
                </c:pt>
                <c:pt idx="1267">
                  <c:v>44992</c:v>
                </c:pt>
                <c:pt idx="1268">
                  <c:v>44993</c:v>
                </c:pt>
                <c:pt idx="1269">
                  <c:v>44994</c:v>
                </c:pt>
                <c:pt idx="1270">
                  <c:v>44995</c:v>
                </c:pt>
                <c:pt idx="1271">
                  <c:v>44998</c:v>
                </c:pt>
                <c:pt idx="1272">
                  <c:v>44999</c:v>
                </c:pt>
                <c:pt idx="1273">
                  <c:v>45000</c:v>
                </c:pt>
                <c:pt idx="1274">
                  <c:v>45001</c:v>
                </c:pt>
                <c:pt idx="1275">
                  <c:v>45002</c:v>
                </c:pt>
                <c:pt idx="1276">
                  <c:v>45005</c:v>
                </c:pt>
                <c:pt idx="1277">
                  <c:v>45006</c:v>
                </c:pt>
                <c:pt idx="1278">
                  <c:v>45009</c:v>
                </c:pt>
                <c:pt idx="1279">
                  <c:v>45012</c:v>
                </c:pt>
                <c:pt idx="1280">
                  <c:v>45013</c:v>
                </c:pt>
                <c:pt idx="1281">
                  <c:v>45014</c:v>
                </c:pt>
                <c:pt idx="1282">
                  <c:v>45015</c:v>
                </c:pt>
                <c:pt idx="1283">
                  <c:v>45016</c:v>
                </c:pt>
                <c:pt idx="1284">
                  <c:v>45019</c:v>
                </c:pt>
                <c:pt idx="1285">
                  <c:v>45020</c:v>
                </c:pt>
                <c:pt idx="1286">
                  <c:v>45021</c:v>
                </c:pt>
                <c:pt idx="1287">
                  <c:v>45022</c:v>
                </c:pt>
                <c:pt idx="1288">
                  <c:v>45026</c:v>
                </c:pt>
                <c:pt idx="1289">
                  <c:v>45027</c:v>
                </c:pt>
                <c:pt idx="1290">
                  <c:v>45028</c:v>
                </c:pt>
                <c:pt idx="1291">
                  <c:v>45029</c:v>
                </c:pt>
                <c:pt idx="1292">
                  <c:v>45030</c:v>
                </c:pt>
                <c:pt idx="1293">
                  <c:v>45033</c:v>
                </c:pt>
                <c:pt idx="1294">
                  <c:v>45034</c:v>
                </c:pt>
                <c:pt idx="1295">
                  <c:v>45042</c:v>
                </c:pt>
                <c:pt idx="1296">
                  <c:v>45043</c:v>
                </c:pt>
                <c:pt idx="1297">
                  <c:v>45044</c:v>
                </c:pt>
                <c:pt idx="1298">
                  <c:v>45048</c:v>
                </c:pt>
                <c:pt idx="1299">
                  <c:v>45049</c:v>
                </c:pt>
                <c:pt idx="1300">
                  <c:v>45050</c:v>
                </c:pt>
                <c:pt idx="1301">
                  <c:v>45051</c:v>
                </c:pt>
                <c:pt idx="1302">
                  <c:v>45054</c:v>
                </c:pt>
                <c:pt idx="1303">
                  <c:v>45055</c:v>
                </c:pt>
                <c:pt idx="1304">
                  <c:v>45056</c:v>
                </c:pt>
                <c:pt idx="1305">
                  <c:v>45057</c:v>
                </c:pt>
                <c:pt idx="1306">
                  <c:v>45058</c:v>
                </c:pt>
                <c:pt idx="1307">
                  <c:v>45061</c:v>
                </c:pt>
                <c:pt idx="1308">
                  <c:v>45062</c:v>
                </c:pt>
                <c:pt idx="1309">
                  <c:v>45063</c:v>
                </c:pt>
                <c:pt idx="1310">
                  <c:v>45065</c:v>
                </c:pt>
                <c:pt idx="1311">
                  <c:v>45068</c:v>
                </c:pt>
                <c:pt idx="1312">
                  <c:v>45069</c:v>
                </c:pt>
                <c:pt idx="1313">
                  <c:v>45070</c:v>
                </c:pt>
                <c:pt idx="1314">
                  <c:v>45071</c:v>
                </c:pt>
                <c:pt idx="1315">
                  <c:v>45072</c:v>
                </c:pt>
                <c:pt idx="1316">
                  <c:v>45075</c:v>
                </c:pt>
                <c:pt idx="1317">
                  <c:v>45076</c:v>
                </c:pt>
                <c:pt idx="1318">
                  <c:v>45077</c:v>
                </c:pt>
                <c:pt idx="1319">
                  <c:v>45082</c:v>
                </c:pt>
                <c:pt idx="1320">
                  <c:v>45083</c:v>
                </c:pt>
                <c:pt idx="1321">
                  <c:v>45084</c:v>
                </c:pt>
                <c:pt idx="1322">
                  <c:v>45085</c:v>
                </c:pt>
                <c:pt idx="1323">
                  <c:v>45086</c:v>
                </c:pt>
                <c:pt idx="1324">
                  <c:v>45089</c:v>
                </c:pt>
                <c:pt idx="1325">
                  <c:v>45090</c:v>
                </c:pt>
                <c:pt idx="1326">
                  <c:v>45091</c:v>
                </c:pt>
                <c:pt idx="1327">
                  <c:v>45092</c:v>
                </c:pt>
                <c:pt idx="1328">
                  <c:v>45093</c:v>
                </c:pt>
                <c:pt idx="1329">
                  <c:v>45096</c:v>
                </c:pt>
                <c:pt idx="1330">
                  <c:v>45097</c:v>
                </c:pt>
                <c:pt idx="1331">
                  <c:v>45098</c:v>
                </c:pt>
                <c:pt idx="1332">
                  <c:v>45099</c:v>
                </c:pt>
                <c:pt idx="1333">
                  <c:v>45100</c:v>
                </c:pt>
                <c:pt idx="1334">
                  <c:v>45103</c:v>
                </c:pt>
                <c:pt idx="1335">
                  <c:v>45104</c:v>
                </c:pt>
                <c:pt idx="1336">
                  <c:v>45110</c:v>
                </c:pt>
                <c:pt idx="1337">
                  <c:v>45111</c:v>
                </c:pt>
                <c:pt idx="1338">
                  <c:v>45112</c:v>
                </c:pt>
                <c:pt idx="1339">
                  <c:v>45113</c:v>
                </c:pt>
                <c:pt idx="1340">
                  <c:v>45114</c:v>
                </c:pt>
                <c:pt idx="1341">
                  <c:v>45117</c:v>
                </c:pt>
                <c:pt idx="1342">
                  <c:v>45118</c:v>
                </c:pt>
                <c:pt idx="1343">
                  <c:v>45119</c:v>
                </c:pt>
                <c:pt idx="1344">
                  <c:v>45120</c:v>
                </c:pt>
                <c:pt idx="1345">
                  <c:v>45121</c:v>
                </c:pt>
                <c:pt idx="1346">
                  <c:v>45124</c:v>
                </c:pt>
                <c:pt idx="1347">
                  <c:v>45125</c:v>
                </c:pt>
                <c:pt idx="1348">
                  <c:v>45127</c:v>
                </c:pt>
                <c:pt idx="1349">
                  <c:v>45128</c:v>
                </c:pt>
                <c:pt idx="1350">
                  <c:v>45131</c:v>
                </c:pt>
                <c:pt idx="1351">
                  <c:v>45132</c:v>
                </c:pt>
                <c:pt idx="1352">
                  <c:v>45133</c:v>
                </c:pt>
                <c:pt idx="1353">
                  <c:v>45134</c:v>
                </c:pt>
                <c:pt idx="1354">
                  <c:v>45135</c:v>
                </c:pt>
                <c:pt idx="1355">
                  <c:v>45138</c:v>
                </c:pt>
                <c:pt idx="1356">
                  <c:v>45139</c:v>
                </c:pt>
                <c:pt idx="1357">
                  <c:v>45140</c:v>
                </c:pt>
                <c:pt idx="1358">
                  <c:v>45141</c:v>
                </c:pt>
                <c:pt idx="1359">
                  <c:v>45142</c:v>
                </c:pt>
                <c:pt idx="1360">
                  <c:v>45145</c:v>
                </c:pt>
                <c:pt idx="1361">
                  <c:v>45146</c:v>
                </c:pt>
                <c:pt idx="1362">
                  <c:v>45147</c:v>
                </c:pt>
                <c:pt idx="1363">
                  <c:v>45148</c:v>
                </c:pt>
                <c:pt idx="1364">
                  <c:v>45149</c:v>
                </c:pt>
                <c:pt idx="1365">
                  <c:v>45152</c:v>
                </c:pt>
                <c:pt idx="1366">
                  <c:v>45153</c:v>
                </c:pt>
                <c:pt idx="1367">
                  <c:v>45154</c:v>
                </c:pt>
                <c:pt idx="1368">
                  <c:v>45156</c:v>
                </c:pt>
                <c:pt idx="1369">
                  <c:v>45159</c:v>
                </c:pt>
                <c:pt idx="1370">
                  <c:v>45160</c:v>
                </c:pt>
                <c:pt idx="1371">
                  <c:v>45161</c:v>
                </c:pt>
                <c:pt idx="1372">
                  <c:v>45162</c:v>
                </c:pt>
                <c:pt idx="1373">
                  <c:v>45163</c:v>
                </c:pt>
                <c:pt idx="1374">
                  <c:v>45166</c:v>
                </c:pt>
                <c:pt idx="1375">
                  <c:v>45167</c:v>
                </c:pt>
                <c:pt idx="1376">
                  <c:v>45168</c:v>
                </c:pt>
                <c:pt idx="1377">
                  <c:v>45169</c:v>
                </c:pt>
                <c:pt idx="1378">
                  <c:v>45170</c:v>
                </c:pt>
                <c:pt idx="1379">
                  <c:v>45173</c:v>
                </c:pt>
                <c:pt idx="1380">
                  <c:v>45174</c:v>
                </c:pt>
                <c:pt idx="1381">
                  <c:v>45175</c:v>
                </c:pt>
                <c:pt idx="1382">
                  <c:v>45176</c:v>
                </c:pt>
                <c:pt idx="1383">
                  <c:v>45177</c:v>
                </c:pt>
                <c:pt idx="1384">
                  <c:v>45180</c:v>
                </c:pt>
                <c:pt idx="1385">
                  <c:v>45181</c:v>
                </c:pt>
                <c:pt idx="1386">
                  <c:v>45182</c:v>
                </c:pt>
                <c:pt idx="1387">
                  <c:v>45183</c:v>
                </c:pt>
                <c:pt idx="1388">
                  <c:v>45184</c:v>
                </c:pt>
                <c:pt idx="1389">
                  <c:v>45187</c:v>
                </c:pt>
                <c:pt idx="1390">
                  <c:v>45188</c:v>
                </c:pt>
                <c:pt idx="1391">
                  <c:v>45189</c:v>
                </c:pt>
                <c:pt idx="1392">
                  <c:v>45190</c:v>
                </c:pt>
                <c:pt idx="1393">
                  <c:v>45191</c:v>
                </c:pt>
                <c:pt idx="1394">
                  <c:v>45194</c:v>
                </c:pt>
                <c:pt idx="1395">
                  <c:v>45195</c:v>
                </c:pt>
                <c:pt idx="1396">
                  <c:v>45196</c:v>
                </c:pt>
                <c:pt idx="1397">
                  <c:v>45198</c:v>
                </c:pt>
                <c:pt idx="1398">
                  <c:v>45201</c:v>
                </c:pt>
                <c:pt idx="1399">
                  <c:v>45202</c:v>
                </c:pt>
                <c:pt idx="1400">
                  <c:v>45203</c:v>
                </c:pt>
                <c:pt idx="1401">
                  <c:v>45204</c:v>
                </c:pt>
                <c:pt idx="1402">
                  <c:v>45205</c:v>
                </c:pt>
                <c:pt idx="1403">
                  <c:v>45208</c:v>
                </c:pt>
                <c:pt idx="1404">
                  <c:v>45209</c:v>
                </c:pt>
                <c:pt idx="1405">
                  <c:v>45210</c:v>
                </c:pt>
                <c:pt idx="1406">
                  <c:v>45211</c:v>
                </c:pt>
                <c:pt idx="1407">
                  <c:v>45212</c:v>
                </c:pt>
                <c:pt idx="1408">
                  <c:v>45215</c:v>
                </c:pt>
                <c:pt idx="1409">
                  <c:v>45216</c:v>
                </c:pt>
                <c:pt idx="1410">
                  <c:v>45217</c:v>
                </c:pt>
                <c:pt idx="1411">
                  <c:v>45218</c:v>
                </c:pt>
                <c:pt idx="1412">
                  <c:v>45219</c:v>
                </c:pt>
                <c:pt idx="1413">
                  <c:v>45222</c:v>
                </c:pt>
                <c:pt idx="1414">
                  <c:v>45223</c:v>
                </c:pt>
                <c:pt idx="1415">
                  <c:v>45224</c:v>
                </c:pt>
                <c:pt idx="1416">
                  <c:v>45225</c:v>
                </c:pt>
                <c:pt idx="1417">
                  <c:v>45226</c:v>
                </c:pt>
                <c:pt idx="1418">
                  <c:v>45229</c:v>
                </c:pt>
                <c:pt idx="1419">
                  <c:v>45230</c:v>
                </c:pt>
                <c:pt idx="1420">
                  <c:v>45231</c:v>
                </c:pt>
                <c:pt idx="1421">
                  <c:v>45232</c:v>
                </c:pt>
                <c:pt idx="1422">
                  <c:v>45233</c:v>
                </c:pt>
                <c:pt idx="1423">
                  <c:v>45236</c:v>
                </c:pt>
                <c:pt idx="1424">
                  <c:v>45237</c:v>
                </c:pt>
                <c:pt idx="1425">
                  <c:v>45238</c:v>
                </c:pt>
                <c:pt idx="1426">
                  <c:v>45239</c:v>
                </c:pt>
                <c:pt idx="1427">
                  <c:v>45240</c:v>
                </c:pt>
                <c:pt idx="1428">
                  <c:v>45243</c:v>
                </c:pt>
                <c:pt idx="1429">
                  <c:v>45244</c:v>
                </c:pt>
                <c:pt idx="1430">
                  <c:v>45245</c:v>
                </c:pt>
                <c:pt idx="1431">
                  <c:v>45246</c:v>
                </c:pt>
                <c:pt idx="1432">
                  <c:v>45247</c:v>
                </c:pt>
                <c:pt idx="1433">
                  <c:v>45250</c:v>
                </c:pt>
                <c:pt idx="1434">
                  <c:v>45251</c:v>
                </c:pt>
                <c:pt idx="1435">
                  <c:v>45252</c:v>
                </c:pt>
                <c:pt idx="1436">
                  <c:v>45253</c:v>
                </c:pt>
                <c:pt idx="1437">
                  <c:v>45254</c:v>
                </c:pt>
                <c:pt idx="1438">
                  <c:v>45257</c:v>
                </c:pt>
                <c:pt idx="1439">
                  <c:v>45258</c:v>
                </c:pt>
                <c:pt idx="1440">
                  <c:v>45259</c:v>
                </c:pt>
                <c:pt idx="1441">
                  <c:v>45260</c:v>
                </c:pt>
                <c:pt idx="1442">
                  <c:v>45261</c:v>
                </c:pt>
                <c:pt idx="1443">
                  <c:v>45264</c:v>
                </c:pt>
                <c:pt idx="1444">
                  <c:v>45265</c:v>
                </c:pt>
                <c:pt idx="1445">
                  <c:v>45266</c:v>
                </c:pt>
                <c:pt idx="1446">
                  <c:v>45267</c:v>
                </c:pt>
                <c:pt idx="1447">
                  <c:v>45268</c:v>
                </c:pt>
                <c:pt idx="1448">
                  <c:v>45271</c:v>
                </c:pt>
                <c:pt idx="1449">
                  <c:v>45272</c:v>
                </c:pt>
                <c:pt idx="1450">
                  <c:v>45273</c:v>
                </c:pt>
                <c:pt idx="1451">
                  <c:v>45274</c:v>
                </c:pt>
                <c:pt idx="1452">
                  <c:v>45275</c:v>
                </c:pt>
                <c:pt idx="1453">
                  <c:v>45278</c:v>
                </c:pt>
                <c:pt idx="1454">
                  <c:v>45279</c:v>
                </c:pt>
                <c:pt idx="1455">
                  <c:v>45280</c:v>
                </c:pt>
                <c:pt idx="1456">
                  <c:v>45281</c:v>
                </c:pt>
                <c:pt idx="1457">
                  <c:v>45282</c:v>
                </c:pt>
                <c:pt idx="1458">
                  <c:v>45287</c:v>
                </c:pt>
                <c:pt idx="1459">
                  <c:v>45288</c:v>
                </c:pt>
                <c:pt idx="1460">
                  <c:v>45289</c:v>
                </c:pt>
                <c:pt idx="1461">
                  <c:v>45293</c:v>
                </c:pt>
                <c:pt idx="1462">
                  <c:v>45294</c:v>
                </c:pt>
                <c:pt idx="1463">
                  <c:v>45295</c:v>
                </c:pt>
                <c:pt idx="1464">
                  <c:v>45296</c:v>
                </c:pt>
                <c:pt idx="1465">
                  <c:v>45299</c:v>
                </c:pt>
                <c:pt idx="1466">
                  <c:v>45300</c:v>
                </c:pt>
                <c:pt idx="1467">
                  <c:v>45301</c:v>
                </c:pt>
                <c:pt idx="1468">
                  <c:v>45302</c:v>
                </c:pt>
                <c:pt idx="1469">
                  <c:v>45303</c:v>
                </c:pt>
                <c:pt idx="1470">
                  <c:v>45306</c:v>
                </c:pt>
                <c:pt idx="1471">
                  <c:v>45307</c:v>
                </c:pt>
                <c:pt idx="1472">
                  <c:v>45308</c:v>
                </c:pt>
                <c:pt idx="1473">
                  <c:v>45309</c:v>
                </c:pt>
                <c:pt idx="1474">
                  <c:v>45310</c:v>
                </c:pt>
                <c:pt idx="1475">
                  <c:v>45313</c:v>
                </c:pt>
                <c:pt idx="1476">
                  <c:v>45314</c:v>
                </c:pt>
                <c:pt idx="1477">
                  <c:v>45315</c:v>
                </c:pt>
                <c:pt idx="1478">
                  <c:v>45316</c:v>
                </c:pt>
                <c:pt idx="1479">
                  <c:v>45317</c:v>
                </c:pt>
                <c:pt idx="1480">
                  <c:v>45320</c:v>
                </c:pt>
                <c:pt idx="1481">
                  <c:v>45321</c:v>
                </c:pt>
                <c:pt idx="1482">
                  <c:v>45322</c:v>
                </c:pt>
                <c:pt idx="1483">
                  <c:v>45323</c:v>
                </c:pt>
                <c:pt idx="1484">
                  <c:v>45324</c:v>
                </c:pt>
                <c:pt idx="1485">
                  <c:v>45327</c:v>
                </c:pt>
                <c:pt idx="1486">
                  <c:v>45328</c:v>
                </c:pt>
                <c:pt idx="1487">
                  <c:v>45329</c:v>
                </c:pt>
                <c:pt idx="1488">
                  <c:v>45334</c:v>
                </c:pt>
                <c:pt idx="1489">
                  <c:v>45335</c:v>
                </c:pt>
                <c:pt idx="1490">
                  <c:v>45337</c:v>
                </c:pt>
                <c:pt idx="1491">
                  <c:v>45338</c:v>
                </c:pt>
                <c:pt idx="1492">
                  <c:v>45341</c:v>
                </c:pt>
                <c:pt idx="1493">
                  <c:v>45342</c:v>
                </c:pt>
                <c:pt idx="1494">
                  <c:v>45343</c:v>
                </c:pt>
                <c:pt idx="1495">
                  <c:v>45344</c:v>
                </c:pt>
                <c:pt idx="1496">
                  <c:v>45345</c:v>
                </c:pt>
                <c:pt idx="1497">
                  <c:v>45348</c:v>
                </c:pt>
                <c:pt idx="1498">
                  <c:v>45349</c:v>
                </c:pt>
                <c:pt idx="1499">
                  <c:v>45350</c:v>
                </c:pt>
                <c:pt idx="1500">
                  <c:v>45351</c:v>
                </c:pt>
                <c:pt idx="1501">
                  <c:v>45352</c:v>
                </c:pt>
                <c:pt idx="1502">
                  <c:v>45355</c:v>
                </c:pt>
                <c:pt idx="1503">
                  <c:v>45356</c:v>
                </c:pt>
                <c:pt idx="1504">
                  <c:v>45357</c:v>
                </c:pt>
                <c:pt idx="1505">
                  <c:v>45358</c:v>
                </c:pt>
                <c:pt idx="1506">
                  <c:v>45359</c:v>
                </c:pt>
                <c:pt idx="1507">
                  <c:v>45364</c:v>
                </c:pt>
                <c:pt idx="1508">
                  <c:v>45365</c:v>
                </c:pt>
                <c:pt idx="1509">
                  <c:v>45366</c:v>
                </c:pt>
                <c:pt idx="1510">
                  <c:v>45369</c:v>
                </c:pt>
                <c:pt idx="1511">
                  <c:v>45370</c:v>
                </c:pt>
                <c:pt idx="1512">
                  <c:v>45371</c:v>
                </c:pt>
                <c:pt idx="1513">
                  <c:v>45372</c:v>
                </c:pt>
                <c:pt idx="1514">
                  <c:v>45373</c:v>
                </c:pt>
                <c:pt idx="1515">
                  <c:v>45376</c:v>
                </c:pt>
                <c:pt idx="1516">
                  <c:v>45377</c:v>
                </c:pt>
                <c:pt idx="1517">
                  <c:v>45378</c:v>
                </c:pt>
                <c:pt idx="1518">
                  <c:v>45379</c:v>
                </c:pt>
                <c:pt idx="1519">
                  <c:v>45383</c:v>
                </c:pt>
                <c:pt idx="1520">
                  <c:v>45384</c:v>
                </c:pt>
                <c:pt idx="1521">
                  <c:v>45385</c:v>
                </c:pt>
                <c:pt idx="1522">
                  <c:v>45386</c:v>
                </c:pt>
                <c:pt idx="1523">
                  <c:v>45387</c:v>
                </c:pt>
                <c:pt idx="1524">
                  <c:v>45398</c:v>
                </c:pt>
                <c:pt idx="1525">
                  <c:v>45399</c:v>
                </c:pt>
                <c:pt idx="1526">
                  <c:v>45400</c:v>
                </c:pt>
                <c:pt idx="1527">
                  <c:v>45401</c:v>
                </c:pt>
                <c:pt idx="1528">
                  <c:v>45404</c:v>
                </c:pt>
                <c:pt idx="1529">
                  <c:v>45405</c:v>
                </c:pt>
                <c:pt idx="1530">
                  <c:v>45406</c:v>
                </c:pt>
                <c:pt idx="1531">
                  <c:v>45407</c:v>
                </c:pt>
                <c:pt idx="1532">
                  <c:v>45408</c:v>
                </c:pt>
                <c:pt idx="1533">
                  <c:v>45411</c:v>
                </c:pt>
                <c:pt idx="1534">
                  <c:v>45412</c:v>
                </c:pt>
                <c:pt idx="1535">
                  <c:v>45414</c:v>
                </c:pt>
                <c:pt idx="1536">
                  <c:v>45415</c:v>
                </c:pt>
                <c:pt idx="1537">
                  <c:v>45418</c:v>
                </c:pt>
                <c:pt idx="1538">
                  <c:v>45419</c:v>
                </c:pt>
                <c:pt idx="1539">
                  <c:v>45420</c:v>
                </c:pt>
                <c:pt idx="1540">
                  <c:v>45425</c:v>
                </c:pt>
                <c:pt idx="1541">
                  <c:v>45426</c:v>
                </c:pt>
                <c:pt idx="1542">
                  <c:v>45427</c:v>
                </c:pt>
                <c:pt idx="1543">
                  <c:v>45428</c:v>
                </c:pt>
                <c:pt idx="1544">
                  <c:v>45429</c:v>
                </c:pt>
                <c:pt idx="1545">
                  <c:v>45432</c:v>
                </c:pt>
                <c:pt idx="1546">
                  <c:v>45433</c:v>
                </c:pt>
                <c:pt idx="1547">
                  <c:v>45434</c:v>
                </c:pt>
                <c:pt idx="1548">
                  <c:v>45439</c:v>
                </c:pt>
                <c:pt idx="1549">
                  <c:v>45440</c:v>
                </c:pt>
                <c:pt idx="1550">
                  <c:v>45441</c:v>
                </c:pt>
                <c:pt idx="1551">
                  <c:v>45442</c:v>
                </c:pt>
                <c:pt idx="1552">
                  <c:v>45443</c:v>
                </c:pt>
                <c:pt idx="1553">
                  <c:v>45446</c:v>
                </c:pt>
                <c:pt idx="1554">
                  <c:v>45447</c:v>
                </c:pt>
                <c:pt idx="1555">
                  <c:v>45448</c:v>
                </c:pt>
                <c:pt idx="1556">
                  <c:v>45449</c:v>
                </c:pt>
                <c:pt idx="1557">
                  <c:v>45450</c:v>
                </c:pt>
                <c:pt idx="1558">
                  <c:v>45453</c:v>
                </c:pt>
                <c:pt idx="1559">
                  <c:v>45454</c:v>
                </c:pt>
                <c:pt idx="1560">
                  <c:v>45455</c:v>
                </c:pt>
                <c:pt idx="1561">
                  <c:v>45456</c:v>
                </c:pt>
                <c:pt idx="1562">
                  <c:v>45457</c:v>
                </c:pt>
                <c:pt idx="1563">
                  <c:v>45462</c:v>
                </c:pt>
                <c:pt idx="1564">
                  <c:v>45463</c:v>
                </c:pt>
                <c:pt idx="1565">
                  <c:v>45464</c:v>
                </c:pt>
                <c:pt idx="1566">
                  <c:v>45467</c:v>
                </c:pt>
                <c:pt idx="1567">
                  <c:v>45468</c:v>
                </c:pt>
                <c:pt idx="1568">
                  <c:v>45469</c:v>
                </c:pt>
                <c:pt idx="1569">
                  <c:v>45470</c:v>
                </c:pt>
                <c:pt idx="1570">
                  <c:v>45471</c:v>
                </c:pt>
                <c:pt idx="1571">
                  <c:v>45474</c:v>
                </c:pt>
                <c:pt idx="1572">
                  <c:v>45475</c:v>
                </c:pt>
                <c:pt idx="1573">
                  <c:v>45476</c:v>
                </c:pt>
                <c:pt idx="1574">
                  <c:v>45477</c:v>
                </c:pt>
                <c:pt idx="1575">
                  <c:v>45478</c:v>
                </c:pt>
                <c:pt idx="1576">
                  <c:v>45481</c:v>
                </c:pt>
                <c:pt idx="1577">
                  <c:v>45482</c:v>
                </c:pt>
                <c:pt idx="1578">
                  <c:v>45483</c:v>
                </c:pt>
                <c:pt idx="1579">
                  <c:v>45484</c:v>
                </c:pt>
                <c:pt idx="1580">
                  <c:v>45485</c:v>
                </c:pt>
                <c:pt idx="1581">
                  <c:v>45488</c:v>
                </c:pt>
                <c:pt idx="1582">
                  <c:v>45489</c:v>
                </c:pt>
                <c:pt idx="1583">
                  <c:v>45490</c:v>
                </c:pt>
                <c:pt idx="1584">
                  <c:v>45491</c:v>
                </c:pt>
                <c:pt idx="1585">
                  <c:v>45492</c:v>
                </c:pt>
                <c:pt idx="1586">
                  <c:v>45495</c:v>
                </c:pt>
                <c:pt idx="1587">
                  <c:v>45496</c:v>
                </c:pt>
                <c:pt idx="1588">
                  <c:v>45497</c:v>
                </c:pt>
                <c:pt idx="1589">
                  <c:v>45498</c:v>
                </c:pt>
                <c:pt idx="1590">
                  <c:v>45499</c:v>
                </c:pt>
                <c:pt idx="1591">
                  <c:v>45502</c:v>
                </c:pt>
                <c:pt idx="1592">
                  <c:v>45503</c:v>
                </c:pt>
                <c:pt idx="1593">
                  <c:v>45504</c:v>
                </c:pt>
                <c:pt idx="1594">
                  <c:v>45505</c:v>
                </c:pt>
                <c:pt idx="1595">
                  <c:v>45506</c:v>
                </c:pt>
                <c:pt idx="1596">
                  <c:v>45509</c:v>
                </c:pt>
                <c:pt idx="1597">
                  <c:v>45510</c:v>
                </c:pt>
                <c:pt idx="1598">
                  <c:v>45511</c:v>
                </c:pt>
                <c:pt idx="1599">
                  <c:v>45512</c:v>
                </c:pt>
                <c:pt idx="1600">
                  <c:v>45513</c:v>
                </c:pt>
                <c:pt idx="1601">
                  <c:v>45516</c:v>
                </c:pt>
                <c:pt idx="1602">
                  <c:v>45517</c:v>
                </c:pt>
                <c:pt idx="1603">
                  <c:v>45518</c:v>
                </c:pt>
                <c:pt idx="1604">
                  <c:v>45519</c:v>
                </c:pt>
                <c:pt idx="1605">
                  <c:v>45520</c:v>
                </c:pt>
                <c:pt idx="1606">
                  <c:v>45523</c:v>
                </c:pt>
                <c:pt idx="1607">
                  <c:v>45524</c:v>
                </c:pt>
                <c:pt idx="1608">
                  <c:v>45525</c:v>
                </c:pt>
                <c:pt idx="1609">
                  <c:v>45526</c:v>
                </c:pt>
                <c:pt idx="1610">
                  <c:v>45527</c:v>
                </c:pt>
                <c:pt idx="1611">
                  <c:v>45530</c:v>
                </c:pt>
                <c:pt idx="1612">
                  <c:v>45531</c:v>
                </c:pt>
                <c:pt idx="1613">
                  <c:v>45532</c:v>
                </c:pt>
                <c:pt idx="1614">
                  <c:v>45533</c:v>
                </c:pt>
                <c:pt idx="1615">
                  <c:v>45534</c:v>
                </c:pt>
                <c:pt idx="1616">
                  <c:v>45537</c:v>
                </c:pt>
                <c:pt idx="1617">
                  <c:v>45538</c:v>
                </c:pt>
                <c:pt idx="1618">
                  <c:v>45539</c:v>
                </c:pt>
                <c:pt idx="1619">
                  <c:v>45540</c:v>
                </c:pt>
                <c:pt idx="1620">
                  <c:v>45541</c:v>
                </c:pt>
                <c:pt idx="1621">
                  <c:v>45544</c:v>
                </c:pt>
                <c:pt idx="1622">
                  <c:v>45545</c:v>
                </c:pt>
                <c:pt idx="1623">
                  <c:v>45546</c:v>
                </c:pt>
                <c:pt idx="1624">
                  <c:v>45547</c:v>
                </c:pt>
                <c:pt idx="1625">
                  <c:v>45548</c:v>
                </c:pt>
                <c:pt idx="1626">
                  <c:v>45552</c:v>
                </c:pt>
                <c:pt idx="1627">
                  <c:v>45553</c:v>
                </c:pt>
                <c:pt idx="1628">
                  <c:v>45554</c:v>
                </c:pt>
                <c:pt idx="1629">
                  <c:v>45555</c:v>
                </c:pt>
                <c:pt idx="1630">
                  <c:v>45558</c:v>
                </c:pt>
                <c:pt idx="1631">
                  <c:v>45559</c:v>
                </c:pt>
                <c:pt idx="1632">
                  <c:v>45560</c:v>
                </c:pt>
                <c:pt idx="1633">
                  <c:v>45561</c:v>
                </c:pt>
                <c:pt idx="1634">
                  <c:v>45562</c:v>
                </c:pt>
                <c:pt idx="1635">
                  <c:v>45565</c:v>
                </c:pt>
                <c:pt idx="1636">
                  <c:v>45566</c:v>
                </c:pt>
                <c:pt idx="1637">
                  <c:v>45567</c:v>
                </c:pt>
                <c:pt idx="1638">
                  <c:v>45568</c:v>
                </c:pt>
                <c:pt idx="1639">
                  <c:v>45569</c:v>
                </c:pt>
                <c:pt idx="1640">
                  <c:v>45572</c:v>
                </c:pt>
                <c:pt idx="1641">
                  <c:v>45573</c:v>
                </c:pt>
                <c:pt idx="1642">
                  <c:v>45574</c:v>
                </c:pt>
                <c:pt idx="1643">
                  <c:v>45575</c:v>
                </c:pt>
                <c:pt idx="1644">
                  <c:v>45576</c:v>
                </c:pt>
                <c:pt idx="1645">
                  <c:v>45579</c:v>
                </c:pt>
                <c:pt idx="1646">
                  <c:v>45580</c:v>
                </c:pt>
                <c:pt idx="1647">
                  <c:v>45581</c:v>
                </c:pt>
                <c:pt idx="1648">
                  <c:v>45582</c:v>
                </c:pt>
                <c:pt idx="1649">
                  <c:v>45583</c:v>
                </c:pt>
                <c:pt idx="1650">
                  <c:v>45586</c:v>
                </c:pt>
                <c:pt idx="1651">
                  <c:v>45587</c:v>
                </c:pt>
                <c:pt idx="1652">
                  <c:v>45588</c:v>
                </c:pt>
                <c:pt idx="1653">
                  <c:v>45589</c:v>
                </c:pt>
                <c:pt idx="1654">
                  <c:v>45590</c:v>
                </c:pt>
                <c:pt idx="1655">
                  <c:v>45593</c:v>
                </c:pt>
                <c:pt idx="1656">
                  <c:v>45594</c:v>
                </c:pt>
                <c:pt idx="1657">
                  <c:v>45595</c:v>
                </c:pt>
                <c:pt idx="1658">
                  <c:v>45596</c:v>
                </c:pt>
                <c:pt idx="1659">
                  <c:v>45597</c:v>
                </c:pt>
                <c:pt idx="1660">
                  <c:v>45600</c:v>
                </c:pt>
                <c:pt idx="1661">
                  <c:v>45601</c:v>
                </c:pt>
                <c:pt idx="1662">
                  <c:v>45602</c:v>
                </c:pt>
                <c:pt idx="1663">
                  <c:v>45603</c:v>
                </c:pt>
                <c:pt idx="1664">
                  <c:v>45604</c:v>
                </c:pt>
                <c:pt idx="1665">
                  <c:v>45607</c:v>
                </c:pt>
                <c:pt idx="1666">
                  <c:v>45608</c:v>
                </c:pt>
                <c:pt idx="1667">
                  <c:v>45609</c:v>
                </c:pt>
                <c:pt idx="1668">
                  <c:v>45610</c:v>
                </c:pt>
                <c:pt idx="1669">
                  <c:v>45611</c:v>
                </c:pt>
                <c:pt idx="1670">
                  <c:v>45614</c:v>
                </c:pt>
                <c:pt idx="1671">
                  <c:v>45615</c:v>
                </c:pt>
                <c:pt idx="1672">
                  <c:v>45616</c:v>
                </c:pt>
                <c:pt idx="1673">
                  <c:v>45617</c:v>
                </c:pt>
                <c:pt idx="1674">
                  <c:v>45618</c:v>
                </c:pt>
                <c:pt idx="1675">
                  <c:v>45621</c:v>
                </c:pt>
                <c:pt idx="1676">
                  <c:v>45622</c:v>
                </c:pt>
                <c:pt idx="1677">
                  <c:v>45623</c:v>
                </c:pt>
                <c:pt idx="1678">
                  <c:v>45624</c:v>
                </c:pt>
                <c:pt idx="1679">
                  <c:v>45625</c:v>
                </c:pt>
                <c:pt idx="1680">
                  <c:v>45628</c:v>
                </c:pt>
                <c:pt idx="1681">
                  <c:v>45629</c:v>
                </c:pt>
                <c:pt idx="1682">
                  <c:v>45630</c:v>
                </c:pt>
                <c:pt idx="1683">
                  <c:v>45631</c:v>
                </c:pt>
                <c:pt idx="1684">
                  <c:v>45632</c:v>
                </c:pt>
                <c:pt idx="1685">
                  <c:v>45635</c:v>
                </c:pt>
                <c:pt idx="1686">
                  <c:v>45636</c:v>
                </c:pt>
                <c:pt idx="1687">
                  <c:v>45637</c:v>
                </c:pt>
                <c:pt idx="1688">
                  <c:v>45638</c:v>
                </c:pt>
                <c:pt idx="1689">
                  <c:v>45639</c:v>
                </c:pt>
                <c:pt idx="1690">
                  <c:v>45642</c:v>
                </c:pt>
                <c:pt idx="1691">
                  <c:v>45643</c:v>
                </c:pt>
                <c:pt idx="1692">
                  <c:v>45644</c:v>
                </c:pt>
                <c:pt idx="1693">
                  <c:v>45645</c:v>
                </c:pt>
                <c:pt idx="1694">
                  <c:v>45646</c:v>
                </c:pt>
                <c:pt idx="1695">
                  <c:v>45649</c:v>
                </c:pt>
                <c:pt idx="1696">
                  <c:v>45650</c:v>
                </c:pt>
                <c:pt idx="1697">
                  <c:v>45651</c:v>
                </c:pt>
                <c:pt idx="1698">
                  <c:v>45652</c:v>
                </c:pt>
                <c:pt idx="1699">
                  <c:v>45653</c:v>
                </c:pt>
                <c:pt idx="1700">
                  <c:v>45656</c:v>
                </c:pt>
                <c:pt idx="1701">
                  <c:v>45657</c:v>
                </c:pt>
                <c:pt idx="1702">
                  <c:v>45658</c:v>
                </c:pt>
                <c:pt idx="1703">
                  <c:v>45659</c:v>
                </c:pt>
                <c:pt idx="1704">
                  <c:v>45660</c:v>
                </c:pt>
                <c:pt idx="1705">
                  <c:v>45663</c:v>
                </c:pt>
                <c:pt idx="1706">
                  <c:v>45664</c:v>
                </c:pt>
                <c:pt idx="1707">
                  <c:v>45665</c:v>
                </c:pt>
                <c:pt idx="1708">
                  <c:v>45666</c:v>
                </c:pt>
                <c:pt idx="1709">
                  <c:v>45667</c:v>
                </c:pt>
                <c:pt idx="1710">
                  <c:v>45670</c:v>
                </c:pt>
                <c:pt idx="1711">
                  <c:v>45671</c:v>
                </c:pt>
                <c:pt idx="1712">
                  <c:v>45672</c:v>
                </c:pt>
                <c:pt idx="1713">
                  <c:v>45673</c:v>
                </c:pt>
                <c:pt idx="1714">
                  <c:v>45674</c:v>
                </c:pt>
                <c:pt idx="1715">
                  <c:v>45677</c:v>
                </c:pt>
                <c:pt idx="1716">
                  <c:v>45678</c:v>
                </c:pt>
                <c:pt idx="1717">
                  <c:v>45679</c:v>
                </c:pt>
                <c:pt idx="1718">
                  <c:v>45680</c:v>
                </c:pt>
                <c:pt idx="1719">
                  <c:v>45681</c:v>
                </c:pt>
                <c:pt idx="1720">
                  <c:v>45684</c:v>
                </c:pt>
                <c:pt idx="1721">
                  <c:v>45685</c:v>
                </c:pt>
                <c:pt idx="1722">
                  <c:v>45686</c:v>
                </c:pt>
                <c:pt idx="1723">
                  <c:v>45687</c:v>
                </c:pt>
                <c:pt idx="1724">
                  <c:v>45688</c:v>
                </c:pt>
                <c:pt idx="1725">
                  <c:v>45691</c:v>
                </c:pt>
                <c:pt idx="1726">
                  <c:v>45692</c:v>
                </c:pt>
                <c:pt idx="1727">
                  <c:v>45693</c:v>
                </c:pt>
                <c:pt idx="1728">
                  <c:v>45694</c:v>
                </c:pt>
                <c:pt idx="1729">
                  <c:v>45695</c:v>
                </c:pt>
                <c:pt idx="1730">
                  <c:v>45698</c:v>
                </c:pt>
                <c:pt idx="1731">
                  <c:v>45699</c:v>
                </c:pt>
                <c:pt idx="1732">
                  <c:v>45700</c:v>
                </c:pt>
                <c:pt idx="1733">
                  <c:v>45701</c:v>
                </c:pt>
                <c:pt idx="1734">
                  <c:v>45702</c:v>
                </c:pt>
                <c:pt idx="1735">
                  <c:v>45705</c:v>
                </c:pt>
                <c:pt idx="1736">
                  <c:v>45706</c:v>
                </c:pt>
                <c:pt idx="1737">
                  <c:v>45707</c:v>
                </c:pt>
                <c:pt idx="1738">
                  <c:v>45708</c:v>
                </c:pt>
                <c:pt idx="1739">
                  <c:v>45709</c:v>
                </c:pt>
                <c:pt idx="1740">
                  <c:v>45712</c:v>
                </c:pt>
                <c:pt idx="1741">
                  <c:v>45713</c:v>
                </c:pt>
                <c:pt idx="1742">
                  <c:v>45714</c:v>
                </c:pt>
                <c:pt idx="1743">
                  <c:v>45715</c:v>
                </c:pt>
                <c:pt idx="1744">
                  <c:v>45716</c:v>
                </c:pt>
                <c:pt idx="1745">
                  <c:v>45719</c:v>
                </c:pt>
                <c:pt idx="1746">
                  <c:v>45720</c:v>
                </c:pt>
                <c:pt idx="1747">
                  <c:v>45721</c:v>
                </c:pt>
                <c:pt idx="1748">
                  <c:v>45722</c:v>
                </c:pt>
                <c:pt idx="1749">
                  <c:v>45723</c:v>
                </c:pt>
                <c:pt idx="1750">
                  <c:v>45726</c:v>
                </c:pt>
                <c:pt idx="1751">
                  <c:v>45727</c:v>
                </c:pt>
                <c:pt idx="1752">
                  <c:v>45728</c:v>
                </c:pt>
                <c:pt idx="1753">
                  <c:v>45729</c:v>
                </c:pt>
                <c:pt idx="1754">
                  <c:v>45730</c:v>
                </c:pt>
                <c:pt idx="1755">
                  <c:v>45733</c:v>
                </c:pt>
                <c:pt idx="1756">
                  <c:v>45734</c:v>
                </c:pt>
                <c:pt idx="1757">
                  <c:v>45735</c:v>
                </c:pt>
                <c:pt idx="1758">
                  <c:v>45736</c:v>
                </c:pt>
                <c:pt idx="1759">
                  <c:v>45737</c:v>
                </c:pt>
                <c:pt idx="1760">
                  <c:v>45740</c:v>
                </c:pt>
                <c:pt idx="1761">
                  <c:v>45741</c:v>
                </c:pt>
                <c:pt idx="1762">
                  <c:v>45742</c:v>
                </c:pt>
                <c:pt idx="1763">
                  <c:v>45743</c:v>
                </c:pt>
                <c:pt idx="1764">
                  <c:v>45755</c:v>
                </c:pt>
                <c:pt idx="1765">
                  <c:v>45756</c:v>
                </c:pt>
                <c:pt idx="1766">
                  <c:v>45757</c:v>
                </c:pt>
                <c:pt idx="1767">
                  <c:v>45758</c:v>
                </c:pt>
                <c:pt idx="1768">
                  <c:v>45761</c:v>
                </c:pt>
                <c:pt idx="1769">
                  <c:v>45762</c:v>
                </c:pt>
                <c:pt idx="1770">
                  <c:v>45763</c:v>
                </c:pt>
                <c:pt idx="1771">
                  <c:v>45764</c:v>
                </c:pt>
                <c:pt idx="1772">
                  <c:v>45765</c:v>
                </c:pt>
                <c:pt idx="1773">
                  <c:v>45768</c:v>
                </c:pt>
                <c:pt idx="1774">
                  <c:v>45769</c:v>
                </c:pt>
                <c:pt idx="1775">
                  <c:v>45770</c:v>
                </c:pt>
                <c:pt idx="1776">
                  <c:v>45771</c:v>
                </c:pt>
                <c:pt idx="1777">
                  <c:v>45772</c:v>
                </c:pt>
                <c:pt idx="1778">
                  <c:v>45775</c:v>
                </c:pt>
                <c:pt idx="1779">
                  <c:v>45776</c:v>
                </c:pt>
                <c:pt idx="1780">
                  <c:v>45777</c:v>
                </c:pt>
                <c:pt idx="1781">
                  <c:v>45778</c:v>
                </c:pt>
                <c:pt idx="1782">
                  <c:v>45779</c:v>
                </c:pt>
                <c:pt idx="1783">
                  <c:v>45782</c:v>
                </c:pt>
                <c:pt idx="1784">
                  <c:v>45783</c:v>
                </c:pt>
                <c:pt idx="1785">
                  <c:v>45784</c:v>
                </c:pt>
                <c:pt idx="1786">
                  <c:v>45785</c:v>
                </c:pt>
                <c:pt idx="1787">
                  <c:v>45786</c:v>
                </c:pt>
                <c:pt idx="1788">
                  <c:v>45789</c:v>
                </c:pt>
                <c:pt idx="1789">
                  <c:v>45790</c:v>
                </c:pt>
                <c:pt idx="1790">
                  <c:v>45791</c:v>
                </c:pt>
                <c:pt idx="1791">
                  <c:v>45792</c:v>
                </c:pt>
                <c:pt idx="1792">
                  <c:v>45793</c:v>
                </c:pt>
                <c:pt idx="1793">
                  <c:v>45796</c:v>
                </c:pt>
                <c:pt idx="1794">
                  <c:v>45797</c:v>
                </c:pt>
                <c:pt idx="1795">
                  <c:v>45798</c:v>
                </c:pt>
                <c:pt idx="1796">
                  <c:v>45799</c:v>
                </c:pt>
                <c:pt idx="1797">
                  <c:v>45800</c:v>
                </c:pt>
                <c:pt idx="1798">
                  <c:v>45803</c:v>
                </c:pt>
                <c:pt idx="1799">
                  <c:v>45804</c:v>
                </c:pt>
                <c:pt idx="1800">
                  <c:v>45805</c:v>
                </c:pt>
                <c:pt idx="1801">
                  <c:v>45806</c:v>
                </c:pt>
                <c:pt idx="1802">
                  <c:v>45807</c:v>
                </c:pt>
                <c:pt idx="1803">
                  <c:v>45810</c:v>
                </c:pt>
                <c:pt idx="1804">
                  <c:v>45811</c:v>
                </c:pt>
                <c:pt idx="1805">
                  <c:v>45812</c:v>
                </c:pt>
                <c:pt idx="1806">
                  <c:v>45813</c:v>
                </c:pt>
                <c:pt idx="1807">
                  <c:v>45814</c:v>
                </c:pt>
                <c:pt idx="1808">
                  <c:v>45817</c:v>
                </c:pt>
                <c:pt idx="1809">
                  <c:v>45818</c:v>
                </c:pt>
                <c:pt idx="1810">
                  <c:v>45819</c:v>
                </c:pt>
                <c:pt idx="1811">
                  <c:v>45820</c:v>
                </c:pt>
                <c:pt idx="1812">
                  <c:v>45821</c:v>
                </c:pt>
                <c:pt idx="1813">
                  <c:v>45824</c:v>
                </c:pt>
                <c:pt idx="1814">
                  <c:v>45825</c:v>
                </c:pt>
                <c:pt idx="1815">
                  <c:v>45826</c:v>
                </c:pt>
                <c:pt idx="1816">
                  <c:v>45827</c:v>
                </c:pt>
                <c:pt idx="1817">
                  <c:v>45828</c:v>
                </c:pt>
                <c:pt idx="1818">
                  <c:v>45831</c:v>
                </c:pt>
                <c:pt idx="1819">
                  <c:v>45832</c:v>
                </c:pt>
                <c:pt idx="1820">
                  <c:v>45833</c:v>
                </c:pt>
                <c:pt idx="1821">
                  <c:v>45834</c:v>
                </c:pt>
                <c:pt idx="1822">
                  <c:v>45835</c:v>
                </c:pt>
                <c:pt idx="1823">
                  <c:v>45838</c:v>
                </c:pt>
                <c:pt idx="1824">
                  <c:v>45839</c:v>
                </c:pt>
                <c:pt idx="1825">
                  <c:v>45840</c:v>
                </c:pt>
                <c:pt idx="1826">
                  <c:v>45841</c:v>
                </c:pt>
                <c:pt idx="1827">
                  <c:v>45842</c:v>
                </c:pt>
                <c:pt idx="1828">
                  <c:v>45845</c:v>
                </c:pt>
                <c:pt idx="1829">
                  <c:v>45846</c:v>
                </c:pt>
                <c:pt idx="1830">
                  <c:v>45847</c:v>
                </c:pt>
                <c:pt idx="1831">
                  <c:v>45848</c:v>
                </c:pt>
                <c:pt idx="1832">
                  <c:v>45849</c:v>
                </c:pt>
                <c:pt idx="1833">
                  <c:v>45852</c:v>
                </c:pt>
                <c:pt idx="1834">
                  <c:v>45853</c:v>
                </c:pt>
                <c:pt idx="1835">
                  <c:v>45854</c:v>
                </c:pt>
                <c:pt idx="1836">
                  <c:v>45855</c:v>
                </c:pt>
                <c:pt idx="1837">
                  <c:v>45856</c:v>
                </c:pt>
                <c:pt idx="1838">
                  <c:v>45859</c:v>
                </c:pt>
                <c:pt idx="1839">
                  <c:v>45860</c:v>
                </c:pt>
                <c:pt idx="1840">
                  <c:v>45861</c:v>
                </c:pt>
                <c:pt idx="1841">
                  <c:v>45862</c:v>
                </c:pt>
                <c:pt idx="1842">
                  <c:v>45863</c:v>
                </c:pt>
                <c:pt idx="1843">
                  <c:v>45866</c:v>
                </c:pt>
                <c:pt idx="1844">
                  <c:v>45867</c:v>
                </c:pt>
                <c:pt idx="1845">
                  <c:v>45868</c:v>
                </c:pt>
                <c:pt idx="1846">
                  <c:v>45869</c:v>
                </c:pt>
                <c:pt idx="1847">
                  <c:v>45870</c:v>
                </c:pt>
                <c:pt idx="1848">
                  <c:v>45873</c:v>
                </c:pt>
                <c:pt idx="1849">
                  <c:v>45874</c:v>
                </c:pt>
                <c:pt idx="1850">
                  <c:v>45875</c:v>
                </c:pt>
                <c:pt idx="1851">
                  <c:v>45876</c:v>
                </c:pt>
                <c:pt idx="1852">
                  <c:v>45877</c:v>
                </c:pt>
                <c:pt idx="1853">
                  <c:v>45880</c:v>
                </c:pt>
                <c:pt idx="1854">
                  <c:v>45881</c:v>
                </c:pt>
                <c:pt idx="1855">
                  <c:v>45882</c:v>
                </c:pt>
                <c:pt idx="1856">
                  <c:v>45883</c:v>
                </c:pt>
                <c:pt idx="1857">
                  <c:v>45884</c:v>
                </c:pt>
                <c:pt idx="1858">
                  <c:v>45887</c:v>
                </c:pt>
                <c:pt idx="1859">
                  <c:v>45888</c:v>
                </c:pt>
                <c:pt idx="1860">
                  <c:v>45889</c:v>
                </c:pt>
                <c:pt idx="1861">
                  <c:v>45890</c:v>
                </c:pt>
                <c:pt idx="1862">
                  <c:v>45891</c:v>
                </c:pt>
                <c:pt idx="1863">
                  <c:v>45894</c:v>
                </c:pt>
                <c:pt idx="1864">
                  <c:v>45895</c:v>
                </c:pt>
                <c:pt idx="1865">
                  <c:v>45896</c:v>
                </c:pt>
                <c:pt idx="1866">
                  <c:v>45897</c:v>
                </c:pt>
                <c:pt idx="1867">
                  <c:v>45898</c:v>
                </c:pt>
                <c:pt idx="1868">
                  <c:v>45901</c:v>
                </c:pt>
                <c:pt idx="1869">
                  <c:v>45902</c:v>
                </c:pt>
                <c:pt idx="1870">
                  <c:v>45903</c:v>
                </c:pt>
                <c:pt idx="1871">
                  <c:v>45904</c:v>
                </c:pt>
                <c:pt idx="1872">
                  <c:v>45905</c:v>
                </c:pt>
                <c:pt idx="1873">
                  <c:v>45908</c:v>
                </c:pt>
                <c:pt idx="1874">
                  <c:v>45909</c:v>
                </c:pt>
                <c:pt idx="1875">
                  <c:v>45910</c:v>
                </c:pt>
                <c:pt idx="1876">
                  <c:v>45911</c:v>
                </c:pt>
                <c:pt idx="1877">
                  <c:v>45912</c:v>
                </c:pt>
                <c:pt idx="1878">
                  <c:v>45915</c:v>
                </c:pt>
                <c:pt idx="1879">
                  <c:v>45916</c:v>
                </c:pt>
                <c:pt idx="1880">
                  <c:v>45917</c:v>
                </c:pt>
                <c:pt idx="1881">
                  <c:v>45918</c:v>
                </c:pt>
                <c:pt idx="1882">
                  <c:v>45919</c:v>
                </c:pt>
                <c:pt idx="1883">
                  <c:v>45922</c:v>
                </c:pt>
                <c:pt idx="1884">
                  <c:v>45923</c:v>
                </c:pt>
                <c:pt idx="1885">
                  <c:v>45924</c:v>
                </c:pt>
                <c:pt idx="1886">
                  <c:v>45925</c:v>
                </c:pt>
                <c:pt idx="1887">
                  <c:v>45926</c:v>
                </c:pt>
                <c:pt idx="1888">
                  <c:v>45929</c:v>
                </c:pt>
                <c:pt idx="1889">
                  <c:v>45930</c:v>
                </c:pt>
                <c:pt idx="1890">
                  <c:v>45931</c:v>
                </c:pt>
                <c:pt idx="1891">
                  <c:v>45932</c:v>
                </c:pt>
                <c:pt idx="1892">
                  <c:v>45933</c:v>
                </c:pt>
                <c:pt idx="1893">
                  <c:v>45936</c:v>
                </c:pt>
                <c:pt idx="1894">
                  <c:v>45937</c:v>
                </c:pt>
                <c:pt idx="1895">
                  <c:v>45938</c:v>
                </c:pt>
                <c:pt idx="1896">
                  <c:v>45939</c:v>
                </c:pt>
                <c:pt idx="1897">
                  <c:v>45940</c:v>
                </c:pt>
                <c:pt idx="1898">
                  <c:v>45943</c:v>
                </c:pt>
                <c:pt idx="1899">
                  <c:v>45944</c:v>
                </c:pt>
                <c:pt idx="1900">
                  <c:v>45945</c:v>
                </c:pt>
                <c:pt idx="1901">
                  <c:v>45946</c:v>
                </c:pt>
                <c:pt idx="1902">
                  <c:v>45947</c:v>
                </c:pt>
                <c:pt idx="1903">
                  <c:v>45950</c:v>
                </c:pt>
                <c:pt idx="1904">
                  <c:v>45951</c:v>
                </c:pt>
                <c:pt idx="1905">
                  <c:v>45952</c:v>
                </c:pt>
                <c:pt idx="1906">
                  <c:v>45953</c:v>
                </c:pt>
                <c:pt idx="1907">
                  <c:v>45954</c:v>
                </c:pt>
                <c:pt idx="1908">
                  <c:v>45957</c:v>
                </c:pt>
                <c:pt idx="1909">
                  <c:v>45958</c:v>
                </c:pt>
                <c:pt idx="1910">
                  <c:v>45959</c:v>
                </c:pt>
                <c:pt idx="1911">
                  <c:v>45960</c:v>
                </c:pt>
                <c:pt idx="1912">
                  <c:v>45961</c:v>
                </c:pt>
                <c:pt idx="1913">
                  <c:v>45964</c:v>
                </c:pt>
                <c:pt idx="1914">
                  <c:v>45965</c:v>
                </c:pt>
                <c:pt idx="1915">
                  <c:v>45966</c:v>
                </c:pt>
                <c:pt idx="1916">
                  <c:v>45967</c:v>
                </c:pt>
                <c:pt idx="1917">
                  <c:v>45968</c:v>
                </c:pt>
                <c:pt idx="1918">
                  <c:v>45971</c:v>
                </c:pt>
                <c:pt idx="1919">
                  <c:v>45972</c:v>
                </c:pt>
                <c:pt idx="1920">
                  <c:v>45973</c:v>
                </c:pt>
                <c:pt idx="1921">
                  <c:v>45974</c:v>
                </c:pt>
                <c:pt idx="1922">
                  <c:v>45975</c:v>
                </c:pt>
                <c:pt idx="1923">
                  <c:v>45978</c:v>
                </c:pt>
                <c:pt idx="1924">
                  <c:v>45979</c:v>
                </c:pt>
                <c:pt idx="1925">
                  <c:v>45980</c:v>
                </c:pt>
                <c:pt idx="1926">
                  <c:v>45981</c:v>
                </c:pt>
                <c:pt idx="1927">
                  <c:v>45982</c:v>
                </c:pt>
                <c:pt idx="1928">
                  <c:v>45985</c:v>
                </c:pt>
                <c:pt idx="1929">
                  <c:v>45986</c:v>
                </c:pt>
                <c:pt idx="1930">
                  <c:v>45987</c:v>
                </c:pt>
                <c:pt idx="1931">
                  <c:v>45988</c:v>
                </c:pt>
                <c:pt idx="1932">
                  <c:v>45989</c:v>
                </c:pt>
                <c:pt idx="1933">
                  <c:v>45992</c:v>
                </c:pt>
                <c:pt idx="1934">
                  <c:v>45993</c:v>
                </c:pt>
                <c:pt idx="1935">
                  <c:v>45994</c:v>
                </c:pt>
                <c:pt idx="1936">
                  <c:v>45995</c:v>
                </c:pt>
                <c:pt idx="1937">
                  <c:v>45996</c:v>
                </c:pt>
                <c:pt idx="1938">
                  <c:v>45999</c:v>
                </c:pt>
                <c:pt idx="1939">
                  <c:v>46000</c:v>
                </c:pt>
                <c:pt idx="1940">
                  <c:v>46001</c:v>
                </c:pt>
                <c:pt idx="1941">
                  <c:v>46002</c:v>
                </c:pt>
                <c:pt idx="1942">
                  <c:v>46003</c:v>
                </c:pt>
                <c:pt idx="1943">
                  <c:v>46006</c:v>
                </c:pt>
                <c:pt idx="1944">
                  <c:v>46007</c:v>
                </c:pt>
                <c:pt idx="1945">
                  <c:v>46008</c:v>
                </c:pt>
                <c:pt idx="1946">
                  <c:v>46009</c:v>
                </c:pt>
                <c:pt idx="1947">
                  <c:v>46010</c:v>
                </c:pt>
                <c:pt idx="1948">
                  <c:v>46013</c:v>
                </c:pt>
                <c:pt idx="1949">
                  <c:v>46014</c:v>
                </c:pt>
                <c:pt idx="1950">
                  <c:v>46015</c:v>
                </c:pt>
                <c:pt idx="1951">
                  <c:v>46016</c:v>
                </c:pt>
                <c:pt idx="1952">
                  <c:v>46017</c:v>
                </c:pt>
                <c:pt idx="1953">
                  <c:v>46020</c:v>
                </c:pt>
                <c:pt idx="1954">
                  <c:v>46021</c:v>
                </c:pt>
                <c:pt idx="1955">
                  <c:v>46022</c:v>
                </c:pt>
                <c:pt idx="1956">
                  <c:v>46023</c:v>
                </c:pt>
                <c:pt idx="1957">
                  <c:v>46024</c:v>
                </c:pt>
                <c:pt idx="1958">
                  <c:v>46027</c:v>
                </c:pt>
                <c:pt idx="1959">
                  <c:v>46028</c:v>
                </c:pt>
                <c:pt idx="1960">
                  <c:v>46029</c:v>
                </c:pt>
                <c:pt idx="1961">
                  <c:v>46030</c:v>
                </c:pt>
                <c:pt idx="1962">
                  <c:v>46031</c:v>
                </c:pt>
                <c:pt idx="1963">
                  <c:v>46034</c:v>
                </c:pt>
                <c:pt idx="1964">
                  <c:v>46035</c:v>
                </c:pt>
                <c:pt idx="1965">
                  <c:v>46036</c:v>
                </c:pt>
                <c:pt idx="1966">
                  <c:v>46037</c:v>
                </c:pt>
                <c:pt idx="1967">
                  <c:v>46038</c:v>
                </c:pt>
                <c:pt idx="1968">
                  <c:v>46041</c:v>
                </c:pt>
                <c:pt idx="1969">
                  <c:v>46042</c:v>
                </c:pt>
                <c:pt idx="1970">
                  <c:v>46043</c:v>
                </c:pt>
                <c:pt idx="1971">
                  <c:v>46044</c:v>
                </c:pt>
                <c:pt idx="1972">
                  <c:v>46045</c:v>
                </c:pt>
                <c:pt idx="1973">
                  <c:v>46048</c:v>
                </c:pt>
                <c:pt idx="1974">
                  <c:v>46049</c:v>
                </c:pt>
                <c:pt idx="1975">
                  <c:v>46050</c:v>
                </c:pt>
                <c:pt idx="1976">
                  <c:v>46051</c:v>
                </c:pt>
                <c:pt idx="1977">
                  <c:v>46052</c:v>
                </c:pt>
                <c:pt idx="1978">
                  <c:v>46055</c:v>
                </c:pt>
                <c:pt idx="1979">
                  <c:v>46056</c:v>
                </c:pt>
                <c:pt idx="1980">
                  <c:v>46057</c:v>
                </c:pt>
                <c:pt idx="1981">
                  <c:v>46058</c:v>
                </c:pt>
                <c:pt idx="1982">
                  <c:v>46059</c:v>
                </c:pt>
                <c:pt idx="1983">
                  <c:v>46062</c:v>
                </c:pt>
                <c:pt idx="1984">
                  <c:v>46063</c:v>
                </c:pt>
                <c:pt idx="1985">
                  <c:v>46064</c:v>
                </c:pt>
                <c:pt idx="1986">
                  <c:v>46065</c:v>
                </c:pt>
                <c:pt idx="1987">
                  <c:v>46066</c:v>
                </c:pt>
                <c:pt idx="1988">
                  <c:v>46069</c:v>
                </c:pt>
                <c:pt idx="1989">
                  <c:v>46070</c:v>
                </c:pt>
                <c:pt idx="1990">
                  <c:v>46071</c:v>
                </c:pt>
                <c:pt idx="1991">
                  <c:v>46072</c:v>
                </c:pt>
                <c:pt idx="1992">
                  <c:v>46073</c:v>
                </c:pt>
                <c:pt idx="1993">
                  <c:v>46076</c:v>
                </c:pt>
                <c:pt idx="1994">
                  <c:v>46077</c:v>
                </c:pt>
                <c:pt idx="1995">
                  <c:v>46078</c:v>
                </c:pt>
                <c:pt idx="1996">
                  <c:v>46079</c:v>
                </c:pt>
                <c:pt idx="1997">
                  <c:v>46080</c:v>
                </c:pt>
                <c:pt idx="1998">
                  <c:v>46083</c:v>
                </c:pt>
                <c:pt idx="1999">
                  <c:v>46084</c:v>
                </c:pt>
                <c:pt idx="2000">
                  <c:v>46085</c:v>
                </c:pt>
                <c:pt idx="2001">
                  <c:v>46086</c:v>
                </c:pt>
                <c:pt idx="2002">
                  <c:v>46087</c:v>
                </c:pt>
                <c:pt idx="2003">
                  <c:v>46090</c:v>
                </c:pt>
                <c:pt idx="2004">
                  <c:v>46091</c:v>
                </c:pt>
                <c:pt idx="2005">
                  <c:v>46092</c:v>
                </c:pt>
                <c:pt idx="2006">
                  <c:v>46093</c:v>
                </c:pt>
                <c:pt idx="2007">
                  <c:v>46094</c:v>
                </c:pt>
                <c:pt idx="2008">
                  <c:v>46097</c:v>
                </c:pt>
                <c:pt idx="2009">
                  <c:v>46098</c:v>
                </c:pt>
                <c:pt idx="2010">
                  <c:v>46099</c:v>
                </c:pt>
                <c:pt idx="2011">
                  <c:v>46100</c:v>
                </c:pt>
                <c:pt idx="2012">
                  <c:v>46101</c:v>
                </c:pt>
                <c:pt idx="2013">
                  <c:v>46104</c:v>
                </c:pt>
                <c:pt idx="2014">
                  <c:v>46105</c:v>
                </c:pt>
                <c:pt idx="2015">
                  <c:v>46106</c:v>
                </c:pt>
                <c:pt idx="2016">
                  <c:v>46107</c:v>
                </c:pt>
                <c:pt idx="2017">
                  <c:v>46108</c:v>
                </c:pt>
                <c:pt idx="2018">
                  <c:v>46111</c:v>
                </c:pt>
                <c:pt idx="2019">
                  <c:v>46112</c:v>
                </c:pt>
                <c:pt idx="2020">
                  <c:v>46113</c:v>
                </c:pt>
                <c:pt idx="2021">
                  <c:v>46114</c:v>
                </c:pt>
                <c:pt idx="2022">
                  <c:v>46115</c:v>
                </c:pt>
                <c:pt idx="2023">
                  <c:v>46118</c:v>
                </c:pt>
                <c:pt idx="2024">
                  <c:v>46119</c:v>
                </c:pt>
                <c:pt idx="2025">
                  <c:v>46120</c:v>
                </c:pt>
                <c:pt idx="2026">
                  <c:v>46121</c:v>
                </c:pt>
                <c:pt idx="2027">
                  <c:v>46122</c:v>
                </c:pt>
                <c:pt idx="2028">
                  <c:v>46125</c:v>
                </c:pt>
                <c:pt idx="2029">
                  <c:v>46126</c:v>
                </c:pt>
                <c:pt idx="2030">
                  <c:v>46127</c:v>
                </c:pt>
                <c:pt idx="2031">
                  <c:v>46128</c:v>
                </c:pt>
                <c:pt idx="2032">
                  <c:v>46129</c:v>
                </c:pt>
                <c:pt idx="2033">
                  <c:v>46132</c:v>
                </c:pt>
                <c:pt idx="2034">
                  <c:v>46133</c:v>
                </c:pt>
                <c:pt idx="2035">
                  <c:v>46134</c:v>
                </c:pt>
                <c:pt idx="2036">
                  <c:v>46135</c:v>
                </c:pt>
                <c:pt idx="2037">
                  <c:v>46136</c:v>
                </c:pt>
                <c:pt idx="2038">
                  <c:v>46139</c:v>
                </c:pt>
                <c:pt idx="2039">
                  <c:v>46140</c:v>
                </c:pt>
                <c:pt idx="2040">
                  <c:v>46141</c:v>
                </c:pt>
                <c:pt idx="2041">
                  <c:v>46142</c:v>
                </c:pt>
                <c:pt idx="2042">
                  <c:v>46143</c:v>
                </c:pt>
                <c:pt idx="2043">
                  <c:v>46146</c:v>
                </c:pt>
                <c:pt idx="2044">
                  <c:v>46147</c:v>
                </c:pt>
                <c:pt idx="2045">
                  <c:v>46148</c:v>
                </c:pt>
                <c:pt idx="2046">
                  <c:v>46149</c:v>
                </c:pt>
                <c:pt idx="2047">
                  <c:v>46150</c:v>
                </c:pt>
                <c:pt idx="2048">
                  <c:v>46153</c:v>
                </c:pt>
                <c:pt idx="2049">
                  <c:v>46154</c:v>
                </c:pt>
                <c:pt idx="2050">
                  <c:v>46155</c:v>
                </c:pt>
                <c:pt idx="2051">
                  <c:v>46156</c:v>
                </c:pt>
                <c:pt idx="2052">
                  <c:v>46157</c:v>
                </c:pt>
                <c:pt idx="2053">
                  <c:v>46160</c:v>
                </c:pt>
                <c:pt idx="2054">
                  <c:v>46161</c:v>
                </c:pt>
                <c:pt idx="2055">
                  <c:v>46162</c:v>
                </c:pt>
                <c:pt idx="2056">
                  <c:v>46163</c:v>
                </c:pt>
                <c:pt idx="2057">
                  <c:v>46164</c:v>
                </c:pt>
                <c:pt idx="2058">
                  <c:v>46167</c:v>
                </c:pt>
                <c:pt idx="2059">
                  <c:v>46168</c:v>
                </c:pt>
                <c:pt idx="2060">
                  <c:v>46169</c:v>
                </c:pt>
                <c:pt idx="2061">
                  <c:v>46170</c:v>
                </c:pt>
                <c:pt idx="2062">
                  <c:v>46171</c:v>
                </c:pt>
                <c:pt idx="2063">
                  <c:v>46174</c:v>
                </c:pt>
                <c:pt idx="2064">
                  <c:v>46175</c:v>
                </c:pt>
                <c:pt idx="2065">
                  <c:v>46176</c:v>
                </c:pt>
                <c:pt idx="2066">
                  <c:v>46177</c:v>
                </c:pt>
                <c:pt idx="2067">
                  <c:v>46178</c:v>
                </c:pt>
                <c:pt idx="2068">
                  <c:v>46181</c:v>
                </c:pt>
                <c:pt idx="2069">
                  <c:v>46182</c:v>
                </c:pt>
                <c:pt idx="2070">
                  <c:v>46183</c:v>
                </c:pt>
                <c:pt idx="2071">
                  <c:v>46184</c:v>
                </c:pt>
                <c:pt idx="2072">
                  <c:v>46185</c:v>
                </c:pt>
                <c:pt idx="2073">
                  <c:v>46188</c:v>
                </c:pt>
                <c:pt idx="2074">
                  <c:v>46189</c:v>
                </c:pt>
                <c:pt idx="2075">
                  <c:v>46190</c:v>
                </c:pt>
                <c:pt idx="2076">
                  <c:v>46191</c:v>
                </c:pt>
                <c:pt idx="2077">
                  <c:v>46192</c:v>
                </c:pt>
                <c:pt idx="2078">
                  <c:v>46195</c:v>
                </c:pt>
                <c:pt idx="2079">
                  <c:v>46196</c:v>
                </c:pt>
                <c:pt idx="2080">
                  <c:v>46197</c:v>
                </c:pt>
                <c:pt idx="2081">
                  <c:v>46198</c:v>
                </c:pt>
                <c:pt idx="2082">
                  <c:v>46199</c:v>
                </c:pt>
                <c:pt idx="2083">
                  <c:v>46202</c:v>
                </c:pt>
                <c:pt idx="2084">
                  <c:v>46203</c:v>
                </c:pt>
                <c:pt idx="2085">
                  <c:v>46204</c:v>
                </c:pt>
                <c:pt idx="2086">
                  <c:v>46205</c:v>
                </c:pt>
                <c:pt idx="2087">
                  <c:v>46206</c:v>
                </c:pt>
                <c:pt idx="2088">
                  <c:v>46207</c:v>
                </c:pt>
                <c:pt idx="2089">
                  <c:v>46208</c:v>
                </c:pt>
                <c:pt idx="2090">
                  <c:v>46209</c:v>
                </c:pt>
                <c:pt idx="2091">
                  <c:v>46210</c:v>
                </c:pt>
                <c:pt idx="2092">
                  <c:v>46211</c:v>
                </c:pt>
                <c:pt idx="2093">
                  <c:v>46212</c:v>
                </c:pt>
                <c:pt idx="2094">
                  <c:v>46213</c:v>
                </c:pt>
                <c:pt idx="2095">
                  <c:v>46214</c:v>
                </c:pt>
                <c:pt idx="2096">
                  <c:v>46215</c:v>
                </c:pt>
                <c:pt idx="2097">
                  <c:v>46216</c:v>
                </c:pt>
                <c:pt idx="2098">
                  <c:v>46217</c:v>
                </c:pt>
                <c:pt idx="2099">
                  <c:v>46218</c:v>
                </c:pt>
                <c:pt idx="2100">
                  <c:v>46219</c:v>
                </c:pt>
                <c:pt idx="2101">
                  <c:v>46220</c:v>
                </c:pt>
                <c:pt idx="2102">
                  <c:v>46221</c:v>
                </c:pt>
                <c:pt idx="2103">
                  <c:v>46222</c:v>
                </c:pt>
                <c:pt idx="2104">
                  <c:v>46223</c:v>
                </c:pt>
                <c:pt idx="2105">
                  <c:v>46224</c:v>
                </c:pt>
                <c:pt idx="2106">
                  <c:v>46225</c:v>
                </c:pt>
                <c:pt idx="2107">
                  <c:v>46226</c:v>
                </c:pt>
                <c:pt idx="2108">
                  <c:v>46227</c:v>
                </c:pt>
                <c:pt idx="2109">
                  <c:v>46228</c:v>
                </c:pt>
                <c:pt idx="2110">
                  <c:v>46229</c:v>
                </c:pt>
                <c:pt idx="2111">
                  <c:v>46230</c:v>
                </c:pt>
                <c:pt idx="2112">
                  <c:v>46231</c:v>
                </c:pt>
                <c:pt idx="2113">
                  <c:v>46232</c:v>
                </c:pt>
                <c:pt idx="2114">
                  <c:v>46233</c:v>
                </c:pt>
                <c:pt idx="2115">
                  <c:v>46234</c:v>
                </c:pt>
                <c:pt idx="2116">
                  <c:v>46235</c:v>
                </c:pt>
                <c:pt idx="2117">
                  <c:v>46236</c:v>
                </c:pt>
                <c:pt idx="2118">
                  <c:v>46237</c:v>
                </c:pt>
                <c:pt idx="2119">
                  <c:v>46238</c:v>
                </c:pt>
                <c:pt idx="2120">
                  <c:v>46239</c:v>
                </c:pt>
                <c:pt idx="2121">
                  <c:v>46240</c:v>
                </c:pt>
                <c:pt idx="2122">
                  <c:v>46241</c:v>
                </c:pt>
                <c:pt idx="2123">
                  <c:v>46242</c:v>
                </c:pt>
                <c:pt idx="2124">
                  <c:v>46243</c:v>
                </c:pt>
                <c:pt idx="2125">
                  <c:v>46244</c:v>
                </c:pt>
                <c:pt idx="2126">
                  <c:v>46245</c:v>
                </c:pt>
                <c:pt idx="2127">
                  <c:v>46246</c:v>
                </c:pt>
                <c:pt idx="2128">
                  <c:v>46247</c:v>
                </c:pt>
                <c:pt idx="2129">
                  <c:v>46248</c:v>
                </c:pt>
                <c:pt idx="2130">
                  <c:v>46249</c:v>
                </c:pt>
                <c:pt idx="2131">
                  <c:v>46250</c:v>
                </c:pt>
                <c:pt idx="2132">
                  <c:v>46251</c:v>
                </c:pt>
                <c:pt idx="2133">
                  <c:v>46252</c:v>
                </c:pt>
                <c:pt idx="2134">
                  <c:v>46253</c:v>
                </c:pt>
                <c:pt idx="2135">
                  <c:v>46254</c:v>
                </c:pt>
                <c:pt idx="2136">
                  <c:v>46255</c:v>
                </c:pt>
                <c:pt idx="2137">
                  <c:v>46256</c:v>
                </c:pt>
                <c:pt idx="2138">
                  <c:v>46257</c:v>
                </c:pt>
                <c:pt idx="2139">
                  <c:v>46258</c:v>
                </c:pt>
                <c:pt idx="2140">
                  <c:v>46259</c:v>
                </c:pt>
                <c:pt idx="2141">
                  <c:v>46260</c:v>
                </c:pt>
                <c:pt idx="2142">
                  <c:v>46261</c:v>
                </c:pt>
                <c:pt idx="2143">
                  <c:v>46262</c:v>
                </c:pt>
                <c:pt idx="2144">
                  <c:v>46265</c:v>
                </c:pt>
                <c:pt idx="2145">
                  <c:v>46266</c:v>
                </c:pt>
                <c:pt idx="2146">
                  <c:v>46267</c:v>
                </c:pt>
                <c:pt idx="2147">
                  <c:v>46268</c:v>
                </c:pt>
                <c:pt idx="2148">
                  <c:v>46269</c:v>
                </c:pt>
                <c:pt idx="2149">
                  <c:v>46272</c:v>
                </c:pt>
                <c:pt idx="2150">
                  <c:v>46273</c:v>
                </c:pt>
                <c:pt idx="2151">
                  <c:v>46274</c:v>
                </c:pt>
                <c:pt idx="2152">
                  <c:v>46275</c:v>
                </c:pt>
                <c:pt idx="2153">
                  <c:v>46276</c:v>
                </c:pt>
                <c:pt idx="2154">
                  <c:v>46279</c:v>
                </c:pt>
                <c:pt idx="2155">
                  <c:v>46280</c:v>
                </c:pt>
                <c:pt idx="2156">
                  <c:v>46281</c:v>
                </c:pt>
                <c:pt idx="2157">
                  <c:v>46282</c:v>
                </c:pt>
                <c:pt idx="2158">
                  <c:v>46283</c:v>
                </c:pt>
                <c:pt idx="2159">
                  <c:v>46286</c:v>
                </c:pt>
                <c:pt idx="2160">
                  <c:v>46287</c:v>
                </c:pt>
              </c:numCache>
            </c:numRef>
          </c:cat>
          <c:val>
            <c:numRef>
              <c:f>Sheet1!$B$2:$B$2162</c:f>
              <c:numCache>
                <c:formatCode>_(* #,##0.00_);_(* \(#,##0.00\);_(* "-"_);_(@_)</c:formatCode>
                <c:ptCount val="2161"/>
                <c:pt idx="0">
                  <c:v>4.25</c:v>
                </c:pt>
                <c:pt idx="1">
                  <c:v>4.25</c:v>
                </c:pt>
                <c:pt idx="2">
                  <c:v>4.25</c:v>
                </c:pt>
                <c:pt idx="3">
                  <c:v>4.25</c:v>
                </c:pt>
                <c:pt idx="4">
                  <c:v>4.25</c:v>
                </c:pt>
                <c:pt idx="5">
                  <c:v>4.25</c:v>
                </c:pt>
                <c:pt idx="6">
                  <c:v>4.25</c:v>
                </c:pt>
                <c:pt idx="7">
                  <c:v>4.25</c:v>
                </c:pt>
                <c:pt idx="8">
                  <c:v>4.25</c:v>
                </c:pt>
                <c:pt idx="9">
                  <c:v>4.25</c:v>
                </c:pt>
                <c:pt idx="10">
                  <c:v>4.25</c:v>
                </c:pt>
                <c:pt idx="11">
                  <c:v>4.25</c:v>
                </c:pt>
                <c:pt idx="12">
                  <c:v>4.25</c:v>
                </c:pt>
                <c:pt idx="13">
                  <c:v>4.25</c:v>
                </c:pt>
                <c:pt idx="14">
                  <c:v>4.25</c:v>
                </c:pt>
                <c:pt idx="15">
                  <c:v>4.25</c:v>
                </c:pt>
                <c:pt idx="16">
                  <c:v>4.25</c:v>
                </c:pt>
                <c:pt idx="17">
                  <c:v>4.25</c:v>
                </c:pt>
                <c:pt idx="18">
                  <c:v>4.25</c:v>
                </c:pt>
                <c:pt idx="19">
                  <c:v>4.25</c:v>
                </c:pt>
                <c:pt idx="20">
                  <c:v>4.25</c:v>
                </c:pt>
                <c:pt idx="21">
                  <c:v>4.25</c:v>
                </c:pt>
                <c:pt idx="22">
                  <c:v>4.25</c:v>
                </c:pt>
                <c:pt idx="23">
                  <c:v>4.25</c:v>
                </c:pt>
                <c:pt idx="24">
                  <c:v>4.25</c:v>
                </c:pt>
                <c:pt idx="25">
                  <c:v>4.25</c:v>
                </c:pt>
                <c:pt idx="26">
                  <c:v>4.25</c:v>
                </c:pt>
                <c:pt idx="27">
                  <c:v>4.25</c:v>
                </c:pt>
                <c:pt idx="28">
                  <c:v>4.25</c:v>
                </c:pt>
                <c:pt idx="29">
                  <c:v>4.25</c:v>
                </c:pt>
                <c:pt idx="30">
                  <c:v>4.25</c:v>
                </c:pt>
                <c:pt idx="31">
                  <c:v>4.25</c:v>
                </c:pt>
                <c:pt idx="32">
                  <c:v>4.25</c:v>
                </c:pt>
                <c:pt idx="33">
                  <c:v>4.25</c:v>
                </c:pt>
                <c:pt idx="34">
                  <c:v>4.25</c:v>
                </c:pt>
                <c:pt idx="35">
                  <c:v>4.25</c:v>
                </c:pt>
                <c:pt idx="36">
                  <c:v>4.25</c:v>
                </c:pt>
                <c:pt idx="37">
                  <c:v>4.25</c:v>
                </c:pt>
                <c:pt idx="38">
                  <c:v>4.25</c:v>
                </c:pt>
                <c:pt idx="39">
                  <c:v>4.25</c:v>
                </c:pt>
                <c:pt idx="40">
                  <c:v>4.25</c:v>
                </c:pt>
                <c:pt idx="41">
                  <c:v>4.25</c:v>
                </c:pt>
                <c:pt idx="42">
                  <c:v>4.25</c:v>
                </c:pt>
                <c:pt idx="43">
                  <c:v>4.25</c:v>
                </c:pt>
                <c:pt idx="44">
                  <c:v>4.25</c:v>
                </c:pt>
                <c:pt idx="45">
                  <c:v>4.25</c:v>
                </c:pt>
                <c:pt idx="46">
                  <c:v>4.25</c:v>
                </c:pt>
                <c:pt idx="47">
                  <c:v>4.25</c:v>
                </c:pt>
                <c:pt idx="48">
                  <c:v>4.25</c:v>
                </c:pt>
                <c:pt idx="49">
                  <c:v>4.25</c:v>
                </c:pt>
                <c:pt idx="50">
                  <c:v>4.25</c:v>
                </c:pt>
                <c:pt idx="51">
                  <c:v>4.25</c:v>
                </c:pt>
                <c:pt idx="52">
                  <c:v>4.25</c:v>
                </c:pt>
                <c:pt idx="53">
                  <c:v>4.25</c:v>
                </c:pt>
                <c:pt idx="54">
                  <c:v>4.25</c:v>
                </c:pt>
                <c:pt idx="55">
                  <c:v>4.25</c:v>
                </c:pt>
                <c:pt idx="56">
                  <c:v>4.25</c:v>
                </c:pt>
                <c:pt idx="57">
                  <c:v>4.25</c:v>
                </c:pt>
                <c:pt idx="58">
                  <c:v>4.25</c:v>
                </c:pt>
                <c:pt idx="59">
                  <c:v>4.25</c:v>
                </c:pt>
                <c:pt idx="60">
                  <c:v>4.25</c:v>
                </c:pt>
                <c:pt idx="61">
                  <c:v>4.25</c:v>
                </c:pt>
                <c:pt idx="62">
                  <c:v>4.25</c:v>
                </c:pt>
                <c:pt idx="63">
                  <c:v>4.25</c:v>
                </c:pt>
                <c:pt idx="64">
                  <c:v>4.25</c:v>
                </c:pt>
                <c:pt idx="65">
                  <c:v>4.25</c:v>
                </c:pt>
                <c:pt idx="66">
                  <c:v>4.25</c:v>
                </c:pt>
                <c:pt idx="67">
                  <c:v>4.25</c:v>
                </c:pt>
                <c:pt idx="68">
                  <c:v>4.25</c:v>
                </c:pt>
                <c:pt idx="69">
                  <c:v>4.25</c:v>
                </c:pt>
                <c:pt idx="70">
                  <c:v>4.25</c:v>
                </c:pt>
                <c:pt idx="71">
                  <c:v>4.25</c:v>
                </c:pt>
                <c:pt idx="72">
                  <c:v>4.25</c:v>
                </c:pt>
                <c:pt idx="73">
                  <c:v>4.25</c:v>
                </c:pt>
                <c:pt idx="74">
                  <c:v>4.25</c:v>
                </c:pt>
                <c:pt idx="75">
                  <c:v>4.25</c:v>
                </c:pt>
                <c:pt idx="76">
                  <c:v>4.25</c:v>
                </c:pt>
                <c:pt idx="77">
                  <c:v>4.25</c:v>
                </c:pt>
                <c:pt idx="78">
                  <c:v>4.25</c:v>
                </c:pt>
                <c:pt idx="79">
                  <c:v>4.25</c:v>
                </c:pt>
                <c:pt idx="80">
                  <c:v>4.25</c:v>
                </c:pt>
                <c:pt idx="81">
                  <c:v>4.25</c:v>
                </c:pt>
                <c:pt idx="82">
                  <c:v>4.25</c:v>
                </c:pt>
                <c:pt idx="83">
                  <c:v>4.25</c:v>
                </c:pt>
                <c:pt idx="84">
                  <c:v>4.25</c:v>
                </c:pt>
                <c:pt idx="85">
                  <c:v>4.25</c:v>
                </c:pt>
                <c:pt idx="86">
                  <c:v>4.25</c:v>
                </c:pt>
                <c:pt idx="87">
                  <c:v>4.25</c:v>
                </c:pt>
                <c:pt idx="88">
                  <c:v>4.25</c:v>
                </c:pt>
                <c:pt idx="89">
                  <c:v>4.25</c:v>
                </c:pt>
                <c:pt idx="90">
                  <c:v>4.25</c:v>
                </c:pt>
                <c:pt idx="91">
                  <c:v>4.25</c:v>
                </c:pt>
                <c:pt idx="92">
                  <c:v>4.25</c:v>
                </c:pt>
                <c:pt idx="93">
                  <c:v>4.25</c:v>
                </c:pt>
                <c:pt idx="94">
                  <c:v>4.5</c:v>
                </c:pt>
                <c:pt idx="95">
                  <c:v>4.5</c:v>
                </c:pt>
                <c:pt idx="96">
                  <c:v>4.5</c:v>
                </c:pt>
                <c:pt idx="97">
                  <c:v>4.5</c:v>
                </c:pt>
                <c:pt idx="98">
                  <c:v>4.5</c:v>
                </c:pt>
                <c:pt idx="99">
                  <c:v>4.5</c:v>
                </c:pt>
                <c:pt idx="100">
                  <c:v>4.5</c:v>
                </c:pt>
                <c:pt idx="101">
                  <c:v>4.5</c:v>
                </c:pt>
                <c:pt idx="102">
                  <c:v>4.75</c:v>
                </c:pt>
                <c:pt idx="103">
                  <c:v>4.75</c:v>
                </c:pt>
                <c:pt idx="104">
                  <c:v>4.75</c:v>
                </c:pt>
                <c:pt idx="105">
                  <c:v>4.75</c:v>
                </c:pt>
                <c:pt idx="106">
                  <c:v>4.75</c:v>
                </c:pt>
                <c:pt idx="107">
                  <c:v>4.75</c:v>
                </c:pt>
                <c:pt idx="108">
                  <c:v>4.75</c:v>
                </c:pt>
                <c:pt idx="109">
                  <c:v>4.75</c:v>
                </c:pt>
                <c:pt idx="110">
                  <c:v>4.75</c:v>
                </c:pt>
                <c:pt idx="111">
                  <c:v>4.75</c:v>
                </c:pt>
                <c:pt idx="112">
                  <c:v>4.75</c:v>
                </c:pt>
                <c:pt idx="113">
                  <c:v>5.25</c:v>
                </c:pt>
                <c:pt idx="114">
                  <c:v>5.25</c:v>
                </c:pt>
                <c:pt idx="115">
                  <c:v>5.25</c:v>
                </c:pt>
                <c:pt idx="116">
                  <c:v>5.25</c:v>
                </c:pt>
                <c:pt idx="117">
                  <c:v>5.25</c:v>
                </c:pt>
                <c:pt idx="118">
                  <c:v>5.25</c:v>
                </c:pt>
                <c:pt idx="119">
                  <c:v>5.25</c:v>
                </c:pt>
                <c:pt idx="120">
                  <c:v>5.25</c:v>
                </c:pt>
                <c:pt idx="121">
                  <c:v>5.25</c:v>
                </c:pt>
                <c:pt idx="122">
                  <c:v>5.25</c:v>
                </c:pt>
                <c:pt idx="123">
                  <c:v>5.25</c:v>
                </c:pt>
                <c:pt idx="124">
                  <c:v>5.25</c:v>
                </c:pt>
                <c:pt idx="125">
                  <c:v>5.25</c:v>
                </c:pt>
                <c:pt idx="126">
                  <c:v>5.25</c:v>
                </c:pt>
                <c:pt idx="127">
                  <c:v>5.25</c:v>
                </c:pt>
                <c:pt idx="128">
                  <c:v>5.25</c:v>
                </c:pt>
                <c:pt idx="129">
                  <c:v>5.25</c:v>
                </c:pt>
                <c:pt idx="130">
                  <c:v>5.25</c:v>
                </c:pt>
                <c:pt idx="131">
                  <c:v>5.25</c:v>
                </c:pt>
                <c:pt idx="132">
                  <c:v>5.25</c:v>
                </c:pt>
                <c:pt idx="133">
                  <c:v>5.25</c:v>
                </c:pt>
                <c:pt idx="134">
                  <c:v>5.25</c:v>
                </c:pt>
                <c:pt idx="135">
                  <c:v>5.25</c:v>
                </c:pt>
                <c:pt idx="136">
                  <c:v>5.25</c:v>
                </c:pt>
                <c:pt idx="137">
                  <c:v>5.25</c:v>
                </c:pt>
                <c:pt idx="138">
                  <c:v>5.25</c:v>
                </c:pt>
                <c:pt idx="139">
                  <c:v>5.25</c:v>
                </c:pt>
                <c:pt idx="140">
                  <c:v>5.25</c:v>
                </c:pt>
                <c:pt idx="141">
                  <c:v>5.25</c:v>
                </c:pt>
                <c:pt idx="142">
                  <c:v>5.25</c:v>
                </c:pt>
                <c:pt idx="143">
                  <c:v>5.25</c:v>
                </c:pt>
                <c:pt idx="144">
                  <c:v>5.25</c:v>
                </c:pt>
                <c:pt idx="145">
                  <c:v>5.25</c:v>
                </c:pt>
                <c:pt idx="146">
                  <c:v>5.5</c:v>
                </c:pt>
                <c:pt idx="147">
                  <c:v>5.5</c:v>
                </c:pt>
                <c:pt idx="148">
                  <c:v>5.5</c:v>
                </c:pt>
                <c:pt idx="149">
                  <c:v>5.5</c:v>
                </c:pt>
                <c:pt idx="150">
                  <c:v>5.5</c:v>
                </c:pt>
                <c:pt idx="151">
                  <c:v>5.5</c:v>
                </c:pt>
                <c:pt idx="152">
                  <c:v>5.5</c:v>
                </c:pt>
                <c:pt idx="153">
                  <c:v>5.5</c:v>
                </c:pt>
                <c:pt idx="154">
                  <c:v>5.5</c:v>
                </c:pt>
                <c:pt idx="155">
                  <c:v>5.5</c:v>
                </c:pt>
                <c:pt idx="156">
                  <c:v>5.5</c:v>
                </c:pt>
                <c:pt idx="157">
                  <c:v>5.5</c:v>
                </c:pt>
                <c:pt idx="158">
                  <c:v>5.5</c:v>
                </c:pt>
                <c:pt idx="159">
                  <c:v>5.5</c:v>
                </c:pt>
                <c:pt idx="160">
                  <c:v>5.5</c:v>
                </c:pt>
                <c:pt idx="161">
                  <c:v>5.5</c:v>
                </c:pt>
                <c:pt idx="162">
                  <c:v>5.5</c:v>
                </c:pt>
                <c:pt idx="163">
                  <c:v>5.5</c:v>
                </c:pt>
                <c:pt idx="164">
                  <c:v>5.5</c:v>
                </c:pt>
                <c:pt idx="165">
                  <c:v>5.5</c:v>
                </c:pt>
                <c:pt idx="166">
                  <c:v>5.5</c:v>
                </c:pt>
                <c:pt idx="167">
                  <c:v>5.5</c:v>
                </c:pt>
                <c:pt idx="168">
                  <c:v>5.5</c:v>
                </c:pt>
                <c:pt idx="169">
                  <c:v>5.5</c:v>
                </c:pt>
                <c:pt idx="170">
                  <c:v>5.5</c:v>
                </c:pt>
                <c:pt idx="171">
                  <c:v>5.5</c:v>
                </c:pt>
                <c:pt idx="172">
                  <c:v>5.5</c:v>
                </c:pt>
                <c:pt idx="173">
                  <c:v>5.5</c:v>
                </c:pt>
                <c:pt idx="174">
                  <c:v>5.75</c:v>
                </c:pt>
                <c:pt idx="175">
                  <c:v>5.75</c:v>
                </c:pt>
                <c:pt idx="176">
                  <c:v>5.75</c:v>
                </c:pt>
                <c:pt idx="177">
                  <c:v>5.75</c:v>
                </c:pt>
                <c:pt idx="178">
                  <c:v>5.75</c:v>
                </c:pt>
                <c:pt idx="179">
                  <c:v>5.75</c:v>
                </c:pt>
                <c:pt idx="180">
                  <c:v>5.75</c:v>
                </c:pt>
                <c:pt idx="181">
                  <c:v>5.75</c:v>
                </c:pt>
                <c:pt idx="182">
                  <c:v>5.75</c:v>
                </c:pt>
                <c:pt idx="183">
                  <c:v>5.75</c:v>
                </c:pt>
                <c:pt idx="184">
                  <c:v>5.75</c:v>
                </c:pt>
                <c:pt idx="185">
                  <c:v>5.75</c:v>
                </c:pt>
                <c:pt idx="186">
                  <c:v>5.75</c:v>
                </c:pt>
                <c:pt idx="187">
                  <c:v>5.75</c:v>
                </c:pt>
                <c:pt idx="188">
                  <c:v>5.75</c:v>
                </c:pt>
                <c:pt idx="189">
                  <c:v>5.75</c:v>
                </c:pt>
                <c:pt idx="190">
                  <c:v>5.75</c:v>
                </c:pt>
                <c:pt idx="191">
                  <c:v>5.75</c:v>
                </c:pt>
                <c:pt idx="192">
                  <c:v>5.75</c:v>
                </c:pt>
                <c:pt idx="193">
                  <c:v>5.75</c:v>
                </c:pt>
                <c:pt idx="194">
                  <c:v>5.75</c:v>
                </c:pt>
                <c:pt idx="195">
                  <c:v>5.75</c:v>
                </c:pt>
                <c:pt idx="196">
                  <c:v>5.75</c:v>
                </c:pt>
                <c:pt idx="197">
                  <c:v>5.75</c:v>
                </c:pt>
                <c:pt idx="198">
                  <c:v>5.75</c:v>
                </c:pt>
                <c:pt idx="199">
                  <c:v>5.75</c:v>
                </c:pt>
                <c:pt idx="200">
                  <c:v>5.75</c:v>
                </c:pt>
                <c:pt idx="201">
                  <c:v>5.75</c:v>
                </c:pt>
                <c:pt idx="202">
                  <c:v>5.75</c:v>
                </c:pt>
                <c:pt idx="203">
                  <c:v>5.75</c:v>
                </c:pt>
                <c:pt idx="204">
                  <c:v>5.75</c:v>
                </c:pt>
                <c:pt idx="205">
                  <c:v>5.75</c:v>
                </c:pt>
                <c:pt idx="206">
                  <c:v>5.75</c:v>
                </c:pt>
                <c:pt idx="207">
                  <c:v>5.75</c:v>
                </c:pt>
                <c:pt idx="208">
                  <c:v>5.75</c:v>
                </c:pt>
                <c:pt idx="209">
                  <c:v>6</c:v>
                </c:pt>
                <c:pt idx="210">
                  <c:v>6</c:v>
                </c:pt>
                <c:pt idx="211">
                  <c:v>6</c:v>
                </c:pt>
                <c:pt idx="212">
                  <c:v>6</c:v>
                </c:pt>
                <c:pt idx="213">
                  <c:v>6</c:v>
                </c:pt>
                <c:pt idx="214">
                  <c:v>6</c:v>
                </c:pt>
                <c:pt idx="215">
                  <c:v>6</c:v>
                </c:pt>
                <c:pt idx="216">
                  <c:v>6</c:v>
                </c:pt>
                <c:pt idx="217">
                  <c:v>6</c:v>
                </c:pt>
                <c:pt idx="218">
                  <c:v>6</c:v>
                </c:pt>
                <c:pt idx="219">
                  <c:v>6</c:v>
                </c:pt>
                <c:pt idx="220">
                  <c:v>6</c:v>
                </c:pt>
                <c:pt idx="221">
                  <c:v>6</c:v>
                </c:pt>
                <c:pt idx="222">
                  <c:v>6</c:v>
                </c:pt>
                <c:pt idx="223">
                  <c:v>6</c:v>
                </c:pt>
                <c:pt idx="224">
                  <c:v>6</c:v>
                </c:pt>
                <c:pt idx="225">
                  <c:v>6</c:v>
                </c:pt>
                <c:pt idx="226">
                  <c:v>6</c:v>
                </c:pt>
                <c:pt idx="227">
                  <c:v>6</c:v>
                </c:pt>
                <c:pt idx="228">
                  <c:v>6</c:v>
                </c:pt>
                <c:pt idx="229">
                  <c:v>6</c:v>
                </c:pt>
                <c:pt idx="230">
                  <c:v>6</c:v>
                </c:pt>
                <c:pt idx="231">
                  <c:v>6</c:v>
                </c:pt>
                <c:pt idx="232">
                  <c:v>6</c:v>
                </c:pt>
                <c:pt idx="233">
                  <c:v>6</c:v>
                </c:pt>
                <c:pt idx="234">
                  <c:v>6</c:v>
                </c:pt>
                <c:pt idx="235">
                  <c:v>6</c:v>
                </c:pt>
                <c:pt idx="236">
                  <c:v>6</c:v>
                </c:pt>
                <c:pt idx="237">
                  <c:v>6</c:v>
                </c:pt>
                <c:pt idx="238">
                  <c:v>6</c:v>
                </c:pt>
                <c:pt idx="239">
                  <c:v>6</c:v>
                </c:pt>
                <c:pt idx="240">
                  <c:v>6</c:v>
                </c:pt>
                <c:pt idx="241">
                  <c:v>6</c:v>
                </c:pt>
                <c:pt idx="242">
                  <c:v>6</c:v>
                </c:pt>
                <c:pt idx="243">
                  <c:v>6</c:v>
                </c:pt>
                <c:pt idx="244">
                  <c:v>6</c:v>
                </c:pt>
                <c:pt idx="245">
                  <c:v>6</c:v>
                </c:pt>
                <c:pt idx="246">
                  <c:v>6</c:v>
                </c:pt>
                <c:pt idx="247">
                  <c:v>6</c:v>
                </c:pt>
                <c:pt idx="248">
                  <c:v>6</c:v>
                </c:pt>
                <c:pt idx="249">
                  <c:v>6</c:v>
                </c:pt>
                <c:pt idx="250">
                  <c:v>6</c:v>
                </c:pt>
                <c:pt idx="251">
                  <c:v>6</c:v>
                </c:pt>
                <c:pt idx="252">
                  <c:v>6</c:v>
                </c:pt>
                <c:pt idx="253">
                  <c:v>6</c:v>
                </c:pt>
                <c:pt idx="254">
                  <c:v>6</c:v>
                </c:pt>
                <c:pt idx="255">
                  <c:v>6</c:v>
                </c:pt>
                <c:pt idx="256">
                  <c:v>6</c:v>
                </c:pt>
                <c:pt idx="257">
                  <c:v>6</c:v>
                </c:pt>
                <c:pt idx="258">
                  <c:v>6</c:v>
                </c:pt>
                <c:pt idx="259">
                  <c:v>6</c:v>
                </c:pt>
                <c:pt idx="260">
                  <c:v>6</c:v>
                </c:pt>
                <c:pt idx="261">
                  <c:v>6</c:v>
                </c:pt>
                <c:pt idx="262">
                  <c:v>6</c:v>
                </c:pt>
                <c:pt idx="263">
                  <c:v>6</c:v>
                </c:pt>
                <c:pt idx="264">
                  <c:v>6</c:v>
                </c:pt>
                <c:pt idx="265">
                  <c:v>6</c:v>
                </c:pt>
                <c:pt idx="266">
                  <c:v>6</c:v>
                </c:pt>
                <c:pt idx="267">
                  <c:v>6</c:v>
                </c:pt>
                <c:pt idx="268">
                  <c:v>6</c:v>
                </c:pt>
                <c:pt idx="269">
                  <c:v>6</c:v>
                </c:pt>
                <c:pt idx="270">
                  <c:v>6</c:v>
                </c:pt>
                <c:pt idx="271">
                  <c:v>6</c:v>
                </c:pt>
                <c:pt idx="272">
                  <c:v>6</c:v>
                </c:pt>
                <c:pt idx="273">
                  <c:v>6</c:v>
                </c:pt>
                <c:pt idx="274">
                  <c:v>6</c:v>
                </c:pt>
                <c:pt idx="275">
                  <c:v>6</c:v>
                </c:pt>
                <c:pt idx="276">
                  <c:v>6</c:v>
                </c:pt>
                <c:pt idx="277">
                  <c:v>6</c:v>
                </c:pt>
                <c:pt idx="278">
                  <c:v>6</c:v>
                </c:pt>
                <c:pt idx="279">
                  <c:v>6</c:v>
                </c:pt>
                <c:pt idx="280">
                  <c:v>6</c:v>
                </c:pt>
                <c:pt idx="281">
                  <c:v>6</c:v>
                </c:pt>
                <c:pt idx="282">
                  <c:v>6</c:v>
                </c:pt>
                <c:pt idx="283">
                  <c:v>6</c:v>
                </c:pt>
                <c:pt idx="284">
                  <c:v>6</c:v>
                </c:pt>
                <c:pt idx="285">
                  <c:v>6</c:v>
                </c:pt>
                <c:pt idx="286">
                  <c:v>6</c:v>
                </c:pt>
                <c:pt idx="287">
                  <c:v>6</c:v>
                </c:pt>
                <c:pt idx="288">
                  <c:v>6</c:v>
                </c:pt>
                <c:pt idx="289">
                  <c:v>6</c:v>
                </c:pt>
                <c:pt idx="290">
                  <c:v>6</c:v>
                </c:pt>
                <c:pt idx="291">
                  <c:v>6</c:v>
                </c:pt>
                <c:pt idx="292">
                  <c:v>6</c:v>
                </c:pt>
                <c:pt idx="293">
                  <c:v>6</c:v>
                </c:pt>
                <c:pt idx="294">
                  <c:v>6</c:v>
                </c:pt>
                <c:pt idx="295">
                  <c:v>6</c:v>
                </c:pt>
                <c:pt idx="296">
                  <c:v>6</c:v>
                </c:pt>
                <c:pt idx="297">
                  <c:v>6</c:v>
                </c:pt>
                <c:pt idx="298">
                  <c:v>6</c:v>
                </c:pt>
                <c:pt idx="299">
                  <c:v>6</c:v>
                </c:pt>
                <c:pt idx="300">
                  <c:v>6</c:v>
                </c:pt>
                <c:pt idx="301">
                  <c:v>6</c:v>
                </c:pt>
                <c:pt idx="302">
                  <c:v>6</c:v>
                </c:pt>
                <c:pt idx="303">
                  <c:v>6</c:v>
                </c:pt>
                <c:pt idx="304">
                  <c:v>6</c:v>
                </c:pt>
                <c:pt idx="305">
                  <c:v>6</c:v>
                </c:pt>
                <c:pt idx="306">
                  <c:v>6</c:v>
                </c:pt>
                <c:pt idx="307">
                  <c:v>6</c:v>
                </c:pt>
                <c:pt idx="308">
                  <c:v>6</c:v>
                </c:pt>
                <c:pt idx="309">
                  <c:v>6</c:v>
                </c:pt>
                <c:pt idx="310">
                  <c:v>6</c:v>
                </c:pt>
                <c:pt idx="311">
                  <c:v>6</c:v>
                </c:pt>
                <c:pt idx="312">
                  <c:v>6</c:v>
                </c:pt>
                <c:pt idx="313">
                  <c:v>6</c:v>
                </c:pt>
                <c:pt idx="314">
                  <c:v>6</c:v>
                </c:pt>
                <c:pt idx="315">
                  <c:v>6</c:v>
                </c:pt>
                <c:pt idx="316">
                  <c:v>6</c:v>
                </c:pt>
                <c:pt idx="317">
                  <c:v>6</c:v>
                </c:pt>
                <c:pt idx="318">
                  <c:v>6</c:v>
                </c:pt>
                <c:pt idx="319">
                  <c:v>6</c:v>
                </c:pt>
                <c:pt idx="320">
                  <c:v>6</c:v>
                </c:pt>
                <c:pt idx="321">
                  <c:v>6</c:v>
                </c:pt>
                <c:pt idx="322">
                  <c:v>6</c:v>
                </c:pt>
                <c:pt idx="323">
                  <c:v>6</c:v>
                </c:pt>
                <c:pt idx="324">
                  <c:v>6</c:v>
                </c:pt>
                <c:pt idx="325">
                  <c:v>6</c:v>
                </c:pt>
                <c:pt idx="326">
                  <c:v>6</c:v>
                </c:pt>
                <c:pt idx="327">
                  <c:v>6</c:v>
                </c:pt>
                <c:pt idx="328">
                  <c:v>6</c:v>
                </c:pt>
                <c:pt idx="329">
                  <c:v>6</c:v>
                </c:pt>
                <c:pt idx="330">
                  <c:v>6</c:v>
                </c:pt>
                <c:pt idx="331">
                  <c:v>6</c:v>
                </c:pt>
                <c:pt idx="332">
                  <c:v>6</c:v>
                </c:pt>
                <c:pt idx="333">
                  <c:v>6</c:v>
                </c:pt>
                <c:pt idx="334">
                  <c:v>6</c:v>
                </c:pt>
                <c:pt idx="335">
                  <c:v>6</c:v>
                </c:pt>
                <c:pt idx="336">
                  <c:v>6</c:v>
                </c:pt>
                <c:pt idx="337">
                  <c:v>6</c:v>
                </c:pt>
                <c:pt idx="338">
                  <c:v>6</c:v>
                </c:pt>
                <c:pt idx="339">
                  <c:v>6</c:v>
                </c:pt>
                <c:pt idx="340">
                  <c:v>6</c:v>
                </c:pt>
                <c:pt idx="341">
                  <c:v>6</c:v>
                </c:pt>
                <c:pt idx="342">
                  <c:v>6</c:v>
                </c:pt>
                <c:pt idx="343">
                  <c:v>6</c:v>
                </c:pt>
                <c:pt idx="344">
                  <c:v>6</c:v>
                </c:pt>
                <c:pt idx="345">
                  <c:v>6</c:v>
                </c:pt>
                <c:pt idx="346">
                  <c:v>6</c:v>
                </c:pt>
                <c:pt idx="347">
                  <c:v>6</c:v>
                </c:pt>
                <c:pt idx="348">
                  <c:v>6</c:v>
                </c:pt>
                <c:pt idx="349">
                  <c:v>6</c:v>
                </c:pt>
                <c:pt idx="350">
                  <c:v>6</c:v>
                </c:pt>
                <c:pt idx="351">
                  <c:v>6</c:v>
                </c:pt>
                <c:pt idx="352">
                  <c:v>6</c:v>
                </c:pt>
                <c:pt idx="353">
                  <c:v>6</c:v>
                </c:pt>
                <c:pt idx="354">
                  <c:v>6</c:v>
                </c:pt>
                <c:pt idx="355">
                  <c:v>6</c:v>
                </c:pt>
                <c:pt idx="356">
                  <c:v>6</c:v>
                </c:pt>
                <c:pt idx="357">
                  <c:v>6</c:v>
                </c:pt>
                <c:pt idx="358">
                  <c:v>6</c:v>
                </c:pt>
                <c:pt idx="359">
                  <c:v>6</c:v>
                </c:pt>
                <c:pt idx="360">
                  <c:v>6</c:v>
                </c:pt>
                <c:pt idx="361">
                  <c:v>6</c:v>
                </c:pt>
                <c:pt idx="362">
                  <c:v>6</c:v>
                </c:pt>
                <c:pt idx="363">
                  <c:v>6</c:v>
                </c:pt>
                <c:pt idx="364">
                  <c:v>6</c:v>
                </c:pt>
                <c:pt idx="365">
                  <c:v>6</c:v>
                </c:pt>
                <c:pt idx="366">
                  <c:v>6</c:v>
                </c:pt>
                <c:pt idx="367">
                  <c:v>6</c:v>
                </c:pt>
                <c:pt idx="368">
                  <c:v>5.75</c:v>
                </c:pt>
                <c:pt idx="369">
                  <c:v>5.75</c:v>
                </c:pt>
                <c:pt idx="370">
                  <c:v>5.75</c:v>
                </c:pt>
                <c:pt idx="371">
                  <c:v>5.75</c:v>
                </c:pt>
                <c:pt idx="372">
                  <c:v>5.75</c:v>
                </c:pt>
                <c:pt idx="373">
                  <c:v>5.75</c:v>
                </c:pt>
                <c:pt idx="374">
                  <c:v>5.75</c:v>
                </c:pt>
                <c:pt idx="375">
                  <c:v>5.75</c:v>
                </c:pt>
                <c:pt idx="376">
                  <c:v>5.75</c:v>
                </c:pt>
                <c:pt idx="377">
                  <c:v>5.75</c:v>
                </c:pt>
                <c:pt idx="378">
                  <c:v>5.75</c:v>
                </c:pt>
                <c:pt idx="379">
                  <c:v>5.75</c:v>
                </c:pt>
                <c:pt idx="380">
                  <c:v>5.75</c:v>
                </c:pt>
                <c:pt idx="381">
                  <c:v>5.75</c:v>
                </c:pt>
                <c:pt idx="382">
                  <c:v>5.75</c:v>
                </c:pt>
                <c:pt idx="383">
                  <c:v>5.75</c:v>
                </c:pt>
                <c:pt idx="384">
                  <c:v>5.75</c:v>
                </c:pt>
                <c:pt idx="385">
                  <c:v>5.75</c:v>
                </c:pt>
                <c:pt idx="386">
                  <c:v>5.75</c:v>
                </c:pt>
                <c:pt idx="387">
                  <c:v>5.75</c:v>
                </c:pt>
                <c:pt idx="388">
                  <c:v>5.75</c:v>
                </c:pt>
                <c:pt idx="389">
                  <c:v>5.75</c:v>
                </c:pt>
                <c:pt idx="390">
                  <c:v>5.75</c:v>
                </c:pt>
                <c:pt idx="391">
                  <c:v>5.75</c:v>
                </c:pt>
                <c:pt idx="392">
                  <c:v>5.75</c:v>
                </c:pt>
                <c:pt idx="393">
                  <c:v>5.5</c:v>
                </c:pt>
                <c:pt idx="394">
                  <c:v>5.5</c:v>
                </c:pt>
                <c:pt idx="395">
                  <c:v>5.5</c:v>
                </c:pt>
                <c:pt idx="396">
                  <c:v>5.5</c:v>
                </c:pt>
                <c:pt idx="397">
                  <c:v>5.5</c:v>
                </c:pt>
                <c:pt idx="398">
                  <c:v>5.5</c:v>
                </c:pt>
                <c:pt idx="399">
                  <c:v>5.5</c:v>
                </c:pt>
                <c:pt idx="400">
                  <c:v>5.5</c:v>
                </c:pt>
                <c:pt idx="401">
                  <c:v>5.5</c:v>
                </c:pt>
                <c:pt idx="402">
                  <c:v>5.5</c:v>
                </c:pt>
                <c:pt idx="403">
                  <c:v>5.5</c:v>
                </c:pt>
                <c:pt idx="404">
                  <c:v>5.5</c:v>
                </c:pt>
                <c:pt idx="405">
                  <c:v>5.5</c:v>
                </c:pt>
                <c:pt idx="406">
                  <c:v>5.5</c:v>
                </c:pt>
                <c:pt idx="407">
                  <c:v>5.5</c:v>
                </c:pt>
                <c:pt idx="408">
                  <c:v>5.5</c:v>
                </c:pt>
                <c:pt idx="409">
                  <c:v>5.5</c:v>
                </c:pt>
                <c:pt idx="410">
                  <c:v>5.5</c:v>
                </c:pt>
                <c:pt idx="411">
                  <c:v>5.5</c:v>
                </c:pt>
                <c:pt idx="412">
                  <c:v>5.5</c:v>
                </c:pt>
                <c:pt idx="413">
                  <c:v>5.25</c:v>
                </c:pt>
                <c:pt idx="414">
                  <c:v>5.25</c:v>
                </c:pt>
                <c:pt idx="415">
                  <c:v>5.25</c:v>
                </c:pt>
                <c:pt idx="416">
                  <c:v>5.25</c:v>
                </c:pt>
                <c:pt idx="417">
                  <c:v>5.25</c:v>
                </c:pt>
                <c:pt idx="418">
                  <c:v>5.25</c:v>
                </c:pt>
                <c:pt idx="419">
                  <c:v>5.25</c:v>
                </c:pt>
                <c:pt idx="420">
                  <c:v>5.25</c:v>
                </c:pt>
                <c:pt idx="421">
                  <c:v>5.25</c:v>
                </c:pt>
                <c:pt idx="422">
                  <c:v>5.25</c:v>
                </c:pt>
                <c:pt idx="423">
                  <c:v>5.25</c:v>
                </c:pt>
                <c:pt idx="424">
                  <c:v>5.25</c:v>
                </c:pt>
                <c:pt idx="425">
                  <c:v>5.25</c:v>
                </c:pt>
                <c:pt idx="426">
                  <c:v>5.25</c:v>
                </c:pt>
                <c:pt idx="427">
                  <c:v>5.25</c:v>
                </c:pt>
                <c:pt idx="428">
                  <c:v>5.25</c:v>
                </c:pt>
                <c:pt idx="429">
                  <c:v>5.25</c:v>
                </c:pt>
                <c:pt idx="430">
                  <c:v>5.25</c:v>
                </c:pt>
                <c:pt idx="431">
                  <c:v>5.25</c:v>
                </c:pt>
                <c:pt idx="432">
                  <c:v>5.25</c:v>
                </c:pt>
                <c:pt idx="433">
                  <c:v>5.25</c:v>
                </c:pt>
                <c:pt idx="434">
                  <c:v>5.25</c:v>
                </c:pt>
                <c:pt idx="435">
                  <c:v>5.25</c:v>
                </c:pt>
                <c:pt idx="436">
                  <c:v>5.25</c:v>
                </c:pt>
                <c:pt idx="437">
                  <c:v>5.25</c:v>
                </c:pt>
                <c:pt idx="438">
                  <c:v>5</c:v>
                </c:pt>
                <c:pt idx="439">
                  <c:v>5</c:v>
                </c:pt>
                <c:pt idx="440">
                  <c:v>5</c:v>
                </c:pt>
                <c:pt idx="441">
                  <c:v>5</c:v>
                </c:pt>
                <c:pt idx="442">
                  <c:v>5</c:v>
                </c:pt>
                <c:pt idx="443">
                  <c:v>5</c:v>
                </c:pt>
                <c:pt idx="444">
                  <c:v>5</c:v>
                </c:pt>
                <c:pt idx="445">
                  <c:v>5</c:v>
                </c:pt>
                <c:pt idx="446">
                  <c:v>5</c:v>
                </c:pt>
                <c:pt idx="447">
                  <c:v>5</c:v>
                </c:pt>
                <c:pt idx="448">
                  <c:v>5</c:v>
                </c:pt>
                <c:pt idx="449">
                  <c:v>5</c:v>
                </c:pt>
                <c:pt idx="450">
                  <c:v>5</c:v>
                </c:pt>
                <c:pt idx="451">
                  <c:v>5</c:v>
                </c:pt>
                <c:pt idx="452">
                  <c:v>5</c:v>
                </c:pt>
                <c:pt idx="453">
                  <c:v>5</c:v>
                </c:pt>
                <c:pt idx="454">
                  <c:v>5</c:v>
                </c:pt>
                <c:pt idx="455">
                  <c:v>5</c:v>
                </c:pt>
                <c:pt idx="456">
                  <c:v>5</c:v>
                </c:pt>
                <c:pt idx="457">
                  <c:v>5</c:v>
                </c:pt>
                <c:pt idx="458">
                  <c:v>5</c:v>
                </c:pt>
                <c:pt idx="459">
                  <c:v>5</c:v>
                </c:pt>
                <c:pt idx="460">
                  <c:v>5</c:v>
                </c:pt>
                <c:pt idx="461">
                  <c:v>5</c:v>
                </c:pt>
                <c:pt idx="462">
                  <c:v>5</c:v>
                </c:pt>
                <c:pt idx="463">
                  <c:v>5</c:v>
                </c:pt>
                <c:pt idx="464">
                  <c:v>5</c:v>
                </c:pt>
                <c:pt idx="465">
                  <c:v>5</c:v>
                </c:pt>
                <c:pt idx="466">
                  <c:v>5</c:v>
                </c:pt>
                <c:pt idx="467">
                  <c:v>5</c:v>
                </c:pt>
                <c:pt idx="468">
                  <c:v>5</c:v>
                </c:pt>
                <c:pt idx="469">
                  <c:v>5</c:v>
                </c:pt>
                <c:pt idx="470">
                  <c:v>5</c:v>
                </c:pt>
                <c:pt idx="471">
                  <c:v>5</c:v>
                </c:pt>
                <c:pt idx="472">
                  <c:v>5</c:v>
                </c:pt>
                <c:pt idx="473">
                  <c:v>5</c:v>
                </c:pt>
                <c:pt idx="474">
                  <c:v>5</c:v>
                </c:pt>
                <c:pt idx="475">
                  <c:v>5</c:v>
                </c:pt>
                <c:pt idx="476">
                  <c:v>5</c:v>
                </c:pt>
                <c:pt idx="477">
                  <c:v>5</c:v>
                </c:pt>
                <c:pt idx="478">
                  <c:v>5</c:v>
                </c:pt>
                <c:pt idx="479">
                  <c:v>5</c:v>
                </c:pt>
                <c:pt idx="480">
                  <c:v>5</c:v>
                </c:pt>
                <c:pt idx="481">
                  <c:v>5</c:v>
                </c:pt>
                <c:pt idx="482">
                  <c:v>5</c:v>
                </c:pt>
                <c:pt idx="483">
                  <c:v>5</c:v>
                </c:pt>
                <c:pt idx="484">
                  <c:v>5</c:v>
                </c:pt>
                <c:pt idx="485">
                  <c:v>5</c:v>
                </c:pt>
                <c:pt idx="486">
                  <c:v>5</c:v>
                </c:pt>
                <c:pt idx="487">
                  <c:v>5</c:v>
                </c:pt>
                <c:pt idx="488">
                  <c:v>5</c:v>
                </c:pt>
                <c:pt idx="489">
                  <c:v>5</c:v>
                </c:pt>
                <c:pt idx="490">
                  <c:v>5</c:v>
                </c:pt>
                <c:pt idx="491">
                  <c:v>5</c:v>
                </c:pt>
                <c:pt idx="492">
                  <c:v>5</c:v>
                </c:pt>
                <c:pt idx="493">
                  <c:v>5</c:v>
                </c:pt>
                <c:pt idx="494">
                  <c:v>5</c:v>
                </c:pt>
                <c:pt idx="495">
                  <c:v>5</c:v>
                </c:pt>
                <c:pt idx="496">
                  <c:v>5</c:v>
                </c:pt>
                <c:pt idx="497">
                  <c:v>5</c:v>
                </c:pt>
                <c:pt idx="498">
                  <c:v>5</c:v>
                </c:pt>
                <c:pt idx="499">
                  <c:v>5</c:v>
                </c:pt>
                <c:pt idx="500">
                  <c:v>5</c:v>
                </c:pt>
                <c:pt idx="501">
                  <c:v>5</c:v>
                </c:pt>
                <c:pt idx="502">
                  <c:v>5</c:v>
                </c:pt>
                <c:pt idx="503">
                  <c:v>5</c:v>
                </c:pt>
                <c:pt idx="504">
                  <c:v>5</c:v>
                </c:pt>
                <c:pt idx="505">
                  <c:v>5</c:v>
                </c:pt>
                <c:pt idx="506">
                  <c:v>5</c:v>
                </c:pt>
                <c:pt idx="507">
                  <c:v>5</c:v>
                </c:pt>
                <c:pt idx="508">
                  <c:v>5</c:v>
                </c:pt>
                <c:pt idx="509">
                  <c:v>5</c:v>
                </c:pt>
                <c:pt idx="510">
                  <c:v>5</c:v>
                </c:pt>
                <c:pt idx="511">
                  <c:v>5</c:v>
                </c:pt>
                <c:pt idx="512">
                  <c:v>5</c:v>
                </c:pt>
                <c:pt idx="513">
                  <c:v>5</c:v>
                </c:pt>
                <c:pt idx="514">
                  <c:v>5</c:v>
                </c:pt>
                <c:pt idx="515">
                  <c:v>5</c:v>
                </c:pt>
                <c:pt idx="516">
                  <c:v>5</c:v>
                </c:pt>
                <c:pt idx="517">
                  <c:v>5</c:v>
                </c:pt>
                <c:pt idx="518">
                  <c:v>5</c:v>
                </c:pt>
                <c:pt idx="519">
                  <c:v>5</c:v>
                </c:pt>
                <c:pt idx="520">
                  <c:v>4.75</c:v>
                </c:pt>
                <c:pt idx="521">
                  <c:v>4.75</c:v>
                </c:pt>
                <c:pt idx="522">
                  <c:v>4.75</c:v>
                </c:pt>
                <c:pt idx="523">
                  <c:v>4.75</c:v>
                </c:pt>
                <c:pt idx="524">
                  <c:v>4.75</c:v>
                </c:pt>
                <c:pt idx="525">
                  <c:v>4.75</c:v>
                </c:pt>
                <c:pt idx="526">
                  <c:v>4.75</c:v>
                </c:pt>
                <c:pt idx="527">
                  <c:v>4.75</c:v>
                </c:pt>
                <c:pt idx="528">
                  <c:v>4.75</c:v>
                </c:pt>
                <c:pt idx="529">
                  <c:v>4.75</c:v>
                </c:pt>
                <c:pt idx="530">
                  <c:v>4.75</c:v>
                </c:pt>
                <c:pt idx="531">
                  <c:v>4.75</c:v>
                </c:pt>
                <c:pt idx="532">
                  <c:v>4.75</c:v>
                </c:pt>
                <c:pt idx="533">
                  <c:v>4.75</c:v>
                </c:pt>
                <c:pt idx="534">
                  <c:v>4.75</c:v>
                </c:pt>
                <c:pt idx="535">
                  <c:v>4.75</c:v>
                </c:pt>
                <c:pt idx="536">
                  <c:v>4.75</c:v>
                </c:pt>
                <c:pt idx="537">
                  <c:v>4.75</c:v>
                </c:pt>
                <c:pt idx="538">
                  <c:v>4.75</c:v>
                </c:pt>
                <c:pt idx="539">
                  <c:v>4.75</c:v>
                </c:pt>
                <c:pt idx="540">
                  <c:v>4.5</c:v>
                </c:pt>
                <c:pt idx="541">
                  <c:v>4.5</c:v>
                </c:pt>
                <c:pt idx="542">
                  <c:v>4.5</c:v>
                </c:pt>
                <c:pt idx="543">
                  <c:v>4.5</c:v>
                </c:pt>
                <c:pt idx="544">
                  <c:v>4.5</c:v>
                </c:pt>
                <c:pt idx="545">
                  <c:v>4.5</c:v>
                </c:pt>
                <c:pt idx="546">
                  <c:v>4.5</c:v>
                </c:pt>
                <c:pt idx="547">
                  <c:v>4.5</c:v>
                </c:pt>
                <c:pt idx="548">
                  <c:v>4.5</c:v>
                </c:pt>
                <c:pt idx="549">
                  <c:v>4.5</c:v>
                </c:pt>
                <c:pt idx="550">
                  <c:v>4.5</c:v>
                </c:pt>
                <c:pt idx="551">
                  <c:v>4.5</c:v>
                </c:pt>
                <c:pt idx="552">
                  <c:v>4.5</c:v>
                </c:pt>
                <c:pt idx="553">
                  <c:v>4.5</c:v>
                </c:pt>
                <c:pt idx="554">
                  <c:v>4.5</c:v>
                </c:pt>
                <c:pt idx="555">
                  <c:v>4.5</c:v>
                </c:pt>
                <c:pt idx="556">
                  <c:v>4.5</c:v>
                </c:pt>
                <c:pt idx="557">
                  <c:v>4.5</c:v>
                </c:pt>
                <c:pt idx="558">
                  <c:v>4.5</c:v>
                </c:pt>
                <c:pt idx="559">
                  <c:v>4.5</c:v>
                </c:pt>
                <c:pt idx="560">
                  <c:v>4.5</c:v>
                </c:pt>
                <c:pt idx="561">
                  <c:v>4.5</c:v>
                </c:pt>
                <c:pt idx="562">
                  <c:v>4.5</c:v>
                </c:pt>
                <c:pt idx="563">
                  <c:v>4.5</c:v>
                </c:pt>
                <c:pt idx="564">
                  <c:v>4.5</c:v>
                </c:pt>
                <c:pt idx="565">
                  <c:v>4.5</c:v>
                </c:pt>
                <c:pt idx="566">
                  <c:v>4.5</c:v>
                </c:pt>
                <c:pt idx="567">
                  <c:v>4.5</c:v>
                </c:pt>
                <c:pt idx="568">
                  <c:v>4.5</c:v>
                </c:pt>
                <c:pt idx="569">
                  <c:v>4.5</c:v>
                </c:pt>
                <c:pt idx="570">
                  <c:v>4.5</c:v>
                </c:pt>
                <c:pt idx="571">
                  <c:v>4.5</c:v>
                </c:pt>
                <c:pt idx="572">
                  <c:v>4.5</c:v>
                </c:pt>
                <c:pt idx="573">
                  <c:v>4.5</c:v>
                </c:pt>
                <c:pt idx="574">
                  <c:v>4.5</c:v>
                </c:pt>
                <c:pt idx="575">
                  <c:v>4.5</c:v>
                </c:pt>
                <c:pt idx="576">
                  <c:v>4.5</c:v>
                </c:pt>
                <c:pt idx="577">
                  <c:v>4.5</c:v>
                </c:pt>
                <c:pt idx="578">
                  <c:v>4.5</c:v>
                </c:pt>
                <c:pt idx="579">
                  <c:v>4.5</c:v>
                </c:pt>
                <c:pt idx="580">
                  <c:v>4.5</c:v>
                </c:pt>
                <c:pt idx="581">
                  <c:v>4.5</c:v>
                </c:pt>
                <c:pt idx="582">
                  <c:v>4.5</c:v>
                </c:pt>
                <c:pt idx="583">
                  <c:v>4.5</c:v>
                </c:pt>
                <c:pt idx="584">
                  <c:v>4.5</c:v>
                </c:pt>
                <c:pt idx="585">
                  <c:v>4.5</c:v>
                </c:pt>
                <c:pt idx="586">
                  <c:v>4.5</c:v>
                </c:pt>
                <c:pt idx="587">
                  <c:v>4.5</c:v>
                </c:pt>
                <c:pt idx="588">
                  <c:v>4.5</c:v>
                </c:pt>
                <c:pt idx="589">
                  <c:v>4.5</c:v>
                </c:pt>
                <c:pt idx="590">
                  <c:v>4.5</c:v>
                </c:pt>
                <c:pt idx="591">
                  <c:v>4.5</c:v>
                </c:pt>
                <c:pt idx="592">
                  <c:v>4.5</c:v>
                </c:pt>
                <c:pt idx="593">
                  <c:v>4.5</c:v>
                </c:pt>
                <c:pt idx="594">
                  <c:v>4.5</c:v>
                </c:pt>
                <c:pt idx="595">
                  <c:v>4.5</c:v>
                </c:pt>
                <c:pt idx="596">
                  <c:v>4.5</c:v>
                </c:pt>
                <c:pt idx="597">
                  <c:v>4.5</c:v>
                </c:pt>
                <c:pt idx="598">
                  <c:v>4.25</c:v>
                </c:pt>
                <c:pt idx="599">
                  <c:v>4.25</c:v>
                </c:pt>
                <c:pt idx="600">
                  <c:v>4.25</c:v>
                </c:pt>
                <c:pt idx="601">
                  <c:v>4.25</c:v>
                </c:pt>
                <c:pt idx="602">
                  <c:v>4.25</c:v>
                </c:pt>
                <c:pt idx="603">
                  <c:v>4.25</c:v>
                </c:pt>
                <c:pt idx="604">
                  <c:v>4.25</c:v>
                </c:pt>
                <c:pt idx="605">
                  <c:v>4.25</c:v>
                </c:pt>
                <c:pt idx="606">
                  <c:v>4.25</c:v>
                </c:pt>
                <c:pt idx="607">
                  <c:v>4.25</c:v>
                </c:pt>
                <c:pt idx="608">
                  <c:v>4.25</c:v>
                </c:pt>
                <c:pt idx="609">
                  <c:v>4.25</c:v>
                </c:pt>
                <c:pt idx="610">
                  <c:v>4.25</c:v>
                </c:pt>
                <c:pt idx="611">
                  <c:v>4.25</c:v>
                </c:pt>
                <c:pt idx="612">
                  <c:v>4.25</c:v>
                </c:pt>
                <c:pt idx="613">
                  <c:v>4.25</c:v>
                </c:pt>
                <c:pt idx="614">
                  <c:v>4.25</c:v>
                </c:pt>
                <c:pt idx="615">
                  <c:v>4.25</c:v>
                </c:pt>
                <c:pt idx="616">
                  <c:v>4.25</c:v>
                </c:pt>
                <c:pt idx="617">
                  <c:v>4.25</c:v>
                </c:pt>
                <c:pt idx="618">
                  <c:v>4</c:v>
                </c:pt>
                <c:pt idx="619">
                  <c:v>4</c:v>
                </c:pt>
                <c:pt idx="620">
                  <c:v>4</c:v>
                </c:pt>
                <c:pt idx="621">
                  <c:v>4</c:v>
                </c:pt>
                <c:pt idx="622">
                  <c:v>4</c:v>
                </c:pt>
                <c:pt idx="623">
                  <c:v>4</c:v>
                </c:pt>
                <c:pt idx="624">
                  <c:v>4</c:v>
                </c:pt>
                <c:pt idx="625">
                  <c:v>4</c:v>
                </c:pt>
                <c:pt idx="626">
                  <c:v>4</c:v>
                </c:pt>
                <c:pt idx="627">
                  <c:v>4</c:v>
                </c:pt>
                <c:pt idx="628">
                  <c:v>4</c:v>
                </c:pt>
                <c:pt idx="629">
                  <c:v>4</c:v>
                </c:pt>
                <c:pt idx="630">
                  <c:v>4</c:v>
                </c:pt>
                <c:pt idx="631">
                  <c:v>4</c:v>
                </c:pt>
                <c:pt idx="632">
                  <c:v>4</c:v>
                </c:pt>
                <c:pt idx="633">
                  <c:v>4</c:v>
                </c:pt>
                <c:pt idx="634">
                  <c:v>4</c:v>
                </c:pt>
                <c:pt idx="635">
                  <c:v>4</c:v>
                </c:pt>
                <c:pt idx="636">
                  <c:v>4</c:v>
                </c:pt>
                <c:pt idx="637">
                  <c:v>4</c:v>
                </c:pt>
                <c:pt idx="638">
                  <c:v>4</c:v>
                </c:pt>
                <c:pt idx="639">
                  <c:v>4</c:v>
                </c:pt>
                <c:pt idx="640">
                  <c:v>4</c:v>
                </c:pt>
                <c:pt idx="641">
                  <c:v>4</c:v>
                </c:pt>
                <c:pt idx="642">
                  <c:v>4</c:v>
                </c:pt>
                <c:pt idx="643">
                  <c:v>4</c:v>
                </c:pt>
                <c:pt idx="644">
                  <c:v>4</c:v>
                </c:pt>
                <c:pt idx="645">
                  <c:v>4</c:v>
                </c:pt>
                <c:pt idx="646">
                  <c:v>4</c:v>
                </c:pt>
                <c:pt idx="647">
                  <c:v>4</c:v>
                </c:pt>
                <c:pt idx="648">
                  <c:v>4</c:v>
                </c:pt>
                <c:pt idx="649">
                  <c:v>4</c:v>
                </c:pt>
                <c:pt idx="650">
                  <c:v>4</c:v>
                </c:pt>
                <c:pt idx="651">
                  <c:v>4</c:v>
                </c:pt>
                <c:pt idx="652">
                  <c:v>4</c:v>
                </c:pt>
                <c:pt idx="653">
                  <c:v>4</c:v>
                </c:pt>
                <c:pt idx="654">
                  <c:v>4</c:v>
                </c:pt>
                <c:pt idx="655">
                  <c:v>4</c:v>
                </c:pt>
                <c:pt idx="656">
                  <c:v>4</c:v>
                </c:pt>
                <c:pt idx="657">
                  <c:v>4</c:v>
                </c:pt>
                <c:pt idx="658">
                  <c:v>4</c:v>
                </c:pt>
                <c:pt idx="659">
                  <c:v>4</c:v>
                </c:pt>
                <c:pt idx="660">
                  <c:v>4</c:v>
                </c:pt>
                <c:pt idx="661">
                  <c:v>4</c:v>
                </c:pt>
                <c:pt idx="662">
                  <c:v>4</c:v>
                </c:pt>
                <c:pt idx="663">
                  <c:v>4</c:v>
                </c:pt>
                <c:pt idx="664">
                  <c:v>4</c:v>
                </c:pt>
                <c:pt idx="665">
                  <c:v>4</c:v>
                </c:pt>
                <c:pt idx="666">
                  <c:v>4</c:v>
                </c:pt>
                <c:pt idx="667">
                  <c:v>4</c:v>
                </c:pt>
                <c:pt idx="668">
                  <c:v>4</c:v>
                </c:pt>
                <c:pt idx="669">
                  <c:v>4</c:v>
                </c:pt>
                <c:pt idx="670">
                  <c:v>4</c:v>
                </c:pt>
                <c:pt idx="671">
                  <c:v>4</c:v>
                </c:pt>
                <c:pt idx="672">
                  <c:v>4</c:v>
                </c:pt>
                <c:pt idx="673">
                  <c:v>4</c:v>
                </c:pt>
                <c:pt idx="674">
                  <c:v>4</c:v>
                </c:pt>
                <c:pt idx="675">
                  <c:v>4</c:v>
                </c:pt>
                <c:pt idx="676">
                  <c:v>4</c:v>
                </c:pt>
                <c:pt idx="677">
                  <c:v>4</c:v>
                </c:pt>
                <c:pt idx="678">
                  <c:v>4</c:v>
                </c:pt>
                <c:pt idx="679">
                  <c:v>4</c:v>
                </c:pt>
                <c:pt idx="680">
                  <c:v>4</c:v>
                </c:pt>
                <c:pt idx="681">
                  <c:v>4</c:v>
                </c:pt>
                <c:pt idx="682">
                  <c:v>4</c:v>
                </c:pt>
                <c:pt idx="683">
                  <c:v>4</c:v>
                </c:pt>
                <c:pt idx="684">
                  <c:v>4</c:v>
                </c:pt>
                <c:pt idx="685">
                  <c:v>4</c:v>
                </c:pt>
                <c:pt idx="686">
                  <c:v>4</c:v>
                </c:pt>
                <c:pt idx="687">
                  <c:v>4</c:v>
                </c:pt>
                <c:pt idx="688">
                  <c:v>4</c:v>
                </c:pt>
                <c:pt idx="689">
                  <c:v>4</c:v>
                </c:pt>
                <c:pt idx="690">
                  <c:v>4</c:v>
                </c:pt>
                <c:pt idx="691">
                  <c:v>4</c:v>
                </c:pt>
                <c:pt idx="692">
                  <c:v>4</c:v>
                </c:pt>
                <c:pt idx="693">
                  <c:v>4</c:v>
                </c:pt>
                <c:pt idx="694">
                  <c:v>4</c:v>
                </c:pt>
                <c:pt idx="695">
                  <c:v>4</c:v>
                </c:pt>
                <c:pt idx="696">
                  <c:v>4</c:v>
                </c:pt>
                <c:pt idx="697">
                  <c:v>4</c:v>
                </c:pt>
                <c:pt idx="698">
                  <c:v>4</c:v>
                </c:pt>
                <c:pt idx="699">
                  <c:v>4</c:v>
                </c:pt>
                <c:pt idx="700">
                  <c:v>4</c:v>
                </c:pt>
                <c:pt idx="701">
                  <c:v>3.75</c:v>
                </c:pt>
                <c:pt idx="702">
                  <c:v>3.75</c:v>
                </c:pt>
                <c:pt idx="703">
                  <c:v>3.75</c:v>
                </c:pt>
                <c:pt idx="704">
                  <c:v>3.75</c:v>
                </c:pt>
                <c:pt idx="705">
                  <c:v>3.75</c:v>
                </c:pt>
                <c:pt idx="706">
                  <c:v>3.75</c:v>
                </c:pt>
                <c:pt idx="707">
                  <c:v>3.75</c:v>
                </c:pt>
                <c:pt idx="708">
                  <c:v>3.75</c:v>
                </c:pt>
                <c:pt idx="709">
                  <c:v>3.75</c:v>
                </c:pt>
                <c:pt idx="710">
                  <c:v>3.75</c:v>
                </c:pt>
                <c:pt idx="711">
                  <c:v>3.75</c:v>
                </c:pt>
                <c:pt idx="712">
                  <c:v>3.75</c:v>
                </c:pt>
                <c:pt idx="713">
                  <c:v>3.75</c:v>
                </c:pt>
                <c:pt idx="714">
                  <c:v>3.75</c:v>
                </c:pt>
                <c:pt idx="715">
                  <c:v>3.75</c:v>
                </c:pt>
                <c:pt idx="716">
                  <c:v>3.75</c:v>
                </c:pt>
                <c:pt idx="717">
                  <c:v>3.75</c:v>
                </c:pt>
                <c:pt idx="718">
                  <c:v>3.75</c:v>
                </c:pt>
                <c:pt idx="719">
                  <c:v>3.75</c:v>
                </c:pt>
                <c:pt idx="720">
                  <c:v>3.75</c:v>
                </c:pt>
                <c:pt idx="721">
                  <c:v>3.75</c:v>
                </c:pt>
                <c:pt idx="722">
                  <c:v>3.75</c:v>
                </c:pt>
                <c:pt idx="723">
                  <c:v>3.75</c:v>
                </c:pt>
                <c:pt idx="724">
                  <c:v>3.75</c:v>
                </c:pt>
                <c:pt idx="725">
                  <c:v>3.75</c:v>
                </c:pt>
                <c:pt idx="726">
                  <c:v>3.75</c:v>
                </c:pt>
                <c:pt idx="727">
                  <c:v>3.75</c:v>
                </c:pt>
                <c:pt idx="728">
                  <c:v>3.75</c:v>
                </c:pt>
                <c:pt idx="729">
                  <c:v>3.75</c:v>
                </c:pt>
                <c:pt idx="730">
                  <c:v>3.75</c:v>
                </c:pt>
                <c:pt idx="731">
                  <c:v>3.75</c:v>
                </c:pt>
                <c:pt idx="732">
                  <c:v>3.75</c:v>
                </c:pt>
                <c:pt idx="733">
                  <c:v>3.75</c:v>
                </c:pt>
                <c:pt idx="734">
                  <c:v>3.75</c:v>
                </c:pt>
                <c:pt idx="735">
                  <c:v>3.75</c:v>
                </c:pt>
                <c:pt idx="736">
                  <c:v>3.75</c:v>
                </c:pt>
                <c:pt idx="737">
                  <c:v>3.75</c:v>
                </c:pt>
                <c:pt idx="738">
                  <c:v>3.75</c:v>
                </c:pt>
                <c:pt idx="739">
                  <c:v>3.75</c:v>
                </c:pt>
                <c:pt idx="740">
                  <c:v>3.75</c:v>
                </c:pt>
                <c:pt idx="741">
                  <c:v>3.75</c:v>
                </c:pt>
                <c:pt idx="742">
                  <c:v>3.75</c:v>
                </c:pt>
                <c:pt idx="743">
                  <c:v>3.75</c:v>
                </c:pt>
                <c:pt idx="744">
                  <c:v>3.75</c:v>
                </c:pt>
                <c:pt idx="745">
                  <c:v>3.75</c:v>
                </c:pt>
                <c:pt idx="746">
                  <c:v>3.75</c:v>
                </c:pt>
                <c:pt idx="747">
                  <c:v>3.75</c:v>
                </c:pt>
                <c:pt idx="748">
                  <c:v>3.75</c:v>
                </c:pt>
                <c:pt idx="749">
                  <c:v>3.75</c:v>
                </c:pt>
                <c:pt idx="750">
                  <c:v>3.75</c:v>
                </c:pt>
                <c:pt idx="751">
                  <c:v>3.75</c:v>
                </c:pt>
                <c:pt idx="752">
                  <c:v>3.75</c:v>
                </c:pt>
                <c:pt idx="753">
                  <c:v>3.75</c:v>
                </c:pt>
                <c:pt idx="754">
                  <c:v>3.75</c:v>
                </c:pt>
                <c:pt idx="755">
                  <c:v>3.75</c:v>
                </c:pt>
                <c:pt idx="756">
                  <c:v>3.75</c:v>
                </c:pt>
                <c:pt idx="757">
                  <c:v>3.75</c:v>
                </c:pt>
                <c:pt idx="758">
                  <c:v>3.75</c:v>
                </c:pt>
                <c:pt idx="759">
                  <c:v>3.75</c:v>
                </c:pt>
                <c:pt idx="760">
                  <c:v>3.5</c:v>
                </c:pt>
                <c:pt idx="761">
                  <c:v>3.5</c:v>
                </c:pt>
                <c:pt idx="762">
                  <c:v>3.5</c:v>
                </c:pt>
                <c:pt idx="763">
                  <c:v>3.5</c:v>
                </c:pt>
                <c:pt idx="764">
                  <c:v>3.5</c:v>
                </c:pt>
                <c:pt idx="765">
                  <c:v>3.5</c:v>
                </c:pt>
                <c:pt idx="766">
                  <c:v>3.5</c:v>
                </c:pt>
                <c:pt idx="767">
                  <c:v>3.5</c:v>
                </c:pt>
                <c:pt idx="768">
                  <c:v>3.5</c:v>
                </c:pt>
                <c:pt idx="769">
                  <c:v>3.5</c:v>
                </c:pt>
                <c:pt idx="770">
                  <c:v>3.5</c:v>
                </c:pt>
                <c:pt idx="771">
                  <c:v>3.5</c:v>
                </c:pt>
                <c:pt idx="772">
                  <c:v>3.5</c:v>
                </c:pt>
                <c:pt idx="773">
                  <c:v>3.5</c:v>
                </c:pt>
                <c:pt idx="774">
                  <c:v>3.5</c:v>
                </c:pt>
                <c:pt idx="775">
                  <c:v>3.5</c:v>
                </c:pt>
                <c:pt idx="776">
                  <c:v>3.5</c:v>
                </c:pt>
                <c:pt idx="777">
                  <c:v>3.5</c:v>
                </c:pt>
                <c:pt idx="778">
                  <c:v>3.5</c:v>
                </c:pt>
                <c:pt idx="779">
                  <c:v>3.5</c:v>
                </c:pt>
                <c:pt idx="780">
                  <c:v>3.5</c:v>
                </c:pt>
                <c:pt idx="781">
                  <c:v>3.5</c:v>
                </c:pt>
                <c:pt idx="782">
                  <c:v>3.5</c:v>
                </c:pt>
                <c:pt idx="783">
                  <c:v>3.5</c:v>
                </c:pt>
                <c:pt idx="784">
                  <c:v>3.5</c:v>
                </c:pt>
                <c:pt idx="785">
                  <c:v>3.5</c:v>
                </c:pt>
                <c:pt idx="786">
                  <c:v>3.5</c:v>
                </c:pt>
                <c:pt idx="787">
                  <c:v>3.5</c:v>
                </c:pt>
                <c:pt idx="788">
                  <c:v>3.5</c:v>
                </c:pt>
                <c:pt idx="789">
                  <c:v>3.5</c:v>
                </c:pt>
                <c:pt idx="790">
                  <c:v>3.5</c:v>
                </c:pt>
                <c:pt idx="791">
                  <c:v>3.5</c:v>
                </c:pt>
                <c:pt idx="792">
                  <c:v>3.5</c:v>
                </c:pt>
                <c:pt idx="793">
                  <c:v>3.5</c:v>
                </c:pt>
                <c:pt idx="794">
                  <c:v>3.5</c:v>
                </c:pt>
                <c:pt idx="795">
                  <c:v>3.5</c:v>
                </c:pt>
                <c:pt idx="796">
                  <c:v>3.5</c:v>
                </c:pt>
                <c:pt idx="797">
                  <c:v>3.5</c:v>
                </c:pt>
                <c:pt idx="798">
                  <c:v>3.5</c:v>
                </c:pt>
                <c:pt idx="799">
                  <c:v>3.5</c:v>
                </c:pt>
                <c:pt idx="800">
                  <c:v>3.5</c:v>
                </c:pt>
                <c:pt idx="801">
                  <c:v>3.5</c:v>
                </c:pt>
                <c:pt idx="802">
                  <c:v>3.5</c:v>
                </c:pt>
                <c:pt idx="803">
                  <c:v>3.5</c:v>
                </c:pt>
                <c:pt idx="804">
                  <c:v>3.5</c:v>
                </c:pt>
                <c:pt idx="805">
                  <c:v>3.5</c:v>
                </c:pt>
                <c:pt idx="806">
                  <c:v>3.5</c:v>
                </c:pt>
                <c:pt idx="807">
                  <c:v>3.5</c:v>
                </c:pt>
                <c:pt idx="808">
                  <c:v>3.5</c:v>
                </c:pt>
                <c:pt idx="809">
                  <c:v>3.5</c:v>
                </c:pt>
                <c:pt idx="810">
                  <c:v>3.5</c:v>
                </c:pt>
                <c:pt idx="811">
                  <c:v>3.5</c:v>
                </c:pt>
                <c:pt idx="812">
                  <c:v>3.5</c:v>
                </c:pt>
                <c:pt idx="813">
                  <c:v>3.5</c:v>
                </c:pt>
                <c:pt idx="814">
                  <c:v>3.5</c:v>
                </c:pt>
                <c:pt idx="815">
                  <c:v>3.5</c:v>
                </c:pt>
                <c:pt idx="816">
                  <c:v>3.5</c:v>
                </c:pt>
                <c:pt idx="817">
                  <c:v>3.5</c:v>
                </c:pt>
                <c:pt idx="818">
                  <c:v>3.5</c:v>
                </c:pt>
                <c:pt idx="819">
                  <c:v>3.5</c:v>
                </c:pt>
                <c:pt idx="820">
                  <c:v>3.5</c:v>
                </c:pt>
                <c:pt idx="821">
                  <c:v>3.5</c:v>
                </c:pt>
                <c:pt idx="822">
                  <c:v>3.5</c:v>
                </c:pt>
                <c:pt idx="823">
                  <c:v>3.5</c:v>
                </c:pt>
                <c:pt idx="824">
                  <c:v>3.5</c:v>
                </c:pt>
                <c:pt idx="825">
                  <c:v>3.5</c:v>
                </c:pt>
                <c:pt idx="826">
                  <c:v>3.5</c:v>
                </c:pt>
                <c:pt idx="827">
                  <c:v>3.5</c:v>
                </c:pt>
                <c:pt idx="828">
                  <c:v>3.5</c:v>
                </c:pt>
                <c:pt idx="829">
                  <c:v>3.5</c:v>
                </c:pt>
                <c:pt idx="830">
                  <c:v>3.5</c:v>
                </c:pt>
                <c:pt idx="831">
                  <c:v>3.5</c:v>
                </c:pt>
                <c:pt idx="832">
                  <c:v>3.5</c:v>
                </c:pt>
                <c:pt idx="833">
                  <c:v>3.5</c:v>
                </c:pt>
                <c:pt idx="834">
                  <c:v>3.5</c:v>
                </c:pt>
                <c:pt idx="835">
                  <c:v>3.5</c:v>
                </c:pt>
                <c:pt idx="836">
                  <c:v>3.5</c:v>
                </c:pt>
                <c:pt idx="837">
                  <c:v>3.5</c:v>
                </c:pt>
                <c:pt idx="838">
                  <c:v>3.5</c:v>
                </c:pt>
                <c:pt idx="839">
                  <c:v>3.5</c:v>
                </c:pt>
                <c:pt idx="840">
                  <c:v>3.5</c:v>
                </c:pt>
                <c:pt idx="841">
                  <c:v>3.5</c:v>
                </c:pt>
                <c:pt idx="842">
                  <c:v>3.5</c:v>
                </c:pt>
                <c:pt idx="843">
                  <c:v>3.5</c:v>
                </c:pt>
                <c:pt idx="844">
                  <c:v>3.5</c:v>
                </c:pt>
                <c:pt idx="845">
                  <c:v>3.5</c:v>
                </c:pt>
                <c:pt idx="846">
                  <c:v>3.5</c:v>
                </c:pt>
                <c:pt idx="847">
                  <c:v>3.5</c:v>
                </c:pt>
                <c:pt idx="848">
                  <c:v>3.5</c:v>
                </c:pt>
                <c:pt idx="849">
                  <c:v>3.5</c:v>
                </c:pt>
                <c:pt idx="850">
                  <c:v>3.5</c:v>
                </c:pt>
                <c:pt idx="851">
                  <c:v>3.5</c:v>
                </c:pt>
                <c:pt idx="852">
                  <c:v>3.5</c:v>
                </c:pt>
                <c:pt idx="853">
                  <c:v>3.5</c:v>
                </c:pt>
                <c:pt idx="854">
                  <c:v>3.5</c:v>
                </c:pt>
                <c:pt idx="855">
                  <c:v>3.5</c:v>
                </c:pt>
                <c:pt idx="856">
                  <c:v>3.5</c:v>
                </c:pt>
                <c:pt idx="857">
                  <c:v>3.5</c:v>
                </c:pt>
                <c:pt idx="858">
                  <c:v>3.5</c:v>
                </c:pt>
                <c:pt idx="859">
                  <c:v>3.5</c:v>
                </c:pt>
                <c:pt idx="860">
                  <c:v>3.5</c:v>
                </c:pt>
                <c:pt idx="861">
                  <c:v>3.5</c:v>
                </c:pt>
                <c:pt idx="862">
                  <c:v>3.5</c:v>
                </c:pt>
                <c:pt idx="863">
                  <c:v>3.5</c:v>
                </c:pt>
                <c:pt idx="864">
                  <c:v>3.5</c:v>
                </c:pt>
                <c:pt idx="865">
                  <c:v>3.5</c:v>
                </c:pt>
                <c:pt idx="866">
                  <c:v>3.5</c:v>
                </c:pt>
                <c:pt idx="867">
                  <c:v>3.5</c:v>
                </c:pt>
                <c:pt idx="868">
                  <c:v>3.5</c:v>
                </c:pt>
                <c:pt idx="869">
                  <c:v>3.5</c:v>
                </c:pt>
                <c:pt idx="870">
                  <c:v>3.5</c:v>
                </c:pt>
                <c:pt idx="871">
                  <c:v>3.5</c:v>
                </c:pt>
                <c:pt idx="872">
                  <c:v>3.5</c:v>
                </c:pt>
                <c:pt idx="873">
                  <c:v>3.5</c:v>
                </c:pt>
                <c:pt idx="874">
                  <c:v>3.5</c:v>
                </c:pt>
                <c:pt idx="875">
                  <c:v>3.5</c:v>
                </c:pt>
                <c:pt idx="876">
                  <c:v>3.5</c:v>
                </c:pt>
                <c:pt idx="877">
                  <c:v>3.5</c:v>
                </c:pt>
                <c:pt idx="878">
                  <c:v>3.5</c:v>
                </c:pt>
                <c:pt idx="879">
                  <c:v>3.5</c:v>
                </c:pt>
                <c:pt idx="880">
                  <c:v>3.5</c:v>
                </c:pt>
                <c:pt idx="881">
                  <c:v>3.5</c:v>
                </c:pt>
                <c:pt idx="882">
                  <c:v>3.5</c:v>
                </c:pt>
                <c:pt idx="883">
                  <c:v>3.5</c:v>
                </c:pt>
                <c:pt idx="884">
                  <c:v>3.5</c:v>
                </c:pt>
                <c:pt idx="885">
                  <c:v>3.5</c:v>
                </c:pt>
                <c:pt idx="886">
                  <c:v>3.5</c:v>
                </c:pt>
                <c:pt idx="887">
                  <c:v>3.5</c:v>
                </c:pt>
                <c:pt idx="888">
                  <c:v>3.5</c:v>
                </c:pt>
                <c:pt idx="889">
                  <c:v>3.5</c:v>
                </c:pt>
                <c:pt idx="890">
                  <c:v>3.5</c:v>
                </c:pt>
                <c:pt idx="891">
                  <c:v>3.5</c:v>
                </c:pt>
                <c:pt idx="892">
                  <c:v>3.5</c:v>
                </c:pt>
                <c:pt idx="893">
                  <c:v>3.5</c:v>
                </c:pt>
                <c:pt idx="894">
                  <c:v>3.5</c:v>
                </c:pt>
                <c:pt idx="895">
                  <c:v>3.5</c:v>
                </c:pt>
                <c:pt idx="896">
                  <c:v>3.5</c:v>
                </c:pt>
                <c:pt idx="897">
                  <c:v>3.5</c:v>
                </c:pt>
                <c:pt idx="898">
                  <c:v>3.5</c:v>
                </c:pt>
                <c:pt idx="899">
                  <c:v>3.5</c:v>
                </c:pt>
                <c:pt idx="900">
                  <c:v>3.5</c:v>
                </c:pt>
                <c:pt idx="901">
                  <c:v>3.5</c:v>
                </c:pt>
                <c:pt idx="902">
                  <c:v>3.5</c:v>
                </c:pt>
                <c:pt idx="903">
                  <c:v>3.5</c:v>
                </c:pt>
                <c:pt idx="904">
                  <c:v>3.5</c:v>
                </c:pt>
                <c:pt idx="905">
                  <c:v>3.5</c:v>
                </c:pt>
                <c:pt idx="906">
                  <c:v>3.5</c:v>
                </c:pt>
                <c:pt idx="907">
                  <c:v>3.5</c:v>
                </c:pt>
                <c:pt idx="908">
                  <c:v>3.5</c:v>
                </c:pt>
                <c:pt idx="909">
                  <c:v>3.5</c:v>
                </c:pt>
                <c:pt idx="910">
                  <c:v>3.5</c:v>
                </c:pt>
                <c:pt idx="911">
                  <c:v>3.5</c:v>
                </c:pt>
                <c:pt idx="912">
                  <c:v>3.5</c:v>
                </c:pt>
                <c:pt idx="913">
                  <c:v>3.5</c:v>
                </c:pt>
                <c:pt idx="914">
                  <c:v>3.5</c:v>
                </c:pt>
                <c:pt idx="915">
                  <c:v>3.5</c:v>
                </c:pt>
                <c:pt idx="916">
                  <c:v>3.5</c:v>
                </c:pt>
                <c:pt idx="917">
                  <c:v>3.5</c:v>
                </c:pt>
                <c:pt idx="918">
                  <c:v>3.5</c:v>
                </c:pt>
                <c:pt idx="919">
                  <c:v>3.5</c:v>
                </c:pt>
                <c:pt idx="920">
                  <c:v>3.5</c:v>
                </c:pt>
                <c:pt idx="921">
                  <c:v>3.5</c:v>
                </c:pt>
                <c:pt idx="922">
                  <c:v>3.5</c:v>
                </c:pt>
                <c:pt idx="923">
                  <c:v>3.5</c:v>
                </c:pt>
                <c:pt idx="924">
                  <c:v>3.5</c:v>
                </c:pt>
                <c:pt idx="925">
                  <c:v>3.5</c:v>
                </c:pt>
                <c:pt idx="926">
                  <c:v>3.5</c:v>
                </c:pt>
                <c:pt idx="927">
                  <c:v>3.5</c:v>
                </c:pt>
                <c:pt idx="928">
                  <c:v>3.5</c:v>
                </c:pt>
                <c:pt idx="929">
                  <c:v>3.5</c:v>
                </c:pt>
                <c:pt idx="930">
                  <c:v>3.5</c:v>
                </c:pt>
                <c:pt idx="931">
                  <c:v>3.5</c:v>
                </c:pt>
                <c:pt idx="932">
                  <c:v>3.5</c:v>
                </c:pt>
                <c:pt idx="933">
                  <c:v>3.5</c:v>
                </c:pt>
                <c:pt idx="934">
                  <c:v>3.5</c:v>
                </c:pt>
                <c:pt idx="935">
                  <c:v>3.5</c:v>
                </c:pt>
                <c:pt idx="936">
                  <c:v>3.5</c:v>
                </c:pt>
                <c:pt idx="937">
                  <c:v>3.5</c:v>
                </c:pt>
                <c:pt idx="938">
                  <c:v>3.5</c:v>
                </c:pt>
                <c:pt idx="939">
                  <c:v>3.5</c:v>
                </c:pt>
                <c:pt idx="940">
                  <c:v>3.5</c:v>
                </c:pt>
                <c:pt idx="941">
                  <c:v>3.5</c:v>
                </c:pt>
                <c:pt idx="942">
                  <c:v>3.5</c:v>
                </c:pt>
                <c:pt idx="943">
                  <c:v>3.5</c:v>
                </c:pt>
                <c:pt idx="944">
                  <c:v>3.5</c:v>
                </c:pt>
                <c:pt idx="945">
                  <c:v>3.5</c:v>
                </c:pt>
                <c:pt idx="946">
                  <c:v>3.5</c:v>
                </c:pt>
                <c:pt idx="947">
                  <c:v>3.5</c:v>
                </c:pt>
                <c:pt idx="948">
                  <c:v>3.5</c:v>
                </c:pt>
                <c:pt idx="949">
                  <c:v>3.5</c:v>
                </c:pt>
                <c:pt idx="950">
                  <c:v>3.5</c:v>
                </c:pt>
                <c:pt idx="951">
                  <c:v>3.5</c:v>
                </c:pt>
                <c:pt idx="952">
                  <c:v>3.5</c:v>
                </c:pt>
                <c:pt idx="953">
                  <c:v>3.5</c:v>
                </c:pt>
                <c:pt idx="954">
                  <c:v>3.5</c:v>
                </c:pt>
                <c:pt idx="955">
                  <c:v>3.5</c:v>
                </c:pt>
                <c:pt idx="956">
                  <c:v>3.5</c:v>
                </c:pt>
                <c:pt idx="957">
                  <c:v>3.5</c:v>
                </c:pt>
                <c:pt idx="958">
                  <c:v>3.5</c:v>
                </c:pt>
                <c:pt idx="959">
                  <c:v>3.5</c:v>
                </c:pt>
                <c:pt idx="960">
                  <c:v>3.5</c:v>
                </c:pt>
                <c:pt idx="961">
                  <c:v>3.5</c:v>
                </c:pt>
                <c:pt idx="962">
                  <c:v>3.5</c:v>
                </c:pt>
                <c:pt idx="963">
                  <c:v>3.5</c:v>
                </c:pt>
                <c:pt idx="964">
                  <c:v>3.5</c:v>
                </c:pt>
                <c:pt idx="965">
                  <c:v>3.5</c:v>
                </c:pt>
                <c:pt idx="966">
                  <c:v>3.5</c:v>
                </c:pt>
                <c:pt idx="967">
                  <c:v>3.5</c:v>
                </c:pt>
                <c:pt idx="968">
                  <c:v>3.5</c:v>
                </c:pt>
                <c:pt idx="969">
                  <c:v>3.5</c:v>
                </c:pt>
                <c:pt idx="970">
                  <c:v>3.5</c:v>
                </c:pt>
                <c:pt idx="971">
                  <c:v>3.5</c:v>
                </c:pt>
                <c:pt idx="972">
                  <c:v>3.5</c:v>
                </c:pt>
                <c:pt idx="973">
                  <c:v>3.5</c:v>
                </c:pt>
                <c:pt idx="974">
                  <c:v>3.5</c:v>
                </c:pt>
                <c:pt idx="975">
                  <c:v>3.5</c:v>
                </c:pt>
                <c:pt idx="976">
                  <c:v>3.5</c:v>
                </c:pt>
                <c:pt idx="977">
                  <c:v>3.5</c:v>
                </c:pt>
                <c:pt idx="978">
                  <c:v>3.5</c:v>
                </c:pt>
                <c:pt idx="979">
                  <c:v>3.5</c:v>
                </c:pt>
                <c:pt idx="980">
                  <c:v>3.5</c:v>
                </c:pt>
                <c:pt idx="981">
                  <c:v>3.5</c:v>
                </c:pt>
                <c:pt idx="982">
                  <c:v>3.5</c:v>
                </c:pt>
                <c:pt idx="983">
                  <c:v>3.5</c:v>
                </c:pt>
                <c:pt idx="984">
                  <c:v>3.5</c:v>
                </c:pt>
                <c:pt idx="985">
                  <c:v>3.5</c:v>
                </c:pt>
                <c:pt idx="986">
                  <c:v>3.5</c:v>
                </c:pt>
                <c:pt idx="987">
                  <c:v>3.5</c:v>
                </c:pt>
                <c:pt idx="988">
                  <c:v>3.5</c:v>
                </c:pt>
                <c:pt idx="989">
                  <c:v>3.5</c:v>
                </c:pt>
                <c:pt idx="990">
                  <c:v>3.5</c:v>
                </c:pt>
                <c:pt idx="991">
                  <c:v>3.5</c:v>
                </c:pt>
                <c:pt idx="992">
                  <c:v>3.5</c:v>
                </c:pt>
                <c:pt idx="993">
                  <c:v>3.5</c:v>
                </c:pt>
                <c:pt idx="994">
                  <c:v>3.5</c:v>
                </c:pt>
                <c:pt idx="995">
                  <c:v>3.5</c:v>
                </c:pt>
                <c:pt idx="996">
                  <c:v>3.5</c:v>
                </c:pt>
                <c:pt idx="997">
                  <c:v>3.5</c:v>
                </c:pt>
                <c:pt idx="998">
                  <c:v>3.5</c:v>
                </c:pt>
                <c:pt idx="999">
                  <c:v>3.5</c:v>
                </c:pt>
                <c:pt idx="1000">
                  <c:v>3.5</c:v>
                </c:pt>
                <c:pt idx="1001">
                  <c:v>3.5</c:v>
                </c:pt>
                <c:pt idx="1002">
                  <c:v>3.5</c:v>
                </c:pt>
                <c:pt idx="1003">
                  <c:v>3.5</c:v>
                </c:pt>
                <c:pt idx="1004">
                  <c:v>3.5</c:v>
                </c:pt>
                <c:pt idx="1005">
                  <c:v>3.5</c:v>
                </c:pt>
                <c:pt idx="1006">
                  <c:v>3.5</c:v>
                </c:pt>
                <c:pt idx="1007">
                  <c:v>3.5</c:v>
                </c:pt>
                <c:pt idx="1008">
                  <c:v>3.5</c:v>
                </c:pt>
                <c:pt idx="1009">
                  <c:v>3.5</c:v>
                </c:pt>
                <c:pt idx="1010">
                  <c:v>3.5</c:v>
                </c:pt>
                <c:pt idx="1011">
                  <c:v>3.5</c:v>
                </c:pt>
                <c:pt idx="1012">
                  <c:v>3.5</c:v>
                </c:pt>
                <c:pt idx="1013">
                  <c:v>3.5</c:v>
                </c:pt>
                <c:pt idx="1014">
                  <c:v>3.5</c:v>
                </c:pt>
                <c:pt idx="1015">
                  <c:v>3.5</c:v>
                </c:pt>
                <c:pt idx="1016">
                  <c:v>3.5</c:v>
                </c:pt>
                <c:pt idx="1017">
                  <c:v>3.5</c:v>
                </c:pt>
                <c:pt idx="1018">
                  <c:v>3.5</c:v>
                </c:pt>
                <c:pt idx="1019">
                  <c:v>3.5</c:v>
                </c:pt>
                <c:pt idx="1020">
                  <c:v>3.5</c:v>
                </c:pt>
                <c:pt idx="1021">
                  <c:v>3.5</c:v>
                </c:pt>
                <c:pt idx="1022">
                  <c:v>3.5</c:v>
                </c:pt>
                <c:pt idx="1023">
                  <c:v>3.5</c:v>
                </c:pt>
                <c:pt idx="1024">
                  <c:v>3.5</c:v>
                </c:pt>
                <c:pt idx="1025">
                  <c:v>3.5</c:v>
                </c:pt>
                <c:pt idx="1026">
                  <c:v>3.5</c:v>
                </c:pt>
                <c:pt idx="1027">
                  <c:v>3.5</c:v>
                </c:pt>
                <c:pt idx="1028">
                  <c:v>3.5</c:v>
                </c:pt>
                <c:pt idx="1029">
                  <c:v>3.5</c:v>
                </c:pt>
                <c:pt idx="1030">
                  <c:v>3.5</c:v>
                </c:pt>
                <c:pt idx="1031">
                  <c:v>3.5</c:v>
                </c:pt>
                <c:pt idx="1032">
                  <c:v>3.5</c:v>
                </c:pt>
                <c:pt idx="1033">
                  <c:v>3.5</c:v>
                </c:pt>
                <c:pt idx="1034">
                  <c:v>3.5</c:v>
                </c:pt>
                <c:pt idx="1035">
                  <c:v>3.5</c:v>
                </c:pt>
                <c:pt idx="1036">
                  <c:v>3.5</c:v>
                </c:pt>
                <c:pt idx="1037">
                  <c:v>3.5</c:v>
                </c:pt>
                <c:pt idx="1038">
                  <c:v>3.5</c:v>
                </c:pt>
                <c:pt idx="1039">
                  <c:v>3.5</c:v>
                </c:pt>
                <c:pt idx="1040">
                  <c:v>3.5</c:v>
                </c:pt>
                <c:pt idx="1041">
                  <c:v>3.5</c:v>
                </c:pt>
                <c:pt idx="1042">
                  <c:v>3.5</c:v>
                </c:pt>
                <c:pt idx="1043">
                  <c:v>3.5</c:v>
                </c:pt>
                <c:pt idx="1044">
                  <c:v>3.5</c:v>
                </c:pt>
                <c:pt idx="1045">
                  <c:v>3.5</c:v>
                </c:pt>
                <c:pt idx="1046">
                  <c:v>3.5</c:v>
                </c:pt>
                <c:pt idx="1047">
                  <c:v>3.5</c:v>
                </c:pt>
                <c:pt idx="1048">
                  <c:v>3.5</c:v>
                </c:pt>
                <c:pt idx="1049">
                  <c:v>3.5</c:v>
                </c:pt>
                <c:pt idx="1050">
                  <c:v>3.5</c:v>
                </c:pt>
                <c:pt idx="1051">
                  <c:v>3.5</c:v>
                </c:pt>
                <c:pt idx="1052">
                  <c:v>3.5</c:v>
                </c:pt>
                <c:pt idx="1053">
                  <c:v>3.5</c:v>
                </c:pt>
                <c:pt idx="1054">
                  <c:v>3.5</c:v>
                </c:pt>
                <c:pt idx="1055">
                  <c:v>3.5</c:v>
                </c:pt>
                <c:pt idx="1056">
                  <c:v>3.5</c:v>
                </c:pt>
                <c:pt idx="1057">
                  <c:v>3.5</c:v>
                </c:pt>
                <c:pt idx="1058">
                  <c:v>3.5</c:v>
                </c:pt>
                <c:pt idx="1059">
                  <c:v>3.5</c:v>
                </c:pt>
                <c:pt idx="1060">
                  <c:v>3.5</c:v>
                </c:pt>
                <c:pt idx="1061">
                  <c:v>3.5</c:v>
                </c:pt>
                <c:pt idx="1062">
                  <c:v>3.5</c:v>
                </c:pt>
                <c:pt idx="1063">
                  <c:v>3.5</c:v>
                </c:pt>
                <c:pt idx="1064">
                  <c:v>3.5</c:v>
                </c:pt>
                <c:pt idx="1065">
                  <c:v>3.5</c:v>
                </c:pt>
                <c:pt idx="1066">
                  <c:v>3.5</c:v>
                </c:pt>
                <c:pt idx="1067">
                  <c:v>3.5</c:v>
                </c:pt>
                <c:pt idx="1068">
                  <c:v>3.5</c:v>
                </c:pt>
                <c:pt idx="1069">
                  <c:v>3.5</c:v>
                </c:pt>
                <c:pt idx="1070">
                  <c:v>3.5</c:v>
                </c:pt>
                <c:pt idx="1071">
                  <c:v>3.5</c:v>
                </c:pt>
                <c:pt idx="1072">
                  <c:v>3.5</c:v>
                </c:pt>
                <c:pt idx="1073">
                  <c:v>3.5</c:v>
                </c:pt>
                <c:pt idx="1074">
                  <c:v>3.5</c:v>
                </c:pt>
                <c:pt idx="1075">
                  <c:v>3.5</c:v>
                </c:pt>
                <c:pt idx="1076">
                  <c:v>3.5</c:v>
                </c:pt>
                <c:pt idx="1077">
                  <c:v>3.5</c:v>
                </c:pt>
                <c:pt idx="1078">
                  <c:v>3.5</c:v>
                </c:pt>
                <c:pt idx="1079">
                  <c:v>3.5</c:v>
                </c:pt>
                <c:pt idx="1080">
                  <c:v>3.5</c:v>
                </c:pt>
                <c:pt idx="1081">
                  <c:v>3.5</c:v>
                </c:pt>
                <c:pt idx="1082">
                  <c:v>3.5</c:v>
                </c:pt>
                <c:pt idx="1083">
                  <c:v>3.5</c:v>
                </c:pt>
                <c:pt idx="1084">
                  <c:v>3.5</c:v>
                </c:pt>
                <c:pt idx="1085">
                  <c:v>3.5</c:v>
                </c:pt>
                <c:pt idx="1086">
                  <c:v>3.5</c:v>
                </c:pt>
                <c:pt idx="1087">
                  <c:v>3.5</c:v>
                </c:pt>
                <c:pt idx="1088">
                  <c:v>3.5</c:v>
                </c:pt>
                <c:pt idx="1089">
                  <c:v>3.5</c:v>
                </c:pt>
                <c:pt idx="1090">
                  <c:v>3.5</c:v>
                </c:pt>
                <c:pt idx="1091">
                  <c:v>3.5</c:v>
                </c:pt>
                <c:pt idx="1092">
                  <c:v>3.5</c:v>
                </c:pt>
                <c:pt idx="1093">
                  <c:v>3.5</c:v>
                </c:pt>
                <c:pt idx="1094">
                  <c:v>3.5</c:v>
                </c:pt>
                <c:pt idx="1095">
                  <c:v>3.5</c:v>
                </c:pt>
                <c:pt idx="1096">
                  <c:v>3.5</c:v>
                </c:pt>
                <c:pt idx="1097">
                  <c:v>3.5</c:v>
                </c:pt>
                <c:pt idx="1098">
                  <c:v>3.5</c:v>
                </c:pt>
                <c:pt idx="1099">
                  <c:v>3.5</c:v>
                </c:pt>
                <c:pt idx="1100">
                  <c:v>3.5</c:v>
                </c:pt>
                <c:pt idx="1101">
                  <c:v>3.5</c:v>
                </c:pt>
                <c:pt idx="1102">
                  <c:v>3.5</c:v>
                </c:pt>
                <c:pt idx="1103">
                  <c:v>3.5</c:v>
                </c:pt>
                <c:pt idx="1104">
                  <c:v>3.5</c:v>
                </c:pt>
                <c:pt idx="1105">
                  <c:v>3.5</c:v>
                </c:pt>
                <c:pt idx="1106">
                  <c:v>3.5</c:v>
                </c:pt>
                <c:pt idx="1107">
                  <c:v>3.5</c:v>
                </c:pt>
                <c:pt idx="1108">
                  <c:v>3.5</c:v>
                </c:pt>
                <c:pt idx="1109">
                  <c:v>3.5</c:v>
                </c:pt>
                <c:pt idx="1110">
                  <c:v>3.5</c:v>
                </c:pt>
                <c:pt idx="1111">
                  <c:v>3.5</c:v>
                </c:pt>
                <c:pt idx="1112">
                  <c:v>3.5</c:v>
                </c:pt>
                <c:pt idx="1113">
                  <c:v>3.5</c:v>
                </c:pt>
                <c:pt idx="1114">
                  <c:v>3.5</c:v>
                </c:pt>
                <c:pt idx="1115">
                  <c:v>3.5</c:v>
                </c:pt>
                <c:pt idx="1116">
                  <c:v>3.5</c:v>
                </c:pt>
                <c:pt idx="1117">
                  <c:v>3.5</c:v>
                </c:pt>
                <c:pt idx="1118">
                  <c:v>3.5</c:v>
                </c:pt>
                <c:pt idx="1119">
                  <c:v>3.5</c:v>
                </c:pt>
                <c:pt idx="1120">
                  <c:v>3.5</c:v>
                </c:pt>
                <c:pt idx="1121">
                  <c:v>3.5</c:v>
                </c:pt>
                <c:pt idx="1122">
                  <c:v>3.5</c:v>
                </c:pt>
                <c:pt idx="1123">
                  <c:v>3.5</c:v>
                </c:pt>
                <c:pt idx="1124">
                  <c:v>3.5</c:v>
                </c:pt>
                <c:pt idx="1125">
                  <c:v>3.5</c:v>
                </c:pt>
                <c:pt idx="1126">
                  <c:v>3.5</c:v>
                </c:pt>
                <c:pt idx="1127">
                  <c:v>3.5</c:v>
                </c:pt>
                <c:pt idx="1128">
                  <c:v>3.75</c:v>
                </c:pt>
                <c:pt idx="1129">
                  <c:v>3.75</c:v>
                </c:pt>
                <c:pt idx="1130">
                  <c:v>3.75</c:v>
                </c:pt>
                <c:pt idx="1131">
                  <c:v>3.75</c:v>
                </c:pt>
                <c:pt idx="1132">
                  <c:v>3.75</c:v>
                </c:pt>
                <c:pt idx="1133">
                  <c:v>3.75</c:v>
                </c:pt>
                <c:pt idx="1134">
                  <c:v>3.75</c:v>
                </c:pt>
                <c:pt idx="1135">
                  <c:v>3.75</c:v>
                </c:pt>
                <c:pt idx="1136">
                  <c:v>3.75</c:v>
                </c:pt>
                <c:pt idx="1137">
                  <c:v>3.75</c:v>
                </c:pt>
                <c:pt idx="1138">
                  <c:v>3.75</c:v>
                </c:pt>
                <c:pt idx="1139">
                  <c:v>3.75</c:v>
                </c:pt>
                <c:pt idx="1140">
                  <c:v>3.75</c:v>
                </c:pt>
                <c:pt idx="1141">
                  <c:v>3.75</c:v>
                </c:pt>
                <c:pt idx="1142">
                  <c:v>3.75</c:v>
                </c:pt>
                <c:pt idx="1143">
                  <c:v>3.75</c:v>
                </c:pt>
                <c:pt idx="1144">
                  <c:v>3.75</c:v>
                </c:pt>
                <c:pt idx="1145">
                  <c:v>3.75</c:v>
                </c:pt>
                <c:pt idx="1146">
                  <c:v>3.75</c:v>
                </c:pt>
                <c:pt idx="1147">
                  <c:v>3.75</c:v>
                </c:pt>
                <c:pt idx="1148">
                  <c:v>3.75</c:v>
                </c:pt>
                <c:pt idx="1149">
                  <c:v>3.75</c:v>
                </c:pt>
                <c:pt idx="1150">
                  <c:v>4.25</c:v>
                </c:pt>
                <c:pt idx="1151">
                  <c:v>4.25</c:v>
                </c:pt>
                <c:pt idx="1152">
                  <c:v>4.25</c:v>
                </c:pt>
                <c:pt idx="1153">
                  <c:v>4.25</c:v>
                </c:pt>
                <c:pt idx="1154">
                  <c:v>4.25</c:v>
                </c:pt>
                <c:pt idx="1155">
                  <c:v>4.25</c:v>
                </c:pt>
                <c:pt idx="1156">
                  <c:v>4.25</c:v>
                </c:pt>
                <c:pt idx="1157">
                  <c:v>4.25</c:v>
                </c:pt>
                <c:pt idx="1158">
                  <c:v>4.25</c:v>
                </c:pt>
                <c:pt idx="1159">
                  <c:v>4.25</c:v>
                </c:pt>
                <c:pt idx="1160">
                  <c:v>4.25</c:v>
                </c:pt>
                <c:pt idx="1161">
                  <c:v>4.25</c:v>
                </c:pt>
                <c:pt idx="1162">
                  <c:v>4.25</c:v>
                </c:pt>
                <c:pt idx="1163">
                  <c:v>4.25</c:v>
                </c:pt>
                <c:pt idx="1164">
                  <c:v>4.25</c:v>
                </c:pt>
                <c:pt idx="1165">
                  <c:v>4.25</c:v>
                </c:pt>
                <c:pt idx="1166">
                  <c:v>4.25</c:v>
                </c:pt>
                <c:pt idx="1167">
                  <c:v>4.25</c:v>
                </c:pt>
                <c:pt idx="1168">
                  <c:v>4.25</c:v>
                </c:pt>
                <c:pt idx="1169">
                  <c:v>4.25</c:v>
                </c:pt>
                <c:pt idx="1170">
                  <c:v>4.75</c:v>
                </c:pt>
                <c:pt idx="1171">
                  <c:v>4.75</c:v>
                </c:pt>
                <c:pt idx="1172">
                  <c:v>4.75</c:v>
                </c:pt>
                <c:pt idx="1173">
                  <c:v>4.75</c:v>
                </c:pt>
                <c:pt idx="1174">
                  <c:v>4.75</c:v>
                </c:pt>
                <c:pt idx="1175">
                  <c:v>4.75</c:v>
                </c:pt>
                <c:pt idx="1176">
                  <c:v>4.75</c:v>
                </c:pt>
                <c:pt idx="1177">
                  <c:v>4.75</c:v>
                </c:pt>
                <c:pt idx="1178">
                  <c:v>4.75</c:v>
                </c:pt>
                <c:pt idx="1179">
                  <c:v>4.75</c:v>
                </c:pt>
                <c:pt idx="1180">
                  <c:v>4.75</c:v>
                </c:pt>
                <c:pt idx="1181">
                  <c:v>4.75</c:v>
                </c:pt>
                <c:pt idx="1182">
                  <c:v>4.75</c:v>
                </c:pt>
                <c:pt idx="1183">
                  <c:v>4.75</c:v>
                </c:pt>
                <c:pt idx="1184">
                  <c:v>4.75</c:v>
                </c:pt>
                <c:pt idx="1185">
                  <c:v>4.75</c:v>
                </c:pt>
                <c:pt idx="1186">
                  <c:v>4.75</c:v>
                </c:pt>
                <c:pt idx="1187">
                  <c:v>4.75</c:v>
                </c:pt>
                <c:pt idx="1188">
                  <c:v>4.75</c:v>
                </c:pt>
                <c:pt idx="1189">
                  <c:v>4.75</c:v>
                </c:pt>
                <c:pt idx="1190">
                  <c:v>5.25</c:v>
                </c:pt>
                <c:pt idx="1191">
                  <c:v>5.25</c:v>
                </c:pt>
                <c:pt idx="1192">
                  <c:v>5.25</c:v>
                </c:pt>
                <c:pt idx="1193">
                  <c:v>5.25</c:v>
                </c:pt>
                <c:pt idx="1194">
                  <c:v>5.25</c:v>
                </c:pt>
                <c:pt idx="1195">
                  <c:v>5.25</c:v>
                </c:pt>
                <c:pt idx="1196">
                  <c:v>5.25</c:v>
                </c:pt>
                <c:pt idx="1197">
                  <c:v>5.25</c:v>
                </c:pt>
                <c:pt idx="1198">
                  <c:v>5.25</c:v>
                </c:pt>
                <c:pt idx="1199">
                  <c:v>5.25</c:v>
                </c:pt>
                <c:pt idx="1200">
                  <c:v>5.25</c:v>
                </c:pt>
                <c:pt idx="1201">
                  <c:v>5.25</c:v>
                </c:pt>
                <c:pt idx="1202">
                  <c:v>5.25</c:v>
                </c:pt>
                <c:pt idx="1203">
                  <c:v>5.25</c:v>
                </c:pt>
                <c:pt idx="1204">
                  <c:v>5.25</c:v>
                </c:pt>
                <c:pt idx="1205">
                  <c:v>5.25</c:v>
                </c:pt>
                <c:pt idx="1206">
                  <c:v>5.25</c:v>
                </c:pt>
                <c:pt idx="1207">
                  <c:v>5.25</c:v>
                </c:pt>
                <c:pt idx="1208">
                  <c:v>5.25</c:v>
                </c:pt>
                <c:pt idx="1209">
                  <c:v>5.25</c:v>
                </c:pt>
                <c:pt idx="1210">
                  <c:v>5.25</c:v>
                </c:pt>
                <c:pt idx="1211">
                  <c:v>5.25</c:v>
                </c:pt>
                <c:pt idx="1212">
                  <c:v>5.25</c:v>
                </c:pt>
                <c:pt idx="1213">
                  <c:v>5.25</c:v>
                </c:pt>
                <c:pt idx="1214">
                  <c:v>5.25</c:v>
                </c:pt>
                <c:pt idx="1215">
                  <c:v>5.5</c:v>
                </c:pt>
                <c:pt idx="1216">
                  <c:v>5.5</c:v>
                </c:pt>
                <c:pt idx="1217">
                  <c:v>5.5</c:v>
                </c:pt>
                <c:pt idx="1218">
                  <c:v>5.5</c:v>
                </c:pt>
                <c:pt idx="1219">
                  <c:v>5.5</c:v>
                </c:pt>
                <c:pt idx="1220">
                  <c:v>5.5</c:v>
                </c:pt>
                <c:pt idx="1221">
                  <c:v>5.5</c:v>
                </c:pt>
                <c:pt idx="1222">
                  <c:v>5.5</c:v>
                </c:pt>
                <c:pt idx="1223">
                  <c:v>5.5</c:v>
                </c:pt>
                <c:pt idx="1224">
                  <c:v>5.5</c:v>
                </c:pt>
                <c:pt idx="1225">
                  <c:v>5.5</c:v>
                </c:pt>
                <c:pt idx="1226">
                  <c:v>5.5</c:v>
                </c:pt>
                <c:pt idx="1227">
                  <c:v>5.5</c:v>
                </c:pt>
                <c:pt idx="1228">
                  <c:v>5.5</c:v>
                </c:pt>
                <c:pt idx="1229">
                  <c:v>5.5</c:v>
                </c:pt>
                <c:pt idx="1230">
                  <c:v>5.5</c:v>
                </c:pt>
                <c:pt idx="1231">
                  <c:v>5.5</c:v>
                </c:pt>
                <c:pt idx="1232">
                  <c:v>5.5</c:v>
                </c:pt>
                <c:pt idx="1233">
                  <c:v>5.5</c:v>
                </c:pt>
                <c:pt idx="1234">
                  <c:v>5.5</c:v>
                </c:pt>
                <c:pt idx="1235">
                  <c:v>5.75</c:v>
                </c:pt>
                <c:pt idx="1236">
                  <c:v>5.75</c:v>
                </c:pt>
                <c:pt idx="1237">
                  <c:v>5.75</c:v>
                </c:pt>
                <c:pt idx="1238">
                  <c:v>5.75</c:v>
                </c:pt>
                <c:pt idx="1239">
                  <c:v>5.75</c:v>
                </c:pt>
                <c:pt idx="1240">
                  <c:v>5.75</c:v>
                </c:pt>
                <c:pt idx="1241">
                  <c:v>5.75</c:v>
                </c:pt>
                <c:pt idx="1242">
                  <c:v>5.75</c:v>
                </c:pt>
                <c:pt idx="1243">
                  <c:v>5.75</c:v>
                </c:pt>
                <c:pt idx="1244">
                  <c:v>5.75</c:v>
                </c:pt>
                <c:pt idx="1245">
                  <c:v>5.75</c:v>
                </c:pt>
                <c:pt idx="1246">
                  <c:v>5.75</c:v>
                </c:pt>
                <c:pt idx="1247">
                  <c:v>5.75</c:v>
                </c:pt>
                <c:pt idx="1248">
                  <c:v>5.75</c:v>
                </c:pt>
                <c:pt idx="1249">
                  <c:v>5.75</c:v>
                </c:pt>
                <c:pt idx="1250">
                  <c:v>5.75</c:v>
                </c:pt>
                <c:pt idx="1251">
                  <c:v>5.75</c:v>
                </c:pt>
                <c:pt idx="1252">
                  <c:v>5.75</c:v>
                </c:pt>
                <c:pt idx="1253">
                  <c:v>5.75</c:v>
                </c:pt>
                <c:pt idx="1254">
                  <c:v>5.75</c:v>
                </c:pt>
                <c:pt idx="1255">
                  <c:v>5.75</c:v>
                </c:pt>
                <c:pt idx="1256">
                  <c:v>5.75</c:v>
                </c:pt>
                <c:pt idx="1257">
                  <c:v>5.75</c:v>
                </c:pt>
                <c:pt idx="1258">
                  <c:v>5.75</c:v>
                </c:pt>
                <c:pt idx="1259">
                  <c:v>5.75</c:v>
                </c:pt>
                <c:pt idx="1260">
                  <c:v>5.75</c:v>
                </c:pt>
                <c:pt idx="1261">
                  <c:v>5.75</c:v>
                </c:pt>
                <c:pt idx="1262">
                  <c:v>5.75</c:v>
                </c:pt>
                <c:pt idx="1263">
                  <c:v>5.75</c:v>
                </c:pt>
                <c:pt idx="1264">
                  <c:v>5.75</c:v>
                </c:pt>
                <c:pt idx="1265">
                  <c:v>5.75</c:v>
                </c:pt>
                <c:pt idx="1266">
                  <c:v>5.75</c:v>
                </c:pt>
                <c:pt idx="1267">
                  <c:v>5.75</c:v>
                </c:pt>
                <c:pt idx="1268">
                  <c:v>5.75</c:v>
                </c:pt>
                <c:pt idx="1269">
                  <c:v>5.75</c:v>
                </c:pt>
                <c:pt idx="1270">
                  <c:v>5.75</c:v>
                </c:pt>
                <c:pt idx="1271">
                  <c:v>5.75</c:v>
                </c:pt>
                <c:pt idx="1272">
                  <c:v>5.75</c:v>
                </c:pt>
                <c:pt idx="1273">
                  <c:v>5.75</c:v>
                </c:pt>
                <c:pt idx="1274">
                  <c:v>5.75</c:v>
                </c:pt>
                <c:pt idx="1275">
                  <c:v>5.75</c:v>
                </c:pt>
                <c:pt idx="1276">
                  <c:v>5.75</c:v>
                </c:pt>
                <c:pt idx="1277">
                  <c:v>5.75</c:v>
                </c:pt>
                <c:pt idx="1278">
                  <c:v>5.75</c:v>
                </c:pt>
                <c:pt idx="1279">
                  <c:v>5.75</c:v>
                </c:pt>
                <c:pt idx="1280">
                  <c:v>5.75</c:v>
                </c:pt>
                <c:pt idx="1281">
                  <c:v>5.75</c:v>
                </c:pt>
                <c:pt idx="1282">
                  <c:v>5.75</c:v>
                </c:pt>
                <c:pt idx="1283">
                  <c:v>5.75</c:v>
                </c:pt>
                <c:pt idx="1284">
                  <c:v>5.75</c:v>
                </c:pt>
                <c:pt idx="1285">
                  <c:v>5.75</c:v>
                </c:pt>
                <c:pt idx="1286">
                  <c:v>5.75</c:v>
                </c:pt>
                <c:pt idx="1287">
                  <c:v>5.75</c:v>
                </c:pt>
                <c:pt idx="1288">
                  <c:v>5.75</c:v>
                </c:pt>
                <c:pt idx="1289">
                  <c:v>5.75</c:v>
                </c:pt>
                <c:pt idx="1290">
                  <c:v>5.75</c:v>
                </c:pt>
                <c:pt idx="1291">
                  <c:v>5.75</c:v>
                </c:pt>
                <c:pt idx="1292">
                  <c:v>5.75</c:v>
                </c:pt>
                <c:pt idx="1293">
                  <c:v>5.75</c:v>
                </c:pt>
                <c:pt idx="1294">
                  <c:v>5.75</c:v>
                </c:pt>
                <c:pt idx="1295">
                  <c:v>5.75</c:v>
                </c:pt>
                <c:pt idx="1296">
                  <c:v>5.75</c:v>
                </c:pt>
                <c:pt idx="1297">
                  <c:v>5.75</c:v>
                </c:pt>
                <c:pt idx="1298">
                  <c:v>5.75</c:v>
                </c:pt>
                <c:pt idx="1299">
                  <c:v>5.75</c:v>
                </c:pt>
                <c:pt idx="1300">
                  <c:v>5.75</c:v>
                </c:pt>
                <c:pt idx="1301">
                  <c:v>5.75</c:v>
                </c:pt>
                <c:pt idx="1302">
                  <c:v>5.75</c:v>
                </c:pt>
                <c:pt idx="1303">
                  <c:v>5.75</c:v>
                </c:pt>
                <c:pt idx="1304">
                  <c:v>5.75</c:v>
                </c:pt>
                <c:pt idx="1305">
                  <c:v>5.75</c:v>
                </c:pt>
                <c:pt idx="1306">
                  <c:v>5.75</c:v>
                </c:pt>
                <c:pt idx="1307">
                  <c:v>5.75</c:v>
                </c:pt>
                <c:pt idx="1308">
                  <c:v>5.75</c:v>
                </c:pt>
                <c:pt idx="1309">
                  <c:v>5.75</c:v>
                </c:pt>
                <c:pt idx="1310">
                  <c:v>5.75</c:v>
                </c:pt>
                <c:pt idx="1311">
                  <c:v>5.75</c:v>
                </c:pt>
                <c:pt idx="1312">
                  <c:v>5.75</c:v>
                </c:pt>
                <c:pt idx="1313">
                  <c:v>5.75</c:v>
                </c:pt>
                <c:pt idx="1314">
                  <c:v>5.75</c:v>
                </c:pt>
                <c:pt idx="1315">
                  <c:v>5.75</c:v>
                </c:pt>
                <c:pt idx="1316">
                  <c:v>5.75</c:v>
                </c:pt>
                <c:pt idx="1317">
                  <c:v>5.75</c:v>
                </c:pt>
                <c:pt idx="1318">
                  <c:v>5.75</c:v>
                </c:pt>
                <c:pt idx="1319">
                  <c:v>5.75</c:v>
                </c:pt>
                <c:pt idx="1320">
                  <c:v>5.75</c:v>
                </c:pt>
                <c:pt idx="1321">
                  <c:v>5.75</c:v>
                </c:pt>
                <c:pt idx="1322">
                  <c:v>5.75</c:v>
                </c:pt>
                <c:pt idx="1323">
                  <c:v>5.75</c:v>
                </c:pt>
                <c:pt idx="1324">
                  <c:v>5.75</c:v>
                </c:pt>
                <c:pt idx="1325">
                  <c:v>5.75</c:v>
                </c:pt>
                <c:pt idx="1326">
                  <c:v>5.75</c:v>
                </c:pt>
                <c:pt idx="1327">
                  <c:v>5.75</c:v>
                </c:pt>
                <c:pt idx="1328">
                  <c:v>5.75</c:v>
                </c:pt>
                <c:pt idx="1329">
                  <c:v>5.75</c:v>
                </c:pt>
                <c:pt idx="1330">
                  <c:v>5.75</c:v>
                </c:pt>
                <c:pt idx="1331">
                  <c:v>5.75</c:v>
                </c:pt>
                <c:pt idx="1332">
                  <c:v>5.75</c:v>
                </c:pt>
                <c:pt idx="1333">
                  <c:v>5.75</c:v>
                </c:pt>
                <c:pt idx="1334">
                  <c:v>5.75</c:v>
                </c:pt>
                <c:pt idx="1335">
                  <c:v>5.75</c:v>
                </c:pt>
                <c:pt idx="1336">
                  <c:v>5.75</c:v>
                </c:pt>
                <c:pt idx="1337">
                  <c:v>5.75</c:v>
                </c:pt>
                <c:pt idx="1338">
                  <c:v>5.75</c:v>
                </c:pt>
                <c:pt idx="1339">
                  <c:v>5.75</c:v>
                </c:pt>
                <c:pt idx="1340">
                  <c:v>5.75</c:v>
                </c:pt>
                <c:pt idx="1341">
                  <c:v>5.75</c:v>
                </c:pt>
                <c:pt idx="1342">
                  <c:v>5.75</c:v>
                </c:pt>
                <c:pt idx="1343">
                  <c:v>5.75</c:v>
                </c:pt>
                <c:pt idx="1344">
                  <c:v>5.75</c:v>
                </c:pt>
                <c:pt idx="1345">
                  <c:v>5.75</c:v>
                </c:pt>
                <c:pt idx="1346">
                  <c:v>5.75</c:v>
                </c:pt>
                <c:pt idx="1347">
                  <c:v>5.75</c:v>
                </c:pt>
                <c:pt idx="1348">
                  <c:v>5.75</c:v>
                </c:pt>
                <c:pt idx="1349">
                  <c:v>5.75</c:v>
                </c:pt>
                <c:pt idx="1350">
                  <c:v>5.75</c:v>
                </c:pt>
                <c:pt idx="1351">
                  <c:v>5.75</c:v>
                </c:pt>
                <c:pt idx="1352">
                  <c:v>5.75</c:v>
                </c:pt>
                <c:pt idx="1353">
                  <c:v>5.75</c:v>
                </c:pt>
                <c:pt idx="1354">
                  <c:v>5.75</c:v>
                </c:pt>
                <c:pt idx="1355">
                  <c:v>5.75</c:v>
                </c:pt>
                <c:pt idx="1356">
                  <c:v>5.75</c:v>
                </c:pt>
                <c:pt idx="1357">
                  <c:v>5.75</c:v>
                </c:pt>
                <c:pt idx="1358">
                  <c:v>5.75</c:v>
                </c:pt>
                <c:pt idx="1359">
                  <c:v>5.75</c:v>
                </c:pt>
                <c:pt idx="1360">
                  <c:v>5.75</c:v>
                </c:pt>
                <c:pt idx="1361">
                  <c:v>5.75</c:v>
                </c:pt>
                <c:pt idx="1362">
                  <c:v>5.75</c:v>
                </c:pt>
                <c:pt idx="1363">
                  <c:v>5.75</c:v>
                </c:pt>
                <c:pt idx="1364">
                  <c:v>5.75</c:v>
                </c:pt>
                <c:pt idx="1365">
                  <c:v>5.75</c:v>
                </c:pt>
                <c:pt idx="1366">
                  <c:v>5.75</c:v>
                </c:pt>
                <c:pt idx="1367">
                  <c:v>5.75</c:v>
                </c:pt>
                <c:pt idx="1368">
                  <c:v>5.75</c:v>
                </c:pt>
                <c:pt idx="1369">
                  <c:v>5.75</c:v>
                </c:pt>
                <c:pt idx="1370">
                  <c:v>5.75</c:v>
                </c:pt>
                <c:pt idx="1371">
                  <c:v>5.75</c:v>
                </c:pt>
                <c:pt idx="1372">
                  <c:v>5.75</c:v>
                </c:pt>
                <c:pt idx="1373">
                  <c:v>5.75</c:v>
                </c:pt>
                <c:pt idx="1374">
                  <c:v>5.75</c:v>
                </c:pt>
                <c:pt idx="1375">
                  <c:v>5.75</c:v>
                </c:pt>
                <c:pt idx="1376">
                  <c:v>5.75</c:v>
                </c:pt>
                <c:pt idx="1377">
                  <c:v>5.75</c:v>
                </c:pt>
                <c:pt idx="1378">
                  <c:v>5.75</c:v>
                </c:pt>
                <c:pt idx="1379">
                  <c:v>5.75</c:v>
                </c:pt>
                <c:pt idx="1380">
                  <c:v>5.75</c:v>
                </c:pt>
                <c:pt idx="1381">
                  <c:v>5.75</c:v>
                </c:pt>
                <c:pt idx="1382">
                  <c:v>5.75</c:v>
                </c:pt>
                <c:pt idx="1383">
                  <c:v>5.75</c:v>
                </c:pt>
                <c:pt idx="1384">
                  <c:v>5.75</c:v>
                </c:pt>
                <c:pt idx="1385">
                  <c:v>5.75</c:v>
                </c:pt>
                <c:pt idx="1386">
                  <c:v>5.75</c:v>
                </c:pt>
                <c:pt idx="1387">
                  <c:v>5.75</c:v>
                </c:pt>
                <c:pt idx="1388">
                  <c:v>5.75</c:v>
                </c:pt>
                <c:pt idx="1389">
                  <c:v>5.75</c:v>
                </c:pt>
                <c:pt idx="1390">
                  <c:v>5.75</c:v>
                </c:pt>
                <c:pt idx="1391">
                  <c:v>5.75</c:v>
                </c:pt>
                <c:pt idx="1392">
                  <c:v>5.75</c:v>
                </c:pt>
                <c:pt idx="1393">
                  <c:v>5.75</c:v>
                </c:pt>
                <c:pt idx="1394">
                  <c:v>5.75</c:v>
                </c:pt>
                <c:pt idx="1395">
                  <c:v>5.75</c:v>
                </c:pt>
                <c:pt idx="1396">
                  <c:v>5.75</c:v>
                </c:pt>
                <c:pt idx="1397">
                  <c:v>5.75</c:v>
                </c:pt>
                <c:pt idx="1398">
                  <c:v>5.75</c:v>
                </c:pt>
                <c:pt idx="1399">
                  <c:v>5.75</c:v>
                </c:pt>
                <c:pt idx="1400">
                  <c:v>5.75</c:v>
                </c:pt>
                <c:pt idx="1401">
                  <c:v>5.75</c:v>
                </c:pt>
                <c:pt idx="1402">
                  <c:v>5.75</c:v>
                </c:pt>
                <c:pt idx="1403">
                  <c:v>5.75</c:v>
                </c:pt>
                <c:pt idx="1404">
                  <c:v>5.75</c:v>
                </c:pt>
                <c:pt idx="1405">
                  <c:v>5.75</c:v>
                </c:pt>
                <c:pt idx="1406">
                  <c:v>5.75</c:v>
                </c:pt>
                <c:pt idx="1407">
                  <c:v>5.75</c:v>
                </c:pt>
                <c:pt idx="1408">
                  <c:v>5.75</c:v>
                </c:pt>
                <c:pt idx="1409">
                  <c:v>5.75</c:v>
                </c:pt>
                <c:pt idx="1410">
                  <c:v>5.75</c:v>
                </c:pt>
                <c:pt idx="1411">
                  <c:v>6</c:v>
                </c:pt>
                <c:pt idx="1412">
                  <c:v>6</c:v>
                </c:pt>
                <c:pt idx="1413">
                  <c:v>6</c:v>
                </c:pt>
                <c:pt idx="1414">
                  <c:v>6</c:v>
                </c:pt>
                <c:pt idx="1415">
                  <c:v>6</c:v>
                </c:pt>
                <c:pt idx="1416">
                  <c:v>6</c:v>
                </c:pt>
                <c:pt idx="1417">
                  <c:v>6</c:v>
                </c:pt>
                <c:pt idx="1418">
                  <c:v>6</c:v>
                </c:pt>
                <c:pt idx="1419">
                  <c:v>6</c:v>
                </c:pt>
                <c:pt idx="1420">
                  <c:v>6</c:v>
                </c:pt>
                <c:pt idx="1421">
                  <c:v>6</c:v>
                </c:pt>
                <c:pt idx="1422">
                  <c:v>6</c:v>
                </c:pt>
                <c:pt idx="1423">
                  <c:v>6</c:v>
                </c:pt>
                <c:pt idx="1424">
                  <c:v>6</c:v>
                </c:pt>
                <c:pt idx="1425">
                  <c:v>6</c:v>
                </c:pt>
                <c:pt idx="1426">
                  <c:v>6</c:v>
                </c:pt>
                <c:pt idx="1427">
                  <c:v>6</c:v>
                </c:pt>
                <c:pt idx="1428">
                  <c:v>6</c:v>
                </c:pt>
                <c:pt idx="1429">
                  <c:v>6</c:v>
                </c:pt>
                <c:pt idx="1430">
                  <c:v>6</c:v>
                </c:pt>
                <c:pt idx="1431">
                  <c:v>6</c:v>
                </c:pt>
                <c:pt idx="1432">
                  <c:v>6</c:v>
                </c:pt>
                <c:pt idx="1433">
                  <c:v>6</c:v>
                </c:pt>
                <c:pt idx="1434">
                  <c:v>6</c:v>
                </c:pt>
                <c:pt idx="1435">
                  <c:v>6</c:v>
                </c:pt>
                <c:pt idx="1436">
                  <c:v>6</c:v>
                </c:pt>
                <c:pt idx="1437">
                  <c:v>6</c:v>
                </c:pt>
                <c:pt idx="1438">
                  <c:v>6</c:v>
                </c:pt>
                <c:pt idx="1439">
                  <c:v>6</c:v>
                </c:pt>
                <c:pt idx="1440">
                  <c:v>6</c:v>
                </c:pt>
                <c:pt idx="1441">
                  <c:v>6</c:v>
                </c:pt>
                <c:pt idx="1442">
                  <c:v>6</c:v>
                </c:pt>
                <c:pt idx="1443">
                  <c:v>6</c:v>
                </c:pt>
                <c:pt idx="1444">
                  <c:v>6</c:v>
                </c:pt>
                <c:pt idx="1445">
                  <c:v>6</c:v>
                </c:pt>
                <c:pt idx="1446">
                  <c:v>6</c:v>
                </c:pt>
                <c:pt idx="1447">
                  <c:v>6</c:v>
                </c:pt>
                <c:pt idx="1448">
                  <c:v>6</c:v>
                </c:pt>
                <c:pt idx="1449">
                  <c:v>6</c:v>
                </c:pt>
                <c:pt idx="1450">
                  <c:v>6</c:v>
                </c:pt>
                <c:pt idx="1451">
                  <c:v>6</c:v>
                </c:pt>
                <c:pt idx="1452">
                  <c:v>6</c:v>
                </c:pt>
                <c:pt idx="1453">
                  <c:v>6</c:v>
                </c:pt>
                <c:pt idx="1454">
                  <c:v>6</c:v>
                </c:pt>
                <c:pt idx="1455">
                  <c:v>6</c:v>
                </c:pt>
                <c:pt idx="1456">
                  <c:v>6</c:v>
                </c:pt>
                <c:pt idx="1457">
                  <c:v>6</c:v>
                </c:pt>
                <c:pt idx="1458">
                  <c:v>6</c:v>
                </c:pt>
                <c:pt idx="1459">
                  <c:v>6</c:v>
                </c:pt>
                <c:pt idx="1460">
                  <c:v>6</c:v>
                </c:pt>
                <c:pt idx="1461">
                  <c:v>6</c:v>
                </c:pt>
                <c:pt idx="1462">
                  <c:v>6</c:v>
                </c:pt>
                <c:pt idx="1463">
                  <c:v>6</c:v>
                </c:pt>
                <c:pt idx="1464">
                  <c:v>6</c:v>
                </c:pt>
                <c:pt idx="1465">
                  <c:v>6</c:v>
                </c:pt>
                <c:pt idx="1466">
                  <c:v>6</c:v>
                </c:pt>
                <c:pt idx="1467">
                  <c:v>6</c:v>
                </c:pt>
                <c:pt idx="1468">
                  <c:v>6</c:v>
                </c:pt>
                <c:pt idx="1469">
                  <c:v>6</c:v>
                </c:pt>
                <c:pt idx="1470">
                  <c:v>6</c:v>
                </c:pt>
                <c:pt idx="1471">
                  <c:v>6</c:v>
                </c:pt>
                <c:pt idx="1472">
                  <c:v>6</c:v>
                </c:pt>
                <c:pt idx="1473">
                  <c:v>6</c:v>
                </c:pt>
                <c:pt idx="1474">
                  <c:v>6</c:v>
                </c:pt>
                <c:pt idx="1475">
                  <c:v>6</c:v>
                </c:pt>
                <c:pt idx="1476">
                  <c:v>6</c:v>
                </c:pt>
                <c:pt idx="1477">
                  <c:v>6</c:v>
                </c:pt>
                <c:pt idx="1478">
                  <c:v>6</c:v>
                </c:pt>
                <c:pt idx="1479">
                  <c:v>6</c:v>
                </c:pt>
                <c:pt idx="1480">
                  <c:v>6</c:v>
                </c:pt>
                <c:pt idx="1481">
                  <c:v>6</c:v>
                </c:pt>
                <c:pt idx="1482">
                  <c:v>6</c:v>
                </c:pt>
                <c:pt idx="1483">
                  <c:v>6</c:v>
                </c:pt>
                <c:pt idx="1484">
                  <c:v>6</c:v>
                </c:pt>
                <c:pt idx="1485">
                  <c:v>6</c:v>
                </c:pt>
                <c:pt idx="1486">
                  <c:v>6</c:v>
                </c:pt>
                <c:pt idx="1487">
                  <c:v>6</c:v>
                </c:pt>
                <c:pt idx="1488">
                  <c:v>6</c:v>
                </c:pt>
                <c:pt idx="1489">
                  <c:v>6</c:v>
                </c:pt>
                <c:pt idx="1490">
                  <c:v>6</c:v>
                </c:pt>
                <c:pt idx="1491">
                  <c:v>6</c:v>
                </c:pt>
                <c:pt idx="1492">
                  <c:v>6</c:v>
                </c:pt>
                <c:pt idx="1493">
                  <c:v>6</c:v>
                </c:pt>
                <c:pt idx="1494">
                  <c:v>6</c:v>
                </c:pt>
                <c:pt idx="1495">
                  <c:v>6</c:v>
                </c:pt>
                <c:pt idx="1496">
                  <c:v>6</c:v>
                </c:pt>
                <c:pt idx="1497">
                  <c:v>6</c:v>
                </c:pt>
                <c:pt idx="1498">
                  <c:v>6</c:v>
                </c:pt>
                <c:pt idx="1499">
                  <c:v>6</c:v>
                </c:pt>
                <c:pt idx="1500">
                  <c:v>6</c:v>
                </c:pt>
                <c:pt idx="1501">
                  <c:v>6</c:v>
                </c:pt>
                <c:pt idx="1502">
                  <c:v>6</c:v>
                </c:pt>
                <c:pt idx="1503">
                  <c:v>6</c:v>
                </c:pt>
                <c:pt idx="1504">
                  <c:v>6</c:v>
                </c:pt>
                <c:pt idx="1505">
                  <c:v>6</c:v>
                </c:pt>
                <c:pt idx="1506">
                  <c:v>6</c:v>
                </c:pt>
                <c:pt idx="1507">
                  <c:v>6</c:v>
                </c:pt>
                <c:pt idx="1508">
                  <c:v>6</c:v>
                </c:pt>
                <c:pt idx="1509">
                  <c:v>6</c:v>
                </c:pt>
                <c:pt idx="1510">
                  <c:v>6</c:v>
                </c:pt>
                <c:pt idx="1511">
                  <c:v>6</c:v>
                </c:pt>
                <c:pt idx="1512">
                  <c:v>6</c:v>
                </c:pt>
                <c:pt idx="1513">
                  <c:v>6</c:v>
                </c:pt>
                <c:pt idx="1514">
                  <c:v>6</c:v>
                </c:pt>
                <c:pt idx="1515">
                  <c:v>6</c:v>
                </c:pt>
                <c:pt idx="1516">
                  <c:v>6</c:v>
                </c:pt>
                <c:pt idx="1517">
                  <c:v>6</c:v>
                </c:pt>
                <c:pt idx="1518">
                  <c:v>6</c:v>
                </c:pt>
                <c:pt idx="1519">
                  <c:v>6</c:v>
                </c:pt>
                <c:pt idx="1520">
                  <c:v>6</c:v>
                </c:pt>
                <c:pt idx="1521">
                  <c:v>6</c:v>
                </c:pt>
                <c:pt idx="1522">
                  <c:v>6</c:v>
                </c:pt>
                <c:pt idx="1523">
                  <c:v>6</c:v>
                </c:pt>
                <c:pt idx="1524">
                  <c:v>6</c:v>
                </c:pt>
                <c:pt idx="1525">
                  <c:v>6</c:v>
                </c:pt>
                <c:pt idx="1526">
                  <c:v>6</c:v>
                </c:pt>
                <c:pt idx="1527">
                  <c:v>6</c:v>
                </c:pt>
                <c:pt idx="1528">
                  <c:v>6</c:v>
                </c:pt>
                <c:pt idx="1529">
                  <c:v>6</c:v>
                </c:pt>
                <c:pt idx="1530">
                  <c:v>6.25</c:v>
                </c:pt>
                <c:pt idx="1531">
                  <c:v>6.25</c:v>
                </c:pt>
                <c:pt idx="1532">
                  <c:v>6.25</c:v>
                </c:pt>
                <c:pt idx="1533">
                  <c:v>6.25</c:v>
                </c:pt>
                <c:pt idx="1534">
                  <c:v>6.25</c:v>
                </c:pt>
                <c:pt idx="1535">
                  <c:v>6.25</c:v>
                </c:pt>
                <c:pt idx="1536">
                  <c:v>6.25</c:v>
                </c:pt>
                <c:pt idx="1537">
                  <c:v>6.25</c:v>
                </c:pt>
                <c:pt idx="1538">
                  <c:v>6.25</c:v>
                </c:pt>
                <c:pt idx="1539">
                  <c:v>6.25</c:v>
                </c:pt>
                <c:pt idx="1540">
                  <c:v>6.25</c:v>
                </c:pt>
                <c:pt idx="1541">
                  <c:v>6.25</c:v>
                </c:pt>
                <c:pt idx="1542">
                  <c:v>6.25</c:v>
                </c:pt>
                <c:pt idx="1543">
                  <c:v>6.25</c:v>
                </c:pt>
                <c:pt idx="1544">
                  <c:v>6.25</c:v>
                </c:pt>
                <c:pt idx="1545">
                  <c:v>6.25</c:v>
                </c:pt>
                <c:pt idx="1546">
                  <c:v>6.25</c:v>
                </c:pt>
                <c:pt idx="1547">
                  <c:v>6.25</c:v>
                </c:pt>
                <c:pt idx="1548">
                  <c:v>6.25</c:v>
                </c:pt>
                <c:pt idx="1549">
                  <c:v>6.25</c:v>
                </c:pt>
                <c:pt idx="1550">
                  <c:v>6.25</c:v>
                </c:pt>
                <c:pt idx="1551">
                  <c:v>6.25</c:v>
                </c:pt>
                <c:pt idx="1552">
                  <c:v>6.25</c:v>
                </c:pt>
                <c:pt idx="1553">
                  <c:v>6.25</c:v>
                </c:pt>
                <c:pt idx="1554">
                  <c:v>6.25</c:v>
                </c:pt>
                <c:pt idx="1555">
                  <c:v>6.25</c:v>
                </c:pt>
                <c:pt idx="1556">
                  <c:v>6.25</c:v>
                </c:pt>
                <c:pt idx="1557">
                  <c:v>6.25</c:v>
                </c:pt>
                <c:pt idx="1558">
                  <c:v>6.25</c:v>
                </c:pt>
                <c:pt idx="1559">
                  <c:v>6.25</c:v>
                </c:pt>
                <c:pt idx="1560">
                  <c:v>6.25</c:v>
                </c:pt>
                <c:pt idx="1561">
                  <c:v>6.25</c:v>
                </c:pt>
                <c:pt idx="1562">
                  <c:v>6.25</c:v>
                </c:pt>
                <c:pt idx="1563">
                  <c:v>6.25</c:v>
                </c:pt>
                <c:pt idx="1564">
                  <c:v>6.25</c:v>
                </c:pt>
                <c:pt idx="1565">
                  <c:v>6.25</c:v>
                </c:pt>
                <c:pt idx="1566">
                  <c:v>6.25</c:v>
                </c:pt>
                <c:pt idx="1567">
                  <c:v>6.25</c:v>
                </c:pt>
                <c:pt idx="1568">
                  <c:v>6.25</c:v>
                </c:pt>
                <c:pt idx="1569">
                  <c:v>6.25</c:v>
                </c:pt>
                <c:pt idx="1570">
                  <c:v>6.25</c:v>
                </c:pt>
                <c:pt idx="1571">
                  <c:v>6.25</c:v>
                </c:pt>
                <c:pt idx="1572">
                  <c:v>6.25</c:v>
                </c:pt>
                <c:pt idx="1573">
                  <c:v>6.25</c:v>
                </c:pt>
                <c:pt idx="1574">
                  <c:v>6.25</c:v>
                </c:pt>
                <c:pt idx="1575">
                  <c:v>6.25</c:v>
                </c:pt>
                <c:pt idx="1576">
                  <c:v>6.25</c:v>
                </c:pt>
                <c:pt idx="1577">
                  <c:v>6.25</c:v>
                </c:pt>
                <c:pt idx="1578">
                  <c:v>6.25</c:v>
                </c:pt>
                <c:pt idx="1579">
                  <c:v>6.25</c:v>
                </c:pt>
                <c:pt idx="1580">
                  <c:v>6.25</c:v>
                </c:pt>
                <c:pt idx="1581">
                  <c:v>6.25</c:v>
                </c:pt>
                <c:pt idx="1582">
                  <c:v>6.25</c:v>
                </c:pt>
                <c:pt idx="1583">
                  <c:v>6.25</c:v>
                </c:pt>
                <c:pt idx="1584">
                  <c:v>6.25</c:v>
                </c:pt>
                <c:pt idx="1585">
                  <c:v>6.25</c:v>
                </c:pt>
                <c:pt idx="1586">
                  <c:v>6.25</c:v>
                </c:pt>
                <c:pt idx="1587">
                  <c:v>6.25</c:v>
                </c:pt>
                <c:pt idx="1588">
                  <c:v>6.25</c:v>
                </c:pt>
                <c:pt idx="1589">
                  <c:v>6.25</c:v>
                </c:pt>
                <c:pt idx="1590">
                  <c:v>6.25</c:v>
                </c:pt>
                <c:pt idx="1591">
                  <c:v>6.25</c:v>
                </c:pt>
                <c:pt idx="1592">
                  <c:v>6.25</c:v>
                </c:pt>
                <c:pt idx="1593">
                  <c:v>6.25</c:v>
                </c:pt>
                <c:pt idx="1594">
                  <c:v>6.25</c:v>
                </c:pt>
                <c:pt idx="1595">
                  <c:v>6.25</c:v>
                </c:pt>
                <c:pt idx="1596">
                  <c:v>6.25</c:v>
                </c:pt>
                <c:pt idx="1597">
                  <c:v>6.25</c:v>
                </c:pt>
                <c:pt idx="1598">
                  <c:v>6.25</c:v>
                </c:pt>
                <c:pt idx="1599">
                  <c:v>6.25</c:v>
                </c:pt>
                <c:pt idx="1600">
                  <c:v>6.25</c:v>
                </c:pt>
                <c:pt idx="1601">
                  <c:v>6.25</c:v>
                </c:pt>
                <c:pt idx="1602">
                  <c:v>6.25</c:v>
                </c:pt>
                <c:pt idx="1603">
                  <c:v>6.25</c:v>
                </c:pt>
                <c:pt idx="1604">
                  <c:v>6.25</c:v>
                </c:pt>
                <c:pt idx="1605">
                  <c:v>6.25</c:v>
                </c:pt>
                <c:pt idx="1606">
                  <c:v>6.25</c:v>
                </c:pt>
                <c:pt idx="1607">
                  <c:v>6.25</c:v>
                </c:pt>
                <c:pt idx="1608">
                  <c:v>6.25</c:v>
                </c:pt>
                <c:pt idx="1609">
                  <c:v>6.25</c:v>
                </c:pt>
                <c:pt idx="1610">
                  <c:v>6.25</c:v>
                </c:pt>
                <c:pt idx="1611">
                  <c:v>6.25</c:v>
                </c:pt>
                <c:pt idx="1612">
                  <c:v>6.25</c:v>
                </c:pt>
                <c:pt idx="1613">
                  <c:v>6.25</c:v>
                </c:pt>
                <c:pt idx="1614">
                  <c:v>6.25</c:v>
                </c:pt>
                <c:pt idx="1615">
                  <c:v>6.25</c:v>
                </c:pt>
                <c:pt idx="1616">
                  <c:v>6.25</c:v>
                </c:pt>
                <c:pt idx="1617">
                  <c:v>6.25</c:v>
                </c:pt>
                <c:pt idx="1618">
                  <c:v>6.25</c:v>
                </c:pt>
                <c:pt idx="1619">
                  <c:v>6.25</c:v>
                </c:pt>
                <c:pt idx="1620">
                  <c:v>6.25</c:v>
                </c:pt>
                <c:pt idx="1621">
                  <c:v>6.25</c:v>
                </c:pt>
                <c:pt idx="1622">
                  <c:v>6.25</c:v>
                </c:pt>
                <c:pt idx="1623">
                  <c:v>6.25</c:v>
                </c:pt>
                <c:pt idx="1624">
                  <c:v>6.25</c:v>
                </c:pt>
                <c:pt idx="1625">
                  <c:v>6.25</c:v>
                </c:pt>
                <c:pt idx="1626">
                  <c:v>6.25</c:v>
                </c:pt>
                <c:pt idx="1627">
                  <c:v>6</c:v>
                </c:pt>
                <c:pt idx="1628">
                  <c:v>6</c:v>
                </c:pt>
                <c:pt idx="1629">
                  <c:v>6</c:v>
                </c:pt>
                <c:pt idx="1630">
                  <c:v>6</c:v>
                </c:pt>
                <c:pt idx="1631">
                  <c:v>6</c:v>
                </c:pt>
                <c:pt idx="1632">
                  <c:v>6</c:v>
                </c:pt>
                <c:pt idx="1633">
                  <c:v>6</c:v>
                </c:pt>
                <c:pt idx="1634">
                  <c:v>6</c:v>
                </c:pt>
                <c:pt idx="1635">
                  <c:v>6</c:v>
                </c:pt>
                <c:pt idx="1636">
                  <c:v>6</c:v>
                </c:pt>
                <c:pt idx="1637">
                  <c:v>6</c:v>
                </c:pt>
                <c:pt idx="1638">
                  <c:v>6</c:v>
                </c:pt>
                <c:pt idx="1639">
                  <c:v>6</c:v>
                </c:pt>
                <c:pt idx="1640">
                  <c:v>6</c:v>
                </c:pt>
                <c:pt idx="1641">
                  <c:v>6</c:v>
                </c:pt>
                <c:pt idx="1642">
                  <c:v>6</c:v>
                </c:pt>
                <c:pt idx="1643">
                  <c:v>6</c:v>
                </c:pt>
                <c:pt idx="1644">
                  <c:v>6</c:v>
                </c:pt>
                <c:pt idx="1645">
                  <c:v>6</c:v>
                </c:pt>
                <c:pt idx="1646">
                  <c:v>6</c:v>
                </c:pt>
                <c:pt idx="1647">
                  <c:v>6</c:v>
                </c:pt>
                <c:pt idx="1648">
                  <c:v>6</c:v>
                </c:pt>
                <c:pt idx="1649">
                  <c:v>6</c:v>
                </c:pt>
                <c:pt idx="1650">
                  <c:v>6</c:v>
                </c:pt>
                <c:pt idx="1651">
                  <c:v>6</c:v>
                </c:pt>
                <c:pt idx="1652">
                  <c:v>6</c:v>
                </c:pt>
                <c:pt idx="1653">
                  <c:v>6</c:v>
                </c:pt>
                <c:pt idx="1654">
                  <c:v>6</c:v>
                </c:pt>
                <c:pt idx="1655">
                  <c:v>6</c:v>
                </c:pt>
                <c:pt idx="1656">
                  <c:v>6</c:v>
                </c:pt>
                <c:pt idx="1657">
                  <c:v>6</c:v>
                </c:pt>
                <c:pt idx="1658">
                  <c:v>6</c:v>
                </c:pt>
                <c:pt idx="1659">
                  <c:v>6</c:v>
                </c:pt>
                <c:pt idx="1660">
                  <c:v>6</c:v>
                </c:pt>
                <c:pt idx="1661">
                  <c:v>6</c:v>
                </c:pt>
                <c:pt idx="1662">
                  <c:v>6</c:v>
                </c:pt>
                <c:pt idx="1663">
                  <c:v>6</c:v>
                </c:pt>
                <c:pt idx="1664">
                  <c:v>6</c:v>
                </c:pt>
                <c:pt idx="1665">
                  <c:v>6</c:v>
                </c:pt>
                <c:pt idx="1666">
                  <c:v>6</c:v>
                </c:pt>
                <c:pt idx="1667">
                  <c:v>6</c:v>
                </c:pt>
                <c:pt idx="1668">
                  <c:v>6</c:v>
                </c:pt>
                <c:pt idx="1669">
                  <c:v>6</c:v>
                </c:pt>
                <c:pt idx="1670">
                  <c:v>6</c:v>
                </c:pt>
                <c:pt idx="1671">
                  <c:v>6</c:v>
                </c:pt>
                <c:pt idx="1672">
                  <c:v>6</c:v>
                </c:pt>
                <c:pt idx="1673">
                  <c:v>6</c:v>
                </c:pt>
                <c:pt idx="1674">
                  <c:v>6</c:v>
                </c:pt>
                <c:pt idx="1675">
                  <c:v>6</c:v>
                </c:pt>
                <c:pt idx="1676">
                  <c:v>6</c:v>
                </c:pt>
                <c:pt idx="1677">
                  <c:v>6</c:v>
                </c:pt>
                <c:pt idx="1678">
                  <c:v>6</c:v>
                </c:pt>
                <c:pt idx="1679">
                  <c:v>6</c:v>
                </c:pt>
                <c:pt idx="1680">
                  <c:v>6</c:v>
                </c:pt>
                <c:pt idx="1681">
                  <c:v>6</c:v>
                </c:pt>
                <c:pt idx="1682">
                  <c:v>6</c:v>
                </c:pt>
                <c:pt idx="1683">
                  <c:v>6</c:v>
                </c:pt>
                <c:pt idx="1684">
                  <c:v>6</c:v>
                </c:pt>
                <c:pt idx="1685">
                  <c:v>6</c:v>
                </c:pt>
                <c:pt idx="1686">
                  <c:v>6</c:v>
                </c:pt>
                <c:pt idx="1687">
                  <c:v>6</c:v>
                </c:pt>
                <c:pt idx="1688">
                  <c:v>6</c:v>
                </c:pt>
                <c:pt idx="1689">
                  <c:v>6</c:v>
                </c:pt>
                <c:pt idx="1690">
                  <c:v>6</c:v>
                </c:pt>
                <c:pt idx="1691">
                  <c:v>6</c:v>
                </c:pt>
                <c:pt idx="1692">
                  <c:v>6</c:v>
                </c:pt>
                <c:pt idx="1693">
                  <c:v>6</c:v>
                </c:pt>
                <c:pt idx="1694">
                  <c:v>6</c:v>
                </c:pt>
                <c:pt idx="1695">
                  <c:v>6</c:v>
                </c:pt>
                <c:pt idx="1696">
                  <c:v>6</c:v>
                </c:pt>
                <c:pt idx="1697">
                  <c:v>6</c:v>
                </c:pt>
                <c:pt idx="1698">
                  <c:v>6</c:v>
                </c:pt>
                <c:pt idx="1699">
                  <c:v>6</c:v>
                </c:pt>
                <c:pt idx="1700">
                  <c:v>6</c:v>
                </c:pt>
                <c:pt idx="1701">
                  <c:v>6</c:v>
                </c:pt>
                <c:pt idx="1702">
                  <c:v>6</c:v>
                </c:pt>
                <c:pt idx="1703">
                  <c:v>6</c:v>
                </c:pt>
                <c:pt idx="1704">
                  <c:v>6</c:v>
                </c:pt>
                <c:pt idx="1705">
                  <c:v>6</c:v>
                </c:pt>
                <c:pt idx="1706">
                  <c:v>6</c:v>
                </c:pt>
                <c:pt idx="1707">
                  <c:v>6</c:v>
                </c:pt>
                <c:pt idx="1708">
                  <c:v>6</c:v>
                </c:pt>
                <c:pt idx="1709">
                  <c:v>6</c:v>
                </c:pt>
                <c:pt idx="1710">
                  <c:v>6</c:v>
                </c:pt>
                <c:pt idx="1711">
                  <c:v>6</c:v>
                </c:pt>
                <c:pt idx="1712">
                  <c:v>5.75</c:v>
                </c:pt>
                <c:pt idx="1713">
                  <c:v>5.75</c:v>
                </c:pt>
                <c:pt idx="1714">
                  <c:v>5.75</c:v>
                </c:pt>
                <c:pt idx="1715">
                  <c:v>5.75</c:v>
                </c:pt>
                <c:pt idx="1716">
                  <c:v>5.75</c:v>
                </c:pt>
                <c:pt idx="1717">
                  <c:v>5.75</c:v>
                </c:pt>
                <c:pt idx="1718">
                  <c:v>5.75</c:v>
                </c:pt>
                <c:pt idx="1719">
                  <c:v>5.75</c:v>
                </c:pt>
                <c:pt idx="1720">
                  <c:v>5.75</c:v>
                </c:pt>
                <c:pt idx="1721">
                  <c:v>5.75</c:v>
                </c:pt>
                <c:pt idx="1722">
                  <c:v>5.75</c:v>
                </c:pt>
                <c:pt idx="1723">
                  <c:v>5.75</c:v>
                </c:pt>
                <c:pt idx="1724">
                  <c:v>5.75</c:v>
                </c:pt>
                <c:pt idx="1725">
                  <c:v>5.75</c:v>
                </c:pt>
                <c:pt idx="1726">
                  <c:v>5.75</c:v>
                </c:pt>
                <c:pt idx="1727">
                  <c:v>5.75</c:v>
                </c:pt>
                <c:pt idx="1728">
                  <c:v>5.75</c:v>
                </c:pt>
                <c:pt idx="1729">
                  <c:v>5.75</c:v>
                </c:pt>
                <c:pt idx="1730">
                  <c:v>5.75</c:v>
                </c:pt>
                <c:pt idx="1731">
                  <c:v>5.75</c:v>
                </c:pt>
                <c:pt idx="1732">
                  <c:v>5.75</c:v>
                </c:pt>
                <c:pt idx="1733">
                  <c:v>5.75</c:v>
                </c:pt>
                <c:pt idx="1734">
                  <c:v>5.75</c:v>
                </c:pt>
                <c:pt idx="1735">
                  <c:v>5.75</c:v>
                </c:pt>
                <c:pt idx="1736">
                  <c:v>5.75</c:v>
                </c:pt>
                <c:pt idx="1737">
                  <c:v>5.75</c:v>
                </c:pt>
                <c:pt idx="1738">
                  <c:v>5.75</c:v>
                </c:pt>
                <c:pt idx="1739">
                  <c:v>5.75</c:v>
                </c:pt>
                <c:pt idx="1740">
                  <c:v>5.75</c:v>
                </c:pt>
                <c:pt idx="1741">
                  <c:v>5.75</c:v>
                </c:pt>
                <c:pt idx="1742">
                  <c:v>5.75</c:v>
                </c:pt>
                <c:pt idx="1743">
                  <c:v>5.75</c:v>
                </c:pt>
                <c:pt idx="1744">
                  <c:v>5.75</c:v>
                </c:pt>
                <c:pt idx="1745">
                  <c:v>5.75</c:v>
                </c:pt>
                <c:pt idx="1746">
                  <c:v>5.75</c:v>
                </c:pt>
                <c:pt idx="1747">
                  <c:v>5.75</c:v>
                </c:pt>
                <c:pt idx="1748">
                  <c:v>5.75</c:v>
                </c:pt>
                <c:pt idx="1749">
                  <c:v>5.75</c:v>
                </c:pt>
                <c:pt idx="1750">
                  <c:v>5.75</c:v>
                </c:pt>
                <c:pt idx="1751">
                  <c:v>5.75</c:v>
                </c:pt>
                <c:pt idx="1752">
                  <c:v>5.75</c:v>
                </c:pt>
                <c:pt idx="1753">
                  <c:v>5.75</c:v>
                </c:pt>
                <c:pt idx="1754">
                  <c:v>5.75</c:v>
                </c:pt>
                <c:pt idx="1755">
                  <c:v>5.75</c:v>
                </c:pt>
                <c:pt idx="1756">
                  <c:v>5.75</c:v>
                </c:pt>
                <c:pt idx="1757">
                  <c:v>5.75</c:v>
                </c:pt>
                <c:pt idx="1758">
                  <c:v>5.75</c:v>
                </c:pt>
                <c:pt idx="1759">
                  <c:v>5.75</c:v>
                </c:pt>
                <c:pt idx="1760">
                  <c:v>5.75</c:v>
                </c:pt>
                <c:pt idx="1761">
                  <c:v>5.75</c:v>
                </c:pt>
                <c:pt idx="1762">
                  <c:v>5.75</c:v>
                </c:pt>
                <c:pt idx="1763">
                  <c:v>5.75</c:v>
                </c:pt>
                <c:pt idx="1764">
                  <c:v>5.75</c:v>
                </c:pt>
                <c:pt idx="1765">
                  <c:v>5.75</c:v>
                </c:pt>
                <c:pt idx="1766">
                  <c:v>5.75</c:v>
                </c:pt>
                <c:pt idx="1767">
                  <c:v>5.75</c:v>
                </c:pt>
                <c:pt idx="1768">
                  <c:v>5.75</c:v>
                </c:pt>
                <c:pt idx="1769">
                  <c:v>5.75</c:v>
                </c:pt>
                <c:pt idx="1770">
                  <c:v>5.75</c:v>
                </c:pt>
                <c:pt idx="1771">
                  <c:v>5.75</c:v>
                </c:pt>
                <c:pt idx="1772">
                  <c:v>5.75</c:v>
                </c:pt>
                <c:pt idx="1773">
                  <c:v>5.75</c:v>
                </c:pt>
                <c:pt idx="1774">
                  <c:v>5.75</c:v>
                </c:pt>
                <c:pt idx="1775">
                  <c:v>5.75</c:v>
                </c:pt>
                <c:pt idx="1776">
                  <c:v>5.75</c:v>
                </c:pt>
                <c:pt idx="1777">
                  <c:v>5.75</c:v>
                </c:pt>
                <c:pt idx="1778">
                  <c:v>5.75</c:v>
                </c:pt>
                <c:pt idx="1779">
                  <c:v>5.75</c:v>
                </c:pt>
                <c:pt idx="1780">
                  <c:v>5.75</c:v>
                </c:pt>
                <c:pt idx="1781">
                  <c:v>5.75</c:v>
                </c:pt>
                <c:pt idx="1782">
                  <c:v>5.75</c:v>
                </c:pt>
                <c:pt idx="1783">
                  <c:v>5.75</c:v>
                </c:pt>
                <c:pt idx="1784">
                  <c:v>5.75</c:v>
                </c:pt>
                <c:pt idx="1785">
                  <c:v>5.75</c:v>
                </c:pt>
                <c:pt idx="1786">
                  <c:v>5.75</c:v>
                </c:pt>
                <c:pt idx="1787">
                  <c:v>5.75</c:v>
                </c:pt>
                <c:pt idx="1788">
                  <c:v>5.75</c:v>
                </c:pt>
                <c:pt idx="1789">
                  <c:v>5.75</c:v>
                </c:pt>
                <c:pt idx="1790">
                  <c:v>5.75</c:v>
                </c:pt>
                <c:pt idx="1791">
                  <c:v>5.75</c:v>
                </c:pt>
                <c:pt idx="1792">
                  <c:v>5.75</c:v>
                </c:pt>
                <c:pt idx="1793">
                  <c:v>5.75</c:v>
                </c:pt>
                <c:pt idx="1794">
                  <c:v>5.75</c:v>
                </c:pt>
                <c:pt idx="1795">
                  <c:v>5.5</c:v>
                </c:pt>
                <c:pt idx="1796">
                  <c:v>5.5</c:v>
                </c:pt>
                <c:pt idx="1797">
                  <c:v>5.5</c:v>
                </c:pt>
                <c:pt idx="1798">
                  <c:v>5.5</c:v>
                </c:pt>
                <c:pt idx="1799">
                  <c:v>5.5</c:v>
                </c:pt>
                <c:pt idx="1800">
                  <c:v>5.5</c:v>
                </c:pt>
                <c:pt idx="1801">
                  <c:v>5.5</c:v>
                </c:pt>
                <c:pt idx="1802">
                  <c:v>5.5</c:v>
                </c:pt>
                <c:pt idx="1803">
                  <c:v>5.5</c:v>
                </c:pt>
                <c:pt idx="1804">
                  <c:v>5.5</c:v>
                </c:pt>
                <c:pt idx="1805">
                  <c:v>5.5</c:v>
                </c:pt>
                <c:pt idx="1806">
                  <c:v>5.5</c:v>
                </c:pt>
                <c:pt idx="1807">
                  <c:v>5.5</c:v>
                </c:pt>
                <c:pt idx="1808">
                  <c:v>5.5</c:v>
                </c:pt>
                <c:pt idx="1809">
                  <c:v>5.5</c:v>
                </c:pt>
                <c:pt idx="1810">
                  <c:v>5.5</c:v>
                </c:pt>
                <c:pt idx="1811">
                  <c:v>5.5</c:v>
                </c:pt>
                <c:pt idx="1812">
                  <c:v>5.5</c:v>
                </c:pt>
                <c:pt idx="1813">
                  <c:v>5.5</c:v>
                </c:pt>
                <c:pt idx="1814">
                  <c:v>5.5</c:v>
                </c:pt>
                <c:pt idx="1815">
                  <c:v>5.5</c:v>
                </c:pt>
                <c:pt idx="1816">
                  <c:v>5.5</c:v>
                </c:pt>
                <c:pt idx="1817">
                  <c:v>5.5</c:v>
                </c:pt>
                <c:pt idx="1818">
                  <c:v>5.5</c:v>
                </c:pt>
                <c:pt idx="1819">
                  <c:v>5.5</c:v>
                </c:pt>
                <c:pt idx="1820">
                  <c:v>5.5</c:v>
                </c:pt>
                <c:pt idx="1821">
                  <c:v>5.5</c:v>
                </c:pt>
                <c:pt idx="1822">
                  <c:v>5.5</c:v>
                </c:pt>
                <c:pt idx="1823">
                  <c:v>5.5</c:v>
                </c:pt>
                <c:pt idx="1824">
                  <c:v>5.5</c:v>
                </c:pt>
                <c:pt idx="1825">
                  <c:v>5.5</c:v>
                </c:pt>
                <c:pt idx="1826">
                  <c:v>5.5</c:v>
                </c:pt>
                <c:pt idx="1827">
                  <c:v>5.5</c:v>
                </c:pt>
                <c:pt idx="1828">
                  <c:v>5.5</c:v>
                </c:pt>
                <c:pt idx="1829">
                  <c:v>5.5</c:v>
                </c:pt>
                <c:pt idx="1830">
                  <c:v>5.5</c:v>
                </c:pt>
                <c:pt idx="1831">
                  <c:v>5.5</c:v>
                </c:pt>
                <c:pt idx="1832">
                  <c:v>5.5</c:v>
                </c:pt>
                <c:pt idx="1833">
                  <c:v>5.5</c:v>
                </c:pt>
                <c:pt idx="1834">
                  <c:v>5.5</c:v>
                </c:pt>
                <c:pt idx="1835">
                  <c:v>5.25</c:v>
                </c:pt>
                <c:pt idx="1836">
                  <c:v>5.25</c:v>
                </c:pt>
                <c:pt idx="1837">
                  <c:v>5.25</c:v>
                </c:pt>
                <c:pt idx="1838">
                  <c:v>5.25</c:v>
                </c:pt>
                <c:pt idx="1839">
                  <c:v>5.25</c:v>
                </c:pt>
                <c:pt idx="1840">
                  <c:v>5.25</c:v>
                </c:pt>
                <c:pt idx="1841">
                  <c:v>5.25</c:v>
                </c:pt>
                <c:pt idx="1842">
                  <c:v>5.25</c:v>
                </c:pt>
                <c:pt idx="1843">
                  <c:v>5.25</c:v>
                </c:pt>
                <c:pt idx="1844">
                  <c:v>5.25</c:v>
                </c:pt>
                <c:pt idx="1845">
                  <c:v>5.25</c:v>
                </c:pt>
                <c:pt idx="1846">
                  <c:v>5.25</c:v>
                </c:pt>
                <c:pt idx="1847">
                  <c:v>5.25</c:v>
                </c:pt>
                <c:pt idx="1848">
                  <c:v>5.25</c:v>
                </c:pt>
                <c:pt idx="1849">
                  <c:v>5.25</c:v>
                </c:pt>
                <c:pt idx="1850">
                  <c:v>5.25</c:v>
                </c:pt>
                <c:pt idx="1851">
                  <c:v>5.25</c:v>
                </c:pt>
                <c:pt idx="1852">
                  <c:v>5.25</c:v>
                </c:pt>
                <c:pt idx="1853">
                  <c:v>5.25</c:v>
                </c:pt>
                <c:pt idx="1854">
                  <c:v>5.25</c:v>
                </c:pt>
                <c:pt idx="1855">
                  <c:v>5.25</c:v>
                </c:pt>
                <c:pt idx="1856">
                  <c:v>5.25</c:v>
                </c:pt>
                <c:pt idx="1857">
                  <c:v>5.25</c:v>
                </c:pt>
                <c:pt idx="1858">
                  <c:v>5.25</c:v>
                </c:pt>
                <c:pt idx="1859">
                  <c:v>5.25</c:v>
                </c:pt>
                <c:pt idx="1860">
                  <c:v>5</c:v>
                </c:pt>
                <c:pt idx="1861">
                  <c:v>5</c:v>
                </c:pt>
                <c:pt idx="1862">
                  <c:v>5</c:v>
                </c:pt>
                <c:pt idx="1863">
                  <c:v>5</c:v>
                </c:pt>
                <c:pt idx="1864">
                  <c:v>5</c:v>
                </c:pt>
                <c:pt idx="1865">
                  <c:v>5</c:v>
                </c:pt>
                <c:pt idx="1866">
                  <c:v>5</c:v>
                </c:pt>
                <c:pt idx="1867">
                  <c:v>5</c:v>
                </c:pt>
                <c:pt idx="1868">
                  <c:v>5</c:v>
                </c:pt>
                <c:pt idx="1869">
                  <c:v>5</c:v>
                </c:pt>
                <c:pt idx="1870">
                  <c:v>5</c:v>
                </c:pt>
                <c:pt idx="1871">
                  <c:v>5</c:v>
                </c:pt>
                <c:pt idx="1872">
                  <c:v>5</c:v>
                </c:pt>
                <c:pt idx="1873">
                  <c:v>5</c:v>
                </c:pt>
                <c:pt idx="1874">
                  <c:v>5</c:v>
                </c:pt>
                <c:pt idx="1875">
                  <c:v>5</c:v>
                </c:pt>
                <c:pt idx="1876">
                  <c:v>5</c:v>
                </c:pt>
                <c:pt idx="1877">
                  <c:v>5</c:v>
                </c:pt>
                <c:pt idx="1878">
                  <c:v>5</c:v>
                </c:pt>
                <c:pt idx="1879">
                  <c:v>5</c:v>
                </c:pt>
                <c:pt idx="1880">
                  <c:v>4.75</c:v>
                </c:pt>
                <c:pt idx="1881">
                  <c:v>4.75</c:v>
                </c:pt>
                <c:pt idx="1882">
                  <c:v>4.75</c:v>
                </c:pt>
                <c:pt idx="1883">
                  <c:v>4.75</c:v>
                </c:pt>
                <c:pt idx="1884">
                  <c:v>4.75</c:v>
                </c:pt>
                <c:pt idx="1885">
                  <c:v>4.75</c:v>
                </c:pt>
                <c:pt idx="1886">
                  <c:v>4.75</c:v>
                </c:pt>
                <c:pt idx="1887">
                  <c:v>4.75</c:v>
                </c:pt>
                <c:pt idx="1888">
                  <c:v>4.75</c:v>
                </c:pt>
                <c:pt idx="1889">
                  <c:v>4.75</c:v>
                </c:pt>
                <c:pt idx="1890">
                  <c:v>4.75</c:v>
                </c:pt>
                <c:pt idx="1891">
                  <c:v>4.75</c:v>
                </c:pt>
                <c:pt idx="1892">
                  <c:v>4.75</c:v>
                </c:pt>
                <c:pt idx="1893">
                  <c:v>4.75</c:v>
                </c:pt>
                <c:pt idx="1894">
                  <c:v>4.75</c:v>
                </c:pt>
                <c:pt idx="1895">
                  <c:v>4.75</c:v>
                </c:pt>
                <c:pt idx="1896">
                  <c:v>4.75</c:v>
                </c:pt>
                <c:pt idx="1897">
                  <c:v>4.75</c:v>
                </c:pt>
                <c:pt idx="1898">
                  <c:v>4.75</c:v>
                </c:pt>
                <c:pt idx="1899">
                  <c:v>4.75</c:v>
                </c:pt>
                <c:pt idx="1900">
                  <c:v>4.75</c:v>
                </c:pt>
                <c:pt idx="1901">
                  <c:v>4.75</c:v>
                </c:pt>
                <c:pt idx="1902">
                  <c:v>4.75</c:v>
                </c:pt>
                <c:pt idx="1903">
                  <c:v>4.75</c:v>
                </c:pt>
                <c:pt idx="1904">
                  <c:v>4.75</c:v>
                </c:pt>
                <c:pt idx="1905">
                  <c:v>4.75</c:v>
                </c:pt>
                <c:pt idx="1906">
                  <c:v>4.75</c:v>
                </c:pt>
                <c:pt idx="1907">
                  <c:v>4.75</c:v>
                </c:pt>
                <c:pt idx="1908">
                  <c:v>4.75</c:v>
                </c:pt>
                <c:pt idx="1909">
                  <c:v>4.75</c:v>
                </c:pt>
                <c:pt idx="1910">
                  <c:v>4.75</c:v>
                </c:pt>
                <c:pt idx="1911">
                  <c:v>4.75</c:v>
                </c:pt>
                <c:pt idx="1912">
                  <c:v>4.75</c:v>
                </c:pt>
                <c:pt idx="1913">
                  <c:v>4.75</c:v>
                </c:pt>
                <c:pt idx="1914">
                  <c:v>4.75</c:v>
                </c:pt>
                <c:pt idx="1915">
                  <c:v>4.75</c:v>
                </c:pt>
                <c:pt idx="1916">
                  <c:v>4.75</c:v>
                </c:pt>
                <c:pt idx="1917">
                  <c:v>4.75</c:v>
                </c:pt>
                <c:pt idx="1918">
                  <c:v>4.75</c:v>
                </c:pt>
                <c:pt idx="1919">
                  <c:v>4.75</c:v>
                </c:pt>
                <c:pt idx="1920">
                  <c:v>4.75</c:v>
                </c:pt>
                <c:pt idx="1921">
                  <c:v>4.75</c:v>
                </c:pt>
                <c:pt idx="1922">
                  <c:v>4.75</c:v>
                </c:pt>
                <c:pt idx="1923">
                  <c:v>4.75</c:v>
                </c:pt>
                <c:pt idx="1924">
                  <c:v>4.75</c:v>
                </c:pt>
                <c:pt idx="1925">
                  <c:v>4.75</c:v>
                </c:pt>
                <c:pt idx="1926">
                  <c:v>4.75</c:v>
                </c:pt>
                <c:pt idx="1927">
                  <c:v>4.75</c:v>
                </c:pt>
                <c:pt idx="1928">
                  <c:v>4.75</c:v>
                </c:pt>
                <c:pt idx="1929">
                  <c:v>4.75</c:v>
                </c:pt>
                <c:pt idx="1930">
                  <c:v>4.75</c:v>
                </c:pt>
                <c:pt idx="1931">
                  <c:v>4.75</c:v>
                </c:pt>
                <c:pt idx="1932">
                  <c:v>4.75</c:v>
                </c:pt>
                <c:pt idx="1933">
                  <c:v>4.75</c:v>
                </c:pt>
                <c:pt idx="1934">
                  <c:v>4.75</c:v>
                </c:pt>
                <c:pt idx="1935">
                  <c:v>4.75</c:v>
                </c:pt>
                <c:pt idx="1936">
                  <c:v>4.75</c:v>
                </c:pt>
                <c:pt idx="1937">
                  <c:v>4.75</c:v>
                </c:pt>
                <c:pt idx="1938">
                  <c:v>4.75</c:v>
                </c:pt>
                <c:pt idx="1939">
                  <c:v>4.75</c:v>
                </c:pt>
                <c:pt idx="1940">
                  <c:v>4.75</c:v>
                </c:pt>
                <c:pt idx="1941">
                  <c:v>4.75</c:v>
                </c:pt>
                <c:pt idx="1942">
                  <c:v>4.75</c:v>
                </c:pt>
                <c:pt idx="1943">
                  <c:v>4.75</c:v>
                </c:pt>
                <c:pt idx="1944">
                  <c:v>4.75</c:v>
                </c:pt>
                <c:pt idx="1945">
                  <c:v>4.75</c:v>
                </c:pt>
                <c:pt idx="1946">
                  <c:v>4.75</c:v>
                </c:pt>
                <c:pt idx="1947">
                  <c:v>4.75</c:v>
                </c:pt>
                <c:pt idx="1948">
                  <c:v>4.75</c:v>
                </c:pt>
                <c:pt idx="1949">
                  <c:v>4.75</c:v>
                </c:pt>
                <c:pt idx="1950">
                  <c:v>4.75</c:v>
                </c:pt>
                <c:pt idx="1951">
                  <c:v>4.75</c:v>
                </c:pt>
                <c:pt idx="1952">
                  <c:v>4.75</c:v>
                </c:pt>
                <c:pt idx="1953">
                  <c:v>4.75</c:v>
                </c:pt>
                <c:pt idx="1954">
                  <c:v>4.75</c:v>
                </c:pt>
                <c:pt idx="1955">
                  <c:v>4.75</c:v>
                </c:pt>
                <c:pt idx="1956">
                  <c:v>4.75</c:v>
                </c:pt>
                <c:pt idx="1957">
                  <c:v>4.75</c:v>
                </c:pt>
                <c:pt idx="1958">
                  <c:v>4.75</c:v>
                </c:pt>
                <c:pt idx="1959">
                  <c:v>4.75</c:v>
                </c:pt>
                <c:pt idx="1960">
                  <c:v>4.75</c:v>
                </c:pt>
                <c:pt idx="1961">
                  <c:v>4.75</c:v>
                </c:pt>
                <c:pt idx="1962">
                  <c:v>4.75</c:v>
                </c:pt>
                <c:pt idx="1963">
                  <c:v>4.75</c:v>
                </c:pt>
                <c:pt idx="1964">
                  <c:v>4.75</c:v>
                </c:pt>
                <c:pt idx="1965">
                  <c:v>4.75</c:v>
                </c:pt>
                <c:pt idx="1966">
                  <c:v>4.75</c:v>
                </c:pt>
                <c:pt idx="1967">
                  <c:v>4.75</c:v>
                </c:pt>
                <c:pt idx="1968">
                  <c:v>4.75</c:v>
                </c:pt>
                <c:pt idx="1969">
                  <c:v>4.75</c:v>
                </c:pt>
                <c:pt idx="1970">
                  <c:v>4.75</c:v>
                </c:pt>
                <c:pt idx="1971">
                  <c:v>4.75</c:v>
                </c:pt>
                <c:pt idx="1972">
                  <c:v>4.75</c:v>
                </c:pt>
                <c:pt idx="1973">
                  <c:v>4.75</c:v>
                </c:pt>
                <c:pt idx="1974">
                  <c:v>4.75</c:v>
                </c:pt>
                <c:pt idx="1975">
                  <c:v>4.75</c:v>
                </c:pt>
                <c:pt idx="1976">
                  <c:v>4.75</c:v>
                </c:pt>
                <c:pt idx="1977">
                  <c:v>4.75</c:v>
                </c:pt>
                <c:pt idx="1978">
                  <c:v>4.75</c:v>
                </c:pt>
                <c:pt idx="1979">
                  <c:v>4.75</c:v>
                </c:pt>
                <c:pt idx="1980">
                  <c:v>4.75</c:v>
                </c:pt>
                <c:pt idx="1981">
                  <c:v>4.75</c:v>
                </c:pt>
                <c:pt idx="1982">
                  <c:v>4.75</c:v>
                </c:pt>
                <c:pt idx="1983">
                  <c:v>4.75</c:v>
                </c:pt>
                <c:pt idx="1984">
                  <c:v>4.75</c:v>
                </c:pt>
                <c:pt idx="1985">
                  <c:v>4.75</c:v>
                </c:pt>
                <c:pt idx="1986">
                  <c:v>4.75</c:v>
                </c:pt>
                <c:pt idx="1987">
                  <c:v>4.75</c:v>
                </c:pt>
                <c:pt idx="1988">
                  <c:v>4.75</c:v>
                </c:pt>
                <c:pt idx="1989">
                  <c:v>4.75</c:v>
                </c:pt>
                <c:pt idx="1990">
                  <c:v>4.75</c:v>
                </c:pt>
                <c:pt idx="1991">
                  <c:v>4.75</c:v>
                </c:pt>
                <c:pt idx="1992">
                  <c:v>4.75</c:v>
                </c:pt>
                <c:pt idx="1993">
                  <c:v>4.75</c:v>
                </c:pt>
                <c:pt idx="1994">
                  <c:v>4.75</c:v>
                </c:pt>
                <c:pt idx="1995">
                  <c:v>4.75</c:v>
                </c:pt>
                <c:pt idx="1996">
                  <c:v>4.75</c:v>
                </c:pt>
                <c:pt idx="1997">
                  <c:v>4.75</c:v>
                </c:pt>
                <c:pt idx="1998">
                  <c:v>4.75</c:v>
                </c:pt>
                <c:pt idx="1999">
                  <c:v>4.75</c:v>
                </c:pt>
                <c:pt idx="2000">
                  <c:v>4.75</c:v>
                </c:pt>
                <c:pt idx="2001">
                  <c:v>4.75</c:v>
                </c:pt>
                <c:pt idx="2002">
                  <c:v>4.75</c:v>
                </c:pt>
                <c:pt idx="2003">
                  <c:v>4.75</c:v>
                </c:pt>
                <c:pt idx="2004">
                  <c:v>4.75</c:v>
                </c:pt>
                <c:pt idx="2005">
                  <c:v>4.75</c:v>
                </c:pt>
                <c:pt idx="2006">
                  <c:v>4.75</c:v>
                </c:pt>
                <c:pt idx="2007">
                  <c:v>4.75</c:v>
                </c:pt>
                <c:pt idx="2008">
                  <c:v>4.75</c:v>
                </c:pt>
                <c:pt idx="2009">
                  <c:v>4.75</c:v>
                </c:pt>
                <c:pt idx="2010">
                  <c:v>4.75</c:v>
                </c:pt>
                <c:pt idx="2011">
                  <c:v>4.75</c:v>
                </c:pt>
                <c:pt idx="2012">
                  <c:v>4.75</c:v>
                </c:pt>
                <c:pt idx="2013">
                  <c:v>4.75</c:v>
                </c:pt>
                <c:pt idx="2014">
                  <c:v>4.75</c:v>
                </c:pt>
                <c:pt idx="2015">
                  <c:v>4.75</c:v>
                </c:pt>
                <c:pt idx="2016">
                  <c:v>4.75</c:v>
                </c:pt>
                <c:pt idx="2017">
                  <c:v>4.75</c:v>
                </c:pt>
                <c:pt idx="2018">
                  <c:v>4.75</c:v>
                </c:pt>
                <c:pt idx="2019">
                  <c:v>4.75</c:v>
                </c:pt>
                <c:pt idx="2020">
                  <c:v>4.75</c:v>
                </c:pt>
                <c:pt idx="2021">
                  <c:v>4.75</c:v>
                </c:pt>
                <c:pt idx="2022">
                  <c:v>4.75</c:v>
                </c:pt>
                <c:pt idx="2023">
                  <c:v>4.75</c:v>
                </c:pt>
                <c:pt idx="2024">
                  <c:v>4.75</c:v>
                </c:pt>
                <c:pt idx="2025">
                  <c:v>4.75</c:v>
                </c:pt>
                <c:pt idx="2026">
                  <c:v>4.75</c:v>
                </c:pt>
                <c:pt idx="2027">
                  <c:v>4.75</c:v>
                </c:pt>
                <c:pt idx="2028">
                  <c:v>4.75</c:v>
                </c:pt>
                <c:pt idx="2029">
                  <c:v>4.75</c:v>
                </c:pt>
                <c:pt idx="2030">
                  <c:v>4.75</c:v>
                </c:pt>
                <c:pt idx="2031">
                  <c:v>4.75</c:v>
                </c:pt>
                <c:pt idx="2032">
                  <c:v>4.75</c:v>
                </c:pt>
                <c:pt idx="2033">
                  <c:v>4.75</c:v>
                </c:pt>
                <c:pt idx="2034">
                  <c:v>4.75</c:v>
                </c:pt>
                <c:pt idx="2035">
                  <c:v>4.75</c:v>
                </c:pt>
                <c:pt idx="2036">
                  <c:v>4.75</c:v>
                </c:pt>
                <c:pt idx="2037">
                  <c:v>4.75</c:v>
                </c:pt>
                <c:pt idx="2038">
                  <c:v>4.75</c:v>
                </c:pt>
                <c:pt idx="2039">
                  <c:v>4.75</c:v>
                </c:pt>
                <c:pt idx="2040">
                  <c:v>4.75</c:v>
                </c:pt>
                <c:pt idx="2041">
                  <c:v>4.75</c:v>
                </c:pt>
                <c:pt idx="2042">
                  <c:v>4.75</c:v>
                </c:pt>
                <c:pt idx="2043">
                  <c:v>4.75</c:v>
                </c:pt>
                <c:pt idx="2044">
                  <c:v>4.75</c:v>
                </c:pt>
                <c:pt idx="2045">
                  <c:v>4.75</c:v>
                </c:pt>
                <c:pt idx="2046">
                  <c:v>4.75</c:v>
                </c:pt>
                <c:pt idx="2047">
                  <c:v>4.75</c:v>
                </c:pt>
                <c:pt idx="2048">
                  <c:v>4.75</c:v>
                </c:pt>
                <c:pt idx="2049">
                  <c:v>4.75</c:v>
                </c:pt>
                <c:pt idx="2050">
                  <c:v>4.75</c:v>
                </c:pt>
                <c:pt idx="2051">
                  <c:v>4.75</c:v>
                </c:pt>
                <c:pt idx="2052">
                  <c:v>4.75</c:v>
                </c:pt>
                <c:pt idx="2053">
                  <c:v>4.75</c:v>
                </c:pt>
                <c:pt idx="2054">
                  <c:v>4.75</c:v>
                </c:pt>
                <c:pt idx="2055">
                  <c:v>5.25</c:v>
                </c:pt>
                <c:pt idx="2056">
                  <c:v>5.25</c:v>
                </c:pt>
                <c:pt idx="2057">
                  <c:v>5.25</c:v>
                </c:pt>
                <c:pt idx="2058">
                  <c:v>5.25</c:v>
                </c:pt>
                <c:pt idx="2059">
                  <c:v>5.25</c:v>
                </c:pt>
                <c:pt idx="2060">
                  <c:v>5.25</c:v>
                </c:pt>
                <c:pt idx="2061">
                  <c:v>5.25</c:v>
                </c:pt>
                <c:pt idx="2062">
                  <c:v>5.25</c:v>
                </c:pt>
                <c:pt idx="2063">
                  <c:v>5.25</c:v>
                </c:pt>
                <c:pt idx="2064">
                  <c:v>5.25</c:v>
                </c:pt>
                <c:pt idx="2065">
                  <c:v>5.25</c:v>
                </c:pt>
                <c:pt idx="2066">
                  <c:v>5.25</c:v>
                </c:pt>
                <c:pt idx="2067">
                  <c:v>5.25</c:v>
                </c:pt>
                <c:pt idx="2068">
                  <c:v>5.25</c:v>
                </c:pt>
                <c:pt idx="2069">
                  <c:v>5.5</c:v>
                </c:pt>
                <c:pt idx="2070">
                  <c:v>5.5</c:v>
                </c:pt>
                <c:pt idx="2071">
                  <c:v>5.5</c:v>
                </c:pt>
                <c:pt idx="2072">
                  <c:v>5.5</c:v>
                </c:pt>
                <c:pt idx="2073">
                  <c:v>5.5</c:v>
                </c:pt>
                <c:pt idx="2074">
                  <c:v>5.5</c:v>
                </c:pt>
                <c:pt idx="2075">
                  <c:v>5.5</c:v>
                </c:pt>
                <c:pt idx="2076">
                  <c:v>5.75</c:v>
                </c:pt>
                <c:pt idx="2077">
                  <c:v>5.75</c:v>
                </c:pt>
                <c:pt idx="2078">
                  <c:v>5.75</c:v>
                </c:pt>
                <c:pt idx="2079">
                  <c:v>5.75</c:v>
                </c:pt>
                <c:pt idx="2080">
                  <c:v>5.75</c:v>
                </c:pt>
                <c:pt idx="2081">
                  <c:v>5.75</c:v>
                </c:pt>
                <c:pt idx="2082">
                  <c:v>5.75</c:v>
                </c:pt>
                <c:pt idx="2083">
                  <c:v>5.75</c:v>
                </c:pt>
                <c:pt idx="2084">
                  <c:v>5.75</c:v>
                </c:pt>
                <c:pt idx="2085">
                  <c:v>5.75</c:v>
                </c:pt>
                <c:pt idx="2086">
                  <c:v>5.75</c:v>
                </c:pt>
                <c:pt idx="2087">
                  <c:v>5.75</c:v>
                </c:pt>
                <c:pt idx="2088">
                  <c:v>5.75</c:v>
                </c:pt>
                <c:pt idx="2089">
                  <c:v>5.75</c:v>
                </c:pt>
                <c:pt idx="2090">
                  <c:v>5.75</c:v>
                </c:pt>
                <c:pt idx="2091">
                  <c:v>5.75</c:v>
                </c:pt>
                <c:pt idx="2092">
                  <c:v>5.75</c:v>
                </c:pt>
                <c:pt idx="2093">
                  <c:v>5.75</c:v>
                </c:pt>
                <c:pt idx="2094">
                  <c:v>5.75</c:v>
                </c:pt>
                <c:pt idx="2095">
                  <c:v>5.75</c:v>
                </c:pt>
                <c:pt idx="2096">
                  <c:v>5.75</c:v>
                </c:pt>
                <c:pt idx="2097">
                  <c:v>5.75</c:v>
                </c:pt>
                <c:pt idx="2098">
                  <c:v>5.75</c:v>
                </c:pt>
                <c:pt idx="2099">
                  <c:v>5.75</c:v>
                </c:pt>
                <c:pt idx="2100">
                  <c:v>5.75</c:v>
                </c:pt>
                <c:pt idx="2101">
                  <c:v>5.75</c:v>
                </c:pt>
                <c:pt idx="2102">
                  <c:v>5.75</c:v>
                </c:pt>
                <c:pt idx="2103">
                  <c:v>5.75</c:v>
                </c:pt>
                <c:pt idx="2104">
                  <c:v>5.75</c:v>
                </c:pt>
                <c:pt idx="2105">
                  <c:v>5.75</c:v>
                </c:pt>
                <c:pt idx="2106">
                  <c:v>5.75</c:v>
                </c:pt>
                <c:pt idx="2107">
                  <c:v>5.75</c:v>
                </c:pt>
                <c:pt idx="2108">
                  <c:v>5.75</c:v>
                </c:pt>
                <c:pt idx="2109">
                  <c:v>5.75</c:v>
                </c:pt>
                <c:pt idx="2110">
                  <c:v>5.75</c:v>
                </c:pt>
                <c:pt idx="2111">
                  <c:v>5.75</c:v>
                </c:pt>
                <c:pt idx="2112">
                  <c:v>5.75</c:v>
                </c:pt>
                <c:pt idx="2113">
                  <c:v>5.75</c:v>
                </c:pt>
                <c:pt idx="2114">
                  <c:v>5.75</c:v>
                </c:pt>
                <c:pt idx="2115">
                  <c:v>5.75</c:v>
                </c:pt>
                <c:pt idx="2116">
                  <c:v>5.75</c:v>
                </c:pt>
                <c:pt idx="2117">
                  <c:v>5.75</c:v>
                </c:pt>
                <c:pt idx="2118">
                  <c:v>5.75</c:v>
                </c:pt>
                <c:pt idx="2119">
                  <c:v>5.75</c:v>
                </c:pt>
                <c:pt idx="2120">
                  <c:v>5.75</c:v>
                </c:pt>
                <c:pt idx="2121">
                  <c:v>5.75</c:v>
                </c:pt>
                <c:pt idx="2122">
                  <c:v>5.75</c:v>
                </c:pt>
                <c:pt idx="2123">
                  <c:v>5.75</c:v>
                </c:pt>
                <c:pt idx="2124">
                  <c:v>5.75</c:v>
                </c:pt>
                <c:pt idx="2125">
                  <c:v>5.75</c:v>
                </c:pt>
                <c:pt idx="2126">
                  <c:v>5.75</c:v>
                </c:pt>
                <c:pt idx="2127">
                  <c:v>5.75</c:v>
                </c:pt>
                <c:pt idx="2128">
                  <c:v>5.75</c:v>
                </c:pt>
                <c:pt idx="2129">
                  <c:v>5.75</c:v>
                </c:pt>
                <c:pt idx="2130">
                  <c:v>5.75</c:v>
                </c:pt>
                <c:pt idx="2131">
                  <c:v>5.75</c:v>
                </c:pt>
                <c:pt idx="2132">
                  <c:v>5.75</c:v>
                </c:pt>
                <c:pt idx="2133">
                  <c:v>5.75</c:v>
                </c:pt>
                <c:pt idx="2134">
                  <c:v>5.75</c:v>
                </c:pt>
                <c:pt idx="2135">
                  <c:v>5.75</c:v>
                </c:pt>
                <c:pt idx="2136">
                  <c:v>5.75</c:v>
                </c:pt>
                <c:pt idx="2137">
                  <c:v>5.75</c:v>
                </c:pt>
                <c:pt idx="2138">
                  <c:v>5.75</c:v>
                </c:pt>
                <c:pt idx="2139">
                  <c:v>5.75</c:v>
                </c:pt>
                <c:pt idx="2140">
                  <c:v>5.75</c:v>
                </c:pt>
                <c:pt idx="2141">
                  <c:v>5.75</c:v>
                </c:pt>
                <c:pt idx="2142">
                  <c:v>5.75</c:v>
                </c:pt>
                <c:pt idx="2143">
                  <c:v>5.75</c:v>
                </c:pt>
                <c:pt idx="2144">
                  <c:v>5.75</c:v>
                </c:pt>
                <c:pt idx="2145">
                  <c:v>5.75</c:v>
                </c:pt>
                <c:pt idx="2146">
                  <c:v>5.75</c:v>
                </c:pt>
                <c:pt idx="2147">
                  <c:v>5.75</c:v>
                </c:pt>
                <c:pt idx="2148">
                  <c:v>5.75</c:v>
                </c:pt>
                <c:pt idx="2149">
                  <c:v>5.75</c:v>
                </c:pt>
                <c:pt idx="2150">
                  <c:v>5.75</c:v>
                </c:pt>
                <c:pt idx="2151">
                  <c:v>5.75</c:v>
                </c:pt>
                <c:pt idx="2152">
                  <c:v>5.75</c:v>
                </c:pt>
                <c:pt idx="2153">
                  <c:v>5.75</c:v>
                </c:pt>
                <c:pt idx="2154">
                  <c:v>5.75</c:v>
                </c:pt>
                <c:pt idx="2155">
                  <c:v>5.75</c:v>
                </c:pt>
                <c:pt idx="2156">
                  <c:v>5.75</c:v>
                </c:pt>
                <c:pt idx="2157">
                  <c:v>5.75</c:v>
                </c:pt>
                <c:pt idx="2158">
                  <c:v>5.75</c:v>
                </c:pt>
                <c:pt idx="2159">
                  <c:v>5.75</c:v>
                </c:pt>
                <c:pt idx="2160">
                  <c:v>5.75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01-44F8-9B43-0940E65ED0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IndONIA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2076"/>
              <c:layout>
                <c:manualLayout>
                  <c:x val="-6.852118073324677E-3"/>
                  <c:y val="-7.4747785081872409E-2"/>
                </c:manualLayout>
              </c:layout>
              <c:tx>
                <c:rich>
                  <a:bodyPr/>
                  <a:lstStyle/>
                  <a:p>
                    <a:fld id="{160F7359-D64C-464C-AC00-C6D668C53BE9}" type="SERIESNAME">
                      <a:rPr lang="en-US" dirty="0"/>
                      <a:pPr/>
                      <a:t>[SERIES NAME]</a:t>
                    </a:fld>
                    <a:r>
                      <a:rPr lang="en-US" baseline="0"/>
                      <a:t>; 22-Sep-26; 5,90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0F01-44F8-9B43-0940E65ED090}"/>
                </c:ext>
              </c:extLst>
            </c:dLbl>
            <c:dLbl>
              <c:idx val="2084"/>
              <c:layout>
                <c:manualLayout>
                  <c:x val="2.7210372344275952E-2"/>
                  <c:y val="-1.2457964180312107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defRPr>
                    </a:pPr>
                    <a:r>
                      <a:rPr lang="en-US" b="1">
                        <a:solidFill>
                          <a:schemeClr val="bg1"/>
                        </a:solidFill>
                      </a:rPr>
                      <a:t>5,90</a:t>
                    </a:r>
                  </a:p>
                </c:rich>
              </c:tx>
              <c:spPr>
                <a:solidFill>
                  <a:srgbClr val="C0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F01-44F8-9B43-0940E65ED0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Sheet1!$A$2:$A$2162</c:f>
              <c:numCache>
                <c:formatCode>d\-mmm\-yy</c:formatCode>
                <c:ptCount val="2161"/>
                <c:pt idx="0">
                  <c:v>43102</c:v>
                </c:pt>
                <c:pt idx="1">
                  <c:v>43103</c:v>
                </c:pt>
                <c:pt idx="2">
                  <c:v>43104</c:v>
                </c:pt>
                <c:pt idx="3">
                  <c:v>43105</c:v>
                </c:pt>
                <c:pt idx="4">
                  <c:v>43108</c:v>
                </c:pt>
                <c:pt idx="5">
                  <c:v>43109</c:v>
                </c:pt>
                <c:pt idx="6">
                  <c:v>43110</c:v>
                </c:pt>
                <c:pt idx="7">
                  <c:v>43111</c:v>
                </c:pt>
                <c:pt idx="8">
                  <c:v>43112</c:v>
                </c:pt>
                <c:pt idx="9">
                  <c:v>43115</c:v>
                </c:pt>
                <c:pt idx="10">
                  <c:v>43116</c:v>
                </c:pt>
                <c:pt idx="11">
                  <c:v>43117</c:v>
                </c:pt>
                <c:pt idx="12">
                  <c:v>43118</c:v>
                </c:pt>
                <c:pt idx="13">
                  <c:v>43119</c:v>
                </c:pt>
                <c:pt idx="14">
                  <c:v>43122</c:v>
                </c:pt>
                <c:pt idx="15">
                  <c:v>43123</c:v>
                </c:pt>
                <c:pt idx="16">
                  <c:v>43124</c:v>
                </c:pt>
                <c:pt idx="17">
                  <c:v>43125</c:v>
                </c:pt>
                <c:pt idx="18">
                  <c:v>43126</c:v>
                </c:pt>
                <c:pt idx="19">
                  <c:v>43129</c:v>
                </c:pt>
                <c:pt idx="20">
                  <c:v>43130</c:v>
                </c:pt>
                <c:pt idx="21">
                  <c:v>43131</c:v>
                </c:pt>
                <c:pt idx="22">
                  <c:v>43132</c:v>
                </c:pt>
                <c:pt idx="23">
                  <c:v>43133</c:v>
                </c:pt>
                <c:pt idx="24">
                  <c:v>43136</c:v>
                </c:pt>
                <c:pt idx="25">
                  <c:v>43137</c:v>
                </c:pt>
                <c:pt idx="26">
                  <c:v>43138</c:v>
                </c:pt>
                <c:pt idx="27">
                  <c:v>43139</c:v>
                </c:pt>
                <c:pt idx="28">
                  <c:v>43140</c:v>
                </c:pt>
                <c:pt idx="29">
                  <c:v>43143</c:v>
                </c:pt>
                <c:pt idx="30">
                  <c:v>43144</c:v>
                </c:pt>
                <c:pt idx="31">
                  <c:v>43145</c:v>
                </c:pt>
                <c:pt idx="32">
                  <c:v>43146</c:v>
                </c:pt>
                <c:pt idx="33">
                  <c:v>43150</c:v>
                </c:pt>
                <c:pt idx="34">
                  <c:v>43151</c:v>
                </c:pt>
                <c:pt idx="35">
                  <c:v>43152</c:v>
                </c:pt>
                <c:pt idx="36">
                  <c:v>43153</c:v>
                </c:pt>
                <c:pt idx="37">
                  <c:v>43154</c:v>
                </c:pt>
                <c:pt idx="38">
                  <c:v>43157</c:v>
                </c:pt>
                <c:pt idx="39">
                  <c:v>43158</c:v>
                </c:pt>
                <c:pt idx="40">
                  <c:v>43159</c:v>
                </c:pt>
                <c:pt idx="41">
                  <c:v>43160</c:v>
                </c:pt>
                <c:pt idx="42">
                  <c:v>43161</c:v>
                </c:pt>
                <c:pt idx="43">
                  <c:v>43164</c:v>
                </c:pt>
                <c:pt idx="44">
                  <c:v>43165</c:v>
                </c:pt>
                <c:pt idx="45">
                  <c:v>43166</c:v>
                </c:pt>
                <c:pt idx="46">
                  <c:v>43167</c:v>
                </c:pt>
                <c:pt idx="47">
                  <c:v>43168</c:v>
                </c:pt>
                <c:pt idx="48">
                  <c:v>43171</c:v>
                </c:pt>
                <c:pt idx="49">
                  <c:v>43172</c:v>
                </c:pt>
                <c:pt idx="50">
                  <c:v>43173</c:v>
                </c:pt>
                <c:pt idx="51">
                  <c:v>43174</c:v>
                </c:pt>
                <c:pt idx="52">
                  <c:v>43175</c:v>
                </c:pt>
                <c:pt idx="53">
                  <c:v>43178</c:v>
                </c:pt>
                <c:pt idx="54">
                  <c:v>43179</c:v>
                </c:pt>
                <c:pt idx="55">
                  <c:v>43180</c:v>
                </c:pt>
                <c:pt idx="56">
                  <c:v>43181</c:v>
                </c:pt>
                <c:pt idx="57">
                  <c:v>43182</c:v>
                </c:pt>
                <c:pt idx="58">
                  <c:v>43185</c:v>
                </c:pt>
                <c:pt idx="59">
                  <c:v>43186</c:v>
                </c:pt>
                <c:pt idx="60">
                  <c:v>43187</c:v>
                </c:pt>
                <c:pt idx="61">
                  <c:v>43188</c:v>
                </c:pt>
                <c:pt idx="62">
                  <c:v>43192</c:v>
                </c:pt>
                <c:pt idx="63">
                  <c:v>43193</c:v>
                </c:pt>
                <c:pt idx="64">
                  <c:v>43194</c:v>
                </c:pt>
                <c:pt idx="65">
                  <c:v>43195</c:v>
                </c:pt>
                <c:pt idx="66">
                  <c:v>43196</c:v>
                </c:pt>
                <c:pt idx="67">
                  <c:v>43199</c:v>
                </c:pt>
                <c:pt idx="68">
                  <c:v>43200</c:v>
                </c:pt>
                <c:pt idx="69">
                  <c:v>43201</c:v>
                </c:pt>
                <c:pt idx="70">
                  <c:v>43202</c:v>
                </c:pt>
                <c:pt idx="71">
                  <c:v>43203</c:v>
                </c:pt>
                <c:pt idx="72">
                  <c:v>43206</c:v>
                </c:pt>
                <c:pt idx="73">
                  <c:v>43207</c:v>
                </c:pt>
                <c:pt idx="74">
                  <c:v>43208</c:v>
                </c:pt>
                <c:pt idx="75">
                  <c:v>43209</c:v>
                </c:pt>
                <c:pt idx="76">
                  <c:v>43210</c:v>
                </c:pt>
                <c:pt idx="77">
                  <c:v>43213</c:v>
                </c:pt>
                <c:pt idx="78">
                  <c:v>43214</c:v>
                </c:pt>
                <c:pt idx="79">
                  <c:v>43215</c:v>
                </c:pt>
                <c:pt idx="80">
                  <c:v>43216</c:v>
                </c:pt>
                <c:pt idx="81">
                  <c:v>43217</c:v>
                </c:pt>
                <c:pt idx="82">
                  <c:v>43220</c:v>
                </c:pt>
                <c:pt idx="83">
                  <c:v>43222</c:v>
                </c:pt>
                <c:pt idx="84">
                  <c:v>43223</c:v>
                </c:pt>
                <c:pt idx="85">
                  <c:v>43224</c:v>
                </c:pt>
                <c:pt idx="86">
                  <c:v>43227</c:v>
                </c:pt>
                <c:pt idx="87">
                  <c:v>43228</c:v>
                </c:pt>
                <c:pt idx="88">
                  <c:v>43229</c:v>
                </c:pt>
                <c:pt idx="89">
                  <c:v>43231</c:v>
                </c:pt>
                <c:pt idx="90">
                  <c:v>43234</c:v>
                </c:pt>
                <c:pt idx="91">
                  <c:v>43235</c:v>
                </c:pt>
                <c:pt idx="92">
                  <c:v>43236</c:v>
                </c:pt>
                <c:pt idx="93">
                  <c:v>43237</c:v>
                </c:pt>
                <c:pt idx="94">
                  <c:v>43238</c:v>
                </c:pt>
                <c:pt idx="95">
                  <c:v>43241</c:v>
                </c:pt>
                <c:pt idx="96">
                  <c:v>43242</c:v>
                </c:pt>
                <c:pt idx="97">
                  <c:v>43243</c:v>
                </c:pt>
                <c:pt idx="98">
                  <c:v>43244</c:v>
                </c:pt>
                <c:pt idx="99">
                  <c:v>43245</c:v>
                </c:pt>
                <c:pt idx="100">
                  <c:v>43248</c:v>
                </c:pt>
                <c:pt idx="101">
                  <c:v>43250</c:v>
                </c:pt>
                <c:pt idx="102">
                  <c:v>43251</c:v>
                </c:pt>
                <c:pt idx="103">
                  <c:v>43255</c:v>
                </c:pt>
                <c:pt idx="104">
                  <c:v>43256</c:v>
                </c:pt>
                <c:pt idx="105">
                  <c:v>43257</c:v>
                </c:pt>
                <c:pt idx="106">
                  <c:v>43258</c:v>
                </c:pt>
                <c:pt idx="107">
                  <c:v>43259</c:v>
                </c:pt>
                <c:pt idx="108">
                  <c:v>43272</c:v>
                </c:pt>
                <c:pt idx="109">
                  <c:v>43273</c:v>
                </c:pt>
                <c:pt idx="110">
                  <c:v>43276</c:v>
                </c:pt>
                <c:pt idx="111">
                  <c:v>43277</c:v>
                </c:pt>
                <c:pt idx="112">
                  <c:v>43279</c:v>
                </c:pt>
                <c:pt idx="113">
                  <c:v>43280</c:v>
                </c:pt>
                <c:pt idx="114">
                  <c:v>43283</c:v>
                </c:pt>
                <c:pt idx="115">
                  <c:v>43284</c:v>
                </c:pt>
                <c:pt idx="116">
                  <c:v>43285</c:v>
                </c:pt>
                <c:pt idx="117">
                  <c:v>43286</c:v>
                </c:pt>
                <c:pt idx="118">
                  <c:v>43287</c:v>
                </c:pt>
                <c:pt idx="119">
                  <c:v>43290</c:v>
                </c:pt>
                <c:pt idx="120">
                  <c:v>43291</c:v>
                </c:pt>
                <c:pt idx="121">
                  <c:v>43292</c:v>
                </c:pt>
                <c:pt idx="122">
                  <c:v>43293</c:v>
                </c:pt>
                <c:pt idx="123">
                  <c:v>43294</c:v>
                </c:pt>
                <c:pt idx="124">
                  <c:v>43297</c:v>
                </c:pt>
                <c:pt idx="125">
                  <c:v>43298</c:v>
                </c:pt>
                <c:pt idx="126">
                  <c:v>43299</c:v>
                </c:pt>
                <c:pt idx="127">
                  <c:v>43300</c:v>
                </c:pt>
                <c:pt idx="128">
                  <c:v>43301</c:v>
                </c:pt>
                <c:pt idx="129">
                  <c:v>43304</c:v>
                </c:pt>
                <c:pt idx="130">
                  <c:v>43305</c:v>
                </c:pt>
                <c:pt idx="131">
                  <c:v>43306</c:v>
                </c:pt>
                <c:pt idx="132">
                  <c:v>43307</c:v>
                </c:pt>
                <c:pt idx="133">
                  <c:v>43308</c:v>
                </c:pt>
                <c:pt idx="134">
                  <c:v>43311</c:v>
                </c:pt>
                <c:pt idx="135">
                  <c:v>43312</c:v>
                </c:pt>
                <c:pt idx="136">
                  <c:v>43313</c:v>
                </c:pt>
                <c:pt idx="137">
                  <c:v>43314</c:v>
                </c:pt>
                <c:pt idx="138">
                  <c:v>43315</c:v>
                </c:pt>
                <c:pt idx="139">
                  <c:v>43318</c:v>
                </c:pt>
                <c:pt idx="140">
                  <c:v>43319</c:v>
                </c:pt>
                <c:pt idx="141">
                  <c:v>43320</c:v>
                </c:pt>
                <c:pt idx="142">
                  <c:v>43321</c:v>
                </c:pt>
                <c:pt idx="143">
                  <c:v>43322</c:v>
                </c:pt>
                <c:pt idx="144">
                  <c:v>43325</c:v>
                </c:pt>
                <c:pt idx="145">
                  <c:v>43326</c:v>
                </c:pt>
                <c:pt idx="146">
                  <c:v>43327</c:v>
                </c:pt>
                <c:pt idx="147">
                  <c:v>43328</c:v>
                </c:pt>
                <c:pt idx="148">
                  <c:v>43332</c:v>
                </c:pt>
                <c:pt idx="149">
                  <c:v>43333</c:v>
                </c:pt>
                <c:pt idx="150">
                  <c:v>43335</c:v>
                </c:pt>
                <c:pt idx="151">
                  <c:v>43336</c:v>
                </c:pt>
                <c:pt idx="152">
                  <c:v>43339</c:v>
                </c:pt>
                <c:pt idx="153">
                  <c:v>43340</c:v>
                </c:pt>
                <c:pt idx="154">
                  <c:v>43341</c:v>
                </c:pt>
                <c:pt idx="155">
                  <c:v>43342</c:v>
                </c:pt>
                <c:pt idx="156">
                  <c:v>43343</c:v>
                </c:pt>
                <c:pt idx="157">
                  <c:v>43346</c:v>
                </c:pt>
                <c:pt idx="158">
                  <c:v>43347</c:v>
                </c:pt>
                <c:pt idx="159">
                  <c:v>43348</c:v>
                </c:pt>
                <c:pt idx="160">
                  <c:v>43349</c:v>
                </c:pt>
                <c:pt idx="161">
                  <c:v>43350</c:v>
                </c:pt>
                <c:pt idx="162">
                  <c:v>43353</c:v>
                </c:pt>
                <c:pt idx="163">
                  <c:v>43355</c:v>
                </c:pt>
                <c:pt idx="164">
                  <c:v>43356</c:v>
                </c:pt>
                <c:pt idx="165">
                  <c:v>43357</c:v>
                </c:pt>
                <c:pt idx="166">
                  <c:v>43360</c:v>
                </c:pt>
                <c:pt idx="167">
                  <c:v>43361</c:v>
                </c:pt>
                <c:pt idx="168">
                  <c:v>43362</c:v>
                </c:pt>
                <c:pt idx="169">
                  <c:v>43363</c:v>
                </c:pt>
                <c:pt idx="170">
                  <c:v>43364</c:v>
                </c:pt>
                <c:pt idx="171">
                  <c:v>43367</c:v>
                </c:pt>
                <c:pt idx="172">
                  <c:v>43368</c:v>
                </c:pt>
                <c:pt idx="173">
                  <c:v>43369</c:v>
                </c:pt>
                <c:pt idx="174">
                  <c:v>43370</c:v>
                </c:pt>
                <c:pt idx="175">
                  <c:v>43371</c:v>
                </c:pt>
                <c:pt idx="176">
                  <c:v>43374</c:v>
                </c:pt>
                <c:pt idx="177">
                  <c:v>43375</c:v>
                </c:pt>
                <c:pt idx="178">
                  <c:v>43376</c:v>
                </c:pt>
                <c:pt idx="179">
                  <c:v>43377</c:v>
                </c:pt>
                <c:pt idx="180">
                  <c:v>43378</c:v>
                </c:pt>
                <c:pt idx="181">
                  <c:v>43381</c:v>
                </c:pt>
                <c:pt idx="182">
                  <c:v>43382</c:v>
                </c:pt>
                <c:pt idx="183">
                  <c:v>43383</c:v>
                </c:pt>
                <c:pt idx="184">
                  <c:v>43384</c:v>
                </c:pt>
                <c:pt idx="185">
                  <c:v>43385</c:v>
                </c:pt>
                <c:pt idx="186">
                  <c:v>43388</c:v>
                </c:pt>
                <c:pt idx="187">
                  <c:v>43389</c:v>
                </c:pt>
                <c:pt idx="188">
                  <c:v>43390</c:v>
                </c:pt>
                <c:pt idx="189">
                  <c:v>43391</c:v>
                </c:pt>
                <c:pt idx="190">
                  <c:v>43392</c:v>
                </c:pt>
                <c:pt idx="191">
                  <c:v>43395</c:v>
                </c:pt>
                <c:pt idx="192">
                  <c:v>43396</c:v>
                </c:pt>
                <c:pt idx="193">
                  <c:v>43397</c:v>
                </c:pt>
                <c:pt idx="194">
                  <c:v>43398</c:v>
                </c:pt>
                <c:pt idx="195">
                  <c:v>43399</c:v>
                </c:pt>
                <c:pt idx="196">
                  <c:v>43402</c:v>
                </c:pt>
                <c:pt idx="197">
                  <c:v>43403</c:v>
                </c:pt>
                <c:pt idx="198">
                  <c:v>43404</c:v>
                </c:pt>
                <c:pt idx="199">
                  <c:v>43405</c:v>
                </c:pt>
                <c:pt idx="200">
                  <c:v>43406</c:v>
                </c:pt>
                <c:pt idx="201">
                  <c:v>43409</c:v>
                </c:pt>
                <c:pt idx="202">
                  <c:v>43410</c:v>
                </c:pt>
                <c:pt idx="203">
                  <c:v>43411</c:v>
                </c:pt>
                <c:pt idx="204">
                  <c:v>43412</c:v>
                </c:pt>
                <c:pt idx="205">
                  <c:v>43413</c:v>
                </c:pt>
                <c:pt idx="206">
                  <c:v>43416</c:v>
                </c:pt>
                <c:pt idx="207">
                  <c:v>43417</c:v>
                </c:pt>
                <c:pt idx="208">
                  <c:v>43418</c:v>
                </c:pt>
                <c:pt idx="209">
                  <c:v>43419</c:v>
                </c:pt>
                <c:pt idx="210">
                  <c:v>43420</c:v>
                </c:pt>
                <c:pt idx="211">
                  <c:v>43423</c:v>
                </c:pt>
                <c:pt idx="212">
                  <c:v>43425</c:v>
                </c:pt>
                <c:pt idx="213">
                  <c:v>43426</c:v>
                </c:pt>
                <c:pt idx="214">
                  <c:v>43427</c:v>
                </c:pt>
                <c:pt idx="215">
                  <c:v>43430</c:v>
                </c:pt>
                <c:pt idx="216">
                  <c:v>43431</c:v>
                </c:pt>
                <c:pt idx="217">
                  <c:v>43432</c:v>
                </c:pt>
                <c:pt idx="218">
                  <c:v>43433</c:v>
                </c:pt>
                <c:pt idx="219">
                  <c:v>43434</c:v>
                </c:pt>
                <c:pt idx="220">
                  <c:v>43437</c:v>
                </c:pt>
                <c:pt idx="221">
                  <c:v>43438</c:v>
                </c:pt>
                <c:pt idx="222">
                  <c:v>43439</c:v>
                </c:pt>
                <c:pt idx="223">
                  <c:v>43440</c:v>
                </c:pt>
                <c:pt idx="224">
                  <c:v>43441</c:v>
                </c:pt>
                <c:pt idx="225">
                  <c:v>43444</c:v>
                </c:pt>
                <c:pt idx="226">
                  <c:v>43445</c:v>
                </c:pt>
                <c:pt idx="227">
                  <c:v>43446</c:v>
                </c:pt>
                <c:pt idx="228">
                  <c:v>43447</c:v>
                </c:pt>
                <c:pt idx="229">
                  <c:v>43448</c:v>
                </c:pt>
                <c:pt idx="230">
                  <c:v>43451</c:v>
                </c:pt>
                <c:pt idx="231">
                  <c:v>43452</c:v>
                </c:pt>
                <c:pt idx="232">
                  <c:v>43453</c:v>
                </c:pt>
                <c:pt idx="233">
                  <c:v>43454</c:v>
                </c:pt>
                <c:pt idx="234">
                  <c:v>43455</c:v>
                </c:pt>
                <c:pt idx="235">
                  <c:v>43460</c:v>
                </c:pt>
                <c:pt idx="236">
                  <c:v>43461</c:v>
                </c:pt>
                <c:pt idx="237">
                  <c:v>43462</c:v>
                </c:pt>
                <c:pt idx="238">
                  <c:v>43465</c:v>
                </c:pt>
                <c:pt idx="239">
                  <c:v>43467</c:v>
                </c:pt>
                <c:pt idx="240">
                  <c:v>43468</c:v>
                </c:pt>
                <c:pt idx="241">
                  <c:v>43469</c:v>
                </c:pt>
                <c:pt idx="242">
                  <c:v>43472</c:v>
                </c:pt>
                <c:pt idx="243">
                  <c:v>43473</c:v>
                </c:pt>
                <c:pt idx="244">
                  <c:v>43474</c:v>
                </c:pt>
                <c:pt idx="245">
                  <c:v>43475</c:v>
                </c:pt>
                <c:pt idx="246">
                  <c:v>43476</c:v>
                </c:pt>
                <c:pt idx="247">
                  <c:v>43479</c:v>
                </c:pt>
                <c:pt idx="248">
                  <c:v>43480</c:v>
                </c:pt>
                <c:pt idx="249">
                  <c:v>43481</c:v>
                </c:pt>
                <c:pt idx="250">
                  <c:v>43482</c:v>
                </c:pt>
                <c:pt idx="251">
                  <c:v>43483</c:v>
                </c:pt>
                <c:pt idx="252">
                  <c:v>43486</c:v>
                </c:pt>
                <c:pt idx="253">
                  <c:v>43487</c:v>
                </c:pt>
                <c:pt idx="254">
                  <c:v>43488</c:v>
                </c:pt>
                <c:pt idx="255">
                  <c:v>43489</c:v>
                </c:pt>
                <c:pt idx="256">
                  <c:v>43490</c:v>
                </c:pt>
                <c:pt idx="257">
                  <c:v>43493</c:v>
                </c:pt>
                <c:pt idx="258">
                  <c:v>43494</c:v>
                </c:pt>
                <c:pt idx="259">
                  <c:v>43495</c:v>
                </c:pt>
                <c:pt idx="260">
                  <c:v>43496</c:v>
                </c:pt>
                <c:pt idx="261">
                  <c:v>43497</c:v>
                </c:pt>
                <c:pt idx="262">
                  <c:v>43500</c:v>
                </c:pt>
                <c:pt idx="263">
                  <c:v>43502</c:v>
                </c:pt>
                <c:pt idx="264">
                  <c:v>43503</c:v>
                </c:pt>
                <c:pt idx="265">
                  <c:v>43504</c:v>
                </c:pt>
                <c:pt idx="266">
                  <c:v>43507</c:v>
                </c:pt>
                <c:pt idx="267">
                  <c:v>43508</c:v>
                </c:pt>
                <c:pt idx="268">
                  <c:v>43509</c:v>
                </c:pt>
                <c:pt idx="269">
                  <c:v>43510</c:v>
                </c:pt>
                <c:pt idx="270">
                  <c:v>43511</c:v>
                </c:pt>
                <c:pt idx="271">
                  <c:v>43514</c:v>
                </c:pt>
                <c:pt idx="272">
                  <c:v>43515</c:v>
                </c:pt>
                <c:pt idx="273">
                  <c:v>43516</c:v>
                </c:pt>
                <c:pt idx="274">
                  <c:v>43517</c:v>
                </c:pt>
                <c:pt idx="275">
                  <c:v>43518</c:v>
                </c:pt>
                <c:pt idx="276">
                  <c:v>43521</c:v>
                </c:pt>
                <c:pt idx="277">
                  <c:v>43522</c:v>
                </c:pt>
                <c:pt idx="278">
                  <c:v>43523</c:v>
                </c:pt>
                <c:pt idx="279">
                  <c:v>43524</c:v>
                </c:pt>
                <c:pt idx="280">
                  <c:v>43525</c:v>
                </c:pt>
                <c:pt idx="281">
                  <c:v>43528</c:v>
                </c:pt>
                <c:pt idx="282">
                  <c:v>43529</c:v>
                </c:pt>
                <c:pt idx="283">
                  <c:v>43530</c:v>
                </c:pt>
                <c:pt idx="284">
                  <c:v>43532</c:v>
                </c:pt>
                <c:pt idx="285">
                  <c:v>43535</c:v>
                </c:pt>
                <c:pt idx="286">
                  <c:v>43536</c:v>
                </c:pt>
                <c:pt idx="287">
                  <c:v>43537</c:v>
                </c:pt>
                <c:pt idx="288">
                  <c:v>43538</c:v>
                </c:pt>
                <c:pt idx="289">
                  <c:v>43539</c:v>
                </c:pt>
                <c:pt idx="290">
                  <c:v>43542</c:v>
                </c:pt>
                <c:pt idx="291">
                  <c:v>43543</c:v>
                </c:pt>
                <c:pt idx="292">
                  <c:v>43544</c:v>
                </c:pt>
                <c:pt idx="293">
                  <c:v>43545</c:v>
                </c:pt>
                <c:pt idx="294">
                  <c:v>43546</c:v>
                </c:pt>
                <c:pt idx="295">
                  <c:v>43549</c:v>
                </c:pt>
                <c:pt idx="296">
                  <c:v>43550</c:v>
                </c:pt>
                <c:pt idx="297">
                  <c:v>43551</c:v>
                </c:pt>
                <c:pt idx="298">
                  <c:v>43552</c:v>
                </c:pt>
                <c:pt idx="299">
                  <c:v>43553</c:v>
                </c:pt>
                <c:pt idx="300">
                  <c:v>43556</c:v>
                </c:pt>
                <c:pt idx="301">
                  <c:v>43557</c:v>
                </c:pt>
                <c:pt idx="302">
                  <c:v>43559</c:v>
                </c:pt>
                <c:pt idx="303">
                  <c:v>43560</c:v>
                </c:pt>
                <c:pt idx="304">
                  <c:v>43563</c:v>
                </c:pt>
                <c:pt idx="305">
                  <c:v>43564</c:v>
                </c:pt>
                <c:pt idx="306">
                  <c:v>43565</c:v>
                </c:pt>
                <c:pt idx="307">
                  <c:v>43566</c:v>
                </c:pt>
                <c:pt idx="308">
                  <c:v>43567</c:v>
                </c:pt>
                <c:pt idx="309">
                  <c:v>43570</c:v>
                </c:pt>
                <c:pt idx="310">
                  <c:v>43571</c:v>
                </c:pt>
                <c:pt idx="311">
                  <c:v>43573</c:v>
                </c:pt>
                <c:pt idx="312">
                  <c:v>43577</c:v>
                </c:pt>
                <c:pt idx="313">
                  <c:v>43578</c:v>
                </c:pt>
                <c:pt idx="314">
                  <c:v>43579</c:v>
                </c:pt>
                <c:pt idx="315">
                  <c:v>43580</c:v>
                </c:pt>
                <c:pt idx="316">
                  <c:v>43581</c:v>
                </c:pt>
                <c:pt idx="317">
                  <c:v>43584</c:v>
                </c:pt>
                <c:pt idx="318">
                  <c:v>43585</c:v>
                </c:pt>
                <c:pt idx="319">
                  <c:v>43587</c:v>
                </c:pt>
                <c:pt idx="320">
                  <c:v>43588</c:v>
                </c:pt>
                <c:pt idx="321">
                  <c:v>43591</c:v>
                </c:pt>
                <c:pt idx="322">
                  <c:v>43592</c:v>
                </c:pt>
                <c:pt idx="323">
                  <c:v>43593</c:v>
                </c:pt>
                <c:pt idx="324">
                  <c:v>43594</c:v>
                </c:pt>
                <c:pt idx="325">
                  <c:v>43595</c:v>
                </c:pt>
                <c:pt idx="326">
                  <c:v>43598</c:v>
                </c:pt>
                <c:pt idx="327">
                  <c:v>43599</c:v>
                </c:pt>
                <c:pt idx="328">
                  <c:v>43600</c:v>
                </c:pt>
                <c:pt idx="329">
                  <c:v>43601</c:v>
                </c:pt>
                <c:pt idx="330">
                  <c:v>43602</c:v>
                </c:pt>
                <c:pt idx="331">
                  <c:v>43605</c:v>
                </c:pt>
                <c:pt idx="332">
                  <c:v>43606</c:v>
                </c:pt>
                <c:pt idx="333">
                  <c:v>43607</c:v>
                </c:pt>
                <c:pt idx="334">
                  <c:v>43608</c:v>
                </c:pt>
                <c:pt idx="335">
                  <c:v>43609</c:v>
                </c:pt>
                <c:pt idx="336">
                  <c:v>43612</c:v>
                </c:pt>
                <c:pt idx="337">
                  <c:v>43613</c:v>
                </c:pt>
                <c:pt idx="338">
                  <c:v>43614</c:v>
                </c:pt>
                <c:pt idx="339">
                  <c:v>43616</c:v>
                </c:pt>
                <c:pt idx="340">
                  <c:v>43626</c:v>
                </c:pt>
                <c:pt idx="341">
                  <c:v>43627</c:v>
                </c:pt>
                <c:pt idx="342">
                  <c:v>43628</c:v>
                </c:pt>
                <c:pt idx="343">
                  <c:v>43629</c:v>
                </c:pt>
                <c:pt idx="344">
                  <c:v>43630</c:v>
                </c:pt>
                <c:pt idx="345">
                  <c:v>43633</c:v>
                </c:pt>
                <c:pt idx="346">
                  <c:v>43634</c:v>
                </c:pt>
                <c:pt idx="347">
                  <c:v>43635</c:v>
                </c:pt>
                <c:pt idx="348">
                  <c:v>43636</c:v>
                </c:pt>
                <c:pt idx="349">
                  <c:v>43637</c:v>
                </c:pt>
                <c:pt idx="350">
                  <c:v>43640</c:v>
                </c:pt>
                <c:pt idx="351">
                  <c:v>43641</c:v>
                </c:pt>
                <c:pt idx="352">
                  <c:v>43642</c:v>
                </c:pt>
                <c:pt idx="353">
                  <c:v>43643</c:v>
                </c:pt>
                <c:pt idx="354">
                  <c:v>43644</c:v>
                </c:pt>
                <c:pt idx="355">
                  <c:v>43647</c:v>
                </c:pt>
                <c:pt idx="356">
                  <c:v>43648</c:v>
                </c:pt>
                <c:pt idx="357">
                  <c:v>43649</c:v>
                </c:pt>
                <c:pt idx="358">
                  <c:v>43650</c:v>
                </c:pt>
                <c:pt idx="359">
                  <c:v>43651</c:v>
                </c:pt>
                <c:pt idx="360">
                  <c:v>43654</c:v>
                </c:pt>
                <c:pt idx="361">
                  <c:v>43655</c:v>
                </c:pt>
                <c:pt idx="362">
                  <c:v>43656</c:v>
                </c:pt>
                <c:pt idx="363">
                  <c:v>43657</c:v>
                </c:pt>
                <c:pt idx="364">
                  <c:v>43658</c:v>
                </c:pt>
                <c:pt idx="365">
                  <c:v>43661</c:v>
                </c:pt>
                <c:pt idx="366">
                  <c:v>43662</c:v>
                </c:pt>
                <c:pt idx="367">
                  <c:v>43663</c:v>
                </c:pt>
                <c:pt idx="368">
                  <c:v>43664</c:v>
                </c:pt>
                <c:pt idx="369">
                  <c:v>43665</c:v>
                </c:pt>
                <c:pt idx="370">
                  <c:v>43668</c:v>
                </c:pt>
                <c:pt idx="371">
                  <c:v>43669</c:v>
                </c:pt>
                <c:pt idx="372">
                  <c:v>43670</c:v>
                </c:pt>
                <c:pt idx="373">
                  <c:v>43671</c:v>
                </c:pt>
                <c:pt idx="374">
                  <c:v>43672</c:v>
                </c:pt>
                <c:pt idx="375">
                  <c:v>43675</c:v>
                </c:pt>
                <c:pt idx="376">
                  <c:v>43676</c:v>
                </c:pt>
                <c:pt idx="377">
                  <c:v>43677</c:v>
                </c:pt>
                <c:pt idx="378">
                  <c:v>43678</c:v>
                </c:pt>
                <c:pt idx="379">
                  <c:v>43679</c:v>
                </c:pt>
                <c:pt idx="380">
                  <c:v>43682</c:v>
                </c:pt>
                <c:pt idx="381">
                  <c:v>43683</c:v>
                </c:pt>
                <c:pt idx="382">
                  <c:v>43684</c:v>
                </c:pt>
                <c:pt idx="383">
                  <c:v>43685</c:v>
                </c:pt>
                <c:pt idx="384">
                  <c:v>43686</c:v>
                </c:pt>
                <c:pt idx="385">
                  <c:v>43689</c:v>
                </c:pt>
                <c:pt idx="386">
                  <c:v>43690</c:v>
                </c:pt>
                <c:pt idx="387">
                  <c:v>43691</c:v>
                </c:pt>
                <c:pt idx="388">
                  <c:v>43692</c:v>
                </c:pt>
                <c:pt idx="389">
                  <c:v>43693</c:v>
                </c:pt>
                <c:pt idx="390">
                  <c:v>43696</c:v>
                </c:pt>
                <c:pt idx="391">
                  <c:v>43697</c:v>
                </c:pt>
                <c:pt idx="392">
                  <c:v>43698</c:v>
                </c:pt>
                <c:pt idx="393">
                  <c:v>43699</c:v>
                </c:pt>
                <c:pt idx="394">
                  <c:v>43700</c:v>
                </c:pt>
                <c:pt idx="395">
                  <c:v>43703</c:v>
                </c:pt>
                <c:pt idx="396">
                  <c:v>43704</c:v>
                </c:pt>
                <c:pt idx="397">
                  <c:v>43705</c:v>
                </c:pt>
                <c:pt idx="398">
                  <c:v>43706</c:v>
                </c:pt>
                <c:pt idx="399">
                  <c:v>43707</c:v>
                </c:pt>
                <c:pt idx="400">
                  <c:v>43710</c:v>
                </c:pt>
                <c:pt idx="401">
                  <c:v>43711</c:v>
                </c:pt>
                <c:pt idx="402">
                  <c:v>43712</c:v>
                </c:pt>
                <c:pt idx="403">
                  <c:v>43713</c:v>
                </c:pt>
                <c:pt idx="404">
                  <c:v>43714</c:v>
                </c:pt>
                <c:pt idx="405">
                  <c:v>43717</c:v>
                </c:pt>
                <c:pt idx="406">
                  <c:v>43718</c:v>
                </c:pt>
                <c:pt idx="407">
                  <c:v>43719</c:v>
                </c:pt>
                <c:pt idx="408">
                  <c:v>43720</c:v>
                </c:pt>
                <c:pt idx="409">
                  <c:v>43721</c:v>
                </c:pt>
                <c:pt idx="410">
                  <c:v>43724</c:v>
                </c:pt>
                <c:pt idx="411">
                  <c:v>43725</c:v>
                </c:pt>
                <c:pt idx="412">
                  <c:v>43726</c:v>
                </c:pt>
                <c:pt idx="413">
                  <c:v>43727</c:v>
                </c:pt>
                <c:pt idx="414">
                  <c:v>43728</c:v>
                </c:pt>
                <c:pt idx="415">
                  <c:v>43731</c:v>
                </c:pt>
                <c:pt idx="416">
                  <c:v>43732</c:v>
                </c:pt>
                <c:pt idx="417">
                  <c:v>43733</c:v>
                </c:pt>
                <c:pt idx="418">
                  <c:v>43734</c:v>
                </c:pt>
                <c:pt idx="419">
                  <c:v>43735</c:v>
                </c:pt>
                <c:pt idx="420">
                  <c:v>43738</c:v>
                </c:pt>
                <c:pt idx="421">
                  <c:v>43739</c:v>
                </c:pt>
                <c:pt idx="422">
                  <c:v>43740</c:v>
                </c:pt>
                <c:pt idx="423">
                  <c:v>43741</c:v>
                </c:pt>
                <c:pt idx="424">
                  <c:v>43742</c:v>
                </c:pt>
                <c:pt idx="425">
                  <c:v>43745</c:v>
                </c:pt>
                <c:pt idx="426">
                  <c:v>43746</c:v>
                </c:pt>
                <c:pt idx="427">
                  <c:v>43747</c:v>
                </c:pt>
                <c:pt idx="428">
                  <c:v>43748</c:v>
                </c:pt>
                <c:pt idx="429">
                  <c:v>43749</c:v>
                </c:pt>
                <c:pt idx="430">
                  <c:v>43752</c:v>
                </c:pt>
                <c:pt idx="431">
                  <c:v>43753</c:v>
                </c:pt>
                <c:pt idx="432">
                  <c:v>43754</c:v>
                </c:pt>
                <c:pt idx="433">
                  <c:v>43755</c:v>
                </c:pt>
                <c:pt idx="434">
                  <c:v>43756</c:v>
                </c:pt>
                <c:pt idx="435">
                  <c:v>43759</c:v>
                </c:pt>
                <c:pt idx="436">
                  <c:v>43760</c:v>
                </c:pt>
                <c:pt idx="437">
                  <c:v>43761</c:v>
                </c:pt>
                <c:pt idx="438">
                  <c:v>43762</c:v>
                </c:pt>
                <c:pt idx="439">
                  <c:v>43763</c:v>
                </c:pt>
                <c:pt idx="440">
                  <c:v>43766</c:v>
                </c:pt>
                <c:pt idx="441">
                  <c:v>43767</c:v>
                </c:pt>
                <c:pt idx="442">
                  <c:v>43768</c:v>
                </c:pt>
                <c:pt idx="443">
                  <c:v>43769</c:v>
                </c:pt>
                <c:pt idx="444">
                  <c:v>43770</c:v>
                </c:pt>
                <c:pt idx="445">
                  <c:v>43773</c:v>
                </c:pt>
                <c:pt idx="446">
                  <c:v>43774</c:v>
                </c:pt>
                <c:pt idx="447">
                  <c:v>43775</c:v>
                </c:pt>
                <c:pt idx="448">
                  <c:v>43776</c:v>
                </c:pt>
                <c:pt idx="449">
                  <c:v>43777</c:v>
                </c:pt>
                <c:pt idx="450">
                  <c:v>43780</c:v>
                </c:pt>
                <c:pt idx="451">
                  <c:v>43781</c:v>
                </c:pt>
                <c:pt idx="452">
                  <c:v>43782</c:v>
                </c:pt>
                <c:pt idx="453">
                  <c:v>43783</c:v>
                </c:pt>
                <c:pt idx="454">
                  <c:v>43784</c:v>
                </c:pt>
                <c:pt idx="455">
                  <c:v>43787</c:v>
                </c:pt>
                <c:pt idx="456">
                  <c:v>43788</c:v>
                </c:pt>
                <c:pt idx="457">
                  <c:v>43789</c:v>
                </c:pt>
                <c:pt idx="458">
                  <c:v>43790</c:v>
                </c:pt>
                <c:pt idx="459">
                  <c:v>43791</c:v>
                </c:pt>
                <c:pt idx="460">
                  <c:v>43794</c:v>
                </c:pt>
                <c:pt idx="461">
                  <c:v>43795</c:v>
                </c:pt>
                <c:pt idx="462">
                  <c:v>43796</c:v>
                </c:pt>
                <c:pt idx="463">
                  <c:v>43797</c:v>
                </c:pt>
                <c:pt idx="464">
                  <c:v>43798</c:v>
                </c:pt>
                <c:pt idx="465">
                  <c:v>43801</c:v>
                </c:pt>
                <c:pt idx="466">
                  <c:v>43802</c:v>
                </c:pt>
                <c:pt idx="467">
                  <c:v>43803</c:v>
                </c:pt>
                <c:pt idx="468">
                  <c:v>43804</c:v>
                </c:pt>
                <c:pt idx="469">
                  <c:v>43805</c:v>
                </c:pt>
                <c:pt idx="470">
                  <c:v>43808</c:v>
                </c:pt>
                <c:pt idx="471">
                  <c:v>43809</c:v>
                </c:pt>
                <c:pt idx="472">
                  <c:v>43810</c:v>
                </c:pt>
                <c:pt idx="473">
                  <c:v>43811</c:v>
                </c:pt>
                <c:pt idx="474">
                  <c:v>43812</c:v>
                </c:pt>
                <c:pt idx="475">
                  <c:v>43815</c:v>
                </c:pt>
                <c:pt idx="476">
                  <c:v>43816</c:v>
                </c:pt>
                <c:pt idx="477">
                  <c:v>43817</c:v>
                </c:pt>
                <c:pt idx="478">
                  <c:v>43818</c:v>
                </c:pt>
                <c:pt idx="479">
                  <c:v>43819</c:v>
                </c:pt>
                <c:pt idx="480">
                  <c:v>43822</c:v>
                </c:pt>
                <c:pt idx="481">
                  <c:v>43825</c:v>
                </c:pt>
                <c:pt idx="482">
                  <c:v>43826</c:v>
                </c:pt>
                <c:pt idx="483">
                  <c:v>43829</c:v>
                </c:pt>
                <c:pt idx="484">
                  <c:v>43830</c:v>
                </c:pt>
                <c:pt idx="485">
                  <c:v>43832</c:v>
                </c:pt>
                <c:pt idx="486">
                  <c:v>43833</c:v>
                </c:pt>
                <c:pt idx="487">
                  <c:v>43836</c:v>
                </c:pt>
                <c:pt idx="488">
                  <c:v>43837</c:v>
                </c:pt>
                <c:pt idx="489">
                  <c:v>43838</c:v>
                </c:pt>
                <c:pt idx="490">
                  <c:v>43839</c:v>
                </c:pt>
                <c:pt idx="491">
                  <c:v>43840</c:v>
                </c:pt>
                <c:pt idx="492">
                  <c:v>43843</c:v>
                </c:pt>
                <c:pt idx="493">
                  <c:v>43844</c:v>
                </c:pt>
                <c:pt idx="494">
                  <c:v>43845</c:v>
                </c:pt>
                <c:pt idx="495">
                  <c:v>43846</c:v>
                </c:pt>
                <c:pt idx="496">
                  <c:v>43847</c:v>
                </c:pt>
                <c:pt idx="497">
                  <c:v>43850</c:v>
                </c:pt>
                <c:pt idx="498">
                  <c:v>43851</c:v>
                </c:pt>
                <c:pt idx="499">
                  <c:v>43852</c:v>
                </c:pt>
                <c:pt idx="500">
                  <c:v>43853</c:v>
                </c:pt>
                <c:pt idx="501">
                  <c:v>43854</c:v>
                </c:pt>
                <c:pt idx="502">
                  <c:v>43857</c:v>
                </c:pt>
                <c:pt idx="503">
                  <c:v>43858</c:v>
                </c:pt>
                <c:pt idx="504">
                  <c:v>43859</c:v>
                </c:pt>
                <c:pt idx="505">
                  <c:v>43860</c:v>
                </c:pt>
                <c:pt idx="506">
                  <c:v>43861</c:v>
                </c:pt>
                <c:pt idx="507">
                  <c:v>43864</c:v>
                </c:pt>
                <c:pt idx="508">
                  <c:v>43865</c:v>
                </c:pt>
                <c:pt idx="509">
                  <c:v>43866</c:v>
                </c:pt>
                <c:pt idx="510">
                  <c:v>43867</c:v>
                </c:pt>
                <c:pt idx="511">
                  <c:v>43868</c:v>
                </c:pt>
                <c:pt idx="512">
                  <c:v>43871</c:v>
                </c:pt>
                <c:pt idx="513">
                  <c:v>43872</c:v>
                </c:pt>
                <c:pt idx="514">
                  <c:v>43873</c:v>
                </c:pt>
                <c:pt idx="515">
                  <c:v>43874</c:v>
                </c:pt>
                <c:pt idx="516">
                  <c:v>43875</c:v>
                </c:pt>
                <c:pt idx="517">
                  <c:v>43878</c:v>
                </c:pt>
                <c:pt idx="518">
                  <c:v>43879</c:v>
                </c:pt>
                <c:pt idx="519">
                  <c:v>43880</c:v>
                </c:pt>
                <c:pt idx="520">
                  <c:v>43881</c:v>
                </c:pt>
                <c:pt idx="521">
                  <c:v>43882</c:v>
                </c:pt>
                <c:pt idx="522">
                  <c:v>43885</c:v>
                </c:pt>
                <c:pt idx="523">
                  <c:v>43886</c:v>
                </c:pt>
                <c:pt idx="524">
                  <c:v>43887</c:v>
                </c:pt>
                <c:pt idx="525">
                  <c:v>43888</c:v>
                </c:pt>
                <c:pt idx="526">
                  <c:v>43889</c:v>
                </c:pt>
                <c:pt idx="527">
                  <c:v>43892</c:v>
                </c:pt>
                <c:pt idx="528">
                  <c:v>43893</c:v>
                </c:pt>
                <c:pt idx="529">
                  <c:v>43894</c:v>
                </c:pt>
                <c:pt idx="530">
                  <c:v>43895</c:v>
                </c:pt>
                <c:pt idx="531">
                  <c:v>43896</c:v>
                </c:pt>
                <c:pt idx="532">
                  <c:v>43899</c:v>
                </c:pt>
                <c:pt idx="533">
                  <c:v>43900</c:v>
                </c:pt>
                <c:pt idx="534">
                  <c:v>43901</c:v>
                </c:pt>
                <c:pt idx="535">
                  <c:v>43902</c:v>
                </c:pt>
                <c:pt idx="536">
                  <c:v>43903</c:v>
                </c:pt>
                <c:pt idx="537">
                  <c:v>43906</c:v>
                </c:pt>
                <c:pt idx="538">
                  <c:v>43907</c:v>
                </c:pt>
                <c:pt idx="539">
                  <c:v>43908</c:v>
                </c:pt>
                <c:pt idx="540">
                  <c:v>43909</c:v>
                </c:pt>
                <c:pt idx="541">
                  <c:v>43910</c:v>
                </c:pt>
                <c:pt idx="542">
                  <c:v>43913</c:v>
                </c:pt>
                <c:pt idx="543">
                  <c:v>43914</c:v>
                </c:pt>
                <c:pt idx="544">
                  <c:v>43916</c:v>
                </c:pt>
                <c:pt idx="545">
                  <c:v>43917</c:v>
                </c:pt>
                <c:pt idx="546">
                  <c:v>43920</c:v>
                </c:pt>
                <c:pt idx="547">
                  <c:v>43921</c:v>
                </c:pt>
                <c:pt idx="548">
                  <c:v>43922</c:v>
                </c:pt>
                <c:pt idx="549">
                  <c:v>43923</c:v>
                </c:pt>
                <c:pt idx="550">
                  <c:v>43924</c:v>
                </c:pt>
                <c:pt idx="551">
                  <c:v>43927</c:v>
                </c:pt>
                <c:pt idx="552">
                  <c:v>43928</c:v>
                </c:pt>
                <c:pt idx="553">
                  <c:v>43929</c:v>
                </c:pt>
                <c:pt idx="554">
                  <c:v>43930</c:v>
                </c:pt>
                <c:pt idx="555">
                  <c:v>43934</c:v>
                </c:pt>
                <c:pt idx="556">
                  <c:v>43935</c:v>
                </c:pt>
                <c:pt idx="557">
                  <c:v>43936</c:v>
                </c:pt>
                <c:pt idx="558">
                  <c:v>43937</c:v>
                </c:pt>
                <c:pt idx="559">
                  <c:v>43938</c:v>
                </c:pt>
                <c:pt idx="560">
                  <c:v>43941</c:v>
                </c:pt>
                <c:pt idx="561">
                  <c:v>43942</c:v>
                </c:pt>
                <c:pt idx="562">
                  <c:v>43943</c:v>
                </c:pt>
                <c:pt idx="563">
                  <c:v>43944</c:v>
                </c:pt>
                <c:pt idx="564">
                  <c:v>43945</c:v>
                </c:pt>
                <c:pt idx="565">
                  <c:v>43948</c:v>
                </c:pt>
                <c:pt idx="566">
                  <c:v>43949</c:v>
                </c:pt>
                <c:pt idx="567">
                  <c:v>43950</c:v>
                </c:pt>
                <c:pt idx="568">
                  <c:v>43951</c:v>
                </c:pt>
                <c:pt idx="569">
                  <c:v>43955</c:v>
                </c:pt>
                <c:pt idx="570">
                  <c:v>43956</c:v>
                </c:pt>
                <c:pt idx="571">
                  <c:v>43957</c:v>
                </c:pt>
                <c:pt idx="572">
                  <c:v>43959</c:v>
                </c:pt>
                <c:pt idx="573">
                  <c:v>43962</c:v>
                </c:pt>
                <c:pt idx="574">
                  <c:v>43963</c:v>
                </c:pt>
                <c:pt idx="575">
                  <c:v>43964</c:v>
                </c:pt>
                <c:pt idx="576">
                  <c:v>43965</c:v>
                </c:pt>
                <c:pt idx="577">
                  <c:v>43966</c:v>
                </c:pt>
                <c:pt idx="578">
                  <c:v>43969</c:v>
                </c:pt>
                <c:pt idx="579">
                  <c:v>43970</c:v>
                </c:pt>
                <c:pt idx="580">
                  <c:v>43971</c:v>
                </c:pt>
                <c:pt idx="581">
                  <c:v>43973</c:v>
                </c:pt>
                <c:pt idx="582">
                  <c:v>43977</c:v>
                </c:pt>
                <c:pt idx="583">
                  <c:v>43978</c:v>
                </c:pt>
                <c:pt idx="584">
                  <c:v>43979</c:v>
                </c:pt>
                <c:pt idx="585">
                  <c:v>43980</c:v>
                </c:pt>
                <c:pt idx="586">
                  <c:v>43984</c:v>
                </c:pt>
                <c:pt idx="587">
                  <c:v>43985</c:v>
                </c:pt>
                <c:pt idx="588">
                  <c:v>43986</c:v>
                </c:pt>
                <c:pt idx="589">
                  <c:v>43987</c:v>
                </c:pt>
                <c:pt idx="590">
                  <c:v>43990</c:v>
                </c:pt>
                <c:pt idx="591">
                  <c:v>43991</c:v>
                </c:pt>
                <c:pt idx="592">
                  <c:v>43992</c:v>
                </c:pt>
                <c:pt idx="593">
                  <c:v>43993</c:v>
                </c:pt>
                <c:pt idx="594">
                  <c:v>43994</c:v>
                </c:pt>
                <c:pt idx="595">
                  <c:v>43997</c:v>
                </c:pt>
                <c:pt idx="596">
                  <c:v>43998</c:v>
                </c:pt>
                <c:pt idx="597">
                  <c:v>43999</c:v>
                </c:pt>
                <c:pt idx="598">
                  <c:v>44000</c:v>
                </c:pt>
                <c:pt idx="599">
                  <c:v>44001</c:v>
                </c:pt>
                <c:pt idx="600">
                  <c:v>44004</c:v>
                </c:pt>
                <c:pt idx="601">
                  <c:v>44005</c:v>
                </c:pt>
                <c:pt idx="602">
                  <c:v>44006</c:v>
                </c:pt>
                <c:pt idx="603">
                  <c:v>44007</c:v>
                </c:pt>
                <c:pt idx="604">
                  <c:v>44008</c:v>
                </c:pt>
                <c:pt idx="605">
                  <c:v>44011</c:v>
                </c:pt>
                <c:pt idx="606">
                  <c:v>44012</c:v>
                </c:pt>
                <c:pt idx="607">
                  <c:v>44013</c:v>
                </c:pt>
                <c:pt idx="608">
                  <c:v>44014</c:v>
                </c:pt>
                <c:pt idx="609">
                  <c:v>44015</c:v>
                </c:pt>
                <c:pt idx="610">
                  <c:v>44018</c:v>
                </c:pt>
                <c:pt idx="611">
                  <c:v>44019</c:v>
                </c:pt>
                <c:pt idx="612">
                  <c:v>44020</c:v>
                </c:pt>
                <c:pt idx="613">
                  <c:v>44021</c:v>
                </c:pt>
                <c:pt idx="614">
                  <c:v>44022</c:v>
                </c:pt>
                <c:pt idx="615">
                  <c:v>44025</c:v>
                </c:pt>
                <c:pt idx="616">
                  <c:v>44026</c:v>
                </c:pt>
                <c:pt idx="617">
                  <c:v>44027</c:v>
                </c:pt>
                <c:pt idx="618">
                  <c:v>44028</c:v>
                </c:pt>
                <c:pt idx="619">
                  <c:v>44029</c:v>
                </c:pt>
                <c:pt idx="620">
                  <c:v>44032</c:v>
                </c:pt>
                <c:pt idx="621">
                  <c:v>44033</c:v>
                </c:pt>
                <c:pt idx="622">
                  <c:v>44034</c:v>
                </c:pt>
                <c:pt idx="623">
                  <c:v>44035</c:v>
                </c:pt>
                <c:pt idx="624">
                  <c:v>44036</c:v>
                </c:pt>
                <c:pt idx="625">
                  <c:v>44039</c:v>
                </c:pt>
                <c:pt idx="626">
                  <c:v>44040</c:v>
                </c:pt>
                <c:pt idx="627">
                  <c:v>44041</c:v>
                </c:pt>
                <c:pt idx="628">
                  <c:v>44042</c:v>
                </c:pt>
                <c:pt idx="629">
                  <c:v>44046</c:v>
                </c:pt>
                <c:pt idx="630">
                  <c:v>44047</c:v>
                </c:pt>
                <c:pt idx="631">
                  <c:v>44048</c:v>
                </c:pt>
                <c:pt idx="632">
                  <c:v>44049</c:v>
                </c:pt>
                <c:pt idx="633">
                  <c:v>44050</c:v>
                </c:pt>
                <c:pt idx="634">
                  <c:v>44053</c:v>
                </c:pt>
                <c:pt idx="635">
                  <c:v>44054</c:v>
                </c:pt>
                <c:pt idx="636">
                  <c:v>44055</c:v>
                </c:pt>
                <c:pt idx="637">
                  <c:v>44056</c:v>
                </c:pt>
                <c:pt idx="638">
                  <c:v>44057</c:v>
                </c:pt>
                <c:pt idx="639">
                  <c:v>44061</c:v>
                </c:pt>
                <c:pt idx="640">
                  <c:v>44062</c:v>
                </c:pt>
                <c:pt idx="641">
                  <c:v>44067</c:v>
                </c:pt>
                <c:pt idx="642">
                  <c:v>44068</c:v>
                </c:pt>
                <c:pt idx="643">
                  <c:v>44069</c:v>
                </c:pt>
                <c:pt idx="644">
                  <c:v>44070</c:v>
                </c:pt>
                <c:pt idx="645">
                  <c:v>44071</c:v>
                </c:pt>
                <c:pt idx="646">
                  <c:v>44074</c:v>
                </c:pt>
                <c:pt idx="647">
                  <c:v>44075</c:v>
                </c:pt>
                <c:pt idx="648">
                  <c:v>44076</c:v>
                </c:pt>
                <c:pt idx="649">
                  <c:v>44077</c:v>
                </c:pt>
                <c:pt idx="650">
                  <c:v>44078</c:v>
                </c:pt>
                <c:pt idx="651">
                  <c:v>44081</c:v>
                </c:pt>
                <c:pt idx="652">
                  <c:v>44082</c:v>
                </c:pt>
                <c:pt idx="653">
                  <c:v>44083</c:v>
                </c:pt>
                <c:pt idx="654">
                  <c:v>44084</c:v>
                </c:pt>
                <c:pt idx="655">
                  <c:v>44085</c:v>
                </c:pt>
                <c:pt idx="656">
                  <c:v>44088</c:v>
                </c:pt>
                <c:pt idx="657">
                  <c:v>44089</c:v>
                </c:pt>
                <c:pt idx="658">
                  <c:v>44090</c:v>
                </c:pt>
                <c:pt idx="659">
                  <c:v>44091</c:v>
                </c:pt>
                <c:pt idx="660">
                  <c:v>44092</c:v>
                </c:pt>
                <c:pt idx="661">
                  <c:v>44095</c:v>
                </c:pt>
                <c:pt idx="662">
                  <c:v>44096</c:v>
                </c:pt>
                <c:pt idx="663">
                  <c:v>44097</c:v>
                </c:pt>
                <c:pt idx="664">
                  <c:v>44098</c:v>
                </c:pt>
                <c:pt idx="665">
                  <c:v>44099</c:v>
                </c:pt>
                <c:pt idx="666">
                  <c:v>44102</c:v>
                </c:pt>
                <c:pt idx="667">
                  <c:v>44103</c:v>
                </c:pt>
                <c:pt idx="668">
                  <c:v>44104</c:v>
                </c:pt>
                <c:pt idx="669">
                  <c:v>44105</c:v>
                </c:pt>
                <c:pt idx="670">
                  <c:v>44106</c:v>
                </c:pt>
                <c:pt idx="671">
                  <c:v>44109</c:v>
                </c:pt>
                <c:pt idx="672">
                  <c:v>44110</c:v>
                </c:pt>
                <c:pt idx="673">
                  <c:v>44111</c:v>
                </c:pt>
                <c:pt idx="674">
                  <c:v>44112</c:v>
                </c:pt>
                <c:pt idx="675">
                  <c:v>44113</c:v>
                </c:pt>
                <c:pt idx="676">
                  <c:v>44116</c:v>
                </c:pt>
                <c:pt idx="677">
                  <c:v>44117</c:v>
                </c:pt>
                <c:pt idx="678">
                  <c:v>44118</c:v>
                </c:pt>
                <c:pt idx="679">
                  <c:v>44119</c:v>
                </c:pt>
                <c:pt idx="680">
                  <c:v>44120</c:v>
                </c:pt>
                <c:pt idx="681">
                  <c:v>44123</c:v>
                </c:pt>
                <c:pt idx="682">
                  <c:v>44124</c:v>
                </c:pt>
                <c:pt idx="683">
                  <c:v>44125</c:v>
                </c:pt>
                <c:pt idx="684">
                  <c:v>44126</c:v>
                </c:pt>
                <c:pt idx="685">
                  <c:v>44127</c:v>
                </c:pt>
                <c:pt idx="686">
                  <c:v>44130</c:v>
                </c:pt>
                <c:pt idx="687">
                  <c:v>44131</c:v>
                </c:pt>
                <c:pt idx="688">
                  <c:v>44137</c:v>
                </c:pt>
                <c:pt idx="689">
                  <c:v>44138</c:v>
                </c:pt>
                <c:pt idx="690">
                  <c:v>44139</c:v>
                </c:pt>
                <c:pt idx="691">
                  <c:v>44140</c:v>
                </c:pt>
                <c:pt idx="692">
                  <c:v>44141</c:v>
                </c:pt>
                <c:pt idx="693">
                  <c:v>44144</c:v>
                </c:pt>
                <c:pt idx="694">
                  <c:v>44145</c:v>
                </c:pt>
                <c:pt idx="695">
                  <c:v>44146</c:v>
                </c:pt>
                <c:pt idx="696">
                  <c:v>44147</c:v>
                </c:pt>
                <c:pt idx="697">
                  <c:v>44148</c:v>
                </c:pt>
                <c:pt idx="698">
                  <c:v>44151</c:v>
                </c:pt>
                <c:pt idx="699">
                  <c:v>44152</c:v>
                </c:pt>
                <c:pt idx="700">
                  <c:v>44153</c:v>
                </c:pt>
                <c:pt idx="701">
                  <c:v>44154</c:v>
                </c:pt>
                <c:pt idx="702">
                  <c:v>44155</c:v>
                </c:pt>
                <c:pt idx="703">
                  <c:v>44158</c:v>
                </c:pt>
                <c:pt idx="704">
                  <c:v>44159</c:v>
                </c:pt>
                <c:pt idx="705">
                  <c:v>44160</c:v>
                </c:pt>
                <c:pt idx="706">
                  <c:v>44161</c:v>
                </c:pt>
                <c:pt idx="707">
                  <c:v>44162</c:v>
                </c:pt>
                <c:pt idx="708">
                  <c:v>44165</c:v>
                </c:pt>
                <c:pt idx="709">
                  <c:v>44166</c:v>
                </c:pt>
                <c:pt idx="710">
                  <c:v>44167</c:v>
                </c:pt>
                <c:pt idx="711">
                  <c:v>44168</c:v>
                </c:pt>
                <c:pt idx="712">
                  <c:v>44169</c:v>
                </c:pt>
                <c:pt idx="713">
                  <c:v>44172</c:v>
                </c:pt>
                <c:pt idx="714">
                  <c:v>44173</c:v>
                </c:pt>
                <c:pt idx="715">
                  <c:v>44175</c:v>
                </c:pt>
                <c:pt idx="716">
                  <c:v>44176</c:v>
                </c:pt>
                <c:pt idx="717">
                  <c:v>44179</c:v>
                </c:pt>
                <c:pt idx="718">
                  <c:v>44180</c:v>
                </c:pt>
                <c:pt idx="719">
                  <c:v>44181</c:v>
                </c:pt>
                <c:pt idx="720">
                  <c:v>44182</c:v>
                </c:pt>
                <c:pt idx="721">
                  <c:v>44183</c:v>
                </c:pt>
                <c:pt idx="722">
                  <c:v>44186</c:v>
                </c:pt>
                <c:pt idx="723">
                  <c:v>44187</c:v>
                </c:pt>
                <c:pt idx="724">
                  <c:v>44188</c:v>
                </c:pt>
                <c:pt idx="725">
                  <c:v>44193</c:v>
                </c:pt>
                <c:pt idx="726">
                  <c:v>44194</c:v>
                </c:pt>
                <c:pt idx="727">
                  <c:v>44195</c:v>
                </c:pt>
                <c:pt idx="728">
                  <c:v>44200</c:v>
                </c:pt>
                <c:pt idx="729">
                  <c:v>44201</c:v>
                </c:pt>
                <c:pt idx="730">
                  <c:v>44202</c:v>
                </c:pt>
                <c:pt idx="731">
                  <c:v>44203</c:v>
                </c:pt>
                <c:pt idx="732">
                  <c:v>44204</c:v>
                </c:pt>
                <c:pt idx="733">
                  <c:v>44207</c:v>
                </c:pt>
                <c:pt idx="734">
                  <c:v>44208</c:v>
                </c:pt>
                <c:pt idx="735">
                  <c:v>44209</c:v>
                </c:pt>
                <c:pt idx="736">
                  <c:v>44210</c:v>
                </c:pt>
                <c:pt idx="737">
                  <c:v>44211</c:v>
                </c:pt>
                <c:pt idx="738">
                  <c:v>44214</c:v>
                </c:pt>
                <c:pt idx="739">
                  <c:v>44215</c:v>
                </c:pt>
                <c:pt idx="740">
                  <c:v>44216</c:v>
                </c:pt>
                <c:pt idx="741">
                  <c:v>44217</c:v>
                </c:pt>
                <c:pt idx="742">
                  <c:v>44218</c:v>
                </c:pt>
                <c:pt idx="743">
                  <c:v>44221</c:v>
                </c:pt>
                <c:pt idx="744">
                  <c:v>44222</c:v>
                </c:pt>
                <c:pt idx="745">
                  <c:v>44223</c:v>
                </c:pt>
                <c:pt idx="746">
                  <c:v>44224</c:v>
                </c:pt>
                <c:pt idx="747">
                  <c:v>44225</c:v>
                </c:pt>
                <c:pt idx="748">
                  <c:v>44228</c:v>
                </c:pt>
                <c:pt idx="749">
                  <c:v>44229</c:v>
                </c:pt>
                <c:pt idx="750">
                  <c:v>44230</c:v>
                </c:pt>
                <c:pt idx="751">
                  <c:v>44231</c:v>
                </c:pt>
                <c:pt idx="752">
                  <c:v>44232</c:v>
                </c:pt>
                <c:pt idx="753">
                  <c:v>44235</c:v>
                </c:pt>
                <c:pt idx="754">
                  <c:v>44236</c:v>
                </c:pt>
                <c:pt idx="755">
                  <c:v>44237</c:v>
                </c:pt>
                <c:pt idx="756">
                  <c:v>44238</c:v>
                </c:pt>
                <c:pt idx="757">
                  <c:v>44242</c:v>
                </c:pt>
                <c:pt idx="758">
                  <c:v>44243</c:v>
                </c:pt>
                <c:pt idx="759">
                  <c:v>44244</c:v>
                </c:pt>
                <c:pt idx="760">
                  <c:v>44245</c:v>
                </c:pt>
                <c:pt idx="761">
                  <c:v>44246</c:v>
                </c:pt>
                <c:pt idx="762">
                  <c:v>44249</c:v>
                </c:pt>
                <c:pt idx="763">
                  <c:v>44250</c:v>
                </c:pt>
                <c:pt idx="764">
                  <c:v>44251</c:v>
                </c:pt>
                <c:pt idx="765">
                  <c:v>44252</c:v>
                </c:pt>
                <c:pt idx="766">
                  <c:v>44253</c:v>
                </c:pt>
                <c:pt idx="767">
                  <c:v>44256</c:v>
                </c:pt>
                <c:pt idx="768">
                  <c:v>44257</c:v>
                </c:pt>
                <c:pt idx="769">
                  <c:v>44258</c:v>
                </c:pt>
                <c:pt idx="770">
                  <c:v>44259</c:v>
                </c:pt>
                <c:pt idx="771">
                  <c:v>44260</c:v>
                </c:pt>
                <c:pt idx="772">
                  <c:v>44263</c:v>
                </c:pt>
                <c:pt idx="773">
                  <c:v>44264</c:v>
                </c:pt>
                <c:pt idx="774">
                  <c:v>44265</c:v>
                </c:pt>
                <c:pt idx="775">
                  <c:v>44267</c:v>
                </c:pt>
                <c:pt idx="776">
                  <c:v>44270</c:v>
                </c:pt>
                <c:pt idx="777">
                  <c:v>44271</c:v>
                </c:pt>
                <c:pt idx="778">
                  <c:v>44272</c:v>
                </c:pt>
                <c:pt idx="779">
                  <c:v>44273</c:v>
                </c:pt>
                <c:pt idx="780">
                  <c:v>44274</c:v>
                </c:pt>
                <c:pt idx="781">
                  <c:v>44277</c:v>
                </c:pt>
                <c:pt idx="782">
                  <c:v>44278</c:v>
                </c:pt>
                <c:pt idx="783">
                  <c:v>44279</c:v>
                </c:pt>
                <c:pt idx="784">
                  <c:v>44280</c:v>
                </c:pt>
                <c:pt idx="785">
                  <c:v>44281</c:v>
                </c:pt>
                <c:pt idx="786">
                  <c:v>44284</c:v>
                </c:pt>
                <c:pt idx="787">
                  <c:v>44285</c:v>
                </c:pt>
                <c:pt idx="788">
                  <c:v>44286</c:v>
                </c:pt>
                <c:pt idx="789">
                  <c:v>44287</c:v>
                </c:pt>
                <c:pt idx="790">
                  <c:v>44291</c:v>
                </c:pt>
                <c:pt idx="791">
                  <c:v>44292</c:v>
                </c:pt>
                <c:pt idx="792">
                  <c:v>44293</c:v>
                </c:pt>
                <c:pt idx="793">
                  <c:v>44294</c:v>
                </c:pt>
                <c:pt idx="794">
                  <c:v>44295</c:v>
                </c:pt>
                <c:pt idx="795">
                  <c:v>44298</c:v>
                </c:pt>
                <c:pt idx="796">
                  <c:v>44299</c:v>
                </c:pt>
                <c:pt idx="797">
                  <c:v>44300</c:v>
                </c:pt>
                <c:pt idx="798">
                  <c:v>44301</c:v>
                </c:pt>
                <c:pt idx="799">
                  <c:v>44302</c:v>
                </c:pt>
                <c:pt idx="800">
                  <c:v>44305</c:v>
                </c:pt>
                <c:pt idx="801">
                  <c:v>44306</c:v>
                </c:pt>
                <c:pt idx="802">
                  <c:v>44307</c:v>
                </c:pt>
                <c:pt idx="803">
                  <c:v>44308</c:v>
                </c:pt>
                <c:pt idx="804">
                  <c:v>44309</c:v>
                </c:pt>
                <c:pt idx="805">
                  <c:v>44312</c:v>
                </c:pt>
                <c:pt idx="806">
                  <c:v>44313</c:v>
                </c:pt>
                <c:pt idx="807">
                  <c:v>44314</c:v>
                </c:pt>
                <c:pt idx="808">
                  <c:v>44315</c:v>
                </c:pt>
                <c:pt idx="809">
                  <c:v>44316</c:v>
                </c:pt>
                <c:pt idx="810">
                  <c:v>44319</c:v>
                </c:pt>
                <c:pt idx="811">
                  <c:v>44320</c:v>
                </c:pt>
                <c:pt idx="812">
                  <c:v>44321</c:v>
                </c:pt>
                <c:pt idx="813">
                  <c:v>44322</c:v>
                </c:pt>
                <c:pt idx="814">
                  <c:v>44323</c:v>
                </c:pt>
                <c:pt idx="815">
                  <c:v>44326</c:v>
                </c:pt>
                <c:pt idx="816">
                  <c:v>44327</c:v>
                </c:pt>
                <c:pt idx="817">
                  <c:v>44333</c:v>
                </c:pt>
                <c:pt idx="818">
                  <c:v>44334</c:v>
                </c:pt>
                <c:pt idx="819">
                  <c:v>44335</c:v>
                </c:pt>
                <c:pt idx="820">
                  <c:v>44336</c:v>
                </c:pt>
                <c:pt idx="821">
                  <c:v>44337</c:v>
                </c:pt>
                <c:pt idx="822">
                  <c:v>44340</c:v>
                </c:pt>
                <c:pt idx="823">
                  <c:v>44341</c:v>
                </c:pt>
                <c:pt idx="824">
                  <c:v>44343</c:v>
                </c:pt>
                <c:pt idx="825">
                  <c:v>44344</c:v>
                </c:pt>
                <c:pt idx="826">
                  <c:v>44347</c:v>
                </c:pt>
                <c:pt idx="827">
                  <c:v>44349</c:v>
                </c:pt>
                <c:pt idx="828">
                  <c:v>44350</c:v>
                </c:pt>
                <c:pt idx="829">
                  <c:v>44351</c:v>
                </c:pt>
                <c:pt idx="830">
                  <c:v>44354</c:v>
                </c:pt>
                <c:pt idx="831">
                  <c:v>44355</c:v>
                </c:pt>
                <c:pt idx="832">
                  <c:v>44356</c:v>
                </c:pt>
                <c:pt idx="833">
                  <c:v>44357</c:v>
                </c:pt>
                <c:pt idx="834">
                  <c:v>44358</c:v>
                </c:pt>
                <c:pt idx="835">
                  <c:v>44361</c:v>
                </c:pt>
                <c:pt idx="836">
                  <c:v>44362</c:v>
                </c:pt>
                <c:pt idx="837">
                  <c:v>44363</c:v>
                </c:pt>
                <c:pt idx="838">
                  <c:v>44364</c:v>
                </c:pt>
                <c:pt idx="839">
                  <c:v>44365</c:v>
                </c:pt>
                <c:pt idx="840">
                  <c:v>44368</c:v>
                </c:pt>
                <c:pt idx="841">
                  <c:v>44369</c:v>
                </c:pt>
                <c:pt idx="842">
                  <c:v>44370</c:v>
                </c:pt>
                <c:pt idx="843">
                  <c:v>44371</c:v>
                </c:pt>
                <c:pt idx="844">
                  <c:v>44372</c:v>
                </c:pt>
                <c:pt idx="845">
                  <c:v>44375</c:v>
                </c:pt>
                <c:pt idx="846">
                  <c:v>44376</c:v>
                </c:pt>
                <c:pt idx="847">
                  <c:v>44377</c:v>
                </c:pt>
                <c:pt idx="848">
                  <c:v>44378</c:v>
                </c:pt>
                <c:pt idx="849">
                  <c:v>44379</c:v>
                </c:pt>
                <c:pt idx="850">
                  <c:v>44382</c:v>
                </c:pt>
                <c:pt idx="851">
                  <c:v>44383</c:v>
                </c:pt>
                <c:pt idx="852">
                  <c:v>44384</c:v>
                </c:pt>
                <c:pt idx="853">
                  <c:v>44385</c:v>
                </c:pt>
                <c:pt idx="854">
                  <c:v>44386</c:v>
                </c:pt>
                <c:pt idx="855">
                  <c:v>44389</c:v>
                </c:pt>
                <c:pt idx="856">
                  <c:v>44390</c:v>
                </c:pt>
                <c:pt idx="857">
                  <c:v>44391</c:v>
                </c:pt>
                <c:pt idx="858">
                  <c:v>44392</c:v>
                </c:pt>
                <c:pt idx="859">
                  <c:v>44393</c:v>
                </c:pt>
                <c:pt idx="860">
                  <c:v>44396</c:v>
                </c:pt>
                <c:pt idx="861">
                  <c:v>44398</c:v>
                </c:pt>
                <c:pt idx="862">
                  <c:v>44399</c:v>
                </c:pt>
                <c:pt idx="863">
                  <c:v>44400</c:v>
                </c:pt>
                <c:pt idx="864">
                  <c:v>44403</c:v>
                </c:pt>
                <c:pt idx="865">
                  <c:v>44404</c:v>
                </c:pt>
                <c:pt idx="866">
                  <c:v>44405</c:v>
                </c:pt>
                <c:pt idx="867">
                  <c:v>44406</c:v>
                </c:pt>
                <c:pt idx="868">
                  <c:v>44407</c:v>
                </c:pt>
                <c:pt idx="869">
                  <c:v>44410</c:v>
                </c:pt>
                <c:pt idx="870">
                  <c:v>44411</c:v>
                </c:pt>
                <c:pt idx="871">
                  <c:v>44412</c:v>
                </c:pt>
                <c:pt idx="872">
                  <c:v>44413</c:v>
                </c:pt>
                <c:pt idx="873">
                  <c:v>44414</c:v>
                </c:pt>
                <c:pt idx="874">
                  <c:v>44417</c:v>
                </c:pt>
                <c:pt idx="875">
                  <c:v>44418</c:v>
                </c:pt>
                <c:pt idx="876">
                  <c:v>44420</c:v>
                </c:pt>
                <c:pt idx="877">
                  <c:v>44421</c:v>
                </c:pt>
                <c:pt idx="878">
                  <c:v>44424</c:v>
                </c:pt>
                <c:pt idx="879">
                  <c:v>44426</c:v>
                </c:pt>
                <c:pt idx="880">
                  <c:v>44427</c:v>
                </c:pt>
                <c:pt idx="881">
                  <c:v>44428</c:v>
                </c:pt>
                <c:pt idx="882">
                  <c:v>44431</c:v>
                </c:pt>
                <c:pt idx="883">
                  <c:v>44432</c:v>
                </c:pt>
                <c:pt idx="884">
                  <c:v>44433</c:v>
                </c:pt>
                <c:pt idx="885">
                  <c:v>44434</c:v>
                </c:pt>
                <c:pt idx="886">
                  <c:v>44435</c:v>
                </c:pt>
                <c:pt idx="887">
                  <c:v>44438</c:v>
                </c:pt>
                <c:pt idx="888">
                  <c:v>44439</c:v>
                </c:pt>
                <c:pt idx="889">
                  <c:v>44440</c:v>
                </c:pt>
                <c:pt idx="890">
                  <c:v>44441</c:v>
                </c:pt>
                <c:pt idx="891">
                  <c:v>44442</c:v>
                </c:pt>
                <c:pt idx="892">
                  <c:v>44445</c:v>
                </c:pt>
                <c:pt idx="893">
                  <c:v>44446</c:v>
                </c:pt>
                <c:pt idx="894">
                  <c:v>44447</c:v>
                </c:pt>
                <c:pt idx="895">
                  <c:v>44448</c:v>
                </c:pt>
                <c:pt idx="896">
                  <c:v>44449</c:v>
                </c:pt>
                <c:pt idx="897">
                  <c:v>44452</c:v>
                </c:pt>
                <c:pt idx="898">
                  <c:v>44453</c:v>
                </c:pt>
                <c:pt idx="899">
                  <c:v>44454</c:v>
                </c:pt>
                <c:pt idx="900">
                  <c:v>44455</c:v>
                </c:pt>
                <c:pt idx="901">
                  <c:v>44456</c:v>
                </c:pt>
                <c:pt idx="902">
                  <c:v>44459</c:v>
                </c:pt>
                <c:pt idx="903">
                  <c:v>44460</c:v>
                </c:pt>
                <c:pt idx="904">
                  <c:v>44461</c:v>
                </c:pt>
                <c:pt idx="905">
                  <c:v>44462</c:v>
                </c:pt>
                <c:pt idx="906">
                  <c:v>44463</c:v>
                </c:pt>
                <c:pt idx="907">
                  <c:v>44466</c:v>
                </c:pt>
                <c:pt idx="908">
                  <c:v>44467</c:v>
                </c:pt>
                <c:pt idx="909">
                  <c:v>44468</c:v>
                </c:pt>
                <c:pt idx="910">
                  <c:v>44469</c:v>
                </c:pt>
                <c:pt idx="911">
                  <c:v>44470</c:v>
                </c:pt>
                <c:pt idx="912">
                  <c:v>44473</c:v>
                </c:pt>
                <c:pt idx="913">
                  <c:v>44474</c:v>
                </c:pt>
                <c:pt idx="914">
                  <c:v>44475</c:v>
                </c:pt>
                <c:pt idx="915">
                  <c:v>44476</c:v>
                </c:pt>
                <c:pt idx="916">
                  <c:v>44477</c:v>
                </c:pt>
                <c:pt idx="917">
                  <c:v>44480</c:v>
                </c:pt>
                <c:pt idx="918">
                  <c:v>44481</c:v>
                </c:pt>
                <c:pt idx="919">
                  <c:v>44482</c:v>
                </c:pt>
                <c:pt idx="920">
                  <c:v>44483</c:v>
                </c:pt>
                <c:pt idx="921">
                  <c:v>44484</c:v>
                </c:pt>
                <c:pt idx="922">
                  <c:v>44487</c:v>
                </c:pt>
                <c:pt idx="923">
                  <c:v>44488</c:v>
                </c:pt>
                <c:pt idx="924">
                  <c:v>44490</c:v>
                </c:pt>
                <c:pt idx="925">
                  <c:v>44491</c:v>
                </c:pt>
                <c:pt idx="926">
                  <c:v>44494</c:v>
                </c:pt>
                <c:pt idx="927">
                  <c:v>44495</c:v>
                </c:pt>
                <c:pt idx="928">
                  <c:v>44496</c:v>
                </c:pt>
                <c:pt idx="929">
                  <c:v>44497</c:v>
                </c:pt>
                <c:pt idx="930">
                  <c:v>44498</c:v>
                </c:pt>
                <c:pt idx="931">
                  <c:v>44501</c:v>
                </c:pt>
                <c:pt idx="932">
                  <c:v>44502</c:v>
                </c:pt>
                <c:pt idx="933">
                  <c:v>44503</c:v>
                </c:pt>
                <c:pt idx="934">
                  <c:v>44504</c:v>
                </c:pt>
                <c:pt idx="935">
                  <c:v>44505</c:v>
                </c:pt>
                <c:pt idx="936">
                  <c:v>44508</c:v>
                </c:pt>
                <c:pt idx="937">
                  <c:v>44509</c:v>
                </c:pt>
                <c:pt idx="938">
                  <c:v>44510</c:v>
                </c:pt>
                <c:pt idx="939">
                  <c:v>44511</c:v>
                </c:pt>
                <c:pt idx="940">
                  <c:v>44512</c:v>
                </c:pt>
                <c:pt idx="941">
                  <c:v>44515</c:v>
                </c:pt>
                <c:pt idx="942">
                  <c:v>44516</c:v>
                </c:pt>
                <c:pt idx="943">
                  <c:v>44517</c:v>
                </c:pt>
                <c:pt idx="944">
                  <c:v>44518</c:v>
                </c:pt>
                <c:pt idx="945">
                  <c:v>44519</c:v>
                </c:pt>
                <c:pt idx="946">
                  <c:v>44522</c:v>
                </c:pt>
                <c:pt idx="947">
                  <c:v>44523</c:v>
                </c:pt>
                <c:pt idx="948">
                  <c:v>44524</c:v>
                </c:pt>
                <c:pt idx="949">
                  <c:v>44525</c:v>
                </c:pt>
                <c:pt idx="950">
                  <c:v>44526</c:v>
                </c:pt>
                <c:pt idx="951">
                  <c:v>44529</c:v>
                </c:pt>
                <c:pt idx="952">
                  <c:v>44530</c:v>
                </c:pt>
                <c:pt idx="953">
                  <c:v>44531</c:v>
                </c:pt>
                <c:pt idx="954">
                  <c:v>44532</c:v>
                </c:pt>
                <c:pt idx="955">
                  <c:v>44533</c:v>
                </c:pt>
                <c:pt idx="956">
                  <c:v>44536</c:v>
                </c:pt>
                <c:pt idx="957">
                  <c:v>44537</c:v>
                </c:pt>
                <c:pt idx="958">
                  <c:v>44538</c:v>
                </c:pt>
                <c:pt idx="959">
                  <c:v>44539</c:v>
                </c:pt>
                <c:pt idx="960">
                  <c:v>44540</c:v>
                </c:pt>
                <c:pt idx="961">
                  <c:v>44543</c:v>
                </c:pt>
                <c:pt idx="962">
                  <c:v>44544</c:v>
                </c:pt>
                <c:pt idx="963">
                  <c:v>44545</c:v>
                </c:pt>
                <c:pt idx="964">
                  <c:v>44546</c:v>
                </c:pt>
                <c:pt idx="965">
                  <c:v>44547</c:v>
                </c:pt>
                <c:pt idx="966">
                  <c:v>44550</c:v>
                </c:pt>
                <c:pt idx="967">
                  <c:v>44551</c:v>
                </c:pt>
                <c:pt idx="968">
                  <c:v>44552</c:v>
                </c:pt>
                <c:pt idx="969">
                  <c:v>44553</c:v>
                </c:pt>
                <c:pt idx="970">
                  <c:v>44554</c:v>
                </c:pt>
                <c:pt idx="971">
                  <c:v>44557</c:v>
                </c:pt>
                <c:pt idx="972">
                  <c:v>44558</c:v>
                </c:pt>
                <c:pt idx="973">
                  <c:v>44559</c:v>
                </c:pt>
                <c:pt idx="974">
                  <c:v>44560</c:v>
                </c:pt>
                <c:pt idx="975">
                  <c:v>44561</c:v>
                </c:pt>
                <c:pt idx="976">
                  <c:v>44564</c:v>
                </c:pt>
                <c:pt idx="977">
                  <c:v>44565</c:v>
                </c:pt>
                <c:pt idx="978">
                  <c:v>44566</c:v>
                </c:pt>
                <c:pt idx="979">
                  <c:v>44567</c:v>
                </c:pt>
                <c:pt idx="980">
                  <c:v>44568</c:v>
                </c:pt>
                <c:pt idx="981">
                  <c:v>44571</c:v>
                </c:pt>
                <c:pt idx="982">
                  <c:v>44572</c:v>
                </c:pt>
                <c:pt idx="983">
                  <c:v>44573</c:v>
                </c:pt>
                <c:pt idx="984">
                  <c:v>44574</c:v>
                </c:pt>
                <c:pt idx="985">
                  <c:v>44575</c:v>
                </c:pt>
                <c:pt idx="986">
                  <c:v>44578</c:v>
                </c:pt>
                <c:pt idx="987">
                  <c:v>44579</c:v>
                </c:pt>
                <c:pt idx="988">
                  <c:v>44580</c:v>
                </c:pt>
                <c:pt idx="989">
                  <c:v>44581</c:v>
                </c:pt>
                <c:pt idx="990">
                  <c:v>44582</c:v>
                </c:pt>
                <c:pt idx="991">
                  <c:v>44585</c:v>
                </c:pt>
                <c:pt idx="992">
                  <c:v>44586</c:v>
                </c:pt>
                <c:pt idx="993">
                  <c:v>44587</c:v>
                </c:pt>
                <c:pt idx="994">
                  <c:v>44588</c:v>
                </c:pt>
                <c:pt idx="995">
                  <c:v>44589</c:v>
                </c:pt>
                <c:pt idx="996">
                  <c:v>44592</c:v>
                </c:pt>
                <c:pt idx="997">
                  <c:v>44594</c:v>
                </c:pt>
                <c:pt idx="998">
                  <c:v>44595</c:v>
                </c:pt>
                <c:pt idx="999">
                  <c:v>44596</c:v>
                </c:pt>
                <c:pt idx="1000">
                  <c:v>44599</c:v>
                </c:pt>
                <c:pt idx="1001">
                  <c:v>44600</c:v>
                </c:pt>
                <c:pt idx="1002">
                  <c:v>44601</c:v>
                </c:pt>
                <c:pt idx="1003">
                  <c:v>44602</c:v>
                </c:pt>
                <c:pt idx="1004">
                  <c:v>44603</c:v>
                </c:pt>
                <c:pt idx="1005">
                  <c:v>44606</c:v>
                </c:pt>
                <c:pt idx="1006">
                  <c:v>44607</c:v>
                </c:pt>
                <c:pt idx="1007">
                  <c:v>44608</c:v>
                </c:pt>
                <c:pt idx="1008">
                  <c:v>44609</c:v>
                </c:pt>
                <c:pt idx="1009">
                  <c:v>44610</c:v>
                </c:pt>
                <c:pt idx="1010">
                  <c:v>44613</c:v>
                </c:pt>
                <c:pt idx="1011">
                  <c:v>44614</c:v>
                </c:pt>
                <c:pt idx="1012">
                  <c:v>44615</c:v>
                </c:pt>
                <c:pt idx="1013">
                  <c:v>44616</c:v>
                </c:pt>
                <c:pt idx="1014">
                  <c:v>44617</c:v>
                </c:pt>
                <c:pt idx="1015">
                  <c:v>44621</c:v>
                </c:pt>
                <c:pt idx="1016">
                  <c:v>44622</c:v>
                </c:pt>
                <c:pt idx="1017">
                  <c:v>44624</c:v>
                </c:pt>
                <c:pt idx="1018">
                  <c:v>44627</c:v>
                </c:pt>
                <c:pt idx="1019">
                  <c:v>44628</c:v>
                </c:pt>
                <c:pt idx="1020">
                  <c:v>44629</c:v>
                </c:pt>
                <c:pt idx="1021">
                  <c:v>44630</c:v>
                </c:pt>
                <c:pt idx="1022">
                  <c:v>44631</c:v>
                </c:pt>
                <c:pt idx="1023">
                  <c:v>44634</c:v>
                </c:pt>
                <c:pt idx="1024">
                  <c:v>44635</c:v>
                </c:pt>
                <c:pt idx="1025">
                  <c:v>44636</c:v>
                </c:pt>
                <c:pt idx="1026">
                  <c:v>44637</c:v>
                </c:pt>
                <c:pt idx="1027">
                  <c:v>44638</c:v>
                </c:pt>
                <c:pt idx="1028">
                  <c:v>44641</c:v>
                </c:pt>
                <c:pt idx="1029">
                  <c:v>44642</c:v>
                </c:pt>
                <c:pt idx="1030">
                  <c:v>44643</c:v>
                </c:pt>
                <c:pt idx="1031">
                  <c:v>44644</c:v>
                </c:pt>
                <c:pt idx="1032">
                  <c:v>44645</c:v>
                </c:pt>
                <c:pt idx="1033">
                  <c:v>44648</c:v>
                </c:pt>
                <c:pt idx="1034">
                  <c:v>44649</c:v>
                </c:pt>
                <c:pt idx="1035">
                  <c:v>44650</c:v>
                </c:pt>
                <c:pt idx="1036">
                  <c:v>44651</c:v>
                </c:pt>
                <c:pt idx="1037">
                  <c:v>44652</c:v>
                </c:pt>
                <c:pt idx="1038">
                  <c:v>44655</c:v>
                </c:pt>
                <c:pt idx="1039">
                  <c:v>44656</c:v>
                </c:pt>
                <c:pt idx="1040">
                  <c:v>44657</c:v>
                </c:pt>
                <c:pt idx="1041">
                  <c:v>44658</c:v>
                </c:pt>
                <c:pt idx="1042">
                  <c:v>44659</c:v>
                </c:pt>
                <c:pt idx="1043">
                  <c:v>44662</c:v>
                </c:pt>
                <c:pt idx="1044">
                  <c:v>44663</c:v>
                </c:pt>
                <c:pt idx="1045">
                  <c:v>44664</c:v>
                </c:pt>
                <c:pt idx="1046">
                  <c:v>44665</c:v>
                </c:pt>
                <c:pt idx="1047">
                  <c:v>44669</c:v>
                </c:pt>
                <c:pt idx="1048">
                  <c:v>44670</c:v>
                </c:pt>
                <c:pt idx="1049">
                  <c:v>44671</c:v>
                </c:pt>
                <c:pt idx="1050">
                  <c:v>44672</c:v>
                </c:pt>
                <c:pt idx="1051">
                  <c:v>44673</c:v>
                </c:pt>
                <c:pt idx="1052">
                  <c:v>44676</c:v>
                </c:pt>
                <c:pt idx="1053">
                  <c:v>44677</c:v>
                </c:pt>
                <c:pt idx="1054">
                  <c:v>44678</c:v>
                </c:pt>
                <c:pt idx="1055">
                  <c:v>44679</c:v>
                </c:pt>
                <c:pt idx="1056">
                  <c:v>44690</c:v>
                </c:pt>
                <c:pt idx="1057">
                  <c:v>44691</c:v>
                </c:pt>
                <c:pt idx="1058">
                  <c:v>44692</c:v>
                </c:pt>
                <c:pt idx="1059">
                  <c:v>44693</c:v>
                </c:pt>
                <c:pt idx="1060">
                  <c:v>44694</c:v>
                </c:pt>
                <c:pt idx="1061">
                  <c:v>44698</c:v>
                </c:pt>
                <c:pt idx="1062">
                  <c:v>44699</c:v>
                </c:pt>
                <c:pt idx="1063">
                  <c:v>44700</c:v>
                </c:pt>
                <c:pt idx="1064">
                  <c:v>44701</c:v>
                </c:pt>
                <c:pt idx="1065">
                  <c:v>44704</c:v>
                </c:pt>
                <c:pt idx="1066">
                  <c:v>44705</c:v>
                </c:pt>
                <c:pt idx="1067">
                  <c:v>44706</c:v>
                </c:pt>
                <c:pt idx="1068">
                  <c:v>44708</c:v>
                </c:pt>
                <c:pt idx="1069">
                  <c:v>44711</c:v>
                </c:pt>
                <c:pt idx="1070">
                  <c:v>44712</c:v>
                </c:pt>
                <c:pt idx="1071">
                  <c:v>44714</c:v>
                </c:pt>
                <c:pt idx="1072">
                  <c:v>44715</c:v>
                </c:pt>
                <c:pt idx="1073">
                  <c:v>44718</c:v>
                </c:pt>
                <c:pt idx="1074">
                  <c:v>44719</c:v>
                </c:pt>
                <c:pt idx="1075">
                  <c:v>44720</c:v>
                </c:pt>
                <c:pt idx="1076">
                  <c:v>44721</c:v>
                </c:pt>
                <c:pt idx="1077">
                  <c:v>44722</c:v>
                </c:pt>
                <c:pt idx="1078">
                  <c:v>44725</c:v>
                </c:pt>
                <c:pt idx="1079">
                  <c:v>44726</c:v>
                </c:pt>
                <c:pt idx="1080">
                  <c:v>44727</c:v>
                </c:pt>
                <c:pt idx="1081">
                  <c:v>44728</c:v>
                </c:pt>
                <c:pt idx="1082">
                  <c:v>44729</c:v>
                </c:pt>
                <c:pt idx="1083">
                  <c:v>44732</c:v>
                </c:pt>
                <c:pt idx="1084">
                  <c:v>44733</c:v>
                </c:pt>
                <c:pt idx="1085">
                  <c:v>44734</c:v>
                </c:pt>
                <c:pt idx="1086">
                  <c:v>44735</c:v>
                </c:pt>
                <c:pt idx="1087">
                  <c:v>44736</c:v>
                </c:pt>
                <c:pt idx="1088">
                  <c:v>44739</c:v>
                </c:pt>
                <c:pt idx="1089">
                  <c:v>44740</c:v>
                </c:pt>
                <c:pt idx="1090">
                  <c:v>44741</c:v>
                </c:pt>
                <c:pt idx="1091">
                  <c:v>44742</c:v>
                </c:pt>
                <c:pt idx="1092">
                  <c:v>44743</c:v>
                </c:pt>
                <c:pt idx="1093">
                  <c:v>44746</c:v>
                </c:pt>
                <c:pt idx="1094">
                  <c:v>44747</c:v>
                </c:pt>
                <c:pt idx="1095">
                  <c:v>44748</c:v>
                </c:pt>
                <c:pt idx="1096">
                  <c:v>44749</c:v>
                </c:pt>
                <c:pt idx="1097">
                  <c:v>44750</c:v>
                </c:pt>
                <c:pt idx="1098">
                  <c:v>44753</c:v>
                </c:pt>
                <c:pt idx="1099">
                  <c:v>44754</c:v>
                </c:pt>
                <c:pt idx="1100">
                  <c:v>44755</c:v>
                </c:pt>
                <c:pt idx="1101">
                  <c:v>44756</c:v>
                </c:pt>
                <c:pt idx="1102">
                  <c:v>44757</c:v>
                </c:pt>
                <c:pt idx="1103">
                  <c:v>44760</c:v>
                </c:pt>
                <c:pt idx="1104">
                  <c:v>44761</c:v>
                </c:pt>
                <c:pt idx="1105">
                  <c:v>44762</c:v>
                </c:pt>
                <c:pt idx="1106">
                  <c:v>44763</c:v>
                </c:pt>
                <c:pt idx="1107">
                  <c:v>44764</c:v>
                </c:pt>
                <c:pt idx="1108">
                  <c:v>44767</c:v>
                </c:pt>
                <c:pt idx="1109">
                  <c:v>44768</c:v>
                </c:pt>
                <c:pt idx="1110">
                  <c:v>44769</c:v>
                </c:pt>
                <c:pt idx="1111">
                  <c:v>44770</c:v>
                </c:pt>
                <c:pt idx="1112">
                  <c:v>44771</c:v>
                </c:pt>
                <c:pt idx="1113">
                  <c:v>44774</c:v>
                </c:pt>
                <c:pt idx="1114">
                  <c:v>44775</c:v>
                </c:pt>
                <c:pt idx="1115">
                  <c:v>44776</c:v>
                </c:pt>
                <c:pt idx="1116">
                  <c:v>44777</c:v>
                </c:pt>
                <c:pt idx="1117">
                  <c:v>44778</c:v>
                </c:pt>
                <c:pt idx="1118">
                  <c:v>44781</c:v>
                </c:pt>
                <c:pt idx="1119">
                  <c:v>44782</c:v>
                </c:pt>
                <c:pt idx="1120">
                  <c:v>44783</c:v>
                </c:pt>
                <c:pt idx="1121">
                  <c:v>44784</c:v>
                </c:pt>
                <c:pt idx="1122">
                  <c:v>44785</c:v>
                </c:pt>
                <c:pt idx="1123">
                  <c:v>44788</c:v>
                </c:pt>
                <c:pt idx="1124">
                  <c:v>44789</c:v>
                </c:pt>
                <c:pt idx="1125">
                  <c:v>44791</c:v>
                </c:pt>
                <c:pt idx="1126">
                  <c:v>44792</c:v>
                </c:pt>
                <c:pt idx="1127">
                  <c:v>44795</c:v>
                </c:pt>
                <c:pt idx="1128">
                  <c:v>44796</c:v>
                </c:pt>
                <c:pt idx="1129">
                  <c:v>44797</c:v>
                </c:pt>
                <c:pt idx="1130">
                  <c:v>44798</c:v>
                </c:pt>
                <c:pt idx="1131">
                  <c:v>44799</c:v>
                </c:pt>
                <c:pt idx="1132">
                  <c:v>44802</c:v>
                </c:pt>
                <c:pt idx="1133">
                  <c:v>44803</c:v>
                </c:pt>
                <c:pt idx="1134">
                  <c:v>44804</c:v>
                </c:pt>
                <c:pt idx="1135">
                  <c:v>44805</c:v>
                </c:pt>
                <c:pt idx="1136">
                  <c:v>44806</c:v>
                </c:pt>
                <c:pt idx="1137">
                  <c:v>44809</c:v>
                </c:pt>
                <c:pt idx="1138">
                  <c:v>44810</c:v>
                </c:pt>
                <c:pt idx="1139">
                  <c:v>44811</c:v>
                </c:pt>
                <c:pt idx="1140">
                  <c:v>44812</c:v>
                </c:pt>
                <c:pt idx="1141">
                  <c:v>44813</c:v>
                </c:pt>
                <c:pt idx="1142">
                  <c:v>44816</c:v>
                </c:pt>
                <c:pt idx="1143">
                  <c:v>44817</c:v>
                </c:pt>
                <c:pt idx="1144">
                  <c:v>44818</c:v>
                </c:pt>
                <c:pt idx="1145">
                  <c:v>44819</c:v>
                </c:pt>
                <c:pt idx="1146">
                  <c:v>44820</c:v>
                </c:pt>
                <c:pt idx="1147">
                  <c:v>44823</c:v>
                </c:pt>
                <c:pt idx="1148">
                  <c:v>44824</c:v>
                </c:pt>
                <c:pt idx="1149">
                  <c:v>44825</c:v>
                </c:pt>
                <c:pt idx="1150">
                  <c:v>44826</c:v>
                </c:pt>
                <c:pt idx="1151">
                  <c:v>44827</c:v>
                </c:pt>
                <c:pt idx="1152">
                  <c:v>44830</c:v>
                </c:pt>
                <c:pt idx="1153">
                  <c:v>44831</c:v>
                </c:pt>
                <c:pt idx="1154">
                  <c:v>44832</c:v>
                </c:pt>
                <c:pt idx="1155">
                  <c:v>44833</c:v>
                </c:pt>
                <c:pt idx="1156">
                  <c:v>44834</c:v>
                </c:pt>
                <c:pt idx="1157">
                  <c:v>44837</c:v>
                </c:pt>
                <c:pt idx="1158">
                  <c:v>44838</c:v>
                </c:pt>
                <c:pt idx="1159">
                  <c:v>44839</c:v>
                </c:pt>
                <c:pt idx="1160">
                  <c:v>44840</c:v>
                </c:pt>
                <c:pt idx="1161">
                  <c:v>44841</c:v>
                </c:pt>
                <c:pt idx="1162">
                  <c:v>44844</c:v>
                </c:pt>
                <c:pt idx="1163">
                  <c:v>44845</c:v>
                </c:pt>
                <c:pt idx="1164">
                  <c:v>44846</c:v>
                </c:pt>
                <c:pt idx="1165">
                  <c:v>44847</c:v>
                </c:pt>
                <c:pt idx="1166">
                  <c:v>44848</c:v>
                </c:pt>
                <c:pt idx="1167">
                  <c:v>44851</c:v>
                </c:pt>
                <c:pt idx="1168">
                  <c:v>44852</c:v>
                </c:pt>
                <c:pt idx="1169">
                  <c:v>44853</c:v>
                </c:pt>
                <c:pt idx="1170">
                  <c:v>44854</c:v>
                </c:pt>
                <c:pt idx="1171">
                  <c:v>44855</c:v>
                </c:pt>
                <c:pt idx="1172">
                  <c:v>44858</c:v>
                </c:pt>
                <c:pt idx="1173">
                  <c:v>44859</c:v>
                </c:pt>
                <c:pt idx="1174">
                  <c:v>44860</c:v>
                </c:pt>
                <c:pt idx="1175">
                  <c:v>44861</c:v>
                </c:pt>
                <c:pt idx="1176">
                  <c:v>44862</c:v>
                </c:pt>
                <c:pt idx="1177">
                  <c:v>44865</c:v>
                </c:pt>
                <c:pt idx="1178">
                  <c:v>44866</c:v>
                </c:pt>
                <c:pt idx="1179">
                  <c:v>44867</c:v>
                </c:pt>
                <c:pt idx="1180">
                  <c:v>44868</c:v>
                </c:pt>
                <c:pt idx="1181">
                  <c:v>44869</c:v>
                </c:pt>
                <c:pt idx="1182">
                  <c:v>44872</c:v>
                </c:pt>
                <c:pt idx="1183">
                  <c:v>44873</c:v>
                </c:pt>
                <c:pt idx="1184">
                  <c:v>44874</c:v>
                </c:pt>
                <c:pt idx="1185">
                  <c:v>44875</c:v>
                </c:pt>
                <c:pt idx="1186">
                  <c:v>44876</c:v>
                </c:pt>
                <c:pt idx="1187">
                  <c:v>44879</c:v>
                </c:pt>
                <c:pt idx="1188">
                  <c:v>44880</c:v>
                </c:pt>
                <c:pt idx="1189">
                  <c:v>44881</c:v>
                </c:pt>
                <c:pt idx="1190">
                  <c:v>44882</c:v>
                </c:pt>
                <c:pt idx="1191">
                  <c:v>44883</c:v>
                </c:pt>
                <c:pt idx="1192">
                  <c:v>44886</c:v>
                </c:pt>
                <c:pt idx="1193">
                  <c:v>44887</c:v>
                </c:pt>
                <c:pt idx="1194">
                  <c:v>44888</c:v>
                </c:pt>
                <c:pt idx="1195">
                  <c:v>44889</c:v>
                </c:pt>
                <c:pt idx="1196">
                  <c:v>44890</c:v>
                </c:pt>
                <c:pt idx="1197">
                  <c:v>44893</c:v>
                </c:pt>
                <c:pt idx="1198">
                  <c:v>44894</c:v>
                </c:pt>
                <c:pt idx="1199">
                  <c:v>44895</c:v>
                </c:pt>
                <c:pt idx="1200">
                  <c:v>44896</c:v>
                </c:pt>
                <c:pt idx="1201">
                  <c:v>44897</c:v>
                </c:pt>
                <c:pt idx="1202">
                  <c:v>44900</c:v>
                </c:pt>
                <c:pt idx="1203">
                  <c:v>44901</c:v>
                </c:pt>
                <c:pt idx="1204">
                  <c:v>44902</c:v>
                </c:pt>
                <c:pt idx="1205">
                  <c:v>44903</c:v>
                </c:pt>
                <c:pt idx="1206">
                  <c:v>44904</c:v>
                </c:pt>
                <c:pt idx="1207">
                  <c:v>44907</c:v>
                </c:pt>
                <c:pt idx="1208">
                  <c:v>44908</c:v>
                </c:pt>
                <c:pt idx="1209">
                  <c:v>44909</c:v>
                </c:pt>
                <c:pt idx="1210">
                  <c:v>44910</c:v>
                </c:pt>
                <c:pt idx="1211">
                  <c:v>44911</c:v>
                </c:pt>
                <c:pt idx="1212">
                  <c:v>44914</c:v>
                </c:pt>
                <c:pt idx="1213">
                  <c:v>44915</c:v>
                </c:pt>
                <c:pt idx="1214">
                  <c:v>44916</c:v>
                </c:pt>
                <c:pt idx="1215">
                  <c:v>44917</c:v>
                </c:pt>
                <c:pt idx="1216">
                  <c:v>44918</c:v>
                </c:pt>
                <c:pt idx="1217">
                  <c:v>44921</c:v>
                </c:pt>
                <c:pt idx="1218">
                  <c:v>44922</c:v>
                </c:pt>
                <c:pt idx="1219">
                  <c:v>44923</c:v>
                </c:pt>
                <c:pt idx="1220">
                  <c:v>44924</c:v>
                </c:pt>
                <c:pt idx="1221">
                  <c:v>44925</c:v>
                </c:pt>
                <c:pt idx="1222">
                  <c:v>44928</c:v>
                </c:pt>
                <c:pt idx="1223">
                  <c:v>44929</c:v>
                </c:pt>
                <c:pt idx="1224">
                  <c:v>44930</c:v>
                </c:pt>
                <c:pt idx="1225">
                  <c:v>44931</c:v>
                </c:pt>
                <c:pt idx="1226">
                  <c:v>44932</c:v>
                </c:pt>
                <c:pt idx="1227">
                  <c:v>44935</c:v>
                </c:pt>
                <c:pt idx="1228">
                  <c:v>44936</c:v>
                </c:pt>
                <c:pt idx="1229">
                  <c:v>44937</c:v>
                </c:pt>
                <c:pt idx="1230">
                  <c:v>44938</c:v>
                </c:pt>
                <c:pt idx="1231">
                  <c:v>44939</c:v>
                </c:pt>
                <c:pt idx="1232">
                  <c:v>44942</c:v>
                </c:pt>
                <c:pt idx="1233">
                  <c:v>44943</c:v>
                </c:pt>
                <c:pt idx="1234">
                  <c:v>44944</c:v>
                </c:pt>
                <c:pt idx="1235">
                  <c:v>44945</c:v>
                </c:pt>
                <c:pt idx="1236">
                  <c:v>44946</c:v>
                </c:pt>
                <c:pt idx="1237">
                  <c:v>44950</c:v>
                </c:pt>
                <c:pt idx="1238">
                  <c:v>44951</c:v>
                </c:pt>
                <c:pt idx="1239">
                  <c:v>44952</c:v>
                </c:pt>
                <c:pt idx="1240">
                  <c:v>44953</c:v>
                </c:pt>
                <c:pt idx="1241">
                  <c:v>44956</c:v>
                </c:pt>
                <c:pt idx="1242">
                  <c:v>44957</c:v>
                </c:pt>
                <c:pt idx="1243">
                  <c:v>44958</c:v>
                </c:pt>
                <c:pt idx="1244">
                  <c:v>44959</c:v>
                </c:pt>
                <c:pt idx="1245">
                  <c:v>44960</c:v>
                </c:pt>
                <c:pt idx="1246">
                  <c:v>44963</c:v>
                </c:pt>
                <c:pt idx="1247">
                  <c:v>44964</c:v>
                </c:pt>
                <c:pt idx="1248">
                  <c:v>44965</c:v>
                </c:pt>
                <c:pt idx="1249">
                  <c:v>44966</c:v>
                </c:pt>
                <c:pt idx="1250">
                  <c:v>44967</c:v>
                </c:pt>
                <c:pt idx="1251">
                  <c:v>44970</c:v>
                </c:pt>
                <c:pt idx="1252">
                  <c:v>44971</c:v>
                </c:pt>
                <c:pt idx="1253">
                  <c:v>44972</c:v>
                </c:pt>
                <c:pt idx="1254">
                  <c:v>44973</c:v>
                </c:pt>
                <c:pt idx="1255">
                  <c:v>44974</c:v>
                </c:pt>
                <c:pt idx="1256">
                  <c:v>44977</c:v>
                </c:pt>
                <c:pt idx="1257">
                  <c:v>44978</c:v>
                </c:pt>
                <c:pt idx="1258">
                  <c:v>44979</c:v>
                </c:pt>
                <c:pt idx="1259">
                  <c:v>44980</c:v>
                </c:pt>
                <c:pt idx="1260">
                  <c:v>44981</c:v>
                </c:pt>
                <c:pt idx="1261">
                  <c:v>44984</c:v>
                </c:pt>
                <c:pt idx="1262">
                  <c:v>44985</c:v>
                </c:pt>
                <c:pt idx="1263">
                  <c:v>44986</c:v>
                </c:pt>
                <c:pt idx="1264">
                  <c:v>44987</c:v>
                </c:pt>
                <c:pt idx="1265">
                  <c:v>44988</c:v>
                </c:pt>
                <c:pt idx="1266">
                  <c:v>44991</c:v>
                </c:pt>
                <c:pt idx="1267">
                  <c:v>44992</c:v>
                </c:pt>
                <c:pt idx="1268">
                  <c:v>44993</c:v>
                </c:pt>
                <c:pt idx="1269">
                  <c:v>44994</c:v>
                </c:pt>
                <c:pt idx="1270">
                  <c:v>44995</c:v>
                </c:pt>
                <c:pt idx="1271">
                  <c:v>44998</c:v>
                </c:pt>
                <c:pt idx="1272">
                  <c:v>44999</c:v>
                </c:pt>
                <c:pt idx="1273">
                  <c:v>45000</c:v>
                </c:pt>
                <c:pt idx="1274">
                  <c:v>45001</c:v>
                </c:pt>
                <c:pt idx="1275">
                  <c:v>45002</c:v>
                </c:pt>
                <c:pt idx="1276">
                  <c:v>45005</c:v>
                </c:pt>
                <c:pt idx="1277">
                  <c:v>45006</c:v>
                </c:pt>
                <c:pt idx="1278">
                  <c:v>45009</c:v>
                </c:pt>
                <c:pt idx="1279">
                  <c:v>45012</c:v>
                </c:pt>
                <c:pt idx="1280">
                  <c:v>45013</c:v>
                </c:pt>
                <c:pt idx="1281">
                  <c:v>45014</c:v>
                </c:pt>
                <c:pt idx="1282">
                  <c:v>45015</c:v>
                </c:pt>
                <c:pt idx="1283">
                  <c:v>45016</c:v>
                </c:pt>
                <c:pt idx="1284">
                  <c:v>45019</c:v>
                </c:pt>
                <c:pt idx="1285">
                  <c:v>45020</c:v>
                </c:pt>
                <c:pt idx="1286">
                  <c:v>45021</c:v>
                </c:pt>
                <c:pt idx="1287">
                  <c:v>45022</c:v>
                </c:pt>
                <c:pt idx="1288">
                  <c:v>45026</c:v>
                </c:pt>
                <c:pt idx="1289">
                  <c:v>45027</c:v>
                </c:pt>
                <c:pt idx="1290">
                  <c:v>45028</c:v>
                </c:pt>
                <c:pt idx="1291">
                  <c:v>45029</c:v>
                </c:pt>
                <c:pt idx="1292">
                  <c:v>45030</c:v>
                </c:pt>
                <c:pt idx="1293">
                  <c:v>45033</c:v>
                </c:pt>
                <c:pt idx="1294">
                  <c:v>45034</c:v>
                </c:pt>
                <c:pt idx="1295">
                  <c:v>45042</c:v>
                </c:pt>
                <c:pt idx="1296">
                  <c:v>45043</c:v>
                </c:pt>
                <c:pt idx="1297">
                  <c:v>45044</c:v>
                </c:pt>
                <c:pt idx="1298">
                  <c:v>45048</c:v>
                </c:pt>
                <c:pt idx="1299">
                  <c:v>45049</c:v>
                </c:pt>
                <c:pt idx="1300">
                  <c:v>45050</c:v>
                </c:pt>
                <c:pt idx="1301">
                  <c:v>45051</c:v>
                </c:pt>
                <c:pt idx="1302">
                  <c:v>45054</c:v>
                </c:pt>
                <c:pt idx="1303">
                  <c:v>45055</c:v>
                </c:pt>
                <c:pt idx="1304">
                  <c:v>45056</c:v>
                </c:pt>
                <c:pt idx="1305">
                  <c:v>45057</c:v>
                </c:pt>
                <c:pt idx="1306">
                  <c:v>45058</c:v>
                </c:pt>
                <c:pt idx="1307">
                  <c:v>45061</c:v>
                </c:pt>
                <c:pt idx="1308">
                  <c:v>45062</c:v>
                </c:pt>
                <c:pt idx="1309">
                  <c:v>45063</c:v>
                </c:pt>
                <c:pt idx="1310">
                  <c:v>45065</c:v>
                </c:pt>
                <c:pt idx="1311">
                  <c:v>45068</c:v>
                </c:pt>
                <c:pt idx="1312">
                  <c:v>45069</c:v>
                </c:pt>
                <c:pt idx="1313">
                  <c:v>45070</c:v>
                </c:pt>
                <c:pt idx="1314">
                  <c:v>45071</c:v>
                </c:pt>
                <c:pt idx="1315">
                  <c:v>45072</c:v>
                </c:pt>
                <c:pt idx="1316">
                  <c:v>45075</c:v>
                </c:pt>
                <c:pt idx="1317">
                  <c:v>45076</c:v>
                </c:pt>
                <c:pt idx="1318">
                  <c:v>45077</c:v>
                </c:pt>
                <c:pt idx="1319">
                  <c:v>45082</c:v>
                </c:pt>
                <c:pt idx="1320">
                  <c:v>45083</c:v>
                </c:pt>
                <c:pt idx="1321">
                  <c:v>45084</c:v>
                </c:pt>
                <c:pt idx="1322">
                  <c:v>45085</c:v>
                </c:pt>
                <c:pt idx="1323">
                  <c:v>45086</c:v>
                </c:pt>
                <c:pt idx="1324">
                  <c:v>45089</c:v>
                </c:pt>
                <c:pt idx="1325">
                  <c:v>45090</c:v>
                </c:pt>
                <c:pt idx="1326">
                  <c:v>45091</c:v>
                </c:pt>
                <c:pt idx="1327">
                  <c:v>45092</c:v>
                </c:pt>
                <c:pt idx="1328">
                  <c:v>45093</c:v>
                </c:pt>
                <c:pt idx="1329">
                  <c:v>45096</c:v>
                </c:pt>
                <c:pt idx="1330">
                  <c:v>45097</c:v>
                </c:pt>
                <c:pt idx="1331">
                  <c:v>45098</c:v>
                </c:pt>
                <c:pt idx="1332">
                  <c:v>45099</c:v>
                </c:pt>
                <c:pt idx="1333">
                  <c:v>45100</c:v>
                </c:pt>
                <c:pt idx="1334">
                  <c:v>45103</c:v>
                </c:pt>
                <c:pt idx="1335">
                  <c:v>45104</c:v>
                </c:pt>
                <c:pt idx="1336">
                  <c:v>45110</c:v>
                </c:pt>
                <c:pt idx="1337">
                  <c:v>45111</c:v>
                </c:pt>
                <c:pt idx="1338">
                  <c:v>45112</c:v>
                </c:pt>
                <c:pt idx="1339">
                  <c:v>45113</c:v>
                </c:pt>
                <c:pt idx="1340">
                  <c:v>45114</c:v>
                </c:pt>
                <c:pt idx="1341">
                  <c:v>45117</c:v>
                </c:pt>
                <c:pt idx="1342">
                  <c:v>45118</c:v>
                </c:pt>
                <c:pt idx="1343">
                  <c:v>45119</c:v>
                </c:pt>
                <c:pt idx="1344">
                  <c:v>45120</c:v>
                </c:pt>
                <c:pt idx="1345">
                  <c:v>45121</c:v>
                </c:pt>
                <c:pt idx="1346">
                  <c:v>45124</c:v>
                </c:pt>
                <c:pt idx="1347">
                  <c:v>45125</c:v>
                </c:pt>
                <c:pt idx="1348">
                  <c:v>45127</c:v>
                </c:pt>
                <c:pt idx="1349">
                  <c:v>45128</c:v>
                </c:pt>
                <c:pt idx="1350">
                  <c:v>45131</c:v>
                </c:pt>
                <c:pt idx="1351">
                  <c:v>45132</c:v>
                </c:pt>
                <c:pt idx="1352">
                  <c:v>45133</c:v>
                </c:pt>
                <c:pt idx="1353">
                  <c:v>45134</c:v>
                </c:pt>
                <c:pt idx="1354">
                  <c:v>45135</c:v>
                </c:pt>
                <c:pt idx="1355">
                  <c:v>45138</c:v>
                </c:pt>
                <c:pt idx="1356">
                  <c:v>45139</c:v>
                </c:pt>
                <c:pt idx="1357">
                  <c:v>45140</c:v>
                </c:pt>
                <c:pt idx="1358">
                  <c:v>45141</c:v>
                </c:pt>
                <c:pt idx="1359">
                  <c:v>45142</c:v>
                </c:pt>
                <c:pt idx="1360">
                  <c:v>45145</c:v>
                </c:pt>
                <c:pt idx="1361">
                  <c:v>45146</c:v>
                </c:pt>
                <c:pt idx="1362">
                  <c:v>45147</c:v>
                </c:pt>
                <c:pt idx="1363">
                  <c:v>45148</c:v>
                </c:pt>
                <c:pt idx="1364">
                  <c:v>45149</c:v>
                </c:pt>
                <c:pt idx="1365">
                  <c:v>45152</c:v>
                </c:pt>
                <c:pt idx="1366">
                  <c:v>45153</c:v>
                </c:pt>
                <c:pt idx="1367">
                  <c:v>45154</c:v>
                </c:pt>
                <c:pt idx="1368">
                  <c:v>45156</c:v>
                </c:pt>
                <c:pt idx="1369">
                  <c:v>45159</c:v>
                </c:pt>
                <c:pt idx="1370">
                  <c:v>45160</c:v>
                </c:pt>
                <c:pt idx="1371">
                  <c:v>45161</c:v>
                </c:pt>
                <c:pt idx="1372">
                  <c:v>45162</c:v>
                </c:pt>
                <c:pt idx="1373">
                  <c:v>45163</c:v>
                </c:pt>
                <c:pt idx="1374">
                  <c:v>45166</c:v>
                </c:pt>
                <c:pt idx="1375">
                  <c:v>45167</c:v>
                </c:pt>
                <c:pt idx="1376">
                  <c:v>45168</c:v>
                </c:pt>
                <c:pt idx="1377">
                  <c:v>45169</c:v>
                </c:pt>
                <c:pt idx="1378">
                  <c:v>45170</c:v>
                </c:pt>
                <c:pt idx="1379">
                  <c:v>45173</c:v>
                </c:pt>
                <c:pt idx="1380">
                  <c:v>45174</c:v>
                </c:pt>
                <c:pt idx="1381">
                  <c:v>45175</c:v>
                </c:pt>
                <c:pt idx="1382">
                  <c:v>45176</c:v>
                </c:pt>
                <c:pt idx="1383">
                  <c:v>45177</c:v>
                </c:pt>
                <c:pt idx="1384">
                  <c:v>45180</c:v>
                </c:pt>
                <c:pt idx="1385">
                  <c:v>45181</c:v>
                </c:pt>
                <c:pt idx="1386">
                  <c:v>45182</c:v>
                </c:pt>
                <c:pt idx="1387">
                  <c:v>45183</c:v>
                </c:pt>
                <c:pt idx="1388">
                  <c:v>45184</c:v>
                </c:pt>
                <c:pt idx="1389">
                  <c:v>45187</c:v>
                </c:pt>
                <c:pt idx="1390">
                  <c:v>45188</c:v>
                </c:pt>
                <c:pt idx="1391">
                  <c:v>45189</c:v>
                </c:pt>
                <c:pt idx="1392">
                  <c:v>45190</c:v>
                </c:pt>
                <c:pt idx="1393">
                  <c:v>45191</c:v>
                </c:pt>
                <c:pt idx="1394">
                  <c:v>45194</c:v>
                </c:pt>
                <c:pt idx="1395">
                  <c:v>45195</c:v>
                </c:pt>
                <c:pt idx="1396">
                  <c:v>45196</c:v>
                </c:pt>
                <c:pt idx="1397">
                  <c:v>45198</c:v>
                </c:pt>
                <c:pt idx="1398">
                  <c:v>45201</c:v>
                </c:pt>
                <c:pt idx="1399">
                  <c:v>45202</c:v>
                </c:pt>
                <c:pt idx="1400">
                  <c:v>45203</c:v>
                </c:pt>
                <c:pt idx="1401">
                  <c:v>45204</c:v>
                </c:pt>
                <c:pt idx="1402">
                  <c:v>45205</c:v>
                </c:pt>
                <c:pt idx="1403">
                  <c:v>45208</c:v>
                </c:pt>
                <c:pt idx="1404">
                  <c:v>45209</c:v>
                </c:pt>
                <c:pt idx="1405">
                  <c:v>45210</c:v>
                </c:pt>
                <c:pt idx="1406">
                  <c:v>45211</c:v>
                </c:pt>
                <c:pt idx="1407">
                  <c:v>45212</c:v>
                </c:pt>
                <c:pt idx="1408">
                  <c:v>45215</c:v>
                </c:pt>
                <c:pt idx="1409">
                  <c:v>45216</c:v>
                </c:pt>
                <c:pt idx="1410">
                  <c:v>45217</c:v>
                </c:pt>
                <c:pt idx="1411">
                  <c:v>45218</c:v>
                </c:pt>
                <c:pt idx="1412">
                  <c:v>45219</c:v>
                </c:pt>
                <c:pt idx="1413">
                  <c:v>45222</c:v>
                </c:pt>
                <c:pt idx="1414">
                  <c:v>45223</c:v>
                </c:pt>
                <c:pt idx="1415">
                  <c:v>45224</c:v>
                </c:pt>
                <c:pt idx="1416">
                  <c:v>45225</c:v>
                </c:pt>
                <c:pt idx="1417">
                  <c:v>45226</c:v>
                </c:pt>
                <c:pt idx="1418">
                  <c:v>45229</c:v>
                </c:pt>
                <c:pt idx="1419">
                  <c:v>45230</c:v>
                </c:pt>
                <c:pt idx="1420">
                  <c:v>45231</c:v>
                </c:pt>
                <c:pt idx="1421">
                  <c:v>45232</c:v>
                </c:pt>
                <c:pt idx="1422">
                  <c:v>45233</c:v>
                </c:pt>
                <c:pt idx="1423">
                  <c:v>45236</c:v>
                </c:pt>
                <c:pt idx="1424">
                  <c:v>45237</c:v>
                </c:pt>
                <c:pt idx="1425">
                  <c:v>45238</c:v>
                </c:pt>
                <c:pt idx="1426">
                  <c:v>45239</c:v>
                </c:pt>
                <c:pt idx="1427">
                  <c:v>45240</c:v>
                </c:pt>
                <c:pt idx="1428">
                  <c:v>45243</c:v>
                </c:pt>
                <c:pt idx="1429">
                  <c:v>45244</c:v>
                </c:pt>
                <c:pt idx="1430">
                  <c:v>45245</c:v>
                </c:pt>
                <c:pt idx="1431">
                  <c:v>45246</c:v>
                </c:pt>
                <c:pt idx="1432">
                  <c:v>45247</c:v>
                </c:pt>
                <c:pt idx="1433">
                  <c:v>45250</c:v>
                </c:pt>
                <c:pt idx="1434">
                  <c:v>45251</c:v>
                </c:pt>
                <c:pt idx="1435">
                  <c:v>45252</c:v>
                </c:pt>
                <c:pt idx="1436">
                  <c:v>45253</c:v>
                </c:pt>
                <c:pt idx="1437">
                  <c:v>45254</c:v>
                </c:pt>
                <c:pt idx="1438">
                  <c:v>45257</c:v>
                </c:pt>
                <c:pt idx="1439">
                  <c:v>45258</c:v>
                </c:pt>
                <c:pt idx="1440">
                  <c:v>45259</c:v>
                </c:pt>
                <c:pt idx="1441">
                  <c:v>45260</c:v>
                </c:pt>
                <c:pt idx="1442">
                  <c:v>45261</c:v>
                </c:pt>
                <c:pt idx="1443">
                  <c:v>45264</c:v>
                </c:pt>
                <c:pt idx="1444">
                  <c:v>45265</c:v>
                </c:pt>
                <c:pt idx="1445">
                  <c:v>45266</c:v>
                </c:pt>
                <c:pt idx="1446">
                  <c:v>45267</c:v>
                </c:pt>
                <c:pt idx="1447">
                  <c:v>45268</c:v>
                </c:pt>
                <c:pt idx="1448">
                  <c:v>45271</c:v>
                </c:pt>
                <c:pt idx="1449">
                  <c:v>45272</c:v>
                </c:pt>
                <c:pt idx="1450">
                  <c:v>45273</c:v>
                </c:pt>
                <c:pt idx="1451">
                  <c:v>45274</c:v>
                </c:pt>
                <c:pt idx="1452">
                  <c:v>45275</c:v>
                </c:pt>
                <c:pt idx="1453">
                  <c:v>45278</c:v>
                </c:pt>
                <c:pt idx="1454">
                  <c:v>45279</c:v>
                </c:pt>
                <c:pt idx="1455">
                  <c:v>45280</c:v>
                </c:pt>
                <c:pt idx="1456">
                  <c:v>45281</c:v>
                </c:pt>
                <c:pt idx="1457">
                  <c:v>45282</c:v>
                </c:pt>
                <c:pt idx="1458">
                  <c:v>45287</c:v>
                </c:pt>
                <c:pt idx="1459">
                  <c:v>45288</c:v>
                </c:pt>
                <c:pt idx="1460">
                  <c:v>45289</c:v>
                </c:pt>
                <c:pt idx="1461">
                  <c:v>45293</c:v>
                </c:pt>
                <c:pt idx="1462">
                  <c:v>45294</c:v>
                </c:pt>
                <c:pt idx="1463">
                  <c:v>45295</c:v>
                </c:pt>
                <c:pt idx="1464">
                  <c:v>45296</c:v>
                </c:pt>
                <c:pt idx="1465">
                  <c:v>45299</c:v>
                </c:pt>
                <c:pt idx="1466">
                  <c:v>45300</c:v>
                </c:pt>
                <c:pt idx="1467">
                  <c:v>45301</c:v>
                </c:pt>
                <c:pt idx="1468">
                  <c:v>45302</c:v>
                </c:pt>
                <c:pt idx="1469">
                  <c:v>45303</c:v>
                </c:pt>
                <c:pt idx="1470">
                  <c:v>45306</c:v>
                </c:pt>
                <c:pt idx="1471">
                  <c:v>45307</c:v>
                </c:pt>
                <c:pt idx="1472">
                  <c:v>45308</c:v>
                </c:pt>
                <c:pt idx="1473">
                  <c:v>45309</c:v>
                </c:pt>
                <c:pt idx="1474">
                  <c:v>45310</c:v>
                </c:pt>
                <c:pt idx="1475">
                  <c:v>45313</c:v>
                </c:pt>
                <c:pt idx="1476">
                  <c:v>45314</c:v>
                </c:pt>
                <c:pt idx="1477">
                  <c:v>45315</c:v>
                </c:pt>
                <c:pt idx="1478">
                  <c:v>45316</c:v>
                </c:pt>
                <c:pt idx="1479">
                  <c:v>45317</c:v>
                </c:pt>
                <c:pt idx="1480">
                  <c:v>45320</c:v>
                </c:pt>
                <c:pt idx="1481">
                  <c:v>45321</c:v>
                </c:pt>
                <c:pt idx="1482">
                  <c:v>45322</c:v>
                </c:pt>
                <c:pt idx="1483">
                  <c:v>45323</c:v>
                </c:pt>
                <c:pt idx="1484">
                  <c:v>45324</c:v>
                </c:pt>
                <c:pt idx="1485">
                  <c:v>45327</c:v>
                </c:pt>
                <c:pt idx="1486">
                  <c:v>45328</c:v>
                </c:pt>
                <c:pt idx="1487">
                  <c:v>45329</c:v>
                </c:pt>
                <c:pt idx="1488">
                  <c:v>45334</c:v>
                </c:pt>
                <c:pt idx="1489">
                  <c:v>45335</c:v>
                </c:pt>
                <c:pt idx="1490">
                  <c:v>45337</c:v>
                </c:pt>
                <c:pt idx="1491">
                  <c:v>45338</c:v>
                </c:pt>
                <c:pt idx="1492">
                  <c:v>45341</c:v>
                </c:pt>
                <c:pt idx="1493">
                  <c:v>45342</c:v>
                </c:pt>
                <c:pt idx="1494">
                  <c:v>45343</c:v>
                </c:pt>
                <c:pt idx="1495">
                  <c:v>45344</c:v>
                </c:pt>
                <c:pt idx="1496">
                  <c:v>45345</c:v>
                </c:pt>
                <c:pt idx="1497">
                  <c:v>45348</c:v>
                </c:pt>
                <c:pt idx="1498">
                  <c:v>45349</c:v>
                </c:pt>
                <c:pt idx="1499">
                  <c:v>45350</c:v>
                </c:pt>
                <c:pt idx="1500">
                  <c:v>45351</c:v>
                </c:pt>
                <c:pt idx="1501">
                  <c:v>45352</c:v>
                </c:pt>
                <c:pt idx="1502">
                  <c:v>45355</c:v>
                </c:pt>
                <c:pt idx="1503">
                  <c:v>45356</c:v>
                </c:pt>
                <c:pt idx="1504">
                  <c:v>45357</c:v>
                </c:pt>
                <c:pt idx="1505">
                  <c:v>45358</c:v>
                </c:pt>
                <c:pt idx="1506">
                  <c:v>45359</c:v>
                </c:pt>
                <c:pt idx="1507">
                  <c:v>45364</c:v>
                </c:pt>
                <c:pt idx="1508">
                  <c:v>45365</c:v>
                </c:pt>
                <c:pt idx="1509">
                  <c:v>45366</c:v>
                </c:pt>
                <c:pt idx="1510">
                  <c:v>45369</c:v>
                </c:pt>
                <c:pt idx="1511">
                  <c:v>45370</c:v>
                </c:pt>
                <c:pt idx="1512">
                  <c:v>45371</c:v>
                </c:pt>
                <c:pt idx="1513">
                  <c:v>45372</c:v>
                </c:pt>
                <c:pt idx="1514">
                  <c:v>45373</c:v>
                </c:pt>
                <c:pt idx="1515">
                  <c:v>45376</c:v>
                </c:pt>
                <c:pt idx="1516">
                  <c:v>45377</c:v>
                </c:pt>
                <c:pt idx="1517">
                  <c:v>45378</c:v>
                </c:pt>
                <c:pt idx="1518">
                  <c:v>45379</c:v>
                </c:pt>
                <c:pt idx="1519">
                  <c:v>45383</c:v>
                </c:pt>
                <c:pt idx="1520">
                  <c:v>45384</c:v>
                </c:pt>
                <c:pt idx="1521">
                  <c:v>45385</c:v>
                </c:pt>
                <c:pt idx="1522">
                  <c:v>45386</c:v>
                </c:pt>
                <c:pt idx="1523">
                  <c:v>45387</c:v>
                </c:pt>
                <c:pt idx="1524">
                  <c:v>45398</c:v>
                </c:pt>
                <c:pt idx="1525">
                  <c:v>45399</c:v>
                </c:pt>
                <c:pt idx="1526">
                  <c:v>45400</c:v>
                </c:pt>
                <c:pt idx="1527">
                  <c:v>45401</c:v>
                </c:pt>
                <c:pt idx="1528">
                  <c:v>45404</c:v>
                </c:pt>
                <c:pt idx="1529">
                  <c:v>45405</c:v>
                </c:pt>
                <c:pt idx="1530">
                  <c:v>45406</c:v>
                </c:pt>
                <c:pt idx="1531">
                  <c:v>45407</c:v>
                </c:pt>
                <c:pt idx="1532">
                  <c:v>45408</c:v>
                </c:pt>
                <c:pt idx="1533">
                  <c:v>45411</c:v>
                </c:pt>
                <c:pt idx="1534">
                  <c:v>45412</c:v>
                </c:pt>
                <c:pt idx="1535">
                  <c:v>45414</c:v>
                </c:pt>
                <c:pt idx="1536">
                  <c:v>45415</c:v>
                </c:pt>
                <c:pt idx="1537">
                  <c:v>45418</c:v>
                </c:pt>
                <c:pt idx="1538">
                  <c:v>45419</c:v>
                </c:pt>
                <c:pt idx="1539">
                  <c:v>45420</c:v>
                </c:pt>
                <c:pt idx="1540">
                  <c:v>45425</c:v>
                </c:pt>
                <c:pt idx="1541">
                  <c:v>45426</c:v>
                </c:pt>
                <c:pt idx="1542">
                  <c:v>45427</c:v>
                </c:pt>
                <c:pt idx="1543">
                  <c:v>45428</c:v>
                </c:pt>
                <c:pt idx="1544">
                  <c:v>45429</c:v>
                </c:pt>
                <c:pt idx="1545">
                  <c:v>45432</c:v>
                </c:pt>
                <c:pt idx="1546">
                  <c:v>45433</c:v>
                </c:pt>
                <c:pt idx="1547">
                  <c:v>45434</c:v>
                </c:pt>
                <c:pt idx="1548">
                  <c:v>45439</c:v>
                </c:pt>
                <c:pt idx="1549">
                  <c:v>45440</c:v>
                </c:pt>
                <c:pt idx="1550">
                  <c:v>45441</c:v>
                </c:pt>
                <c:pt idx="1551">
                  <c:v>45442</c:v>
                </c:pt>
                <c:pt idx="1552">
                  <c:v>45443</c:v>
                </c:pt>
                <c:pt idx="1553">
                  <c:v>45446</c:v>
                </c:pt>
                <c:pt idx="1554">
                  <c:v>45447</c:v>
                </c:pt>
                <c:pt idx="1555">
                  <c:v>45448</c:v>
                </c:pt>
                <c:pt idx="1556">
                  <c:v>45449</c:v>
                </c:pt>
                <c:pt idx="1557">
                  <c:v>45450</c:v>
                </c:pt>
                <c:pt idx="1558">
                  <c:v>45453</c:v>
                </c:pt>
                <c:pt idx="1559">
                  <c:v>45454</c:v>
                </c:pt>
                <c:pt idx="1560">
                  <c:v>45455</c:v>
                </c:pt>
                <c:pt idx="1561">
                  <c:v>45456</c:v>
                </c:pt>
                <c:pt idx="1562">
                  <c:v>45457</c:v>
                </c:pt>
                <c:pt idx="1563">
                  <c:v>45462</c:v>
                </c:pt>
                <c:pt idx="1564">
                  <c:v>45463</c:v>
                </c:pt>
                <c:pt idx="1565">
                  <c:v>45464</c:v>
                </c:pt>
                <c:pt idx="1566">
                  <c:v>45467</c:v>
                </c:pt>
                <c:pt idx="1567">
                  <c:v>45468</c:v>
                </c:pt>
                <c:pt idx="1568">
                  <c:v>45469</c:v>
                </c:pt>
                <c:pt idx="1569">
                  <c:v>45470</c:v>
                </c:pt>
                <c:pt idx="1570">
                  <c:v>45471</c:v>
                </c:pt>
                <c:pt idx="1571">
                  <c:v>45474</c:v>
                </c:pt>
                <c:pt idx="1572">
                  <c:v>45475</c:v>
                </c:pt>
                <c:pt idx="1573">
                  <c:v>45476</c:v>
                </c:pt>
                <c:pt idx="1574">
                  <c:v>45477</c:v>
                </c:pt>
                <c:pt idx="1575">
                  <c:v>45478</c:v>
                </c:pt>
                <c:pt idx="1576">
                  <c:v>45481</c:v>
                </c:pt>
                <c:pt idx="1577">
                  <c:v>45482</c:v>
                </c:pt>
                <c:pt idx="1578">
                  <c:v>45483</c:v>
                </c:pt>
                <c:pt idx="1579">
                  <c:v>45484</c:v>
                </c:pt>
                <c:pt idx="1580">
                  <c:v>45485</c:v>
                </c:pt>
                <c:pt idx="1581">
                  <c:v>45488</c:v>
                </c:pt>
                <c:pt idx="1582">
                  <c:v>45489</c:v>
                </c:pt>
                <c:pt idx="1583">
                  <c:v>45490</c:v>
                </c:pt>
                <c:pt idx="1584">
                  <c:v>45491</c:v>
                </c:pt>
                <c:pt idx="1585">
                  <c:v>45492</c:v>
                </c:pt>
                <c:pt idx="1586">
                  <c:v>45495</c:v>
                </c:pt>
                <c:pt idx="1587">
                  <c:v>45496</c:v>
                </c:pt>
                <c:pt idx="1588">
                  <c:v>45497</c:v>
                </c:pt>
                <c:pt idx="1589">
                  <c:v>45498</c:v>
                </c:pt>
                <c:pt idx="1590">
                  <c:v>45499</c:v>
                </c:pt>
                <c:pt idx="1591">
                  <c:v>45502</c:v>
                </c:pt>
                <c:pt idx="1592">
                  <c:v>45503</c:v>
                </c:pt>
                <c:pt idx="1593">
                  <c:v>45504</c:v>
                </c:pt>
                <c:pt idx="1594">
                  <c:v>45505</c:v>
                </c:pt>
                <c:pt idx="1595">
                  <c:v>45506</c:v>
                </c:pt>
                <c:pt idx="1596">
                  <c:v>45509</c:v>
                </c:pt>
                <c:pt idx="1597">
                  <c:v>45510</c:v>
                </c:pt>
                <c:pt idx="1598">
                  <c:v>45511</c:v>
                </c:pt>
                <c:pt idx="1599">
                  <c:v>45512</c:v>
                </c:pt>
                <c:pt idx="1600">
                  <c:v>45513</c:v>
                </c:pt>
                <c:pt idx="1601">
                  <c:v>45516</c:v>
                </c:pt>
                <c:pt idx="1602">
                  <c:v>45517</c:v>
                </c:pt>
                <c:pt idx="1603">
                  <c:v>45518</c:v>
                </c:pt>
                <c:pt idx="1604">
                  <c:v>45519</c:v>
                </c:pt>
                <c:pt idx="1605">
                  <c:v>45520</c:v>
                </c:pt>
                <c:pt idx="1606">
                  <c:v>45523</c:v>
                </c:pt>
                <c:pt idx="1607">
                  <c:v>45524</c:v>
                </c:pt>
                <c:pt idx="1608">
                  <c:v>45525</c:v>
                </c:pt>
                <c:pt idx="1609">
                  <c:v>45526</c:v>
                </c:pt>
                <c:pt idx="1610">
                  <c:v>45527</c:v>
                </c:pt>
                <c:pt idx="1611">
                  <c:v>45530</c:v>
                </c:pt>
                <c:pt idx="1612">
                  <c:v>45531</c:v>
                </c:pt>
                <c:pt idx="1613">
                  <c:v>45532</c:v>
                </c:pt>
                <c:pt idx="1614">
                  <c:v>45533</c:v>
                </c:pt>
                <c:pt idx="1615">
                  <c:v>45534</c:v>
                </c:pt>
                <c:pt idx="1616">
                  <c:v>45537</c:v>
                </c:pt>
                <c:pt idx="1617">
                  <c:v>45538</c:v>
                </c:pt>
                <c:pt idx="1618">
                  <c:v>45539</c:v>
                </c:pt>
                <c:pt idx="1619">
                  <c:v>45540</c:v>
                </c:pt>
                <c:pt idx="1620">
                  <c:v>45541</c:v>
                </c:pt>
                <c:pt idx="1621">
                  <c:v>45544</c:v>
                </c:pt>
                <c:pt idx="1622">
                  <c:v>45545</c:v>
                </c:pt>
                <c:pt idx="1623">
                  <c:v>45546</c:v>
                </c:pt>
                <c:pt idx="1624">
                  <c:v>45547</c:v>
                </c:pt>
                <c:pt idx="1625">
                  <c:v>45548</c:v>
                </c:pt>
                <c:pt idx="1626">
                  <c:v>45552</c:v>
                </c:pt>
                <c:pt idx="1627">
                  <c:v>45553</c:v>
                </c:pt>
                <c:pt idx="1628">
                  <c:v>45554</c:v>
                </c:pt>
                <c:pt idx="1629">
                  <c:v>45555</c:v>
                </c:pt>
                <c:pt idx="1630">
                  <c:v>45558</c:v>
                </c:pt>
                <c:pt idx="1631">
                  <c:v>45559</c:v>
                </c:pt>
                <c:pt idx="1632">
                  <c:v>45560</c:v>
                </c:pt>
                <c:pt idx="1633">
                  <c:v>45561</c:v>
                </c:pt>
                <c:pt idx="1634">
                  <c:v>45562</c:v>
                </c:pt>
                <c:pt idx="1635">
                  <c:v>45565</c:v>
                </c:pt>
                <c:pt idx="1636">
                  <c:v>45566</c:v>
                </c:pt>
                <c:pt idx="1637">
                  <c:v>45567</c:v>
                </c:pt>
                <c:pt idx="1638">
                  <c:v>45568</c:v>
                </c:pt>
                <c:pt idx="1639">
                  <c:v>45569</c:v>
                </c:pt>
                <c:pt idx="1640">
                  <c:v>45572</c:v>
                </c:pt>
                <c:pt idx="1641">
                  <c:v>45573</c:v>
                </c:pt>
                <c:pt idx="1642">
                  <c:v>45574</c:v>
                </c:pt>
                <c:pt idx="1643">
                  <c:v>45575</c:v>
                </c:pt>
                <c:pt idx="1644">
                  <c:v>45576</c:v>
                </c:pt>
                <c:pt idx="1645">
                  <c:v>45579</c:v>
                </c:pt>
                <c:pt idx="1646">
                  <c:v>45580</c:v>
                </c:pt>
                <c:pt idx="1647">
                  <c:v>45581</c:v>
                </c:pt>
                <c:pt idx="1648">
                  <c:v>45582</c:v>
                </c:pt>
                <c:pt idx="1649">
                  <c:v>45583</c:v>
                </c:pt>
                <c:pt idx="1650">
                  <c:v>45586</c:v>
                </c:pt>
                <c:pt idx="1651">
                  <c:v>45587</c:v>
                </c:pt>
                <c:pt idx="1652">
                  <c:v>45588</c:v>
                </c:pt>
                <c:pt idx="1653">
                  <c:v>45589</c:v>
                </c:pt>
                <c:pt idx="1654">
                  <c:v>45590</c:v>
                </c:pt>
                <c:pt idx="1655">
                  <c:v>45593</c:v>
                </c:pt>
                <c:pt idx="1656">
                  <c:v>45594</c:v>
                </c:pt>
                <c:pt idx="1657">
                  <c:v>45595</c:v>
                </c:pt>
                <c:pt idx="1658">
                  <c:v>45596</c:v>
                </c:pt>
                <c:pt idx="1659">
                  <c:v>45597</c:v>
                </c:pt>
                <c:pt idx="1660">
                  <c:v>45600</c:v>
                </c:pt>
                <c:pt idx="1661">
                  <c:v>45601</c:v>
                </c:pt>
                <c:pt idx="1662">
                  <c:v>45602</c:v>
                </c:pt>
                <c:pt idx="1663">
                  <c:v>45603</c:v>
                </c:pt>
                <c:pt idx="1664">
                  <c:v>45604</c:v>
                </c:pt>
                <c:pt idx="1665">
                  <c:v>45607</c:v>
                </c:pt>
                <c:pt idx="1666">
                  <c:v>45608</c:v>
                </c:pt>
                <c:pt idx="1667">
                  <c:v>45609</c:v>
                </c:pt>
                <c:pt idx="1668">
                  <c:v>45610</c:v>
                </c:pt>
                <c:pt idx="1669">
                  <c:v>45611</c:v>
                </c:pt>
                <c:pt idx="1670">
                  <c:v>45614</c:v>
                </c:pt>
                <c:pt idx="1671">
                  <c:v>45615</c:v>
                </c:pt>
                <c:pt idx="1672">
                  <c:v>45616</c:v>
                </c:pt>
                <c:pt idx="1673">
                  <c:v>45617</c:v>
                </c:pt>
                <c:pt idx="1674">
                  <c:v>45618</c:v>
                </c:pt>
                <c:pt idx="1675">
                  <c:v>45621</c:v>
                </c:pt>
                <c:pt idx="1676">
                  <c:v>45622</c:v>
                </c:pt>
                <c:pt idx="1677">
                  <c:v>45623</c:v>
                </c:pt>
                <c:pt idx="1678">
                  <c:v>45624</c:v>
                </c:pt>
                <c:pt idx="1679">
                  <c:v>45625</c:v>
                </c:pt>
                <c:pt idx="1680">
                  <c:v>45628</c:v>
                </c:pt>
                <c:pt idx="1681">
                  <c:v>45629</c:v>
                </c:pt>
                <c:pt idx="1682">
                  <c:v>45630</c:v>
                </c:pt>
                <c:pt idx="1683">
                  <c:v>45631</c:v>
                </c:pt>
                <c:pt idx="1684">
                  <c:v>45632</c:v>
                </c:pt>
                <c:pt idx="1685">
                  <c:v>45635</c:v>
                </c:pt>
                <c:pt idx="1686">
                  <c:v>45636</c:v>
                </c:pt>
                <c:pt idx="1687">
                  <c:v>45637</c:v>
                </c:pt>
                <c:pt idx="1688">
                  <c:v>45638</c:v>
                </c:pt>
                <c:pt idx="1689">
                  <c:v>45639</c:v>
                </c:pt>
                <c:pt idx="1690">
                  <c:v>45642</c:v>
                </c:pt>
                <c:pt idx="1691">
                  <c:v>45643</c:v>
                </c:pt>
                <c:pt idx="1692">
                  <c:v>45644</c:v>
                </c:pt>
                <c:pt idx="1693">
                  <c:v>45645</c:v>
                </c:pt>
                <c:pt idx="1694">
                  <c:v>45646</c:v>
                </c:pt>
                <c:pt idx="1695">
                  <c:v>45649</c:v>
                </c:pt>
                <c:pt idx="1696">
                  <c:v>45650</c:v>
                </c:pt>
                <c:pt idx="1697">
                  <c:v>45651</c:v>
                </c:pt>
                <c:pt idx="1698">
                  <c:v>45652</c:v>
                </c:pt>
                <c:pt idx="1699">
                  <c:v>45653</c:v>
                </c:pt>
                <c:pt idx="1700">
                  <c:v>45656</c:v>
                </c:pt>
                <c:pt idx="1701">
                  <c:v>45657</c:v>
                </c:pt>
                <c:pt idx="1702">
                  <c:v>45658</c:v>
                </c:pt>
                <c:pt idx="1703">
                  <c:v>45659</c:v>
                </c:pt>
                <c:pt idx="1704">
                  <c:v>45660</c:v>
                </c:pt>
                <c:pt idx="1705">
                  <c:v>45663</c:v>
                </c:pt>
                <c:pt idx="1706">
                  <c:v>45664</c:v>
                </c:pt>
                <c:pt idx="1707">
                  <c:v>45665</c:v>
                </c:pt>
                <c:pt idx="1708">
                  <c:v>45666</c:v>
                </c:pt>
                <c:pt idx="1709">
                  <c:v>45667</c:v>
                </c:pt>
                <c:pt idx="1710">
                  <c:v>45670</c:v>
                </c:pt>
                <c:pt idx="1711">
                  <c:v>45671</c:v>
                </c:pt>
                <c:pt idx="1712">
                  <c:v>45672</c:v>
                </c:pt>
                <c:pt idx="1713">
                  <c:v>45673</c:v>
                </c:pt>
                <c:pt idx="1714">
                  <c:v>45674</c:v>
                </c:pt>
                <c:pt idx="1715">
                  <c:v>45677</c:v>
                </c:pt>
                <c:pt idx="1716">
                  <c:v>45678</c:v>
                </c:pt>
                <c:pt idx="1717">
                  <c:v>45679</c:v>
                </c:pt>
                <c:pt idx="1718">
                  <c:v>45680</c:v>
                </c:pt>
                <c:pt idx="1719">
                  <c:v>45681</c:v>
                </c:pt>
                <c:pt idx="1720">
                  <c:v>45684</c:v>
                </c:pt>
                <c:pt idx="1721">
                  <c:v>45685</c:v>
                </c:pt>
                <c:pt idx="1722">
                  <c:v>45686</c:v>
                </c:pt>
                <c:pt idx="1723">
                  <c:v>45687</c:v>
                </c:pt>
                <c:pt idx="1724">
                  <c:v>45688</c:v>
                </c:pt>
                <c:pt idx="1725">
                  <c:v>45691</c:v>
                </c:pt>
                <c:pt idx="1726">
                  <c:v>45692</c:v>
                </c:pt>
                <c:pt idx="1727">
                  <c:v>45693</c:v>
                </c:pt>
                <c:pt idx="1728">
                  <c:v>45694</c:v>
                </c:pt>
                <c:pt idx="1729">
                  <c:v>45695</c:v>
                </c:pt>
                <c:pt idx="1730">
                  <c:v>45698</c:v>
                </c:pt>
                <c:pt idx="1731">
                  <c:v>45699</c:v>
                </c:pt>
                <c:pt idx="1732">
                  <c:v>45700</c:v>
                </c:pt>
                <c:pt idx="1733">
                  <c:v>45701</c:v>
                </c:pt>
                <c:pt idx="1734">
                  <c:v>45702</c:v>
                </c:pt>
                <c:pt idx="1735">
                  <c:v>45705</c:v>
                </c:pt>
                <c:pt idx="1736">
                  <c:v>45706</c:v>
                </c:pt>
                <c:pt idx="1737">
                  <c:v>45707</c:v>
                </c:pt>
                <c:pt idx="1738">
                  <c:v>45708</c:v>
                </c:pt>
                <c:pt idx="1739">
                  <c:v>45709</c:v>
                </c:pt>
                <c:pt idx="1740">
                  <c:v>45712</c:v>
                </c:pt>
                <c:pt idx="1741">
                  <c:v>45713</c:v>
                </c:pt>
                <c:pt idx="1742">
                  <c:v>45714</c:v>
                </c:pt>
                <c:pt idx="1743">
                  <c:v>45715</c:v>
                </c:pt>
                <c:pt idx="1744">
                  <c:v>45716</c:v>
                </c:pt>
                <c:pt idx="1745">
                  <c:v>45719</c:v>
                </c:pt>
                <c:pt idx="1746">
                  <c:v>45720</c:v>
                </c:pt>
                <c:pt idx="1747">
                  <c:v>45721</c:v>
                </c:pt>
                <c:pt idx="1748">
                  <c:v>45722</c:v>
                </c:pt>
                <c:pt idx="1749">
                  <c:v>45723</c:v>
                </c:pt>
                <c:pt idx="1750">
                  <c:v>45726</c:v>
                </c:pt>
                <c:pt idx="1751">
                  <c:v>45727</c:v>
                </c:pt>
                <c:pt idx="1752">
                  <c:v>45728</c:v>
                </c:pt>
                <c:pt idx="1753">
                  <c:v>45729</c:v>
                </c:pt>
                <c:pt idx="1754">
                  <c:v>45730</c:v>
                </c:pt>
                <c:pt idx="1755">
                  <c:v>45733</c:v>
                </c:pt>
                <c:pt idx="1756">
                  <c:v>45734</c:v>
                </c:pt>
                <c:pt idx="1757">
                  <c:v>45735</c:v>
                </c:pt>
                <c:pt idx="1758">
                  <c:v>45736</c:v>
                </c:pt>
                <c:pt idx="1759">
                  <c:v>45737</c:v>
                </c:pt>
                <c:pt idx="1760">
                  <c:v>45740</c:v>
                </c:pt>
                <c:pt idx="1761">
                  <c:v>45741</c:v>
                </c:pt>
                <c:pt idx="1762">
                  <c:v>45742</c:v>
                </c:pt>
                <c:pt idx="1763">
                  <c:v>45743</c:v>
                </c:pt>
                <c:pt idx="1764">
                  <c:v>45755</c:v>
                </c:pt>
                <c:pt idx="1765">
                  <c:v>45756</c:v>
                </c:pt>
                <c:pt idx="1766">
                  <c:v>45757</c:v>
                </c:pt>
                <c:pt idx="1767">
                  <c:v>45758</c:v>
                </c:pt>
                <c:pt idx="1768">
                  <c:v>45761</c:v>
                </c:pt>
                <c:pt idx="1769">
                  <c:v>45762</c:v>
                </c:pt>
                <c:pt idx="1770">
                  <c:v>45763</c:v>
                </c:pt>
                <c:pt idx="1771">
                  <c:v>45764</c:v>
                </c:pt>
                <c:pt idx="1772">
                  <c:v>45765</c:v>
                </c:pt>
                <c:pt idx="1773">
                  <c:v>45768</c:v>
                </c:pt>
                <c:pt idx="1774">
                  <c:v>45769</c:v>
                </c:pt>
                <c:pt idx="1775">
                  <c:v>45770</c:v>
                </c:pt>
                <c:pt idx="1776">
                  <c:v>45771</c:v>
                </c:pt>
                <c:pt idx="1777">
                  <c:v>45772</c:v>
                </c:pt>
                <c:pt idx="1778">
                  <c:v>45775</c:v>
                </c:pt>
                <c:pt idx="1779">
                  <c:v>45776</c:v>
                </c:pt>
                <c:pt idx="1780">
                  <c:v>45777</c:v>
                </c:pt>
                <c:pt idx="1781">
                  <c:v>45778</c:v>
                </c:pt>
                <c:pt idx="1782">
                  <c:v>45779</c:v>
                </c:pt>
                <c:pt idx="1783">
                  <c:v>45782</c:v>
                </c:pt>
                <c:pt idx="1784">
                  <c:v>45783</c:v>
                </c:pt>
                <c:pt idx="1785">
                  <c:v>45784</c:v>
                </c:pt>
                <c:pt idx="1786">
                  <c:v>45785</c:v>
                </c:pt>
                <c:pt idx="1787">
                  <c:v>45786</c:v>
                </c:pt>
                <c:pt idx="1788">
                  <c:v>45789</c:v>
                </c:pt>
                <c:pt idx="1789">
                  <c:v>45790</c:v>
                </c:pt>
                <c:pt idx="1790">
                  <c:v>45791</c:v>
                </c:pt>
                <c:pt idx="1791">
                  <c:v>45792</c:v>
                </c:pt>
                <c:pt idx="1792">
                  <c:v>45793</c:v>
                </c:pt>
                <c:pt idx="1793">
                  <c:v>45796</c:v>
                </c:pt>
                <c:pt idx="1794">
                  <c:v>45797</c:v>
                </c:pt>
                <c:pt idx="1795">
                  <c:v>45798</c:v>
                </c:pt>
                <c:pt idx="1796">
                  <c:v>45799</c:v>
                </c:pt>
                <c:pt idx="1797">
                  <c:v>45800</c:v>
                </c:pt>
                <c:pt idx="1798">
                  <c:v>45803</c:v>
                </c:pt>
                <c:pt idx="1799">
                  <c:v>45804</c:v>
                </c:pt>
                <c:pt idx="1800">
                  <c:v>45805</c:v>
                </c:pt>
                <c:pt idx="1801">
                  <c:v>45806</c:v>
                </c:pt>
                <c:pt idx="1802">
                  <c:v>45807</c:v>
                </c:pt>
                <c:pt idx="1803">
                  <c:v>45810</c:v>
                </c:pt>
                <c:pt idx="1804">
                  <c:v>45811</c:v>
                </c:pt>
                <c:pt idx="1805">
                  <c:v>45812</c:v>
                </c:pt>
                <c:pt idx="1806">
                  <c:v>45813</c:v>
                </c:pt>
                <c:pt idx="1807">
                  <c:v>45814</c:v>
                </c:pt>
                <c:pt idx="1808">
                  <c:v>45817</c:v>
                </c:pt>
                <c:pt idx="1809">
                  <c:v>45818</c:v>
                </c:pt>
                <c:pt idx="1810">
                  <c:v>45819</c:v>
                </c:pt>
                <c:pt idx="1811">
                  <c:v>45820</c:v>
                </c:pt>
                <c:pt idx="1812">
                  <c:v>45821</c:v>
                </c:pt>
                <c:pt idx="1813">
                  <c:v>45824</c:v>
                </c:pt>
                <c:pt idx="1814">
                  <c:v>45825</c:v>
                </c:pt>
                <c:pt idx="1815">
                  <c:v>45826</c:v>
                </c:pt>
                <c:pt idx="1816">
                  <c:v>45827</c:v>
                </c:pt>
                <c:pt idx="1817">
                  <c:v>45828</c:v>
                </c:pt>
                <c:pt idx="1818">
                  <c:v>45831</c:v>
                </c:pt>
                <c:pt idx="1819">
                  <c:v>45832</c:v>
                </c:pt>
                <c:pt idx="1820">
                  <c:v>45833</c:v>
                </c:pt>
                <c:pt idx="1821">
                  <c:v>45834</c:v>
                </c:pt>
                <c:pt idx="1822">
                  <c:v>45835</c:v>
                </c:pt>
                <c:pt idx="1823">
                  <c:v>45838</c:v>
                </c:pt>
                <c:pt idx="1824">
                  <c:v>45839</c:v>
                </c:pt>
                <c:pt idx="1825">
                  <c:v>45840</c:v>
                </c:pt>
                <c:pt idx="1826">
                  <c:v>45841</c:v>
                </c:pt>
                <c:pt idx="1827">
                  <c:v>45842</c:v>
                </c:pt>
                <c:pt idx="1828">
                  <c:v>45845</c:v>
                </c:pt>
                <c:pt idx="1829">
                  <c:v>45846</c:v>
                </c:pt>
                <c:pt idx="1830">
                  <c:v>45847</c:v>
                </c:pt>
                <c:pt idx="1831">
                  <c:v>45848</c:v>
                </c:pt>
                <c:pt idx="1832">
                  <c:v>45849</c:v>
                </c:pt>
                <c:pt idx="1833">
                  <c:v>45852</c:v>
                </c:pt>
                <c:pt idx="1834">
                  <c:v>45853</c:v>
                </c:pt>
                <c:pt idx="1835">
                  <c:v>45854</c:v>
                </c:pt>
                <c:pt idx="1836">
                  <c:v>45855</c:v>
                </c:pt>
                <c:pt idx="1837">
                  <c:v>45856</c:v>
                </c:pt>
                <c:pt idx="1838">
                  <c:v>45859</c:v>
                </c:pt>
                <c:pt idx="1839">
                  <c:v>45860</c:v>
                </c:pt>
                <c:pt idx="1840">
                  <c:v>45861</c:v>
                </c:pt>
                <c:pt idx="1841">
                  <c:v>45862</c:v>
                </c:pt>
                <c:pt idx="1842">
                  <c:v>45863</c:v>
                </c:pt>
                <c:pt idx="1843">
                  <c:v>45866</c:v>
                </c:pt>
                <c:pt idx="1844">
                  <c:v>45867</c:v>
                </c:pt>
                <c:pt idx="1845">
                  <c:v>45868</c:v>
                </c:pt>
                <c:pt idx="1846">
                  <c:v>45869</c:v>
                </c:pt>
                <c:pt idx="1847">
                  <c:v>45870</c:v>
                </c:pt>
                <c:pt idx="1848">
                  <c:v>45873</c:v>
                </c:pt>
                <c:pt idx="1849">
                  <c:v>45874</c:v>
                </c:pt>
                <c:pt idx="1850">
                  <c:v>45875</c:v>
                </c:pt>
                <c:pt idx="1851">
                  <c:v>45876</c:v>
                </c:pt>
                <c:pt idx="1852">
                  <c:v>45877</c:v>
                </c:pt>
                <c:pt idx="1853">
                  <c:v>45880</c:v>
                </c:pt>
                <c:pt idx="1854">
                  <c:v>45881</c:v>
                </c:pt>
                <c:pt idx="1855">
                  <c:v>45882</c:v>
                </c:pt>
                <c:pt idx="1856">
                  <c:v>45883</c:v>
                </c:pt>
                <c:pt idx="1857">
                  <c:v>45884</c:v>
                </c:pt>
                <c:pt idx="1858">
                  <c:v>45887</c:v>
                </c:pt>
                <c:pt idx="1859">
                  <c:v>45888</c:v>
                </c:pt>
                <c:pt idx="1860">
                  <c:v>45889</c:v>
                </c:pt>
                <c:pt idx="1861">
                  <c:v>45890</c:v>
                </c:pt>
                <c:pt idx="1862">
                  <c:v>45891</c:v>
                </c:pt>
                <c:pt idx="1863">
                  <c:v>45894</c:v>
                </c:pt>
                <c:pt idx="1864">
                  <c:v>45895</c:v>
                </c:pt>
                <c:pt idx="1865">
                  <c:v>45896</c:v>
                </c:pt>
                <c:pt idx="1866">
                  <c:v>45897</c:v>
                </c:pt>
                <c:pt idx="1867">
                  <c:v>45898</c:v>
                </c:pt>
                <c:pt idx="1868">
                  <c:v>45901</c:v>
                </c:pt>
                <c:pt idx="1869">
                  <c:v>45902</c:v>
                </c:pt>
                <c:pt idx="1870">
                  <c:v>45903</c:v>
                </c:pt>
                <c:pt idx="1871">
                  <c:v>45904</c:v>
                </c:pt>
                <c:pt idx="1872">
                  <c:v>45905</c:v>
                </c:pt>
                <c:pt idx="1873">
                  <c:v>45908</c:v>
                </c:pt>
                <c:pt idx="1874">
                  <c:v>45909</c:v>
                </c:pt>
                <c:pt idx="1875">
                  <c:v>45910</c:v>
                </c:pt>
                <c:pt idx="1876">
                  <c:v>45911</c:v>
                </c:pt>
                <c:pt idx="1877">
                  <c:v>45912</c:v>
                </c:pt>
                <c:pt idx="1878">
                  <c:v>45915</c:v>
                </c:pt>
                <c:pt idx="1879">
                  <c:v>45916</c:v>
                </c:pt>
                <c:pt idx="1880">
                  <c:v>45917</c:v>
                </c:pt>
                <c:pt idx="1881">
                  <c:v>45918</c:v>
                </c:pt>
                <c:pt idx="1882">
                  <c:v>45919</c:v>
                </c:pt>
                <c:pt idx="1883">
                  <c:v>45922</c:v>
                </c:pt>
                <c:pt idx="1884">
                  <c:v>45923</c:v>
                </c:pt>
                <c:pt idx="1885">
                  <c:v>45924</c:v>
                </c:pt>
                <c:pt idx="1886">
                  <c:v>45925</c:v>
                </c:pt>
                <c:pt idx="1887">
                  <c:v>45926</c:v>
                </c:pt>
                <c:pt idx="1888">
                  <c:v>45929</c:v>
                </c:pt>
                <c:pt idx="1889">
                  <c:v>45930</c:v>
                </c:pt>
                <c:pt idx="1890">
                  <c:v>45931</c:v>
                </c:pt>
                <c:pt idx="1891">
                  <c:v>45932</c:v>
                </c:pt>
                <c:pt idx="1892">
                  <c:v>45933</c:v>
                </c:pt>
                <c:pt idx="1893">
                  <c:v>45936</c:v>
                </c:pt>
                <c:pt idx="1894">
                  <c:v>45937</c:v>
                </c:pt>
                <c:pt idx="1895">
                  <c:v>45938</c:v>
                </c:pt>
                <c:pt idx="1896">
                  <c:v>45939</c:v>
                </c:pt>
                <c:pt idx="1897">
                  <c:v>45940</c:v>
                </c:pt>
                <c:pt idx="1898">
                  <c:v>45943</c:v>
                </c:pt>
                <c:pt idx="1899">
                  <c:v>45944</c:v>
                </c:pt>
                <c:pt idx="1900">
                  <c:v>45945</c:v>
                </c:pt>
                <c:pt idx="1901">
                  <c:v>45946</c:v>
                </c:pt>
                <c:pt idx="1902">
                  <c:v>45947</c:v>
                </c:pt>
                <c:pt idx="1903">
                  <c:v>45950</c:v>
                </c:pt>
                <c:pt idx="1904">
                  <c:v>45951</c:v>
                </c:pt>
                <c:pt idx="1905">
                  <c:v>45952</c:v>
                </c:pt>
                <c:pt idx="1906">
                  <c:v>45953</c:v>
                </c:pt>
                <c:pt idx="1907">
                  <c:v>45954</c:v>
                </c:pt>
                <c:pt idx="1908">
                  <c:v>45957</c:v>
                </c:pt>
                <c:pt idx="1909">
                  <c:v>45958</c:v>
                </c:pt>
                <c:pt idx="1910">
                  <c:v>45959</c:v>
                </c:pt>
                <c:pt idx="1911">
                  <c:v>45960</c:v>
                </c:pt>
                <c:pt idx="1912">
                  <c:v>45961</c:v>
                </c:pt>
                <c:pt idx="1913">
                  <c:v>45964</c:v>
                </c:pt>
                <c:pt idx="1914">
                  <c:v>45965</c:v>
                </c:pt>
                <c:pt idx="1915">
                  <c:v>45966</c:v>
                </c:pt>
                <c:pt idx="1916">
                  <c:v>45967</c:v>
                </c:pt>
                <c:pt idx="1917">
                  <c:v>45968</c:v>
                </c:pt>
                <c:pt idx="1918">
                  <c:v>45971</c:v>
                </c:pt>
                <c:pt idx="1919">
                  <c:v>45972</c:v>
                </c:pt>
                <c:pt idx="1920">
                  <c:v>45973</c:v>
                </c:pt>
                <c:pt idx="1921">
                  <c:v>45974</c:v>
                </c:pt>
                <c:pt idx="1922">
                  <c:v>45975</c:v>
                </c:pt>
                <c:pt idx="1923">
                  <c:v>45978</c:v>
                </c:pt>
                <c:pt idx="1924">
                  <c:v>45979</c:v>
                </c:pt>
                <c:pt idx="1925">
                  <c:v>45980</c:v>
                </c:pt>
                <c:pt idx="1926">
                  <c:v>45981</c:v>
                </c:pt>
                <c:pt idx="1927">
                  <c:v>45982</c:v>
                </c:pt>
                <c:pt idx="1928">
                  <c:v>45985</c:v>
                </c:pt>
                <c:pt idx="1929">
                  <c:v>45986</c:v>
                </c:pt>
                <c:pt idx="1930">
                  <c:v>45987</c:v>
                </c:pt>
                <c:pt idx="1931">
                  <c:v>45988</c:v>
                </c:pt>
                <c:pt idx="1932">
                  <c:v>45989</c:v>
                </c:pt>
                <c:pt idx="1933">
                  <c:v>45992</c:v>
                </c:pt>
                <c:pt idx="1934">
                  <c:v>45993</c:v>
                </c:pt>
                <c:pt idx="1935">
                  <c:v>45994</c:v>
                </c:pt>
                <c:pt idx="1936">
                  <c:v>45995</c:v>
                </c:pt>
                <c:pt idx="1937">
                  <c:v>45996</c:v>
                </c:pt>
                <c:pt idx="1938">
                  <c:v>45999</c:v>
                </c:pt>
                <c:pt idx="1939">
                  <c:v>46000</c:v>
                </c:pt>
                <c:pt idx="1940">
                  <c:v>46001</c:v>
                </c:pt>
                <c:pt idx="1941">
                  <c:v>46002</c:v>
                </c:pt>
                <c:pt idx="1942">
                  <c:v>46003</c:v>
                </c:pt>
                <c:pt idx="1943">
                  <c:v>46006</c:v>
                </c:pt>
                <c:pt idx="1944">
                  <c:v>46007</c:v>
                </c:pt>
                <c:pt idx="1945">
                  <c:v>46008</c:v>
                </c:pt>
                <c:pt idx="1946">
                  <c:v>46009</c:v>
                </c:pt>
                <c:pt idx="1947">
                  <c:v>46010</c:v>
                </c:pt>
                <c:pt idx="1948">
                  <c:v>46013</c:v>
                </c:pt>
                <c:pt idx="1949">
                  <c:v>46014</c:v>
                </c:pt>
                <c:pt idx="1950">
                  <c:v>46015</c:v>
                </c:pt>
                <c:pt idx="1951">
                  <c:v>46016</c:v>
                </c:pt>
                <c:pt idx="1952">
                  <c:v>46017</c:v>
                </c:pt>
                <c:pt idx="1953">
                  <c:v>46020</c:v>
                </c:pt>
                <c:pt idx="1954">
                  <c:v>46021</c:v>
                </c:pt>
                <c:pt idx="1955">
                  <c:v>46022</c:v>
                </c:pt>
                <c:pt idx="1956">
                  <c:v>46023</c:v>
                </c:pt>
                <c:pt idx="1957">
                  <c:v>46024</c:v>
                </c:pt>
                <c:pt idx="1958">
                  <c:v>46027</c:v>
                </c:pt>
                <c:pt idx="1959">
                  <c:v>46028</c:v>
                </c:pt>
                <c:pt idx="1960">
                  <c:v>46029</c:v>
                </c:pt>
                <c:pt idx="1961">
                  <c:v>46030</c:v>
                </c:pt>
                <c:pt idx="1962">
                  <c:v>46031</c:v>
                </c:pt>
                <c:pt idx="1963">
                  <c:v>46034</c:v>
                </c:pt>
                <c:pt idx="1964">
                  <c:v>46035</c:v>
                </c:pt>
                <c:pt idx="1965">
                  <c:v>46036</c:v>
                </c:pt>
                <c:pt idx="1966">
                  <c:v>46037</c:v>
                </c:pt>
                <c:pt idx="1967">
                  <c:v>46038</c:v>
                </c:pt>
                <c:pt idx="1968">
                  <c:v>46041</c:v>
                </c:pt>
                <c:pt idx="1969">
                  <c:v>46042</c:v>
                </c:pt>
                <c:pt idx="1970">
                  <c:v>46043</c:v>
                </c:pt>
                <c:pt idx="1971">
                  <c:v>46044</c:v>
                </c:pt>
                <c:pt idx="1972">
                  <c:v>46045</c:v>
                </c:pt>
                <c:pt idx="1973">
                  <c:v>46048</c:v>
                </c:pt>
                <c:pt idx="1974">
                  <c:v>46049</c:v>
                </c:pt>
                <c:pt idx="1975">
                  <c:v>46050</c:v>
                </c:pt>
                <c:pt idx="1976">
                  <c:v>46051</c:v>
                </c:pt>
                <c:pt idx="1977">
                  <c:v>46052</c:v>
                </c:pt>
                <c:pt idx="1978">
                  <c:v>46055</c:v>
                </c:pt>
                <c:pt idx="1979">
                  <c:v>46056</c:v>
                </c:pt>
                <c:pt idx="1980">
                  <c:v>46057</c:v>
                </c:pt>
                <c:pt idx="1981">
                  <c:v>46058</c:v>
                </c:pt>
                <c:pt idx="1982">
                  <c:v>46059</c:v>
                </c:pt>
                <c:pt idx="1983">
                  <c:v>46062</c:v>
                </c:pt>
                <c:pt idx="1984">
                  <c:v>46063</c:v>
                </c:pt>
                <c:pt idx="1985">
                  <c:v>46064</c:v>
                </c:pt>
                <c:pt idx="1986">
                  <c:v>46065</c:v>
                </c:pt>
                <c:pt idx="1987">
                  <c:v>46066</c:v>
                </c:pt>
                <c:pt idx="1988">
                  <c:v>46069</c:v>
                </c:pt>
                <c:pt idx="1989">
                  <c:v>46070</c:v>
                </c:pt>
                <c:pt idx="1990">
                  <c:v>46071</c:v>
                </c:pt>
                <c:pt idx="1991">
                  <c:v>46072</c:v>
                </c:pt>
                <c:pt idx="1992">
                  <c:v>46073</c:v>
                </c:pt>
                <c:pt idx="1993">
                  <c:v>46076</c:v>
                </c:pt>
                <c:pt idx="1994">
                  <c:v>46077</c:v>
                </c:pt>
                <c:pt idx="1995">
                  <c:v>46078</c:v>
                </c:pt>
                <c:pt idx="1996">
                  <c:v>46079</c:v>
                </c:pt>
                <c:pt idx="1997">
                  <c:v>46080</c:v>
                </c:pt>
                <c:pt idx="1998">
                  <c:v>46083</c:v>
                </c:pt>
                <c:pt idx="1999">
                  <c:v>46084</c:v>
                </c:pt>
                <c:pt idx="2000">
                  <c:v>46085</c:v>
                </c:pt>
                <c:pt idx="2001">
                  <c:v>46086</c:v>
                </c:pt>
                <c:pt idx="2002">
                  <c:v>46087</c:v>
                </c:pt>
                <c:pt idx="2003">
                  <c:v>46090</c:v>
                </c:pt>
                <c:pt idx="2004">
                  <c:v>46091</c:v>
                </c:pt>
                <c:pt idx="2005">
                  <c:v>46092</c:v>
                </c:pt>
                <c:pt idx="2006">
                  <c:v>46093</c:v>
                </c:pt>
                <c:pt idx="2007">
                  <c:v>46094</c:v>
                </c:pt>
                <c:pt idx="2008">
                  <c:v>46097</c:v>
                </c:pt>
                <c:pt idx="2009">
                  <c:v>46098</c:v>
                </c:pt>
                <c:pt idx="2010">
                  <c:v>46099</c:v>
                </c:pt>
                <c:pt idx="2011">
                  <c:v>46100</c:v>
                </c:pt>
                <c:pt idx="2012">
                  <c:v>46101</c:v>
                </c:pt>
                <c:pt idx="2013">
                  <c:v>46104</c:v>
                </c:pt>
                <c:pt idx="2014">
                  <c:v>46105</c:v>
                </c:pt>
                <c:pt idx="2015">
                  <c:v>46106</c:v>
                </c:pt>
                <c:pt idx="2016">
                  <c:v>46107</c:v>
                </c:pt>
                <c:pt idx="2017">
                  <c:v>46108</c:v>
                </c:pt>
                <c:pt idx="2018">
                  <c:v>46111</c:v>
                </c:pt>
                <c:pt idx="2019">
                  <c:v>46112</c:v>
                </c:pt>
                <c:pt idx="2020">
                  <c:v>46113</c:v>
                </c:pt>
                <c:pt idx="2021">
                  <c:v>46114</c:v>
                </c:pt>
                <c:pt idx="2022">
                  <c:v>46115</c:v>
                </c:pt>
                <c:pt idx="2023">
                  <c:v>46118</c:v>
                </c:pt>
                <c:pt idx="2024">
                  <c:v>46119</c:v>
                </c:pt>
                <c:pt idx="2025">
                  <c:v>46120</c:v>
                </c:pt>
                <c:pt idx="2026">
                  <c:v>46121</c:v>
                </c:pt>
                <c:pt idx="2027">
                  <c:v>46122</c:v>
                </c:pt>
                <c:pt idx="2028">
                  <c:v>46125</c:v>
                </c:pt>
                <c:pt idx="2029">
                  <c:v>46126</c:v>
                </c:pt>
                <c:pt idx="2030">
                  <c:v>46127</c:v>
                </c:pt>
                <c:pt idx="2031">
                  <c:v>46128</c:v>
                </c:pt>
                <c:pt idx="2032">
                  <c:v>46129</c:v>
                </c:pt>
                <c:pt idx="2033">
                  <c:v>46132</c:v>
                </c:pt>
                <c:pt idx="2034">
                  <c:v>46133</c:v>
                </c:pt>
                <c:pt idx="2035">
                  <c:v>46134</c:v>
                </c:pt>
                <c:pt idx="2036">
                  <c:v>46135</c:v>
                </c:pt>
                <c:pt idx="2037">
                  <c:v>46136</c:v>
                </c:pt>
                <c:pt idx="2038">
                  <c:v>46139</c:v>
                </c:pt>
                <c:pt idx="2039">
                  <c:v>46140</c:v>
                </c:pt>
                <c:pt idx="2040">
                  <c:v>46141</c:v>
                </c:pt>
                <c:pt idx="2041">
                  <c:v>46142</c:v>
                </c:pt>
                <c:pt idx="2042">
                  <c:v>46143</c:v>
                </c:pt>
                <c:pt idx="2043">
                  <c:v>46146</c:v>
                </c:pt>
                <c:pt idx="2044">
                  <c:v>46147</c:v>
                </c:pt>
                <c:pt idx="2045">
                  <c:v>46148</c:v>
                </c:pt>
                <c:pt idx="2046">
                  <c:v>46149</c:v>
                </c:pt>
                <c:pt idx="2047">
                  <c:v>46150</c:v>
                </c:pt>
                <c:pt idx="2048">
                  <c:v>46153</c:v>
                </c:pt>
                <c:pt idx="2049">
                  <c:v>46154</c:v>
                </c:pt>
                <c:pt idx="2050">
                  <c:v>46155</c:v>
                </c:pt>
                <c:pt idx="2051">
                  <c:v>46156</c:v>
                </c:pt>
                <c:pt idx="2052">
                  <c:v>46157</c:v>
                </c:pt>
                <c:pt idx="2053">
                  <c:v>46160</c:v>
                </c:pt>
                <c:pt idx="2054">
                  <c:v>46161</c:v>
                </c:pt>
                <c:pt idx="2055">
                  <c:v>46162</c:v>
                </c:pt>
                <c:pt idx="2056">
                  <c:v>46163</c:v>
                </c:pt>
                <c:pt idx="2057">
                  <c:v>46164</c:v>
                </c:pt>
                <c:pt idx="2058">
                  <c:v>46167</c:v>
                </c:pt>
                <c:pt idx="2059">
                  <c:v>46168</c:v>
                </c:pt>
                <c:pt idx="2060">
                  <c:v>46169</c:v>
                </c:pt>
                <c:pt idx="2061">
                  <c:v>46170</c:v>
                </c:pt>
                <c:pt idx="2062">
                  <c:v>46171</c:v>
                </c:pt>
                <c:pt idx="2063">
                  <c:v>46174</c:v>
                </c:pt>
                <c:pt idx="2064">
                  <c:v>46175</c:v>
                </c:pt>
                <c:pt idx="2065">
                  <c:v>46176</c:v>
                </c:pt>
                <c:pt idx="2066">
                  <c:v>46177</c:v>
                </c:pt>
                <c:pt idx="2067">
                  <c:v>46178</c:v>
                </c:pt>
                <c:pt idx="2068">
                  <c:v>46181</c:v>
                </c:pt>
                <c:pt idx="2069">
                  <c:v>46182</c:v>
                </c:pt>
                <c:pt idx="2070">
                  <c:v>46183</c:v>
                </c:pt>
                <c:pt idx="2071">
                  <c:v>46184</c:v>
                </c:pt>
                <c:pt idx="2072">
                  <c:v>46185</c:v>
                </c:pt>
                <c:pt idx="2073">
                  <c:v>46188</c:v>
                </c:pt>
                <c:pt idx="2074">
                  <c:v>46189</c:v>
                </c:pt>
                <c:pt idx="2075">
                  <c:v>46190</c:v>
                </c:pt>
                <c:pt idx="2076">
                  <c:v>46191</c:v>
                </c:pt>
                <c:pt idx="2077">
                  <c:v>46192</c:v>
                </c:pt>
                <c:pt idx="2078">
                  <c:v>46195</c:v>
                </c:pt>
                <c:pt idx="2079">
                  <c:v>46196</c:v>
                </c:pt>
                <c:pt idx="2080">
                  <c:v>46197</c:v>
                </c:pt>
                <c:pt idx="2081">
                  <c:v>46198</c:v>
                </c:pt>
                <c:pt idx="2082">
                  <c:v>46199</c:v>
                </c:pt>
                <c:pt idx="2083">
                  <c:v>46202</c:v>
                </c:pt>
                <c:pt idx="2084">
                  <c:v>46203</c:v>
                </c:pt>
                <c:pt idx="2085">
                  <c:v>46204</c:v>
                </c:pt>
                <c:pt idx="2086">
                  <c:v>46205</c:v>
                </c:pt>
                <c:pt idx="2087">
                  <c:v>46206</c:v>
                </c:pt>
                <c:pt idx="2088">
                  <c:v>46207</c:v>
                </c:pt>
                <c:pt idx="2089">
                  <c:v>46208</c:v>
                </c:pt>
                <c:pt idx="2090">
                  <c:v>46209</c:v>
                </c:pt>
                <c:pt idx="2091">
                  <c:v>46210</c:v>
                </c:pt>
                <c:pt idx="2092">
                  <c:v>46211</c:v>
                </c:pt>
                <c:pt idx="2093">
                  <c:v>46212</c:v>
                </c:pt>
                <c:pt idx="2094">
                  <c:v>46213</c:v>
                </c:pt>
                <c:pt idx="2095">
                  <c:v>46214</c:v>
                </c:pt>
                <c:pt idx="2096">
                  <c:v>46215</c:v>
                </c:pt>
                <c:pt idx="2097">
                  <c:v>46216</c:v>
                </c:pt>
                <c:pt idx="2098">
                  <c:v>46217</c:v>
                </c:pt>
                <c:pt idx="2099">
                  <c:v>46218</c:v>
                </c:pt>
                <c:pt idx="2100">
                  <c:v>46219</c:v>
                </c:pt>
                <c:pt idx="2101">
                  <c:v>46220</c:v>
                </c:pt>
                <c:pt idx="2102">
                  <c:v>46221</c:v>
                </c:pt>
                <c:pt idx="2103">
                  <c:v>46222</c:v>
                </c:pt>
                <c:pt idx="2104">
                  <c:v>46223</c:v>
                </c:pt>
                <c:pt idx="2105">
                  <c:v>46224</c:v>
                </c:pt>
                <c:pt idx="2106">
                  <c:v>46225</c:v>
                </c:pt>
                <c:pt idx="2107">
                  <c:v>46226</c:v>
                </c:pt>
                <c:pt idx="2108">
                  <c:v>46227</c:v>
                </c:pt>
                <c:pt idx="2109">
                  <c:v>46228</c:v>
                </c:pt>
                <c:pt idx="2110">
                  <c:v>46229</c:v>
                </c:pt>
                <c:pt idx="2111">
                  <c:v>46230</c:v>
                </c:pt>
                <c:pt idx="2112">
                  <c:v>46231</c:v>
                </c:pt>
                <c:pt idx="2113">
                  <c:v>46232</c:v>
                </c:pt>
                <c:pt idx="2114">
                  <c:v>46233</c:v>
                </c:pt>
                <c:pt idx="2115">
                  <c:v>46234</c:v>
                </c:pt>
                <c:pt idx="2116">
                  <c:v>46235</c:v>
                </c:pt>
                <c:pt idx="2117">
                  <c:v>46236</c:v>
                </c:pt>
                <c:pt idx="2118">
                  <c:v>46237</c:v>
                </c:pt>
                <c:pt idx="2119">
                  <c:v>46238</c:v>
                </c:pt>
                <c:pt idx="2120">
                  <c:v>46239</c:v>
                </c:pt>
                <c:pt idx="2121">
                  <c:v>46240</c:v>
                </c:pt>
                <c:pt idx="2122">
                  <c:v>46241</c:v>
                </c:pt>
                <c:pt idx="2123">
                  <c:v>46242</c:v>
                </c:pt>
                <c:pt idx="2124">
                  <c:v>46243</c:v>
                </c:pt>
                <c:pt idx="2125">
                  <c:v>46244</c:v>
                </c:pt>
                <c:pt idx="2126">
                  <c:v>46245</c:v>
                </c:pt>
                <c:pt idx="2127">
                  <c:v>46246</c:v>
                </c:pt>
                <c:pt idx="2128">
                  <c:v>46247</c:v>
                </c:pt>
                <c:pt idx="2129">
                  <c:v>46248</c:v>
                </c:pt>
                <c:pt idx="2130">
                  <c:v>46249</c:v>
                </c:pt>
                <c:pt idx="2131">
                  <c:v>46250</c:v>
                </c:pt>
                <c:pt idx="2132">
                  <c:v>46251</c:v>
                </c:pt>
                <c:pt idx="2133">
                  <c:v>46252</c:v>
                </c:pt>
                <c:pt idx="2134">
                  <c:v>46253</c:v>
                </c:pt>
                <c:pt idx="2135">
                  <c:v>46254</c:v>
                </c:pt>
                <c:pt idx="2136">
                  <c:v>46255</c:v>
                </c:pt>
                <c:pt idx="2137">
                  <c:v>46256</c:v>
                </c:pt>
                <c:pt idx="2138">
                  <c:v>46257</c:v>
                </c:pt>
                <c:pt idx="2139">
                  <c:v>46258</c:v>
                </c:pt>
                <c:pt idx="2140">
                  <c:v>46259</c:v>
                </c:pt>
                <c:pt idx="2141">
                  <c:v>46260</c:v>
                </c:pt>
                <c:pt idx="2142">
                  <c:v>46261</c:v>
                </c:pt>
                <c:pt idx="2143">
                  <c:v>46262</c:v>
                </c:pt>
                <c:pt idx="2144">
                  <c:v>46265</c:v>
                </c:pt>
                <c:pt idx="2145">
                  <c:v>46266</c:v>
                </c:pt>
                <c:pt idx="2146">
                  <c:v>46267</c:v>
                </c:pt>
                <c:pt idx="2147">
                  <c:v>46268</c:v>
                </c:pt>
                <c:pt idx="2148">
                  <c:v>46269</c:v>
                </c:pt>
                <c:pt idx="2149">
                  <c:v>46272</c:v>
                </c:pt>
                <c:pt idx="2150">
                  <c:v>46273</c:v>
                </c:pt>
                <c:pt idx="2151">
                  <c:v>46274</c:v>
                </c:pt>
                <c:pt idx="2152">
                  <c:v>46275</c:v>
                </c:pt>
                <c:pt idx="2153">
                  <c:v>46276</c:v>
                </c:pt>
                <c:pt idx="2154">
                  <c:v>46279</c:v>
                </c:pt>
                <c:pt idx="2155">
                  <c:v>46280</c:v>
                </c:pt>
                <c:pt idx="2156">
                  <c:v>46281</c:v>
                </c:pt>
                <c:pt idx="2157">
                  <c:v>46282</c:v>
                </c:pt>
                <c:pt idx="2158">
                  <c:v>46283</c:v>
                </c:pt>
                <c:pt idx="2159">
                  <c:v>46286</c:v>
                </c:pt>
                <c:pt idx="2160">
                  <c:v>46287</c:v>
                </c:pt>
              </c:numCache>
            </c:numRef>
          </c:cat>
          <c:val>
            <c:numRef>
              <c:f>Sheet1!$C$2:$C$2162</c:f>
              <c:numCache>
                <c:formatCode>_(* #,##0.00_);_(* \(#,##0.00\);_(* "-"_);_(@_)</c:formatCode>
                <c:ptCount val="2161"/>
                <c:pt idx="0">
                  <c:v>3.8494000000000002</c:v>
                </c:pt>
                <c:pt idx="1">
                  <c:v>3.8210299999999999</c:v>
                </c:pt>
                <c:pt idx="2">
                  <c:v>3.8319700000000001</c:v>
                </c:pt>
                <c:pt idx="3">
                  <c:v>3.8434200000000001</c:v>
                </c:pt>
                <c:pt idx="4">
                  <c:v>3.8660700000000001</c:v>
                </c:pt>
                <c:pt idx="5">
                  <c:v>3.8434599999999999</c:v>
                </c:pt>
                <c:pt idx="6">
                  <c:v>3.8660800000000002</c:v>
                </c:pt>
                <c:pt idx="7">
                  <c:v>3.8803000000000001</c:v>
                </c:pt>
                <c:pt idx="8">
                  <c:v>3.8687</c:v>
                </c:pt>
                <c:pt idx="9">
                  <c:v>3.8670399999999998</c:v>
                </c:pt>
                <c:pt idx="10">
                  <c:v>3.9031699999999998</c:v>
                </c:pt>
                <c:pt idx="11">
                  <c:v>3.8797799999999998</c:v>
                </c:pt>
                <c:pt idx="12">
                  <c:v>3.87432</c:v>
                </c:pt>
                <c:pt idx="13">
                  <c:v>3.8620299999999999</c:v>
                </c:pt>
                <c:pt idx="14">
                  <c:v>3.9271099999999999</c:v>
                </c:pt>
                <c:pt idx="15">
                  <c:v>3.9255</c:v>
                </c:pt>
                <c:pt idx="16">
                  <c:v>3.8354499999999998</c:v>
                </c:pt>
                <c:pt idx="17">
                  <c:v>3.8613400000000002</c:v>
                </c:pt>
                <c:pt idx="18">
                  <c:v>3.8637600000000001</c:v>
                </c:pt>
                <c:pt idx="19">
                  <c:v>3.8466999999999998</c:v>
                </c:pt>
                <c:pt idx="20">
                  <c:v>3.8610199999999999</c:v>
                </c:pt>
                <c:pt idx="21">
                  <c:v>3.8551000000000002</c:v>
                </c:pt>
                <c:pt idx="22">
                  <c:v>3.8621400000000001</c:v>
                </c:pt>
                <c:pt idx="23">
                  <c:v>3.86158</c:v>
                </c:pt>
                <c:pt idx="24">
                  <c:v>3.8431000000000002</c:v>
                </c:pt>
                <c:pt idx="25">
                  <c:v>3.8150499999999998</c:v>
                </c:pt>
                <c:pt idx="26">
                  <c:v>3.8032900000000001</c:v>
                </c:pt>
                <c:pt idx="27">
                  <c:v>3.8853800000000001</c:v>
                </c:pt>
                <c:pt idx="28">
                  <c:v>3.85</c:v>
                </c:pt>
                <c:pt idx="29">
                  <c:v>3.86252</c:v>
                </c:pt>
                <c:pt idx="30">
                  <c:v>3.8862899999999998</c:v>
                </c:pt>
                <c:pt idx="31">
                  <c:v>3.8616100000000002</c:v>
                </c:pt>
                <c:pt idx="32">
                  <c:v>3.9232499999999999</c:v>
                </c:pt>
                <c:pt idx="33">
                  <c:v>3.8794599999999999</c:v>
                </c:pt>
                <c:pt idx="34">
                  <c:v>3.88246</c:v>
                </c:pt>
                <c:pt idx="35">
                  <c:v>3.8438699999999999</c:v>
                </c:pt>
                <c:pt idx="36">
                  <c:v>3.8965900000000002</c:v>
                </c:pt>
                <c:pt idx="37">
                  <c:v>3.8689900000000002</c:v>
                </c:pt>
                <c:pt idx="38">
                  <c:v>3.8597299999999999</c:v>
                </c:pt>
                <c:pt idx="39">
                  <c:v>3.90665</c:v>
                </c:pt>
                <c:pt idx="40">
                  <c:v>3.8563499999999999</c:v>
                </c:pt>
                <c:pt idx="41">
                  <c:v>3.9247100000000001</c:v>
                </c:pt>
                <c:pt idx="42">
                  <c:v>3.8883100000000002</c:v>
                </c:pt>
                <c:pt idx="43">
                  <c:v>3.9534500000000001</c:v>
                </c:pt>
                <c:pt idx="44">
                  <c:v>4.4638600000000004</c:v>
                </c:pt>
                <c:pt idx="45">
                  <c:v>4.0962500000000004</c:v>
                </c:pt>
                <c:pt idx="46">
                  <c:v>4.0817800000000002</c:v>
                </c:pt>
                <c:pt idx="47">
                  <c:v>4.00739</c:v>
                </c:pt>
                <c:pt idx="48">
                  <c:v>3.9710700000000001</c:v>
                </c:pt>
                <c:pt idx="49">
                  <c:v>3.95438</c:v>
                </c:pt>
                <c:pt idx="50">
                  <c:v>3.8642599999999998</c:v>
                </c:pt>
                <c:pt idx="51">
                  <c:v>3.8723700000000001</c:v>
                </c:pt>
                <c:pt idx="52">
                  <c:v>3.8488000000000002</c:v>
                </c:pt>
                <c:pt idx="53">
                  <c:v>3.8620700000000001</c:v>
                </c:pt>
                <c:pt idx="54">
                  <c:v>3.8715899999999999</c:v>
                </c:pt>
                <c:pt idx="55">
                  <c:v>3.8592399999999998</c:v>
                </c:pt>
                <c:pt idx="56">
                  <c:v>3.9440400000000002</c:v>
                </c:pt>
                <c:pt idx="57">
                  <c:v>3.9022899999999998</c:v>
                </c:pt>
                <c:pt idx="58">
                  <c:v>4.0509399999999998</c:v>
                </c:pt>
                <c:pt idx="59">
                  <c:v>4.1806200000000002</c:v>
                </c:pt>
                <c:pt idx="60">
                  <c:v>3.96611</c:v>
                </c:pt>
                <c:pt idx="61">
                  <c:v>4.2765899999999997</c:v>
                </c:pt>
                <c:pt idx="62">
                  <c:v>3.92401</c:v>
                </c:pt>
                <c:pt idx="63">
                  <c:v>3.9421499999999998</c:v>
                </c:pt>
                <c:pt idx="64">
                  <c:v>3.8919600000000001</c:v>
                </c:pt>
                <c:pt idx="65">
                  <c:v>3.9121700000000001</c:v>
                </c:pt>
                <c:pt idx="66">
                  <c:v>3.8883299999999998</c:v>
                </c:pt>
                <c:pt idx="67">
                  <c:v>3.8483399999999999</c:v>
                </c:pt>
                <c:pt idx="68">
                  <c:v>3.9537800000000001</c:v>
                </c:pt>
                <c:pt idx="69">
                  <c:v>3.8538100000000002</c:v>
                </c:pt>
                <c:pt idx="70">
                  <c:v>4.0218999999999996</c:v>
                </c:pt>
                <c:pt idx="71">
                  <c:v>3.94882</c:v>
                </c:pt>
                <c:pt idx="72">
                  <c:v>3.95092</c:v>
                </c:pt>
                <c:pt idx="73">
                  <c:v>3.9891200000000002</c:v>
                </c:pt>
                <c:pt idx="74">
                  <c:v>3.9285999999999999</c:v>
                </c:pt>
                <c:pt idx="75">
                  <c:v>3.90211</c:v>
                </c:pt>
                <c:pt idx="76">
                  <c:v>3.9192800000000001</c:v>
                </c:pt>
                <c:pt idx="77">
                  <c:v>3.8980000000000001</c:v>
                </c:pt>
                <c:pt idx="78">
                  <c:v>3.9521799999999998</c:v>
                </c:pt>
                <c:pt idx="79">
                  <c:v>4.0933400000000004</c:v>
                </c:pt>
                <c:pt idx="80">
                  <c:v>4.7625000000000002</c:v>
                </c:pt>
                <c:pt idx="81">
                  <c:v>4.7880799999999999</c:v>
                </c:pt>
                <c:pt idx="82">
                  <c:v>4.1846100000000002</c:v>
                </c:pt>
                <c:pt idx="83">
                  <c:v>3.9906700000000002</c:v>
                </c:pt>
                <c:pt idx="84">
                  <c:v>4.1078400000000004</c:v>
                </c:pt>
                <c:pt idx="85">
                  <c:v>4.1000300000000003</c:v>
                </c:pt>
                <c:pt idx="86">
                  <c:v>4.0457299999999998</c:v>
                </c:pt>
                <c:pt idx="87">
                  <c:v>4.0179600000000004</c:v>
                </c:pt>
                <c:pt idx="88">
                  <c:v>3.9800200000000001</c:v>
                </c:pt>
                <c:pt idx="89">
                  <c:v>3.9724400000000002</c:v>
                </c:pt>
                <c:pt idx="90">
                  <c:v>3.90096</c:v>
                </c:pt>
                <c:pt idx="91">
                  <c:v>3.9058799999999998</c:v>
                </c:pt>
                <c:pt idx="92">
                  <c:v>3.89737</c:v>
                </c:pt>
                <c:pt idx="93">
                  <c:v>3.9335399999999998</c:v>
                </c:pt>
                <c:pt idx="94">
                  <c:v>4.0408600000000003</c:v>
                </c:pt>
                <c:pt idx="95">
                  <c:v>4.00549</c:v>
                </c:pt>
                <c:pt idx="96">
                  <c:v>3.9883799999999998</c:v>
                </c:pt>
                <c:pt idx="97">
                  <c:v>3.96014</c:v>
                </c:pt>
                <c:pt idx="98">
                  <c:v>4.0474500000000004</c:v>
                </c:pt>
                <c:pt idx="99">
                  <c:v>4.0125400000000004</c:v>
                </c:pt>
                <c:pt idx="100">
                  <c:v>4.05227</c:v>
                </c:pt>
                <c:pt idx="101">
                  <c:v>4.1311200000000001</c:v>
                </c:pt>
                <c:pt idx="102">
                  <c:v>4.2799199999999997</c:v>
                </c:pt>
                <c:pt idx="103">
                  <c:v>4.25549</c:v>
                </c:pt>
                <c:pt idx="104">
                  <c:v>4.2477499999999999</c:v>
                </c:pt>
                <c:pt idx="105">
                  <c:v>4.2748600000000003</c:v>
                </c:pt>
                <c:pt idx="106">
                  <c:v>4.4082400000000002</c:v>
                </c:pt>
                <c:pt idx="107">
                  <c:v>5.4712199999999998</c:v>
                </c:pt>
                <c:pt idx="108">
                  <c:v>4.3617400000000002</c:v>
                </c:pt>
                <c:pt idx="109">
                  <c:v>4.4768800000000004</c:v>
                </c:pt>
                <c:pt idx="110">
                  <c:v>4.3960499999999998</c:v>
                </c:pt>
                <c:pt idx="111">
                  <c:v>4.3769999999999998</c:v>
                </c:pt>
                <c:pt idx="112">
                  <c:v>4.4605100000000002</c:v>
                </c:pt>
                <c:pt idx="113">
                  <c:v>4.5331900000000003</c:v>
                </c:pt>
                <c:pt idx="114">
                  <c:v>4.7259700000000002</c:v>
                </c:pt>
                <c:pt idx="115">
                  <c:v>4.7268499999999998</c:v>
                </c:pt>
                <c:pt idx="116">
                  <c:v>4.8819299999999997</c:v>
                </c:pt>
                <c:pt idx="117">
                  <c:v>4.8736899999999999</c:v>
                </c:pt>
                <c:pt idx="118">
                  <c:v>4.7765000000000004</c:v>
                </c:pt>
                <c:pt idx="119">
                  <c:v>4.8703200000000004</c:v>
                </c:pt>
                <c:pt idx="120">
                  <c:v>4.8423400000000001</c:v>
                </c:pt>
                <c:pt idx="121">
                  <c:v>4.8964800000000004</c:v>
                </c:pt>
                <c:pt idx="122">
                  <c:v>4.9271399999999996</c:v>
                </c:pt>
                <c:pt idx="123">
                  <c:v>4.9539999999999997</c:v>
                </c:pt>
                <c:pt idx="124">
                  <c:v>4.9392399999999999</c:v>
                </c:pt>
                <c:pt idx="125">
                  <c:v>4.98766</c:v>
                </c:pt>
                <c:pt idx="126">
                  <c:v>4.9170199999999999</c:v>
                </c:pt>
                <c:pt idx="127">
                  <c:v>4.9492099999999999</c:v>
                </c:pt>
                <c:pt idx="128">
                  <c:v>4.9678699999999996</c:v>
                </c:pt>
                <c:pt idx="129">
                  <c:v>4.9706200000000003</c:v>
                </c:pt>
                <c:pt idx="130">
                  <c:v>4.9671099999999999</c:v>
                </c:pt>
                <c:pt idx="131">
                  <c:v>4.9770200000000004</c:v>
                </c:pt>
                <c:pt idx="132">
                  <c:v>4.9748799999999997</c:v>
                </c:pt>
                <c:pt idx="133">
                  <c:v>4.9836099999999997</c:v>
                </c:pt>
                <c:pt idx="134">
                  <c:v>5.0005800000000002</c:v>
                </c:pt>
                <c:pt idx="135">
                  <c:v>4.9874400000000003</c:v>
                </c:pt>
                <c:pt idx="136">
                  <c:v>4.9809599999999996</c:v>
                </c:pt>
                <c:pt idx="137">
                  <c:v>5.0028499999999996</c:v>
                </c:pt>
                <c:pt idx="138">
                  <c:v>4.9731300000000003</c:v>
                </c:pt>
                <c:pt idx="139">
                  <c:v>5.0270400000000004</c:v>
                </c:pt>
                <c:pt idx="140">
                  <c:v>5.0379699999999996</c:v>
                </c:pt>
                <c:pt idx="141">
                  <c:v>5.0294800000000004</c:v>
                </c:pt>
                <c:pt idx="142">
                  <c:v>5.02712</c:v>
                </c:pt>
                <c:pt idx="143">
                  <c:v>5.0090899999999996</c:v>
                </c:pt>
                <c:pt idx="144">
                  <c:v>5.0731400000000004</c:v>
                </c:pt>
                <c:pt idx="145">
                  <c:v>5.1306099999999999</c:v>
                </c:pt>
                <c:pt idx="146">
                  <c:v>5.1302099999999999</c:v>
                </c:pt>
                <c:pt idx="147">
                  <c:v>5.2747999999999999</c:v>
                </c:pt>
                <c:pt idx="148">
                  <c:v>5.3471700000000002</c:v>
                </c:pt>
                <c:pt idx="149">
                  <c:v>5.4147400000000001</c:v>
                </c:pt>
                <c:pt idx="150">
                  <c:v>5.39689</c:v>
                </c:pt>
                <c:pt idx="151">
                  <c:v>5.2909899999999999</c:v>
                </c:pt>
                <c:pt idx="152">
                  <c:v>5.3455700000000004</c:v>
                </c:pt>
                <c:pt idx="153">
                  <c:v>5.3282699999999998</c:v>
                </c:pt>
                <c:pt idx="154">
                  <c:v>5.3391700000000002</c:v>
                </c:pt>
                <c:pt idx="155">
                  <c:v>5.3785499999999997</c:v>
                </c:pt>
                <c:pt idx="156">
                  <c:v>5.3628600000000004</c:v>
                </c:pt>
                <c:pt idx="157">
                  <c:v>5.3703200000000004</c:v>
                </c:pt>
                <c:pt idx="158">
                  <c:v>5.3660699999999997</c:v>
                </c:pt>
                <c:pt idx="159">
                  <c:v>5.34293</c:v>
                </c:pt>
                <c:pt idx="160">
                  <c:v>5.3304600000000004</c:v>
                </c:pt>
                <c:pt idx="161">
                  <c:v>5.2903700000000002</c:v>
                </c:pt>
                <c:pt idx="162">
                  <c:v>5.3481100000000001</c:v>
                </c:pt>
                <c:pt idx="163">
                  <c:v>5.3898999999999999</c:v>
                </c:pt>
                <c:pt idx="164">
                  <c:v>5.41486</c:v>
                </c:pt>
                <c:pt idx="165">
                  <c:v>5.4448400000000001</c:v>
                </c:pt>
                <c:pt idx="166">
                  <c:v>5.3916700000000004</c:v>
                </c:pt>
                <c:pt idx="167">
                  <c:v>5.3880400000000002</c:v>
                </c:pt>
                <c:pt idx="168">
                  <c:v>5.4206700000000003</c:v>
                </c:pt>
                <c:pt idx="169">
                  <c:v>5.4219900000000001</c:v>
                </c:pt>
                <c:pt idx="170">
                  <c:v>5.39398</c:v>
                </c:pt>
                <c:pt idx="171">
                  <c:v>5.4150499999999999</c:v>
                </c:pt>
                <c:pt idx="172">
                  <c:v>5.3550000000000004</c:v>
                </c:pt>
                <c:pt idx="173">
                  <c:v>5.2895599999999998</c:v>
                </c:pt>
                <c:pt idx="174">
                  <c:v>5.4363900000000003</c:v>
                </c:pt>
                <c:pt idx="175">
                  <c:v>5.6334099999999996</c:v>
                </c:pt>
                <c:pt idx="176">
                  <c:v>5.5480900000000002</c:v>
                </c:pt>
                <c:pt idx="177">
                  <c:v>5.5693999999999999</c:v>
                </c:pt>
                <c:pt idx="178">
                  <c:v>5.5325600000000001</c:v>
                </c:pt>
                <c:pt idx="179">
                  <c:v>5.54617</c:v>
                </c:pt>
                <c:pt idx="180">
                  <c:v>5.6235099999999996</c:v>
                </c:pt>
                <c:pt idx="181">
                  <c:v>5.5983299999999998</c:v>
                </c:pt>
                <c:pt idx="182">
                  <c:v>5.6145800000000001</c:v>
                </c:pt>
                <c:pt idx="183">
                  <c:v>5.6828399999999997</c:v>
                </c:pt>
                <c:pt idx="184">
                  <c:v>5.7695499999999997</c:v>
                </c:pt>
                <c:pt idx="185">
                  <c:v>5.8148200000000001</c:v>
                </c:pt>
                <c:pt idx="186">
                  <c:v>5.74857</c:v>
                </c:pt>
                <c:pt idx="187">
                  <c:v>5.60893</c:v>
                </c:pt>
                <c:pt idx="188">
                  <c:v>5.5672499999999996</c:v>
                </c:pt>
                <c:pt idx="189">
                  <c:v>5.54298</c:v>
                </c:pt>
                <c:pt idx="190">
                  <c:v>5.5961999999999996</c:v>
                </c:pt>
                <c:pt idx="191">
                  <c:v>5.6200799999999997</c:v>
                </c:pt>
                <c:pt idx="192">
                  <c:v>5.5506900000000003</c:v>
                </c:pt>
                <c:pt idx="193">
                  <c:v>5.5846099999999996</c:v>
                </c:pt>
                <c:pt idx="194">
                  <c:v>5.6072499999999996</c:v>
                </c:pt>
                <c:pt idx="195">
                  <c:v>5.5986700000000003</c:v>
                </c:pt>
                <c:pt idx="196">
                  <c:v>5.6074900000000003</c:v>
                </c:pt>
                <c:pt idx="197">
                  <c:v>5.5585500000000003</c:v>
                </c:pt>
                <c:pt idx="198">
                  <c:v>5.5883000000000003</c:v>
                </c:pt>
                <c:pt idx="199">
                  <c:v>5.5789200000000001</c:v>
                </c:pt>
                <c:pt idx="200">
                  <c:v>5.6065500000000004</c:v>
                </c:pt>
                <c:pt idx="201">
                  <c:v>5.6550500000000001</c:v>
                </c:pt>
                <c:pt idx="202">
                  <c:v>5.6104799999999999</c:v>
                </c:pt>
                <c:pt idx="203">
                  <c:v>5.6349</c:v>
                </c:pt>
                <c:pt idx="204">
                  <c:v>5.6055700000000002</c:v>
                </c:pt>
                <c:pt idx="205">
                  <c:v>5.6680200000000003</c:v>
                </c:pt>
                <c:pt idx="206">
                  <c:v>5.6202800000000002</c:v>
                </c:pt>
                <c:pt idx="207">
                  <c:v>5.71645</c:v>
                </c:pt>
                <c:pt idx="208">
                  <c:v>5.7027700000000001</c:v>
                </c:pt>
                <c:pt idx="209">
                  <c:v>5.6691200000000004</c:v>
                </c:pt>
                <c:pt idx="210">
                  <c:v>5.8637600000000001</c:v>
                </c:pt>
                <c:pt idx="211">
                  <c:v>5.8784200000000002</c:v>
                </c:pt>
                <c:pt idx="212">
                  <c:v>5.8837599999999997</c:v>
                </c:pt>
                <c:pt idx="213">
                  <c:v>5.8307200000000003</c:v>
                </c:pt>
                <c:pt idx="214">
                  <c:v>5.8727999999999998</c:v>
                </c:pt>
                <c:pt idx="215">
                  <c:v>5.8064799999999996</c:v>
                </c:pt>
                <c:pt idx="216">
                  <c:v>5.8444399999999996</c:v>
                </c:pt>
                <c:pt idx="217">
                  <c:v>5.8343600000000002</c:v>
                </c:pt>
                <c:pt idx="218">
                  <c:v>5.8016199999999998</c:v>
                </c:pt>
                <c:pt idx="219">
                  <c:v>5.8716799999999996</c:v>
                </c:pt>
                <c:pt idx="220">
                  <c:v>5.8041600000000004</c:v>
                </c:pt>
                <c:pt idx="221">
                  <c:v>5.8287500000000003</c:v>
                </c:pt>
                <c:pt idx="222">
                  <c:v>5.8233300000000003</c:v>
                </c:pt>
                <c:pt idx="223">
                  <c:v>5.8250799999999998</c:v>
                </c:pt>
                <c:pt idx="224">
                  <c:v>5.8682499999999997</c:v>
                </c:pt>
                <c:pt idx="225">
                  <c:v>5.7942</c:v>
                </c:pt>
                <c:pt idx="226">
                  <c:v>5.8552900000000001</c:v>
                </c:pt>
                <c:pt idx="227">
                  <c:v>5.7786200000000001</c:v>
                </c:pt>
                <c:pt idx="228">
                  <c:v>5.8062699999999996</c:v>
                </c:pt>
                <c:pt idx="229">
                  <c:v>5.7902399999999998</c:v>
                </c:pt>
                <c:pt idx="230">
                  <c:v>5.8161100000000001</c:v>
                </c:pt>
                <c:pt idx="231">
                  <c:v>5.8109400000000004</c:v>
                </c:pt>
                <c:pt idx="232">
                  <c:v>5.8054800000000002</c:v>
                </c:pt>
                <c:pt idx="233">
                  <c:v>5.7574100000000001</c:v>
                </c:pt>
                <c:pt idx="234">
                  <c:v>5.7890300000000003</c:v>
                </c:pt>
                <c:pt idx="235">
                  <c:v>5.8199100000000001</c:v>
                </c:pt>
                <c:pt idx="236">
                  <c:v>5.7250399999999999</c:v>
                </c:pt>
                <c:pt idx="237">
                  <c:v>5.7444800000000003</c:v>
                </c:pt>
                <c:pt idx="238">
                  <c:v>5.8290699999999998</c:v>
                </c:pt>
                <c:pt idx="239">
                  <c:v>5.7747599999999997</c:v>
                </c:pt>
                <c:pt idx="240">
                  <c:v>5.8007099999999996</c:v>
                </c:pt>
                <c:pt idx="241">
                  <c:v>5.7755400000000003</c:v>
                </c:pt>
                <c:pt idx="242">
                  <c:v>5.8483799999999997</c:v>
                </c:pt>
                <c:pt idx="243">
                  <c:v>5.8067299999999999</c:v>
                </c:pt>
                <c:pt idx="244">
                  <c:v>5.8059399999999997</c:v>
                </c:pt>
                <c:pt idx="245">
                  <c:v>5.8459199999999996</c:v>
                </c:pt>
                <c:pt idx="246">
                  <c:v>5.8391000000000002</c:v>
                </c:pt>
                <c:pt idx="247">
                  <c:v>5.8718899999999996</c:v>
                </c:pt>
                <c:pt idx="248">
                  <c:v>5.8136000000000001</c:v>
                </c:pt>
                <c:pt idx="249">
                  <c:v>5.8957699999999997</c:v>
                </c:pt>
                <c:pt idx="250">
                  <c:v>5.8956099999999996</c:v>
                </c:pt>
                <c:pt idx="251">
                  <c:v>5.9120100000000004</c:v>
                </c:pt>
                <c:pt idx="252">
                  <c:v>5.9076300000000002</c:v>
                </c:pt>
                <c:pt idx="253">
                  <c:v>5.9442899999999996</c:v>
                </c:pt>
                <c:pt idx="254">
                  <c:v>5.9207900000000002</c:v>
                </c:pt>
                <c:pt idx="255">
                  <c:v>5.8605400000000003</c:v>
                </c:pt>
                <c:pt idx="256">
                  <c:v>5.8565500000000004</c:v>
                </c:pt>
                <c:pt idx="257">
                  <c:v>5.9700199999999999</c:v>
                </c:pt>
                <c:pt idx="258">
                  <c:v>5.9381700000000004</c:v>
                </c:pt>
                <c:pt idx="259">
                  <c:v>5.8494000000000002</c:v>
                </c:pt>
                <c:pt idx="260">
                  <c:v>5.8320499999999997</c:v>
                </c:pt>
                <c:pt idx="261">
                  <c:v>5.8309899999999999</c:v>
                </c:pt>
                <c:pt idx="262">
                  <c:v>5.9222599999999996</c:v>
                </c:pt>
                <c:pt idx="263">
                  <c:v>5.8073300000000003</c:v>
                </c:pt>
                <c:pt idx="264">
                  <c:v>5.8429599999999997</c:v>
                </c:pt>
                <c:pt idx="265">
                  <c:v>5.8263699999999998</c:v>
                </c:pt>
                <c:pt idx="266">
                  <c:v>6.0698699999999999</c:v>
                </c:pt>
                <c:pt idx="267">
                  <c:v>6.0022399999999996</c:v>
                </c:pt>
                <c:pt idx="268">
                  <c:v>5.9002400000000002</c:v>
                </c:pt>
                <c:pt idx="269">
                  <c:v>5.8783399999999997</c:v>
                </c:pt>
                <c:pt idx="270">
                  <c:v>5.8124200000000004</c:v>
                </c:pt>
                <c:pt idx="271">
                  <c:v>5.9215600000000004</c:v>
                </c:pt>
                <c:pt idx="272">
                  <c:v>5.9727399999999999</c:v>
                </c:pt>
                <c:pt idx="273">
                  <c:v>5.8237500000000004</c:v>
                </c:pt>
                <c:pt idx="274">
                  <c:v>5.74993</c:v>
                </c:pt>
                <c:pt idx="275">
                  <c:v>5.7757899999999998</c:v>
                </c:pt>
                <c:pt idx="276">
                  <c:v>5.88964</c:v>
                </c:pt>
                <c:pt idx="277">
                  <c:v>5.7789299999999999</c:v>
                </c:pt>
                <c:pt idx="278">
                  <c:v>5.7938999999999998</c:v>
                </c:pt>
                <c:pt idx="279">
                  <c:v>5.7279299999999997</c:v>
                </c:pt>
                <c:pt idx="280">
                  <c:v>5.8175800000000004</c:v>
                </c:pt>
                <c:pt idx="281">
                  <c:v>5.8410099999999998</c:v>
                </c:pt>
                <c:pt idx="282">
                  <c:v>5.8832199999999997</c:v>
                </c:pt>
                <c:pt idx="283">
                  <c:v>5.8325500000000003</c:v>
                </c:pt>
                <c:pt idx="284">
                  <c:v>5.9069099999999999</c:v>
                </c:pt>
                <c:pt idx="285">
                  <c:v>5.8876999999999997</c:v>
                </c:pt>
                <c:pt idx="286">
                  <c:v>5.8803400000000003</c:v>
                </c:pt>
                <c:pt idx="287">
                  <c:v>5.84992</c:v>
                </c:pt>
                <c:pt idx="288">
                  <c:v>5.82538</c:v>
                </c:pt>
                <c:pt idx="289">
                  <c:v>5.7769199999999996</c:v>
                </c:pt>
                <c:pt idx="290">
                  <c:v>5.8471700000000002</c:v>
                </c:pt>
                <c:pt idx="291">
                  <c:v>5.8320499999999997</c:v>
                </c:pt>
                <c:pt idx="292">
                  <c:v>5.8387599999999997</c:v>
                </c:pt>
                <c:pt idx="293">
                  <c:v>5.8127800000000001</c:v>
                </c:pt>
                <c:pt idx="294">
                  <c:v>5.8506499999999999</c:v>
                </c:pt>
                <c:pt idx="295">
                  <c:v>5.9665499999999998</c:v>
                </c:pt>
                <c:pt idx="296">
                  <c:v>5.9784199999999998</c:v>
                </c:pt>
                <c:pt idx="297">
                  <c:v>5.9256099999999998</c:v>
                </c:pt>
                <c:pt idx="298">
                  <c:v>6.1612799999999996</c:v>
                </c:pt>
                <c:pt idx="299">
                  <c:v>5.9405400000000004</c:v>
                </c:pt>
                <c:pt idx="300">
                  <c:v>5.8185200000000004</c:v>
                </c:pt>
                <c:pt idx="301">
                  <c:v>5.8942399999999999</c:v>
                </c:pt>
                <c:pt idx="302">
                  <c:v>5.88042</c:v>
                </c:pt>
                <c:pt idx="303">
                  <c:v>5.8927899999999998</c:v>
                </c:pt>
                <c:pt idx="304">
                  <c:v>5.97323</c:v>
                </c:pt>
                <c:pt idx="305">
                  <c:v>6.0614100000000004</c:v>
                </c:pt>
                <c:pt idx="306">
                  <c:v>6.1104200000000004</c:v>
                </c:pt>
                <c:pt idx="307">
                  <c:v>6.1642400000000004</c:v>
                </c:pt>
                <c:pt idx="308">
                  <c:v>6.0329800000000002</c:v>
                </c:pt>
                <c:pt idx="309">
                  <c:v>5.8812600000000002</c:v>
                </c:pt>
                <c:pt idx="310">
                  <c:v>5.8198600000000003</c:v>
                </c:pt>
                <c:pt idx="311">
                  <c:v>5.9767999999999999</c:v>
                </c:pt>
                <c:pt idx="312">
                  <c:v>5.9068100000000001</c:v>
                </c:pt>
                <c:pt idx="313">
                  <c:v>5.89283</c:v>
                </c:pt>
                <c:pt idx="314">
                  <c:v>5.8546800000000001</c:v>
                </c:pt>
                <c:pt idx="315">
                  <c:v>5.9232500000000003</c:v>
                </c:pt>
                <c:pt idx="316">
                  <c:v>5.9413499999999999</c:v>
                </c:pt>
                <c:pt idx="317">
                  <c:v>5.8952999999999998</c:v>
                </c:pt>
                <c:pt idx="318">
                  <c:v>5.8840899999999996</c:v>
                </c:pt>
                <c:pt idx="319">
                  <c:v>5.8217100000000004</c:v>
                </c:pt>
                <c:pt idx="320">
                  <c:v>5.9338499999999996</c:v>
                </c:pt>
                <c:pt idx="321">
                  <c:v>5.8134699999999997</c:v>
                </c:pt>
                <c:pt idx="322">
                  <c:v>5.8244300000000004</c:v>
                </c:pt>
                <c:pt idx="323">
                  <c:v>5.7803100000000001</c:v>
                </c:pt>
                <c:pt idx="324">
                  <c:v>5.8901000000000003</c:v>
                </c:pt>
                <c:pt idx="325">
                  <c:v>5.8773900000000001</c:v>
                </c:pt>
                <c:pt idx="326">
                  <c:v>5.88713</c:v>
                </c:pt>
                <c:pt idx="327">
                  <c:v>5.8980100000000002</c:v>
                </c:pt>
                <c:pt idx="328">
                  <c:v>5.8425099999999999</c:v>
                </c:pt>
                <c:pt idx="329">
                  <c:v>5.8019600000000002</c:v>
                </c:pt>
                <c:pt idx="330">
                  <c:v>5.8421599999999998</c:v>
                </c:pt>
                <c:pt idx="331">
                  <c:v>5.8778600000000001</c:v>
                </c:pt>
                <c:pt idx="332">
                  <c:v>5.8102999999999998</c:v>
                </c:pt>
                <c:pt idx="333">
                  <c:v>6.0113799999999999</c:v>
                </c:pt>
                <c:pt idx="334">
                  <c:v>5.9101699999999999</c:v>
                </c:pt>
                <c:pt idx="335">
                  <c:v>5.8777299999999997</c:v>
                </c:pt>
                <c:pt idx="336">
                  <c:v>5.7615800000000004</c:v>
                </c:pt>
                <c:pt idx="337">
                  <c:v>5.8692900000000003</c:v>
                </c:pt>
                <c:pt idx="338">
                  <c:v>5.9441800000000002</c:v>
                </c:pt>
                <c:pt idx="339">
                  <c:v>6.1276799999999998</c:v>
                </c:pt>
                <c:pt idx="340">
                  <c:v>5.8777299999999997</c:v>
                </c:pt>
                <c:pt idx="341">
                  <c:v>5.8722700000000003</c:v>
                </c:pt>
                <c:pt idx="342">
                  <c:v>5.8505599999999998</c:v>
                </c:pt>
                <c:pt idx="343">
                  <c:v>5.8315599999999996</c:v>
                </c:pt>
                <c:pt idx="344">
                  <c:v>5.8188300000000002</c:v>
                </c:pt>
                <c:pt idx="345">
                  <c:v>5.8688200000000004</c:v>
                </c:pt>
                <c:pt idx="346">
                  <c:v>5.8246700000000002</c:v>
                </c:pt>
                <c:pt idx="347">
                  <c:v>5.8106200000000001</c:v>
                </c:pt>
                <c:pt idx="348">
                  <c:v>5.8608000000000002</c:v>
                </c:pt>
                <c:pt idx="349">
                  <c:v>5.7948500000000003</c:v>
                </c:pt>
                <c:pt idx="350">
                  <c:v>5.8984899999999998</c:v>
                </c:pt>
                <c:pt idx="351">
                  <c:v>5.84518</c:v>
                </c:pt>
                <c:pt idx="352">
                  <c:v>5.8769900000000002</c:v>
                </c:pt>
                <c:pt idx="353">
                  <c:v>5.8284000000000002</c:v>
                </c:pt>
                <c:pt idx="354">
                  <c:v>5.8399900000000002</c:v>
                </c:pt>
                <c:pt idx="355">
                  <c:v>5.7922500000000001</c:v>
                </c:pt>
                <c:pt idx="356">
                  <c:v>5.7949099999999998</c:v>
                </c:pt>
                <c:pt idx="357">
                  <c:v>5.7975899999999996</c:v>
                </c:pt>
                <c:pt idx="358">
                  <c:v>5.9081999999999999</c:v>
                </c:pt>
                <c:pt idx="359">
                  <c:v>5.8561300000000003</c:v>
                </c:pt>
                <c:pt idx="360">
                  <c:v>5.84192</c:v>
                </c:pt>
                <c:pt idx="361">
                  <c:v>5.8841299999999999</c:v>
                </c:pt>
                <c:pt idx="362">
                  <c:v>5.88483</c:v>
                </c:pt>
                <c:pt idx="363">
                  <c:v>5.8220900000000002</c:v>
                </c:pt>
                <c:pt idx="364">
                  <c:v>5.7957599999999996</c:v>
                </c:pt>
                <c:pt idx="365">
                  <c:v>5.8264699999999996</c:v>
                </c:pt>
                <c:pt idx="366">
                  <c:v>5.7986599999999999</c:v>
                </c:pt>
                <c:pt idx="367">
                  <c:v>5.8556299999999997</c:v>
                </c:pt>
                <c:pt idx="368">
                  <c:v>5.8147599999999997</c:v>
                </c:pt>
                <c:pt idx="369">
                  <c:v>5.6520700000000001</c:v>
                </c:pt>
                <c:pt idx="370">
                  <c:v>5.6380400000000002</c:v>
                </c:pt>
                <c:pt idx="371">
                  <c:v>5.6036200000000003</c:v>
                </c:pt>
                <c:pt idx="372">
                  <c:v>5.6314299999999999</c:v>
                </c:pt>
                <c:pt idx="373">
                  <c:v>5.6785399999999999</c:v>
                </c:pt>
                <c:pt idx="374">
                  <c:v>5.61022</c:v>
                </c:pt>
                <c:pt idx="375">
                  <c:v>5.6408500000000004</c:v>
                </c:pt>
                <c:pt idx="376">
                  <c:v>5.5942699999999999</c:v>
                </c:pt>
                <c:pt idx="377">
                  <c:v>5.62575</c:v>
                </c:pt>
                <c:pt idx="378">
                  <c:v>5.6079600000000003</c:v>
                </c:pt>
                <c:pt idx="379">
                  <c:v>5.6167199999999999</c:v>
                </c:pt>
                <c:pt idx="380">
                  <c:v>5.6856499999999999</c:v>
                </c:pt>
                <c:pt idx="381">
                  <c:v>5.6201600000000003</c:v>
                </c:pt>
                <c:pt idx="382">
                  <c:v>5.57822</c:v>
                </c:pt>
                <c:pt idx="383">
                  <c:v>5.5917500000000002</c:v>
                </c:pt>
                <c:pt idx="384">
                  <c:v>5.5932700000000004</c:v>
                </c:pt>
                <c:pt idx="385">
                  <c:v>5.7611999999999997</c:v>
                </c:pt>
                <c:pt idx="386">
                  <c:v>5.7604899999999999</c:v>
                </c:pt>
                <c:pt idx="387">
                  <c:v>5.6290100000000001</c:v>
                </c:pt>
                <c:pt idx="388">
                  <c:v>5.6141699999999997</c:v>
                </c:pt>
                <c:pt idx="389">
                  <c:v>5.64954</c:v>
                </c:pt>
                <c:pt idx="390">
                  <c:v>5.6398700000000002</c:v>
                </c:pt>
                <c:pt idx="391">
                  <c:v>5.64595</c:v>
                </c:pt>
                <c:pt idx="392">
                  <c:v>5.5770600000000004</c:v>
                </c:pt>
                <c:pt idx="393">
                  <c:v>5.4451299999999998</c:v>
                </c:pt>
                <c:pt idx="394">
                  <c:v>5.2814500000000004</c:v>
                </c:pt>
                <c:pt idx="395">
                  <c:v>5.3160699999999999</c:v>
                </c:pt>
                <c:pt idx="396">
                  <c:v>5.3023699999999998</c:v>
                </c:pt>
                <c:pt idx="397">
                  <c:v>5.3113999999999999</c:v>
                </c:pt>
                <c:pt idx="398">
                  <c:v>5.3430299999999997</c:v>
                </c:pt>
                <c:pt idx="399">
                  <c:v>5.3177300000000001</c:v>
                </c:pt>
                <c:pt idx="400">
                  <c:v>5.2853000000000003</c:v>
                </c:pt>
                <c:pt idx="401">
                  <c:v>5.2963899999999997</c:v>
                </c:pt>
                <c:pt idx="402">
                  <c:v>5.29894</c:v>
                </c:pt>
                <c:pt idx="403">
                  <c:v>5.3017799999999999</c:v>
                </c:pt>
                <c:pt idx="404">
                  <c:v>5.3038299999999996</c:v>
                </c:pt>
                <c:pt idx="405">
                  <c:v>5.3375000000000004</c:v>
                </c:pt>
                <c:pt idx="406">
                  <c:v>5.3469300000000004</c:v>
                </c:pt>
                <c:pt idx="407">
                  <c:v>5.34511</c:v>
                </c:pt>
                <c:pt idx="408">
                  <c:v>5.3604000000000003</c:v>
                </c:pt>
                <c:pt idx="409">
                  <c:v>5.3154599999999999</c:v>
                </c:pt>
                <c:pt idx="410">
                  <c:v>5.3347100000000003</c:v>
                </c:pt>
                <c:pt idx="411">
                  <c:v>5.3128599999999997</c:v>
                </c:pt>
                <c:pt idx="412">
                  <c:v>5.3119899999999998</c:v>
                </c:pt>
                <c:pt idx="413">
                  <c:v>5.1610500000000004</c:v>
                </c:pt>
                <c:pt idx="414">
                  <c:v>5.0786699999999998</c:v>
                </c:pt>
                <c:pt idx="415">
                  <c:v>5.1565799999999999</c:v>
                </c:pt>
                <c:pt idx="416">
                  <c:v>5.09504</c:v>
                </c:pt>
                <c:pt idx="417">
                  <c:v>5.11111</c:v>
                </c:pt>
                <c:pt idx="418">
                  <c:v>5.07768</c:v>
                </c:pt>
                <c:pt idx="419">
                  <c:v>5.0936500000000002</c:v>
                </c:pt>
                <c:pt idx="420">
                  <c:v>5.1349099999999996</c:v>
                </c:pt>
                <c:pt idx="421">
                  <c:v>5.0932000000000004</c:v>
                </c:pt>
                <c:pt idx="422">
                  <c:v>5.0760800000000001</c:v>
                </c:pt>
                <c:pt idx="423">
                  <c:v>5.1014299999999997</c:v>
                </c:pt>
                <c:pt idx="424">
                  <c:v>5.0830200000000003</c:v>
                </c:pt>
                <c:pt idx="425">
                  <c:v>5.1049100000000003</c:v>
                </c:pt>
                <c:pt idx="426">
                  <c:v>5.0901300000000003</c:v>
                </c:pt>
                <c:pt idx="427">
                  <c:v>5.0755999999999997</c:v>
                </c:pt>
                <c:pt idx="428">
                  <c:v>5.1403100000000004</c:v>
                </c:pt>
                <c:pt idx="429">
                  <c:v>5.1074000000000002</c:v>
                </c:pt>
                <c:pt idx="430">
                  <c:v>5.1015199999999998</c:v>
                </c:pt>
                <c:pt idx="431">
                  <c:v>5.0912499999999996</c:v>
                </c:pt>
                <c:pt idx="432">
                  <c:v>5.0916100000000002</c:v>
                </c:pt>
                <c:pt idx="433">
                  <c:v>5.0646899999999997</c:v>
                </c:pt>
                <c:pt idx="434">
                  <c:v>5.0959500000000002</c:v>
                </c:pt>
                <c:pt idx="435">
                  <c:v>5.1013599999999997</c:v>
                </c:pt>
                <c:pt idx="436">
                  <c:v>5.1048200000000001</c:v>
                </c:pt>
                <c:pt idx="437">
                  <c:v>5.0863300000000002</c:v>
                </c:pt>
                <c:pt idx="438">
                  <c:v>4.9959499999999997</c:v>
                </c:pt>
                <c:pt idx="439">
                  <c:v>4.8457100000000004</c:v>
                </c:pt>
                <c:pt idx="440">
                  <c:v>4.8769799999999996</c:v>
                </c:pt>
                <c:pt idx="441">
                  <c:v>4.8619500000000002</c:v>
                </c:pt>
                <c:pt idx="442">
                  <c:v>4.8577199999999996</c:v>
                </c:pt>
                <c:pt idx="443">
                  <c:v>4.85785</c:v>
                </c:pt>
                <c:pt idx="444">
                  <c:v>4.8509500000000001</c:v>
                </c:pt>
                <c:pt idx="445">
                  <c:v>4.8373200000000001</c:v>
                </c:pt>
                <c:pt idx="446">
                  <c:v>4.8379200000000004</c:v>
                </c:pt>
                <c:pt idx="447">
                  <c:v>4.8375700000000004</c:v>
                </c:pt>
                <c:pt idx="448">
                  <c:v>4.8970900000000004</c:v>
                </c:pt>
                <c:pt idx="449">
                  <c:v>4.8548799999999996</c:v>
                </c:pt>
                <c:pt idx="450">
                  <c:v>4.8464600000000004</c:v>
                </c:pt>
                <c:pt idx="451">
                  <c:v>4.8451899999999997</c:v>
                </c:pt>
                <c:pt idx="452">
                  <c:v>4.8067599999999997</c:v>
                </c:pt>
                <c:pt idx="453">
                  <c:v>4.8420899999999998</c:v>
                </c:pt>
                <c:pt idx="454">
                  <c:v>4.8018099999999997</c:v>
                </c:pt>
                <c:pt idx="455">
                  <c:v>4.8404999999999996</c:v>
                </c:pt>
                <c:pt idx="456">
                  <c:v>4.8387099999999998</c:v>
                </c:pt>
                <c:pt idx="457">
                  <c:v>4.8301299999999996</c:v>
                </c:pt>
                <c:pt idx="458">
                  <c:v>4.8244800000000003</c:v>
                </c:pt>
                <c:pt idx="459">
                  <c:v>4.7963100000000001</c:v>
                </c:pt>
                <c:pt idx="460">
                  <c:v>4.8468999999999998</c:v>
                </c:pt>
                <c:pt idx="461">
                  <c:v>4.8042100000000003</c:v>
                </c:pt>
                <c:pt idx="462">
                  <c:v>4.8162700000000003</c:v>
                </c:pt>
                <c:pt idx="463">
                  <c:v>4.8250299999999999</c:v>
                </c:pt>
                <c:pt idx="464">
                  <c:v>4.8480600000000003</c:v>
                </c:pt>
                <c:pt idx="465">
                  <c:v>4.8300400000000003</c:v>
                </c:pt>
                <c:pt idx="466">
                  <c:v>4.8247400000000003</c:v>
                </c:pt>
                <c:pt idx="467">
                  <c:v>4.8019800000000004</c:v>
                </c:pt>
                <c:pt idx="468">
                  <c:v>4.8081300000000002</c:v>
                </c:pt>
                <c:pt idx="469">
                  <c:v>4.8376099999999997</c:v>
                </c:pt>
                <c:pt idx="470">
                  <c:v>4.8321300000000003</c:v>
                </c:pt>
                <c:pt idx="471">
                  <c:v>4.8177000000000003</c:v>
                </c:pt>
                <c:pt idx="472">
                  <c:v>4.82036</c:v>
                </c:pt>
                <c:pt idx="473">
                  <c:v>4.8105500000000001</c:v>
                </c:pt>
                <c:pt idx="474">
                  <c:v>4.8231299999999999</c:v>
                </c:pt>
                <c:pt idx="475">
                  <c:v>4.8162200000000004</c:v>
                </c:pt>
                <c:pt idx="476">
                  <c:v>4.8454499999999996</c:v>
                </c:pt>
                <c:pt idx="477">
                  <c:v>4.8290300000000004</c:v>
                </c:pt>
                <c:pt idx="478">
                  <c:v>4.8337700000000003</c:v>
                </c:pt>
                <c:pt idx="479">
                  <c:v>4.8348100000000001</c:v>
                </c:pt>
                <c:pt idx="480">
                  <c:v>4.8291000000000004</c:v>
                </c:pt>
                <c:pt idx="481">
                  <c:v>4.8035399999999999</c:v>
                </c:pt>
                <c:pt idx="482">
                  <c:v>4.8086700000000002</c:v>
                </c:pt>
                <c:pt idx="483">
                  <c:v>4.8425399999999996</c:v>
                </c:pt>
                <c:pt idx="484">
                  <c:v>4.8842699999999999</c:v>
                </c:pt>
                <c:pt idx="485">
                  <c:v>4.8172899999999998</c:v>
                </c:pt>
                <c:pt idx="486">
                  <c:v>4.8067799999999998</c:v>
                </c:pt>
                <c:pt idx="487">
                  <c:v>4.8098700000000001</c:v>
                </c:pt>
                <c:pt idx="488">
                  <c:v>4.78843</c:v>
                </c:pt>
                <c:pt idx="489">
                  <c:v>4.7952500000000002</c:v>
                </c:pt>
                <c:pt idx="490">
                  <c:v>4.7999900000000002</c:v>
                </c:pt>
                <c:pt idx="491">
                  <c:v>4.7988099999999996</c:v>
                </c:pt>
                <c:pt idx="492">
                  <c:v>4.8089000000000004</c:v>
                </c:pt>
                <c:pt idx="493">
                  <c:v>4.8032399999999997</c:v>
                </c:pt>
                <c:pt idx="494">
                  <c:v>4.8317100000000002</c:v>
                </c:pt>
                <c:pt idx="495">
                  <c:v>4.7867899999999999</c:v>
                </c:pt>
                <c:pt idx="496">
                  <c:v>4.79941</c:v>
                </c:pt>
                <c:pt idx="497">
                  <c:v>4.8431100000000002</c:v>
                </c:pt>
                <c:pt idx="498">
                  <c:v>4.8231099999999998</c:v>
                </c:pt>
                <c:pt idx="499">
                  <c:v>4.8213100000000004</c:v>
                </c:pt>
                <c:pt idx="500">
                  <c:v>4.8083900000000002</c:v>
                </c:pt>
                <c:pt idx="501">
                  <c:v>4.7946200000000001</c:v>
                </c:pt>
                <c:pt idx="502">
                  <c:v>4.8712900000000001</c:v>
                </c:pt>
                <c:pt idx="503">
                  <c:v>4.80349</c:v>
                </c:pt>
                <c:pt idx="504">
                  <c:v>4.8342000000000001</c:v>
                </c:pt>
                <c:pt idx="505">
                  <c:v>4.8400699999999999</c:v>
                </c:pt>
                <c:pt idx="506">
                  <c:v>4.8088100000000003</c:v>
                </c:pt>
                <c:pt idx="507">
                  <c:v>4.8075299999999999</c:v>
                </c:pt>
                <c:pt idx="508">
                  <c:v>4.8084899999999999</c:v>
                </c:pt>
                <c:pt idx="509">
                  <c:v>4.8124099999999999</c:v>
                </c:pt>
                <c:pt idx="510">
                  <c:v>4.80823</c:v>
                </c:pt>
                <c:pt idx="511">
                  <c:v>4.8040799999999999</c:v>
                </c:pt>
                <c:pt idx="512">
                  <c:v>4.82803</c:v>
                </c:pt>
                <c:pt idx="513">
                  <c:v>4.8329199999999997</c:v>
                </c:pt>
                <c:pt idx="514">
                  <c:v>4.8367699999999996</c:v>
                </c:pt>
                <c:pt idx="515">
                  <c:v>4.83908</c:v>
                </c:pt>
                <c:pt idx="516">
                  <c:v>4.8417000000000003</c:v>
                </c:pt>
                <c:pt idx="517">
                  <c:v>4.8213800000000004</c:v>
                </c:pt>
                <c:pt idx="518">
                  <c:v>4.8236499999999998</c:v>
                </c:pt>
                <c:pt idx="519">
                  <c:v>4.8369400000000002</c:v>
                </c:pt>
                <c:pt idx="520">
                  <c:v>4.7056100000000001</c:v>
                </c:pt>
                <c:pt idx="521">
                  <c:v>4.6041299999999996</c:v>
                </c:pt>
                <c:pt idx="522">
                  <c:v>4.5688000000000004</c:v>
                </c:pt>
                <c:pt idx="523">
                  <c:v>4.5755400000000002</c:v>
                </c:pt>
                <c:pt idx="524">
                  <c:v>4.5881600000000002</c:v>
                </c:pt>
                <c:pt idx="525">
                  <c:v>4.5963599999999998</c:v>
                </c:pt>
                <c:pt idx="526">
                  <c:v>4.5836499999999996</c:v>
                </c:pt>
                <c:pt idx="527">
                  <c:v>4.5846499999999999</c:v>
                </c:pt>
                <c:pt idx="528">
                  <c:v>4.5956299999999999</c:v>
                </c:pt>
                <c:pt idx="529">
                  <c:v>4.5827999999999998</c:v>
                </c:pt>
                <c:pt idx="530">
                  <c:v>4.6129899999999999</c:v>
                </c:pt>
                <c:pt idx="531">
                  <c:v>4.5920800000000002</c:v>
                </c:pt>
                <c:pt idx="532">
                  <c:v>4.6061399999999999</c:v>
                </c:pt>
                <c:pt idx="533">
                  <c:v>4.5808900000000001</c:v>
                </c:pt>
                <c:pt idx="534">
                  <c:v>4.5953600000000003</c:v>
                </c:pt>
                <c:pt idx="535">
                  <c:v>4.5884299999999998</c:v>
                </c:pt>
                <c:pt idx="536">
                  <c:v>4.5901500000000004</c:v>
                </c:pt>
                <c:pt idx="537">
                  <c:v>4.5686499999999999</c:v>
                </c:pt>
                <c:pt idx="538">
                  <c:v>4.5488499999999998</c:v>
                </c:pt>
                <c:pt idx="539">
                  <c:v>4.5488799999999996</c:v>
                </c:pt>
                <c:pt idx="540">
                  <c:v>4.44367</c:v>
                </c:pt>
                <c:pt idx="541">
                  <c:v>4.2958699999999999</c:v>
                </c:pt>
                <c:pt idx="542">
                  <c:v>4.3278600000000003</c:v>
                </c:pt>
                <c:pt idx="543">
                  <c:v>4.3333000000000004</c:v>
                </c:pt>
                <c:pt idx="544">
                  <c:v>4.3177099999999999</c:v>
                </c:pt>
                <c:pt idx="545">
                  <c:v>4.3134699999999997</c:v>
                </c:pt>
                <c:pt idx="546">
                  <c:v>4.3183400000000001</c:v>
                </c:pt>
                <c:pt idx="547">
                  <c:v>4.3439800000000002</c:v>
                </c:pt>
                <c:pt idx="548">
                  <c:v>4.3196199999999996</c:v>
                </c:pt>
                <c:pt idx="549">
                  <c:v>4.3068299999999997</c:v>
                </c:pt>
                <c:pt idx="550">
                  <c:v>4.3152100000000004</c:v>
                </c:pt>
                <c:pt idx="551">
                  <c:v>4.3130199999999999</c:v>
                </c:pt>
                <c:pt idx="552">
                  <c:v>4.3052900000000003</c:v>
                </c:pt>
                <c:pt idx="553">
                  <c:v>4.3240999999999996</c:v>
                </c:pt>
                <c:pt idx="554">
                  <c:v>4.3183400000000001</c:v>
                </c:pt>
                <c:pt idx="555">
                  <c:v>4.3104800000000001</c:v>
                </c:pt>
                <c:pt idx="556">
                  <c:v>4.3121299999999998</c:v>
                </c:pt>
                <c:pt idx="557">
                  <c:v>4.3009300000000001</c:v>
                </c:pt>
                <c:pt idx="558">
                  <c:v>4.3200500000000002</c:v>
                </c:pt>
                <c:pt idx="559">
                  <c:v>4.3049299999999997</c:v>
                </c:pt>
                <c:pt idx="560">
                  <c:v>4.3070500000000003</c:v>
                </c:pt>
                <c:pt idx="561">
                  <c:v>4.3095100000000004</c:v>
                </c:pt>
                <c:pt idx="562">
                  <c:v>4.3016500000000004</c:v>
                </c:pt>
                <c:pt idx="563">
                  <c:v>4.30952</c:v>
                </c:pt>
                <c:pt idx="564">
                  <c:v>4.3017000000000003</c:v>
                </c:pt>
                <c:pt idx="565">
                  <c:v>4.3105599999999997</c:v>
                </c:pt>
                <c:pt idx="566">
                  <c:v>4.3121600000000004</c:v>
                </c:pt>
                <c:pt idx="567">
                  <c:v>4.3135199999999996</c:v>
                </c:pt>
                <c:pt idx="568">
                  <c:v>4.3233800000000002</c:v>
                </c:pt>
                <c:pt idx="569">
                  <c:v>4.3133800000000004</c:v>
                </c:pt>
                <c:pt idx="570">
                  <c:v>4.3261799999999999</c:v>
                </c:pt>
                <c:pt idx="571">
                  <c:v>4.3341599999999998</c:v>
                </c:pt>
                <c:pt idx="572">
                  <c:v>4.31494</c:v>
                </c:pt>
                <c:pt idx="573">
                  <c:v>4.3281599999999996</c:v>
                </c:pt>
                <c:pt idx="574">
                  <c:v>4.3116199999999996</c:v>
                </c:pt>
                <c:pt idx="575">
                  <c:v>4.3247299999999997</c:v>
                </c:pt>
                <c:pt idx="576">
                  <c:v>4.3167099999999996</c:v>
                </c:pt>
                <c:pt idx="577">
                  <c:v>4.3173199999999996</c:v>
                </c:pt>
                <c:pt idx="578">
                  <c:v>4.3375399999999997</c:v>
                </c:pt>
                <c:pt idx="579">
                  <c:v>4.3045299999999997</c:v>
                </c:pt>
                <c:pt idx="580">
                  <c:v>4.51572</c:v>
                </c:pt>
                <c:pt idx="582">
                  <c:v>4.3020199999999997</c:v>
                </c:pt>
                <c:pt idx="583">
                  <c:v>4.3034100000000004</c:v>
                </c:pt>
                <c:pt idx="584">
                  <c:v>4.3151400000000004</c:v>
                </c:pt>
                <c:pt idx="585">
                  <c:v>4.3205900000000002</c:v>
                </c:pt>
                <c:pt idx="586">
                  <c:v>4.3351100000000002</c:v>
                </c:pt>
                <c:pt idx="587">
                  <c:v>4.3196399999999997</c:v>
                </c:pt>
                <c:pt idx="588">
                  <c:v>4.3465600000000002</c:v>
                </c:pt>
                <c:pt idx="589">
                  <c:v>4.3353000000000002</c:v>
                </c:pt>
                <c:pt idx="590">
                  <c:v>4.3252800000000002</c:v>
                </c:pt>
                <c:pt idx="591">
                  <c:v>4.31114</c:v>
                </c:pt>
                <c:pt idx="592">
                  <c:v>4.2985600000000002</c:v>
                </c:pt>
                <c:pt idx="593">
                  <c:v>4.3154700000000004</c:v>
                </c:pt>
                <c:pt idx="594">
                  <c:v>4.32172</c:v>
                </c:pt>
                <c:pt idx="595">
                  <c:v>4.3324699999999998</c:v>
                </c:pt>
                <c:pt idx="596">
                  <c:v>4.2968599999999997</c:v>
                </c:pt>
                <c:pt idx="597">
                  <c:v>4.2717799999999997</c:v>
                </c:pt>
                <c:pt idx="598">
                  <c:v>4.2561400000000003</c:v>
                </c:pt>
                <c:pt idx="599">
                  <c:v>4.0605099999999998</c:v>
                </c:pt>
                <c:pt idx="600">
                  <c:v>4.0579299999999998</c:v>
                </c:pt>
                <c:pt idx="601">
                  <c:v>4.0492499999999998</c:v>
                </c:pt>
                <c:pt idx="602">
                  <c:v>4.0607800000000003</c:v>
                </c:pt>
                <c:pt idx="603">
                  <c:v>4.0550800000000002</c:v>
                </c:pt>
                <c:pt idx="604">
                  <c:v>4.0305</c:v>
                </c:pt>
                <c:pt idx="605">
                  <c:v>4.0678599999999996</c:v>
                </c:pt>
                <c:pt idx="606">
                  <c:v>4.0789</c:v>
                </c:pt>
                <c:pt idx="607">
                  <c:v>4.0469900000000001</c:v>
                </c:pt>
                <c:pt idx="608">
                  <c:v>4.0295899999999998</c:v>
                </c:pt>
                <c:pt idx="609">
                  <c:v>3.9953400000000001</c:v>
                </c:pt>
                <c:pt idx="610">
                  <c:v>3.95539</c:v>
                </c:pt>
                <c:pt idx="611">
                  <c:v>3.9243399999999999</c:v>
                </c:pt>
                <c:pt idx="612">
                  <c:v>3.8622000000000001</c:v>
                </c:pt>
                <c:pt idx="613">
                  <c:v>3.8801899999999998</c:v>
                </c:pt>
                <c:pt idx="614">
                  <c:v>3.8746499999999999</c:v>
                </c:pt>
                <c:pt idx="615">
                  <c:v>3.7686199999999999</c:v>
                </c:pt>
                <c:pt idx="616">
                  <c:v>3.74884</c:v>
                </c:pt>
                <c:pt idx="617">
                  <c:v>3.7561800000000001</c:v>
                </c:pt>
                <c:pt idx="618">
                  <c:v>3.5731999999999999</c:v>
                </c:pt>
                <c:pt idx="619">
                  <c:v>3.3974500000000001</c:v>
                </c:pt>
                <c:pt idx="620">
                  <c:v>3.3751899999999999</c:v>
                </c:pt>
                <c:pt idx="621">
                  <c:v>3.3659699999999999</c:v>
                </c:pt>
                <c:pt idx="622">
                  <c:v>3.3833000000000002</c:v>
                </c:pt>
                <c:pt idx="623">
                  <c:v>3.36741</c:v>
                </c:pt>
                <c:pt idx="624">
                  <c:v>3.3645100000000001</c:v>
                </c:pt>
                <c:pt idx="625">
                  <c:v>3.3521299999999998</c:v>
                </c:pt>
                <c:pt idx="626">
                  <c:v>3.3483700000000001</c:v>
                </c:pt>
                <c:pt idx="627">
                  <c:v>3.3796599999999999</c:v>
                </c:pt>
                <c:pt idx="628">
                  <c:v>3.3733900000000001</c:v>
                </c:pt>
                <c:pt idx="629">
                  <c:v>3.3599800000000002</c:v>
                </c:pt>
                <c:pt idx="630">
                  <c:v>3.32389</c:v>
                </c:pt>
                <c:pt idx="631">
                  <c:v>3.3229099999999998</c:v>
                </c:pt>
                <c:pt idx="632">
                  <c:v>3.3126600000000002</c:v>
                </c:pt>
                <c:pt idx="633">
                  <c:v>3.3192900000000001</c:v>
                </c:pt>
                <c:pt idx="634">
                  <c:v>3.3261500000000002</c:v>
                </c:pt>
                <c:pt idx="635">
                  <c:v>3.3025600000000002</c:v>
                </c:pt>
                <c:pt idx="636">
                  <c:v>3.3130700000000002</c:v>
                </c:pt>
                <c:pt idx="637">
                  <c:v>3.2918799999999999</c:v>
                </c:pt>
                <c:pt idx="638">
                  <c:v>3.2901600000000002</c:v>
                </c:pt>
                <c:pt idx="639">
                  <c:v>3.3103699999999998</c:v>
                </c:pt>
                <c:pt idx="640">
                  <c:v>3.32</c:v>
                </c:pt>
                <c:pt idx="641">
                  <c:v>3.3217599999999998</c:v>
                </c:pt>
                <c:pt idx="642">
                  <c:v>3.2928700000000002</c:v>
                </c:pt>
                <c:pt idx="643">
                  <c:v>3.32578</c:v>
                </c:pt>
                <c:pt idx="644">
                  <c:v>3.2852100000000002</c:v>
                </c:pt>
                <c:pt idx="645">
                  <c:v>3.2938999999999998</c:v>
                </c:pt>
                <c:pt idx="646">
                  <c:v>3.3079700000000001</c:v>
                </c:pt>
                <c:pt idx="647">
                  <c:v>3.29765</c:v>
                </c:pt>
                <c:pt idx="648">
                  <c:v>3.2995399999999999</c:v>
                </c:pt>
                <c:pt idx="649">
                  <c:v>3.2831199999999998</c:v>
                </c:pt>
                <c:pt idx="650">
                  <c:v>3.2972800000000002</c:v>
                </c:pt>
                <c:pt idx="651">
                  <c:v>3.2866499999999998</c:v>
                </c:pt>
                <c:pt idx="652">
                  <c:v>3.2923100000000001</c:v>
                </c:pt>
                <c:pt idx="653">
                  <c:v>3.2852700000000001</c:v>
                </c:pt>
                <c:pt idx="654">
                  <c:v>3.28756</c:v>
                </c:pt>
                <c:pt idx="655">
                  <c:v>3.3013699999999999</c:v>
                </c:pt>
                <c:pt idx="656">
                  <c:v>3.29304</c:v>
                </c:pt>
                <c:pt idx="657">
                  <c:v>3.29114</c:v>
                </c:pt>
                <c:pt idx="658">
                  <c:v>3.2908200000000001</c:v>
                </c:pt>
                <c:pt idx="659">
                  <c:v>3.29087</c:v>
                </c:pt>
                <c:pt idx="660">
                  <c:v>3.2907600000000001</c:v>
                </c:pt>
                <c:pt idx="661">
                  <c:v>3.2953199999999998</c:v>
                </c:pt>
                <c:pt idx="662">
                  <c:v>3.2861199999999999</c:v>
                </c:pt>
                <c:pt idx="663">
                  <c:v>3.2963</c:v>
                </c:pt>
                <c:pt idx="664">
                  <c:v>3.2903699999999998</c:v>
                </c:pt>
                <c:pt idx="665">
                  <c:v>3.2871600000000001</c:v>
                </c:pt>
                <c:pt idx="666">
                  <c:v>3.2950200000000001</c:v>
                </c:pt>
                <c:pt idx="667">
                  <c:v>3.2916699999999999</c:v>
                </c:pt>
                <c:pt idx="668">
                  <c:v>3.2900999999999998</c:v>
                </c:pt>
                <c:pt idx="669">
                  <c:v>3.28322</c:v>
                </c:pt>
                <c:pt idx="670">
                  <c:v>3.2918400000000001</c:v>
                </c:pt>
                <c:pt idx="671">
                  <c:v>3.2856800000000002</c:v>
                </c:pt>
                <c:pt idx="672">
                  <c:v>3.2829700000000002</c:v>
                </c:pt>
                <c:pt idx="673">
                  <c:v>3.28559</c:v>
                </c:pt>
                <c:pt idx="674">
                  <c:v>3.2859500000000001</c:v>
                </c:pt>
                <c:pt idx="675">
                  <c:v>3.2843599999999999</c:v>
                </c:pt>
                <c:pt idx="676">
                  <c:v>3.2832400000000002</c:v>
                </c:pt>
                <c:pt idx="677">
                  <c:v>3.28681</c:v>
                </c:pt>
                <c:pt idx="678">
                  <c:v>3.2905199999999999</c:v>
                </c:pt>
                <c:pt idx="679">
                  <c:v>3.2876500000000002</c:v>
                </c:pt>
                <c:pt idx="680">
                  <c:v>3.2892700000000001</c:v>
                </c:pt>
                <c:pt idx="681">
                  <c:v>3.2883399999999998</c:v>
                </c:pt>
                <c:pt idx="682">
                  <c:v>3.2862200000000001</c:v>
                </c:pt>
                <c:pt idx="683">
                  <c:v>3.28756</c:v>
                </c:pt>
                <c:pt idx="684">
                  <c:v>3.28837</c:v>
                </c:pt>
                <c:pt idx="685">
                  <c:v>3.2859600000000002</c:v>
                </c:pt>
                <c:pt idx="686">
                  <c:v>3.2870300000000001</c:v>
                </c:pt>
                <c:pt idx="687">
                  <c:v>3.3181799999999999</c:v>
                </c:pt>
                <c:pt idx="688">
                  <c:v>3.2867700000000002</c:v>
                </c:pt>
                <c:pt idx="689">
                  <c:v>3.2853699999999999</c:v>
                </c:pt>
                <c:pt idx="690">
                  <c:v>3.2869100000000002</c:v>
                </c:pt>
                <c:pt idx="691">
                  <c:v>3.2928700000000002</c:v>
                </c:pt>
                <c:pt idx="692">
                  <c:v>3.2910900000000001</c:v>
                </c:pt>
                <c:pt idx="693">
                  <c:v>3.28729</c:v>
                </c:pt>
                <c:pt idx="694">
                  <c:v>3.28864</c:v>
                </c:pt>
                <c:pt idx="695">
                  <c:v>3.2860299999999998</c:v>
                </c:pt>
                <c:pt idx="696">
                  <c:v>3.2835399999999999</c:v>
                </c:pt>
                <c:pt idx="697">
                  <c:v>3.2869100000000002</c:v>
                </c:pt>
                <c:pt idx="698">
                  <c:v>3.2891400000000002</c:v>
                </c:pt>
                <c:pt idx="699">
                  <c:v>3.2873299999999999</c:v>
                </c:pt>
                <c:pt idx="700">
                  <c:v>3.2877399999999999</c:v>
                </c:pt>
                <c:pt idx="701">
                  <c:v>3.25156</c:v>
                </c:pt>
                <c:pt idx="702">
                  <c:v>3.0399500000000002</c:v>
                </c:pt>
                <c:pt idx="703">
                  <c:v>3.0335000000000001</c:v>
                </c:pt>
                <c:pt idx="704">
                  <c:v>3.0372300000000001</c:v>
                </c:pt>
                <c:pt idx="705">
                  <c:v>3.0371199999999998</c:v>
                </c:pt>
                <c:pt idx="706">
                  <c:v>3.0369899999999999</c:v>
                </c:pt>
                <c:pt idx="707">
                  <c:v>3.04298</c:v>
                </c:pt>
                <c:pt idx="708">
                  <c:v>3.0398999999999998</c:v>
                </c:pt>
                <c:pt idx="709">
                  <c:v>3.03674</c:v>
                </c:pt>
                <c:pt idx="710">
                  <c:v>3.0345499999999999</c:v>
                </c:pt>
                <c:pt idx="711">
                  <c:v>3.0364200000000001</c:v>
                </c:pt>
                <c:pt idx="712">
                  <c:v>3.0466000000000002</c:v>
                </c:pt>
                <c:pt idx="713">
                  <c:v>3.0378699999999998</c:v>
                </c:pt>
                <c:pt idx="714">
                  <c:v>3.0388899999999999</c:v>
                </c:pt>
                <c:pt idx="715">
                  <c:v>3.0394600000000001</c:v>
                </c:pt>
                <c:pt idx="716">
                  <c:v>3.0394100000000002</c:v>
                </c:pt>
                <c:pt idx="717">
                  <c:v>3.04</c:v>
                </c:pt>
                <c:pt idx="718">
                  <c:v>3.0348600000000001</c:v>
                </c:pt>
                <c:pt idx="719">
                  <c:v>3.03552</c:v>
                </c:pt>
                <c:pt idx="720">
                  <c:v>3.0363000000000002</c:v>
                </c:pt>
                <c:pt idx="721">
                  <c:v>3.0354700000000001</c:v>
                </c:pt>
                <c:pt idx="722">
                  <c:v>3.03851</c:v>
                </c:pt>
                <c:pt idx="723">
                  <c:v>3.0358900000000002</c:v>
                </c:pt>
                <c:pt idx="724">
                  <c:v>3.0455700000000001</c:v>
                </c:pt>
                <c:pt idx="725">
                  <c:v>3.0344600000000002</c:v>
                </c:pt>
                <c:pt idx="726">
                  <c:v>3.0387599999999999</c:v>
                </c:pt>
                <c:pt idx="727">
                  <c:v>3.0453700000000001</c:v>
                </c:pt>
                <c:pt idx="728">
                  <c:v>3.04067</c:v>
                </c:pt>
                <c:pt idx="729">
                  <c:v>3.0352600000000001</c:v>
                </c:pt>
                <c:pt idx="730">
                  <c:v>3.036</c:v>
                </c:pt>
                <c:pt idx="731">
                  <c:v>3.03653</c:v>
                </c:pt>
                <c:pt idx="732">
                  <c:v>3.03843</c:v>
                </c:pt>
                <c:pt idx="733">
                  <c:v>3.0377200000000002</c:v>
                </c:pt>
                <c:pt idx="734">
                  <c:v>3.0371199999999998</c:v>
                </c:pt>
                <c:pt idx="735">
                  <c:v>3.0349300000000001</c:v>
                </c:pt>
                <c:pt idx="736">
                  <c:v>3.0442900000000002</c:v>
                </c:pt>
                <c:pt idx="737">
                  <c:v>3.0407799999999998</c:v>
                </c:pt>
                <c:pt idx="738">
                  <c:v>3.03783</c:v>
                </c:pt>
                <c:pt idx="739">
                  <c:v>3.0345</c:v>
                </c:pt>
                <c:pt idx="740">
                  <c:v>3.0347</c:v>
                </c:pt>
                <c:pt idx="741">
                  <c:v>3.0380199999999999</c:v>
                </c:pt>
                <c:pt idx="742">
                  <c:v>3.0436200000000002</c:v>
                </c:pt>
                <c:pt idx="743">
                  <c:v>3.03681</c:v>
                </c:pt>
                <c:pt idx="744">
                  <c:v>3.0371299999999999</c:v>
                </c:pt>
                <c:pt idx="745">
                  <c:v>3.0385599999999999</c:v>
                </c:pt>
                <c:pt idx="746">
                  <c:v>3.0376400000000001</c:v>
                </c:pt>
                <c:pt idx="747">
                  <c:v>3.0396200000000002</c:v>
                </c:pt>
                <c:pt idx="748">
                  <c:v>3.0381499999999999</c:v>
                </c:pt>
                <c:pt idx="749">
                  <c:v>3.0388600000000001</c:v>
                </c:pt>
                <c:pt idx="750">
                  <c:v>3.03905</c:v>
                </c:pt>
                <c:pt idx="751">
                  <c:v>3.04243</c:v>
                </c:pt>
                <c:pt idx="752">
                  <c:v>3.0417700000000001</c:v>
                </c:pt>
                <c:pt idx="753">
                  <c:v>3.0401600000000002</c:v>
                </c:pt>
                <c:pt idx="754">
                  <c:v>3.0407199999999999</c:v>
                </c:pt>
                <c:pt idx="755">
                  <c:v>3.04074</c:v>
                </c:pt>
                <c:pt idx="756">
                  <c:v>3.0416099999999999</c:v>
                </c:pt>
                <c:pt idx="757">
                  <c:v>3.0405199999999999</c:v>
                </c:pt>
                <c:pt idx="758">
                  <c:v>3.04176</c:v>
                </c:pt>
                <c:pt idx="759">
                  <c:v>3.0438200000000002</c:v>
                </c:pt>
                <c:pt idx="760">
                  <c:v>3.0026899999999999</c:v>
                </c:pt>
                <c:pt idx="761">
                  <c:v>2.8004600000000002</c:v>
                </c:pt>
                <c:pt idx="762">
                  <c:v>2.7966500000000001</c:v>
                </c:pt>
                <c:pt idx="763">
                  <c:v>2.7948599999999999</c:v>
                </c:pt>
                <c:pt idx="764">
                  <c:v>2.7960699999999998</c:v>
                </c:pt>
                <c:pt idx="765">
                  <c:v>2.7981799999999999</c:v>
                </c:pt>
                <c:pt idx="766">
                  <c:v>2.80138</c:v>
                </c:pt>
                <c:pt idx="767">
                  <c:v>2.7932800000000002</c:v>
                </c:pt>
                <c:pt idx="768">
                  <c:v>2.79332</c:v>
                </c:pt>
                <c:pt idx="769">
                  <c:v>2.7956799999999999</c:v>
                </c:pt>
                <c:pt idx="770">
                  <c:v>2.7967599999999999</c:v>
                </c:pt>
                <c:pt idx="771">
                  <c:v>2.7980100000000001</c:v>
                </c:pt>
                <c:pt idx="772">
                  <c:v>2.7942100000000001</c:v>
                </c:pt>
                <c:pt idx="773">
                  <c:v>2.7942499999999999</c:v>
                </c:pt>
                <c:pt idx="774">
                  <c:v>2.79345</c:v>
                </c:pt>
                <c:pt idx="775">
                  <c:v>2.7970000000000002</c:v>
                </c:pt>
                <c:pt idx="776">
                  <c:v>2.7928799999999998</c:v>
                </c:pt>
                <c:pt idx="777">
                  <c:v>2.7902399999999998</c:v>
                </c:pt>
                <c:pt idx="778">
                  <c:v>2.7868400000000002</c:v>
                </c:pt>
                <c:pt idx="779">
                  <c:v>2.79901</c:v>
                </c:pt>
                <c:pt idx="780">
                  <c:v>2.79393</c:v>
                </c:pt>
                <c:pt idx="781">
                  <c:v>2.7926500000000001</c:v>
                </c:pt>
                <c:pt idx="782">
                  <c:v>2.7921</c:v>
                </c:pt>
                <c:pt idx="783">
                  <c:v>2.7974700000000001</c:v>
                </c:pt>
                <c:pt idx="784">
                  <c:v>2.8005900000000001</c:v>
                </c:pt>
                <c:pt idx="785">
                  <c:v>2.78844</c:v>
                </c:pt>
                <c:pt idx="786">
                  <c:v>2.7907099999999998</c:v>
                </c:pt>
                <c:pt idx="787">
                  <c:v>2.79135</c:v>
                </c:pt>
                <c:pt idx="788">
                  <c:v>2.7938399999999999</c:v>
                </c:pt>
                <c:pt idx="789">
                  <c:v>2.7918799999999999</c:v>
                </c:pt>
                <c:pt idx="790">
                  <c:v>2.79426</c:v>
                </c:pt>
                <c:pt idx="791">
                  <c:v>2.7924500000000001</c:v>
                </c:pt>
                <c:pt idx="792">
                  <c:v>2.7938200000000002</c:v>
                </c:pt>
                <c:pt idx="793">
                  <c:v>2.7959200000000002</c:v>
                </c:pt>
                <c:pt idx="794">
                  <c:v>2.7963300000000002</c:v>
                </c:pt>
                <c:pt idx="795">
                  <c:v>2.79251</c:v>
                </c:pt>
                <c:pt idx="796">
                  <c:v>2.7911899999999998</c:v>
                </c:pt>
                <c:pt idx="797">
                  <c:v>2.7868499999999998</c:v>
                </c:pt>
                <c:pt idx="798">
                  <c:v>2.7913199999999998</c:v>
                </c:pt>
                <c:pt idx="799">
                  <c:v>2.7982800000000001</c:v>
                </c:pt>
                <c:pt idx="800">
                  <c:v>2.79053</c:v>
                </c:pt>
                <c:pt idx="801">
                  <c:v>2.79054</c:v>
                </c:pt>
                <c:pt idx="802">
                  <c:v>2.78932</c:v>
                </c:pt>
                <c:pt idx="803">
                  <c:v>2.7870499999999998</c:v>
                </c:pt>
                <c:pt idx="804">
                  <c:v>2.78878</c:v>
                </c:pt>
                <c:pt idx="805">
                  <c:v>2.7857799999999999</c:v>
                </c:pt>
                <c:pt idx="806">
                  <c:v>2.7886899999999999</c:v>
                </c:pt>
                <c:pt idx="807">
                  <c:v>2.7871600000000001</c:v>
                </c:pt>
                <c:pt idx="808">
                  <c:v>2.7935599999999998</c:v>
                </c:pt>
                <c:pt idx="809">
                  <c:v>2.79332</c:v>
                </c:pt>
                <c:pt idx="810">
                  <c:v>2.7975699999999999</c:v>
                </c:pt>
                <c:pt idx="811">
                  <c:v>2.8005499999999999</c:v>
                </c:pt>
                <c:pt idx="812">
                  <c:v>2.7952900000000001</c:v>
                </c:pt>
                <c:pt idx="813">
                  <c:v>2.7937799999999999</c:v>
                </c:pt>
                <c:pt idx="814">
                  <c:v>2.7958500000000002</c:v>
                </c:pt>
                <c:pt idx="815">
                  <c:v>2.7926899999999999</c:v>
                </c:pt>
                <c:pt idx="816">
                  <c:v>2.9110499999999999</c:v>
                </c:pt>
                <c:pt idx="817">
                  <c:v>2.7882400000000001</c:v>
                </c:pt>
                <c:pt idx="818">
                  <c:v>2.7958400000000001</c:v>
                </c:pt>
                <c:pt idx="819">
                  <c:v>2.7932600000000001</c:v>
                </c:pt>
                <c:pt idx="820">
                  <c:v>2.7926700000000002</c:v>
                </c:pt>
                <c:pt idx="821">
                  <c:v>2.7948</c:v>
                </c:pt>
                <c:pt idx="822">
                  <c:v>2.7935699999999999</c:v>
                </c:pt>
                <c:pt idx="823">
                  <c:v>2.7960799999999999</c:v>
                </c:pt>
                <c:pt idx="824">
                  <c:v>2.7938100000000001</c:v>
                </c:pt>
                <c:pt idx="825">
                  <c:v>2.7940499999999999</c:v>
                </c:pt>
                <c:pt idx="826">
                  <c:v>2.7938800000000001</c:v>
                </c:pt>
                <c:pt idx="827">
                  <c:v>2.7924199999999999</c:v>
                </c:pt>
                <c:pt idx="828">
                  <c:v>2.7949999999999999</c:v>
                </c:pt>
                <c:pt idx="829">
                  <c:v>2.7915800000000002</c:v>
                </c:pt>
                <c:pt idx="830">
                  <c:v>2.7952499999999998</c:v>
                </c:pt>
                <c:pt idx="831">
                  <c:v>2.7983699999999998</c:v>
                </c:pt>
                <c:pt idx="832">
                  <c:v>2.7912499999999998</c:v>
                </c:pt>
                <c:pt idx="833">
                  <c:v>2.7993800000000002</c:v>
                </c:pt>
                <c:pt idx="834">
                  <c:v>2.7964600000000002</c:v>
                </c:pt>
                <c:pt idx="835">
                  <c:v>2.7949799999999998</c:v>
                </c:pt>
                <c:pt idx="836">
                  <c:v>2.7948200000000001</c:v>
                </c:pt>
                <c:pt idx="837">
                  <c:v>2.7858100000000001</c:v>
                </c:pt>
                <c:pt idx="838">
                  <c:v>2.7900100000000001</c:v>
                </c:pt>
                <c:pt idx="839">
                  <c:v>2.7786400000000002</c:v>
                </c:pt>
                <c:pt idx="840">
                  <c:v>2.7851400000000002</c:v>
                </c:pt>
                <c:pt idx="841">
                  <c:v>2.7844600000000002</c:v>
                </c:pt>
                <c:pt idx="842">
                  <c:v>2.7882699999999998</c:v>
                </c:pt>
                <c:pt idx="843">
                  <c:v>2.7856000000000001</c:v>
                </c:pt>
                <c:pt idx="844">
                  <c:v>2.7878400000000001</c:v>
                </c:pt>
                <c:pt idx="845">
                  <c:v>2.7913899999999998</c:v>
                </c:pt>
                <c:pt idx="846">
                  <c:v>2.7928999999999999</c:v>
                </c:pt>
                <c:pt idx="847">
                  <c:v>2.7998500000000002</c:v>
                </c:pt>
                <c:pt idx="848">
                  <c:v>2.7928799999999998</c:v>
                </c:pt>
                <c:pt idx="849">
                  <c:v>2.7864599999999999</c:v>
                </c:pt>
                <c:pt idx="850">
                  <c:v>2.7899600000000002</c:v>
                </c:pt>
                <c:pt idx="851">
                  <c:v>2.7881200000000002</c:v>
                </c:pt>
                <c:pt idx="852">
                  <c:v>2.79081</c:v>
                </c:pt>
                <c:pt idx="853">
                  <c:v>2.7993199999999998</c:v>
                </c:pt>
                <c:pt idx="854">
                  <c:v>2.7918599999999998</c:v>
                </c:pt>
                <c:pt idx="855">
                  <c:v>2.7969300000000001</c:v>
                </c:pt>
                <c:pt idx="856">
                  <c:v>2.78986</c:v>
                </c:pt>
                <c:pt idx="857">
                  <c:v>2.7963200000000001</c:v>
                </c:pt>
                <c:pt idx="858">
                  <c:v>2.7812700000000001</c:v>
                </c:pt>
                <c:pt idx="859">
                  <c:v>2.7983699999999998</c:v>
                </c:pt>
                <c:pt idx="860">
                  <c:v>2.7921999999999998</c:v>
                </c:pt>
                <c:pt idx="861">
                  <c:v>2.7823799999999999</c:v>
                </c:pt>
                <c:pt idx="862">
                  <c:v>2.7813699999999999</c:v>
                </c:pt>
                <c:pt idx="863">
                  <c:v>2.78302</c:v>
                </c:pt>
                <c:pt idx="864">
                  <c:v>2.7897599999999998</c:v>
                </c:pt>
                <c:pt idx="865">
                  <c:v>2.79</c:v>
                </c:pt>
                <c:pt idx="866">
                  <c:v>2.7942900000000002</c:v>
                </c:pt>
                <c:pt idx="867">
                  <c:v>2.79596</c:v>
                </c:pt>
                <c:pt idx="868">
                  <c:v>2.8156599999999998</c:v>
                </c:pt>
                <c:pt idx="869">
                  <c:v>2.7874500000000002</c:v>
                </c:pt>
                <c:pt idx="870">
                  <c:v>2.7854000000000001</c:v>
                </c:pt>
                <c:pt idx="871">
                  <c:v>2.7928199999999999</c:v>
                </c:pt>
                <c:pt idx="872">
                  <c:v>2.7834099999999999</c:v>
                </c:pt>
                <c:pt idx="873">
                  <c:v>2.7898800000000001</c:v>
                </c:pt>
                <c:pt idx="874">
                  <c:v>2.7839499999999999</c:v>
                </c:pt>
                <c:pt idx="875">
                  <c:v>2.7892999999999999</c:v>
                </c:pt>
                <c:pt idx="876">
                  <c:v>2.7848799999999998</c:v>
                </c:pt>
                <c:pt idx="877">
                  <c:v>2.7908499999999998</c:v>
                </c:pt>
                <c:pt idx="878">
                  <c:v>2.7976899999999998</c:v>
                </c:pt>
                <c:pt idx="879">
                  <c:v>2.7857699999999999</c:v>
                </c:pt>
                <c:pt idx="880">
                  <c:v>2.79006</c:v>
                </c:pt>
                <c:pt idx="881">
                  <c:v>2.7929499999999998</c:v>
                </c:pt>
                <c:pt idx="882">
                  <c:v>2.7897400000000001</c:v>
                </c:pt>
                <c:pt idx="883">
                  <c:v>2.78437</c:v>
                </c:pt>
                <c:pt idx="884">
                  <c:v>2.7900399999999999</c:v>
                </c:pt>
                <c:pt idx="885">
                  <c:v>2.7851499999999998</c:v>
                </c:pt>
                <c:pt idx="886">
                  <c:v>2.7877200000000002</c:v>
                </c:pt>
                <c:pt idx="887">
                  <c:v>2.78647</c:v>
                </c:pt>
                <c:pt idx="888">
                  <c:v>2.7879299999999998</c:v>
                </c:pt>
                <c:pt idx="889">
                  <c:v>2.7961299999999998</c:v>
                </c:pt>
                <c:pt idx="890">
                  <c:v>2.7833800000000002</c:v>
                </c:pt>
                <c:pt idx="891">
                  <c:v>2.7871100000000002</c:v>
                </c:pt>
                <c:pt idx="892">
                  <c:v>2.7965</c:v>
                </c:pt>
                <c:pt idx="893">
                  <c:v>2.78857</c:v>
                </c:pt>
                <c:pt idx="894">
                  <c:v>2.7967300000000002</c:v>
                </c:pt>
                <c:pt idx="895">
                  <c:v>2.7824800000000001</c:v>
                </c:pt>
                <c:pt idx="896">
                  <c:v>2.7906300000000002</c:v>
                </c:pt>
                <c:pt idx="897">
                  <c:v>2.7942200000000001</c:v>
                </c:pt>
                <c:pt idx="898">
                  <c:v>2.7900200000000002</c:v>
                </c:pt>
                <c:pt idx="899">
                  <c:v>2.7892299999999999</c:v>
                </c:pt>
                <c:pt idx="900">
                  <c:v>2.7839299999999998</c:v>
                </c:pt>
                <c:pt idx="901">
                  <c:v>2.7890000000000001</c:v>
                </c:pt>
                <c:pt idx="902">
                  <c:v>2.8078599999999998</c:v>
                </c:pt>
                <c:pt idx="903">
                  <c:v>2.7964199999999999</c:v>
                </c:pt>
                <c:pt idx="904">
                  <c:v>2.7974399999999999</c:v>
                </c:pt>
                <c:pt idx="905">
                  <c:v>2.7935699999999999</c:v>
                </c:pt>
                <c:pt idx="906">
                  <c:v>2.7974800000000002</c:v>
                </c:pt>
                <c:pt idx="907">
                  <c:v>2.79732</c:v>
                </c:pt>
                <c:pt idx="908">
                  <c:v>2.7936299999999998</c:v>
                </c:pt>
                <c:pt idx="909">
                  <c:v>2.7985899999999999</c:v>
                </c:pt>
                <c:pt idx="910">
                  <c:v>2.7950900000000001</c:v>
                </c:pt>
                <c:pt idx="911">
                  <c:v>2.7899400000000001</c:v>
                </c:pt>
                <c:pt idx="912">
                  <c:v>2.7888000000000002</c:v>
                </c:pt>
                <c:pt idx="913">
                  <c:v>2.7907700000000002</c:v>
                </c:pt>
                <c:pt idx="914">
                  <c:v>2.81162</c:v>
                </c:pt>
                <c:pt idx="915">
                  <c:v>2.79366</c:v>
                </c:pt>
                <c:pt idx="916">
                  <c:v>2.7951600000000001</c:v>
                </c:pt>
                <c:pt idx="917">
                  <c:v>2.7934000000000001</c:v>
                </c:pt>
                <c:pt idx="918">
                  <c:v>2.7888099999999998</c:v>
                </c:pt>
                <c:pt idx="919">
                  <c:v>2.7933500000000002</c:v>
                </c:pt>
                <c:pt idx="920">
                  <c:v>2.7912400000000002</c:v>
                </c:pt>
                <c:pt idx="921">
                  <c:v>2.7924699999999998</c:v>
                </c:pt>
                <c:pt idx="922">
                  <c:v>2.7895799999999999</c:v>
                </c:pt>
                <c:pt idx="923">
                  <c:v>2.7926199999999999</c:v>
                </c:pt>
                <c:pt idx="924">
                  <c:v>2.7816100000000001</c:v>
                </c:pt>
                <c:pt idx="925">
                  <c:v>2.79264</c:v>
                </c:pt>
                <c:pt idx="926">
                  <c:v>2.7879299999999998</c:v>
                </c:pt>
                <c:pt idx="927">
                  <c:v>2.7890199999999998</c:v>
                </c:pt>
                <c:pt idx="928">
                  <c:v>2.79515</c:v>
                </c:pt>
                <c:pt idx="929">
                  <c:v>2.7920699999999998</c:v>
                </c:pt>
                <c:pt idx="930">
                  <c:v>2.7974399999999999</c:v>
                </c:pt>
                <c:pt idx="931">
                  <c:v>2.7939699999999998</c:v>
                </c:pt>
                <c:pt idx="932">
                  <c:v>2.79623</c:v>
                </c:pt>
                <c:pt idx="933">
                  <c:v>2.7926799999999998</c:v>
                </c:pt>
                <c:pt idx="934">
                  <c:v>2.7879800000000001</c:v>
                </c:pt>
                <c:pt idx="935">
                  <c:v>2.7902399999999998</c:v>
                </c:pt>
                <c:pt idx="936">
                  <c:v>2.7906</c:v>
                </c:pt>
                <c:pt idx="937">
                  <c:v>2.7841</c:v>
                </c:pt>
                <c:pt idx="938">
                  <c:v>2.7934399999999999</c:v>
                </c:pt>
                <c:pt idx="939">
                  <c:v>2.79068</c:v>
                </c:pt>
                <c:pt idx="940">
                  <c:v>2.7924000000000002</c:v>
                </c:pt>
                <c:pt idx="941">
                  <c:v>2.79183</c:v>
                </c:pt>
                <c:pt idx="942">
                  <c:v>2.7841900000000002</c:v>
                </c:pt>
                <c:pt idx="943">
                  <c:v>2.7856399999999999</c:v>
                </c:pt>
                <c:pt idx="944">
                  <c:v>2.7854899999999998</c:v>
                </c:pt>
                <c:pt idx="945">
                  <c:v>2.7896299999999998</c:v>
                </c:pt>
                <c:pt idx="946">
                  <c:v>2.7899699999999998</c:v>
                </c:pt>
                <c:pt idx="947">
                  <c:v>2.7878099999999999</c:v>
                </c:pt>
                <c:pt idx="948">
                  <c:v>2.7916799999999999</c:v>
                </c:pt>
                <c:pt idx="949">
                  <c:v>2.7864900000000001</c:v>
                </c:pt>
                <c:pt idx="950">
                  <c:v>2.7878799999999999</c:v>
                </c:pt>
                <c:pt idx="951">
                  <c:v>2.7907999999999999</c:v>
                </c:pt>
                <c:pt idx="952">
                  <c:v>2.7905700000000002</c:v>
                </c:pt>
                <c:pt idx="953">
                  <c:v>2.7971900000000001</c:v>
                </c:pt>
                <c:pt idx="954">
                  <c:v>2.78762</c:v>
                </c:pt>
                <c:pt idx="955">
                  <c:v>2.7910200000000001</c:v>
                </c:pt>
                <c:pt idx="956">
                  <c:v>2.7889900000000001</c:v>
                </c:pt>
                <c:pt idx="957">
                  <c:v>2.7883499999999999</c:v>
                </c:pt>
                <c:pt idx="958">
                  <c:v>2.7935099999999999</c:v>
                </c:pt>
                <c:pt idx="959">
                  <c:v>2.78613</c:v>
                </c:pt>
                <c:pt idx="960">
                  <c:v>2.7934100000000002</c:v>
                </c:pt>
                <c:pt idx="961">
                  <c:v>2.7858299999999998</c:v>
                </c:pt>
                <c:pt idx="962">
                  <c:v>2.7890799999999998</c:v>
                </c:pt>
                <c:pt idx="963">
                  <c:v>2.7958599999999998</c:v>
                </c:pt>
                <c:pt idx="964">
                  <c:v>2.7858100000000001</c:v>
                </c:pt>
                <c:pt idx="965">
                  <c:v>2.78762</c:v>
                </c:pt>
                <c:pt idx="966">
                  <c:v>2.7866200000000001</c:v>
                </c:pt>
                <c:pt idx="967">
                  <c:v>2.7866499999999998</c:v>
                </c:pt>
                <c:pt idx="968">
                  <c:v>2.7907099999999998</c:v>
                </c:pt>
                <c:pt idx="969">
                  <c:v>2.7886799999999998</c:v>
                </c:pt>
                <c:pt idx="970">
                  <c:v>2.7890799999999998</c:v>
                </c:pt>
                <c:pt idx="971">
                  <c:v>2.7904499999999999</c:v>
                </c:pt>
                <c:pt idx="972">
                  <c:v>2.7840699999999998</c:v>
                </c:pt>
                <c:pt idx="973">
                  <c:v>2.7845900000000001</c:v>
                </c:pt>
                <c:pt idx="974">
                  <c:v>2.7890899999999998</c:v>
                </c:pt>
                <c:pt idx="975">
                  <c:v>2.7825700000000002</c:v>
                </c:pt>
                <c:pt idx="976">
                  <c:v>2.78064</c:v>
                </c:pt>
                <c:pt idx="977">
                  <c:v>2.7772899999999998</c:v>
                </c:pt>
                <c:pt idx="978">
                  <c:v>2.7793600000000001</c:v>
                </c:pt>
                <c:pt idx="979">
                  <c:v>2.7838799999999999</c:v>
                </c:pt>
                <c:pt idx="980">
                  <c:v>2.7868599999999999</c:v>
                </c:pt>
                <c:pt idx="981">
                  <c:v>2.78349</c:v>
                </c:pt>
                <c:pt idx="982">
                  <c:v>2.7858299999999998</c:v>
                </c:pt>
                <c:pt idx="983">
                  <c:v>2.7884099999999998</c:v>
                </c:pt>
                <c:pt idx="984">
                  <c:v>2.78166</c:v>
                </c:pt>
                <c:pt idx="985">
                  <c:v>2.7869299999999999</c:v>
                </c:pt>
                <c:pt idx="986">
                  <c:v>2.78573</c:v>
                </c:pt>
                <c:pt idx="987">
                  <c:v>2.7872499999999998</c:v>
                </c:pt>
                <c:pt idx="988">
                  <c:v>2.7886600000000001</c:v>
                </c:pt>
                <c:pt idx="989">
                  <c:v>2.7869999999999999</c:v>
                </c:pt>
                <c:pt idx="990">
                  <c:v>2.7865099999999998</c:v>
                </c:pt>
                <c:pt idx="991">
                  <c:v>2.78661</c:v>
                </c:pt>
                <c:pt idx="992">
                  <c:v>2.7859600000000002</c:v>
                </c:pt>
                <c:pt idx="993">
                  <c:v>2.7883499999999999</c:v>
                </c:pt>
                <c:pt idx="994">
                  <c:v>2.78742</c:v>
                </c:pt>
                <c:pt idx="995">
                  <c:v>2.7871100000000002</c:v>
                </c:pt>
                <c:pt idx="996">
                  <c:v>2.7873999999999999</c:v>
                </c:pt>
                <c:pt idx="997">
                  <c:v>2.7852100000000002</c:v>
                </c:pt>
                <c:pt idx="998">
                  <c:v>2.7848199999999999</c:v>
                </c:pt>
                <c:pt idx="999">
                  <c:v>2.7848700000000002</c:v>
                </c:pt>
                <c:pt idx="1000">
                  <c:v>2.7896999999999998</c:v>
                </c:pt>
                <c:pt idx="1001">
                  <c:v>2.7864599999999999</c:v>
                </c:pt>
                <c:pt idx="1002">
                  <c:v>2.7920600000000002</c:v>
                </c:pt>
                <c:pt idx="1003">
                  <c:v>2.7908499999999998</c:v>
                </c:pt>
                <c:pt idx="1004">
                  <c:v>2.78803</c:v>
                </c:pt>
                <c:pt idx="1005">
                  <c:v>2.78016</c:v>
                </c:pt>
                <c:pt idx="1006">
                  <c:v>2.78505</c:v>
                </c:pt>
                <c:pt idx="1007">
                  <c:v>2.7835800000000002</c:v>
                </c:pt>
                <c:pt idx="1008">
                  <c:v>2.7823500000000001</c:v>
                </c:pt>
                <c:pt idx="1009">
                  <c:v>2.7862800000000001</c:v>
                </c:pt>
                <c:pt idx="1010">
                  <c:v>2.7888099999999998</c:v>
                </c:pt>
                <c:pt idx="1011">
                  <c:v>2.7848700000000002</c:v>
                </c:pt>
                <c:pt idx="1012">
                  <c:v>2.7856299999999998</c:v>
                </c:pt>
                <c:pt idx="1013">
                  <c:v>2.7841999999999998</c:v>
                </c:pt>
                <c:pt idx="1014">
                  <c:v>2.7932700000000001</c:v>
                </c:pt>
                <c:pt idx="1015">
                  <c:v>2.7865700000000002</c:v>
                </c:pt>
                <c:pt idx="1016">
                  <c:v>2.7882199999999999</c:v>
                </c:pt>
                <c:pt idx="1017">
                  <c:v>2.7925499999999999</c:v>
                </c:pt>
                <c:pt idx="1018">
                  <c:v>2.7886799999999998</c:v>
                </c:pt>
                <c:pt idx="1019">
                  <c:v>2.78593</c:v>
                </c:pt>
                <c:pt idx="1020">
                  <c:v>2.78756</c:v>
                </c:pt>
                <c:pt idx="1021">
                  <c:v>2.7857400000000001</c:v>
                </c:pt>
                <c:pt idx="1022">
                  <c:v>2.7884500000000001</c:v>
                </c:pt>
                <c:pt idx="1023">
                  <c:v>2.7844899999999999</c:v>
                </c:pt>
                <c:pt idx="1024">
                  <c:v>2.7858900000000002</c:v>
                </c:pt>
                <c:pt idx="1025">
                  <c:v>2.7833299999999999</c:v>
                </c:pt>
                <c:pt idx="1026">
                  <c:v>2.78592</c:v>
                </c:pt>
                <c:pt idx="1027">
                  <c:v>2.78484</c:v>
                </c:pt>
                <c:pt idx="1028">
                  <c:v>2.7845499999999999</c:v>
                </c:pt>
                <c:pt idx="1029">
                  <c:v>2.7820800000000001</c:v>
                </c:pt>
                <c:pt idx="1030">
                  <c:v>2.7831100000000002</c:v>
                </c:pt>
                <c:pt idx="1031">
                  <c:v>2.7807499999999998</c:v>
                </c:pt>
                <c:pt idx="1032">
                  <c:v>2.7848199999999999</c:v>
                </c:pt>
                <c:pt idx="1033">
                  <c:v>2.78592</c:v>
                </c:pt>
                <c:pt idx="1034">
                  <c:v>2.7858700000000001</c:v>
                </c:pt>
                <c:pt idx="1035">
                  <c:v>2.7865000000000002</c:v>
                </c:pt>
                <c:pt idx="1036">
                  <c:v>2.7896700000000001</c:v>
                </c:pt>
                <c:pt idx="1037">
                  <c:v>2.7875399999999999</c:v>
                </c:pt>
                <c:pt idx="1038">
                  <c:v>2.7852700000000001</c:v>
                </c:pt>
                <c:pt idx="1039">
                  <c:v>2.7839800000000001</c:v>
                </c:pt>
                <c:pt idx="1040">
                  <c:v>2.7878400000000001</c:v>
                </c:pt>
                <c:pt idx="1041">
                  <c:v>2.7857500000000002</c:v>
                </c:pt>
                <c:pt idx="1042">
                  <c:v>2.7873800000000002</c:v>
                </c:pt>
                <c:pt idx="1043">
                  <c:v>2.7882199999999999</c:v>
                </c:pt>
                <c:pt idx="1044">
                  <c:v>2.7850999999999999</c:v>
                </c:pt>
                <c:pt idx="1045">
                  <c:v>2.7887300000000002</c:v>
                </c:pt>
                <c:pt idx="1046">
                  <c:v>2.7933599999999998</c:v>
                </c:pt>
                <c:pt idx="1047">
                  <c:v>2.78668</c:v>
                </c:pt>
                <c:pt idx="1048">
                  <c:v>2.7844799999999998</c:v>
                </c:pt>
                <c:pt idx="1049">
                  <c:v>2.7854000000000001</c:v>
                </c:pt>
                <c:pt idx="1050">
                  <c:v>2.78654</c:v>
                </c:pt>
                <c:pt idx="1051">
                  <c:v>2.7852100000000002</c:v>
                </c:pt>
                <c:pt idx="1052">
                  <c:v>2.79637</c:v>
                </c:pt>
                <c:pt idx="1053">
                  <c:v>2.7979400000000001</c:v>
                </c:pt>
                <c:pt idx="1054">
                  <c:v>2.8142800000000001</c:v>
                </c:pt>
                <c:pt idx="1055">
                  <c:v>3.4944000000000002</c:v>
                </c:pt>
                <c:pt idx="1056">
                  <c:v>2.7826</c:v>
                </c:pt>
                <c:pt idx="1057">
                  <c:v>2.7856299999999998</c:v>
                </c:pt>
                <c:pt idx="1058">
                  <c:v>2.7843</c:v>
                </c:pt>
                <c:pt idx="1059">
                  <c:v>2.7865600000000001</c:v>
                </c:pt>
                <c:pt idx="1060">
                  <c:v>2.7936100000000001</c:v>
                </c:pt>
                <c:pt idx="1061">
                  <c:v>2.7831600000000001</c:v>
                </c:pt>
                <c:pt idx="1062">
                  <c:v>2.7850299999999999</c:v>
                </c:pt>
                <c:pt idx="1063">
                  <c:v>2.7841999999999998</c:v>
                </c:pt>
                <c:pt idx="1064">
                  <c:v>2.7885800000000001</c:v>
                </c:pt>
                <c:pt idx="1065">
                  <c:v>2.7855799999999999</c:v>
                </c:pt>
                <c:pt idx="1066">
                  <c:v>2.7848600000000001</c:v>
                </c:pt>
                <c:pt idx="1067">
                  <c:v>2.7886199999999999</c:v>
                </c:pt>
                <c:pt idx="1068">
                  <c:v>2.78681</c:v>
                </c:pt>
                <c:pt idx="1069">
                  <c:v>2.78613</c:v>
                </c:pt>
                <c:pt idx="1070">
                  <c:v>2.7906200000000001</c:v>
                </c:pt>
                <c:pt idx="1071">
                  <c:v>2.78226</c:v>
                </c:pt>
                <c:pt idx="1072">
                  <c:v>2.78959</c:v>
                </c:pt>
                <c:pt idx="1073">
                  <c:v>2.7860299999999998</c:v>
                </c:pt>
                <c:pt idx="1074">
                  <c:v>2.7859500000000001</c:v>
                </c:pt>
                <c:pt idx="1075">
                  <c:v>2.7904200000000001</c:v>
                </c:pt>
                <c:pt idx="1076">
                  <c:v>2.7861400000000001</c:v>
                </c:pt>
                <c:pt idx="1077">
                  <c:v>2.7905700000000002</c:v>
                </c:pt>
                <c:pt idx="1078">
                  <c:v>2.7906</c:v>
                </c:pt>
                <c:pt idx="1079">
                  <c:v>2.7885300000000002</c:v>
                </c:pt>
                <c:pt idx="1080">
                  <c:v>2.7864399999999998</c:v>
                </c:pt>
                <c:pt idx="1081">
                  <c:v>2.78714</c:v>
                </c:pt>
                <c:pt idx="1082">
                  <c:v>2.7927200000000001</c:v>
                </c:pt>
                <c:pt idx="1083">
                  <c:v>2.78302</c:v>
                </c:pt>
                <c:pt idx="1084">
                  <c:v>2.7864300000000002</c:v>
                </c:pt>
                <c:pt idx="1085">
                  <c:v>2.7963499999999999</c:v>
                </c:pt>
                <c:pt idx="1086">
                  <c:v>2.7976999999999999</c:v>
                </c:pt>
                <c:pt idx="1087">
                  <c:v>2.79853</c:v>
                </c:pt>
                <c:pt idx="1088">
                  <c:v>2.7880699999999998</c:v>
                </c:pt>
                <c:pt idx="1089">
                  <c:v>2.7901600000000002</c:v>
                </c:pt>
                <c:pt idx="1090">
                  <c:v>2.7816000000000001</c:v>
                </c:pt>
                <c:pt idx="1091">
                  <c:v>2.7958099999999999</c:v>
                </c:pt>
                <c:pt idx="1092">
                  <c:v>2.7860299999999998</c:v>
                </c:pt>
                <c:pt idx="1093">
                  <c:v>2.7831800000000002</c:v>
                </c:pt>
                <c:pt idx="1094">
                  <c:v>2.78064</c:v>
                </c:pt>
                <c:pt idx="1095">
                  <c:v>2.7801499999999999</c:v>
                </c:pt>
                <c:pt idx="1096">
                  <c:v>2.7798500000000002</c:v>
                </c:pt>
                <c:pt idx="1097">
                  <c:v>2.7898299999999998</c:v>
                </c:pt>
                <c:pt idx="1098">
                  <c:v>2.78389</c:v>
                </c:pt>
                <c:pt idx="1099">
                  <c:v>2.7838599999999998</c:v>
                </c:pt>
                <c:pt idx="1100">
                  <c:v>2.78356</c:v>
                </c:pt>
                <c:pt idx="1101">
                  <c:v>2.7852199999999998</c:v>
                </c:pt>
                <c:pt idx="1102">
                  <c:v>2.7884899999999999</c:v>
                </c:pt>
                <c:pt idx="1103">
                  <c:v>2.7915100000000002</c:v>
                </c:pt>
                <c:pt idx="1104">
                  <c:v>2.79861</c:v>
                </c:pt>
                <c:pt idx="1105">
                  <c:v>2.7958799999999999</c:v>
                </c:pt>
                <c:pt idx="1106">
                  <c:v>2.79854</c:v>
                </c:pt>
                <c:pt idx="1107">
                  <c:v>2.7930299999999999</c:v>
                </c:pt>
                <c:pt idx="1108">
                  <c:v>2.7995399999999999</c:v>
                </c:pt>
                <c:pt idx="1109">
                  <c:v>2.79949</c:v>
                </c:pt>
                <c:pt idx="1110">
                  <c:v>2.8009599999999999</c:v>
                </c:pt>
                <c:pt idx="1111">
                  <c:v>2.7936399999999999</c:v>
                </c:pt>
                <c:pt idx="1112">
                  <c:v>2.7986</c:v>
                </c:pt>
                <c:pt idx="1113">
                  <c:v>2.8</c:v>
                </c:pt>
                <c:pt idx="1114">
                  <c:v>2.8007399999999998</c:v>
                </c:pt>
                <c:pt idx="1115">
                  <c:v>2.8012700000000001</c:v>
                </c:pt>
                <c:pt idx="1116">
                  <c:v>2.8022300000000002</c:v>
                </c:pt>
                <c:pt idx="1117">
                  <c:v>2.8028200000000001</c:v>
                </c:pt>
                <c:pt idx="1118">
                  <c:v>2.8023699999999998</c:v>
                </c:pt>
                <c:pt idx="1119">
                  <c:v>2.8043100000000001</c:v>
                </c:pt>
                <c:pt idx="1120">
                  <c:v>2.8023199999999999</c:v>
                </c:pt>
                <c:pt idx="1121">
                  <c:v>2.8105199999999999</c:v>
                </c:pt>
                <c:pt idx="1122">
                  <c:v>2.8022399999999998</c:v>
                </c:pt>
                <c:pt idx="1123">
                  <c:v>2.8079700000000001</c:v>
                </c:pt>
                <c:pt idx="1124">
                  <c:v>2.80938</c:v>
                </c:pt>
                <c:pt idx="1125">
                  <c:v>2.8101799999999999</c:v>
                </c:pt>
                <c:pt idx="1126">
                  <c:v>2.8103899999999999</c:v>
                </c:pt>
                <c:pt idx="1127">
                  <c:v>2.8127499999999999</c:v>
                </c:pt>
                <c:pt idx="1128">
                  <c:v>2.8438400000000001</c:v>
                </c:pt>
                <c:pt idx="1129">
                  <c:v>3.07891</c:v>
                </c:pt>
                <c:pt idx="1130">
                  <c:v>3.1074099999999998</c:v>
                </c:pt>
                <c:pt idx="1131">
                  <c:v>3.0975799999999998</c:v>
                </c:pt>
                <c:pt idx="1132">
                  <c:v>3.1254499999999998</c:v>
                </c:pt>
                <c:pt idx="1133">
                  <c:v>3.1486900000000002</c:v>
                </c:pt>
                <c:pt idx="1134">
                  <c:v>3.1339000000000001</c:v>
                </c:pt>
                <c:pt idx="1135">
                  <c:v>3.1936</c:v>
                </c:pt>
                <c:pt idx="1136">
                  <c:v>3.1805599999999998</c:v>
                </c:pt>
                <c:pt idx="1137">
                  <c:v>3.2428300000000001</c:v>
                </c:pt>
                <c:pt idx="1138">
                  <c:v>3.2539600000000002</c:v>
                </c:pt>
                <c:pt idx="1139">
                  <c:v>3.2741600000000002</c:v>
                </c:pt>
                <c:pt idx="1140">
                  <c:v>3.2934199999999998</c:v>
                </c:pt>
                <c:pt idx="1141">
                  <c:v>3.2556600000000002</c:v>
                </c:pt>
                <c:pt idx="1142">
                  <c:v>3.3161399999999999</c:v>
                </c:pt>
                <c:pt idx="1143">
                  <c:v>3.3481299999999998</c:v>
                </c:pt>
                <c:pt idx="1144">
                  <c:v>3.34632</c:v>
                </c:pt>
                <c:pt idx="1145">
                  <c:v>3.3551000000000002</c:v>
                </c:pt>
                <c:pt idx="1146">
                  <c:v>3.2960199999999999</c:v>
                </c:pt>
                <c:pt idx="1147">
                  <c:v>3.38964</c:v>
                </c:pt>
                <c:pt idx="1148">
                  <c:v>3.3757700000000002</c:v>
                </c:pt>
                <c:pt idx="1149">
                  <c:v>3.33277</c:v>
                </c:pt>
                <c:pt idx="1150">
                  <c:v>3.5455299999999998</c:v>
                </c:pt>
                <c:pt idx="1151">
                  <c:v>3.6558999999999999</c:v>
                </c:pt>
                <c:pt idx="1152">
                  <c:v>3.7387899999999998</c:v>
                </c:pt>
                <c:pt idx="1153">
                  <c:v>3.76708</c:v>
                </c:pt>
                <c:pt idx="1154">
                  <c:v>3.7939400000000001</c:v>
                </c:pt>
                <c:pt idx="1155">
                  <c:v>3.8281100000000001</c:v>
                </c:pt>
                <c:pt idx="1156">
                  <c:v>3.8418999999999999</c:v>
                </c:pt>
                <c:pt idx="1157">
                  <c:v>3.8465699999999998</c:v>
                </c:pt>
                <c:pt idx="1158">
                  <c:v>3.8382700000000001</c:v>
                </c:pt>
                <c:pt idx="1159">
                  <c:v>3.8393700000000002</c:v>
                </c:pt>
                <c:pt idx="1160">
                  <c:v>3.8369499999999999</c:v>
                </c:pt>
                <c:pt idx="1161">
                  <c:v>3.8200699999999999</c:v>
                </c:pt>
                <c:pt idx="1162">
                  <c:v>3.8638400000000002</c:v>
                </c:pt>
                <c:pt idx="1163">
                  <c:v>3.8516900000000001</c:v>
                </c:pt>
                <c:pt idx="1164">
                  <c:v>3.8446799999999999</c:v>
                </c:pt>
                <c:pt idx="1165">
                  <c:v>3.8493300000000001</c:v>
                </c:pt>
                <c:pt idx="1166">
                  <c:v>3.8132100000000002</c:v>
                </c:pt>
                <c:pt idx="1167">
                  <c:v>3.8629600000000002</c:v>
                </c:pt>
                <c:pt idx="1168">
                  <c:v>3.85243</c:v>
                </c:pt>
                <c:pt idx="1169">
                  <c:v>3.8248600000000001</c:v>
                </c:pt>
                <c:pt idx="1170">
                  <c:v>4.1533600000000002</c:v>
                </c:pt>
                <c:pt idx="1171">
                  <c:v>4.18276</c:v>
                </c:pt>
                <c:pt idx="1172">
                  <c:v>4.2774099999999997</c:v>
                </c:pt>
                <c:pt idx="1173">
                  <c:v>4.2805099999999996</c:v>
                </c:pt>
                <c:pt idx="1174">
                  <c:v>4.2931100000000004</c:v>
                </c:pt>
                <c:pt idx="1175">
                  <c:v>4.2907299999999999</c:v>
                </c:pt>
                <c:pt idx="1176">
                  <c:v>4.2219300000000004</c:v>
                </c:pt>
                <c:pt idx="1177">
                  <c:v>4.2525599999999999</c:v>
                </c:pt>
                <c:pt idx="1178">
                  <c:v>4.2715800000000002</c:v>
                </c:pt>
                <c:pt idx="1179">
                  <c:v>4.2736400000000003</c:v>
                </c:pt>
                <c:pt idx="1180">
                  <c:v>4.2747999999999999</c:v>
                </c:pt>
                <c:pt idx="1181">
                  <c:v>4.2958499999999997</c:v>
                </c:pt>
                <c:pt idx="1182">
                  <c:v>4.2841500000000003</c:v>
                </c:pt>
                <c:pt idx="1183">
                  <c:v>4.29542</c:v>
                </c:pt>
                <c:pt idx="1184">
                  <c:v>4.2982899999999997</c:v>
                </c:pt>
                <c:pt idx="1185">
                  <c:v>4.2921800000000001</c:v>
                </c:pt>
                <c:pt idx="1186">
                  <c:v>4.3116899999999996</c:v>
                </c:pt>
                <c:pt idx="1187">
                  <c:v>4.2943499999999997</c:v>
                </c:pt>
                <c:pt idx="1188">
                  <c:v>4.2882800000000003</c:v>
                </c:pt>
                <c:pt idx="1189">
                  <c:v>4.2978300000000003</c:v>
                </c:pt>
                <c:pt idx="1190">
                  <c:v>4.5540399999999996</c:v>
                </c:pt>
                <c:pt idx="1191">
                  <c:v>4.6411899999999999</c:v>
                </c:pt>
                <c:pt idx="1192">
                  <c:v>4.7778400000000003</c:v>
                </c:pt>
                <c:pt idx="1193">
                  <c:v>4.8001300000000002</c:v>
                </c:pt>
                <c:pt idx="1194">
                  <c:v>4.8171200000000001</c:v>
                </c:pt>
                <c:pt idx="1195">
                  <c:v>4.81067</c:v>
                </c:pt>
                <c:pt idx="1196">
                  <c:v>4.80966</c:v>
                </c:pt>
                <c:pt idx="1197">
                  <c:v>4.8092899999999998</c:v>
                </c:pt>
                <c:pt idx="1198">
                  <c:v>4.7961900000000002</c:v>
                </c:pt>
                <c:pt idx="1199">
                  <c:v>4.8069899999999999</c:v>
                </c:pt>
                <c:pt idx="1200">
                  <c:v>4.8174400000000004</c:v>
                </c:pt>
                <c:pt idx="1201">
                  <c:v>4.8179100000000004</c:v>
                </c:pt>
                <c:pt idx="1202">
                  <c:v>4.8113000000000001</c:v>
                </c:pt>
                <c:pt idx="1203">
                  <c:v>4.8178200000000002</c:v>
                </c:pt>
                <c:pt idx="1204">
                  <c:v>4.8160699999999999</c:v>
                </c:pt>
                <c:pt idx="1205">
                  <c:v>4.8364000000000003</c:v>
                </c:pt>
                <c:pt idx="1206">
                  <c:v>4.7639399999999998</c:v>
                </c:pt>
                <c:pt idx="1207">
                  <c:v>4.8323999999999998</c:v>
                </c:pt>
                <c:pt idx="1208">
                  <c:v>4.8375300000000001</c:v>
                </c:pt>
                <c:pt idx="1209">
                  <c:v>4.8407600000000004</c:v>
                </c:pt>
                <c:pt idx="1210">
                  <c:v>4.8177399999999997</c:v>
                </c:pt>
                <c:pt idx="1211">
                  <c:v>4.8002000000000002</c:v>
                </c:pt>
                <c:pt idx="1212">
                  <c:v>4.8097099999999999</c:v>
                </c:pt>
                <c:pt idx="1213">
                  <c:v>4.8090200000000003</c:v>
                </c:pt>
                <c:pt idx="1214">
                  <c:v>4.8048400000000004</c:v>
                </c:pt>
                <c:pt idx="1215">
                  <c:v>4.9056800000000003</c:v>
                </c:pt>
                <c:pt idx="1216">
                  <c:v>4.9651500000000004</c:v>
                </c:pt>
                <c:pt idx="1217">
                  <c:v>4.9897999999999998</c:v>
                </c:pt>
                <c:pt idx="1218">
                  <c:v>4.96943</c:v>
                </c:pt>
                <c:pt idx="1219">
                  <c:v>4.9919599999999997</c:v>
                </c:pt>
                <c:pt idx="1220">
                  <c:v>4.9785899999999996</c:v>
                </c:pt>
                <c:pt idx="1221">
                  <c:v>5.0241300000000004</c:v>
                </c:pt>
                <c:pt idx="1222">
                  <c:v>4.9602599999999999</c:v>
                </c:pt>
                <c:pt idx="1223">
                  <c:v>4.9765899999999998</c:v>
                </c:pt>
                <c:pt idx="1224">
                  <c:v>4.9853199999999998</c:v>
                </c:pt>
                <c:pt idx="1225">
                  <c:v>4.9872399999999999</c:v>
                </c:pt>
                <c:pt idx="1226">
                  <c:v>4.9488000000000003</c:v>
                </c:pt>
                <c:pt idx="1227">
                  <c:v>4.9908400000000004</c:v>
                </c:pt>
                <c:pt idx="1228">
                  <c:v>5.0171400000000004</c:v>
                </c:pt>
                <c:pt idx="1229">
                  <c:v>5.0240999999999998</c:v>
                </c:pt>
                <c:pt idx="1230">
                  <c:v>4.9863299999999997</c:v>
                </c:pt>
                <c:pt idx="1231">
                  <c:v>4.9982300000000004</c:v>
                </c:pt>
                <c:pt idx="1232">
                  <c:v>5.0058600000000002</c:v>
                </c:pt>
                <c:pt idx="1233">
                  <c:v>5.0159099999999999</c:v>
                </c:pt>
                <c:pt idx="1234">
                  <c:v>5.0163200000000003</c:v>
                </c:pt>
                <c:pt idx="1235">
                  <c:v>5.1308800000000003</c:v>
                </c:pt>
                <c:pt idx="1236">
                  <c:v>5.1878200000000003</c:v>
                </c:pt>
                <c:pt idx="1237">
                  <c:v>5.23184</c:v>
                </c:pt>
                <c:pt idx="1238">
                  <c:v>5.2723699999999996</c:v>
                </c:pt>
                <c:pt idx="1239">
                  <c:v>5.3246200000000004</c:v>
                </c:pt>
                <c:pt idx="1240">
                  <c:v>5.2825899999999999</c:v>
                </c:pt>
                <c:pt idx="1241">
                  <c:v>5.3619300000000001</c:v>
                </c:pt>
                <c:pt idx="1242">
                  <c:v>5.3917799999999998</c:v>
                </c:pt>
                <c:pt idx="1243">
                  <c:v>5.4030300000000002</c:v>
                </c:pt>
                <c:pt idx="1244">
                  <c:v>5.4663300000000001</c:v>
                </c:pt>
                <c:pt idx="1245">
                  <c:v>5.3876600000000003</c:v>
                </c:pt>
                <c:pt idx="1246">
                  <c:v>5.4818499999999997</c:v>
                </c:pt>
                <c:pt idx="1247">
                  <c:v>5.4779600000000004</c:v>
                </c:pt>
                <c:pt idx="1248">
                  <c:v>5.4608600000000003</c:v>
                </c:pt>
                <c:pt idx="1249">
                  <c:v>5.5110799999999998</c:v>
                </c:pt>
                <c:pt idx="1250">
                  <c:v>5.4030800000000001</c:v>
                </c:pt>
                <c:pt idx="1251">
                  <c:v>5.58338</c:v>
                </c:pt>
                <c:pt idx="1252">
                  <c:v>5.4681100000000002</c:v>
                </c:pt>
                <c:pt idx="1253">
                  <c:v>5.4733099999999997</c:v>
                </c:pt>
                <c:pt idx="1254">
                  <c:v>5.5412400000000002</c:v>
                </c:pt>
                <c:pt idx="1255">
                  <c:v>5.44984</c:v>
                </c:pt>
                <c:pt idx="1256">
                  <c:v>5.6503899999999998</c:v>
                </c:pt>
                <c:pt idx="1257">
                  <c:v>5.6082000000000001</c:v>
                </c:pt>
                <c:pt idx="1258">
                  <c:v>5.5616700000000003</c:v>
                </c:pt>
                <c:pt idx="1259">
                  <c:v>5.5464900000000004</c:v>
                </c:pt>
                <c:pt idx="1260">
                  <c:v>5.5006500000000003</c:v>
                </c:pt>
                <c:pt idx="1261">
                  <c:v>5.5803799999999999</c:v>
                </c:pt>
                <c:pt idx="1262">
                  <c:v>5.6197600000000003</c:v>
                </c:pt>
                <c:pt idx="1263">
                  <c:v>5.5857200000000002</c:v>
                </c:pt>
                <c:pt idx="1264">
                  <c:v>5.6412699999999996</c:v>
                </c:pt>
                <c:pt idx="1265">
                  <c:v>5.4736900000000004</c:v>
                </c:pt>
                <c:pt idx="1266">
                  <c:v>5.61266</c:v>
                </c:pt>
                <c:pt idx="1267">
                  <c:v>5.56088</c:v>
                </c:pt>
                <c:pt idx="1268">
                  <c:v>5.5859800000000002</c:v>
                </c:pt>
                <c:pt idx="1269">
                  <c:v>5.5544000000000002</c:v>
                </c:pt>
                <c:pt idx="1270">
                  <c:v>5.5407599999999997</c:v>
                </c:pt>
                <c:pt idx="1271">
                  <c:v>5.6977900000000004</c:v>
                </c:pt>
                <c:pt idx="1272">
                  <c:v>5.5780399999999997</c:v>
                </c:pt>
                <c:pt idx="1273">
                  <c:v>5.5284199999999997</c:v>
                </c:pt>
                <c:pt idx="1274">
                  <c:v>5.6402799999999997</c:v>
                </c:pt>
                <c:pt idx="1275">
                  <c:v>5.5605399999999996</c:v>
                </c:pt>
                <c:pt idx="1276">
                  <c:v>5.73184</c:v>
                </c:pt>
                <c:pt idx="1277">
                  <c:v>5.8889500000000004</c:v>
                </c:pt>
                <c:pt idx="1278">
                  <c:v>5.4792199999999998</c:v>
                </c:pt>
                <c:pt idx="1279">
                  <c:v>5.6752099999999999</c:v>
                </c:pt>
                <c:pt idx="1280">
                  <c:v>5.5879200000000004</c:v>
                </c:pt>
                <c:pt idx="1281">
                  <c:v>5.6049199999999999</c:v>
                </c:pt>
                <c:pt idx="1282">
                  <c:v>5.5622699999999998</c:v>
                </c:pt>
                <c:pt idx="1283">
                  <c:v>5.6187800000000001</c:v>
                </c:pt>
                <c:pt idx="1284">
                  <c:v>5.6021099999999997</c:v>
                </c:pt>
                <c:pt idx="1285">
                  <c:v>5.5595800000000004</c:v>
                </c:pt>
                <c:pt idx="1286">
                  <c:v>5.5949200000000001</c:v>
                </c:pt>
                <c:pt idx="1287">
                  <c:v>5.57491</c:v>
                </c:pt>
                <c:pt idx="1288">
                  <c:v>5.6227999999999998</c:v>
                </c:pt>
                <c:pt idx="1289">
                  <c:v>5.6238200000000003</c:v>
                </c:pt>
                <c:pt idx="1290">
                  <c:v>5.5529599999999997</c:v>
                </c:pt>
                <c:pt idx="1291">
                  <c:v>5.5922700000000001</c:v>
                </c:pt>
                <c:pt idx="1292">
                  <c:v>5.5540900000000004</c:v>
                </c:pt>
                <c:pt idx="1293">
                  <c:v>5.6521699999999999</c:v>
                </c:pt>
                <c:pt idx="1294">
                  <c:v>5.9770099999999999</c:v>
                </c:pt>
                <c:pt idx="1295">
                  <c:v>5.5941000000000001</c:v>
                </c:pt>
                <c:pt idx="1296">
                  <c:v>5.6019899999999998</c:v>
                </c:pt>
                <c:pt idx="1297">
                  <c:v>5.7102000000000004</c:v>
                </c:pt>
                <c:pt idx="1298">
                  <c:v>5.6247699999999998</c:v>
                </c:pt>
                <c:pt idx="1299">
                  <c:v>5.6116700000000002</c:v>
                </c:pt>
                <c:pt idx="1300">
                  <c:v>5.5815000000000001</c:v>
                </c:pt>
                <c:pt idx="1301">
                  <c:v>5.5050699999999999</c:v>
                </c:pt>
                <c:pt idx="1302">
                  <c:v>5.6202100000000002</c:v>
                </c:pt>
                <c:pt idx="1303">
                  <c:v>5.6373899999999999</c:v>
                </c:pt>
                <c:pt idx="1304">
                  <c:v>5.6086799999999997</c:v>
                </c:pt>
                <c:pt idx="1305">
                  <c:v>5.6626099999999999</c:v>
                </c:pt>
                <c:pt idx="1306">
                  <c:v>5.5950100000000003</c:v>
                </c:pt>
                <c:pt idx="1307">
                  <c:v>5.5772899999999996</c:v>
                </c:pt>
                <c:pt idx="1308">
                  <c:v>5.5462999999999996</c:v>
                </c:pt>
                <c:pt idx="1309">
                  <c:v>5.5022599999999997</c:v>
                </c:pt>
                <c:pt idx="1310">
                  <c:v>5.5127800000000002</c:v>
                </c:pt>
                <c:pt idx="1311">
                  <c:v>5.5568900000000001</c:v>
                </c:pt>
                <c:pt idx="1312">
                  <c:v>5.5287199999999999</c:v>
                </c:pt>
                <c:pt idx="1313">
                  <c:v>5.4630400000000003</c:v>
                </c:pt>
                <c:pt idx="1314">
                  <c:v>5.4871400000000001</c:v>
                </c:pt>
                <c:pt idx="1315">
                  <c:v>5.4175000000000004</c:v>
                </c:pt>
                <c:pt idx="1316">
                  <c:v>5.5527300000000004</c:v>
                </c:pt>
                <c:pt idx="1317">
                  <c:v>5.5073299999999996</c:v>
                </c:pt>
                <c:pt idx="1318">
                  <c:v>5.6265099999999997</c:v>
                </c:pt>
                <c:pt idx="1319">
                  <c:v>5.5670999999999999</c:v>
                </c:pt>
                <c:pt idx="1320">
                  <c:v>5.54155</c:v>
                </c:pt>
                <c:pt idx="1321">
                  <c:v>5.5143300000000002</c:v>
                </c:pt>
                <c:pt idx="1322">
                  <c:v>5.5686900000000001</c:v>
                </c:pt>
                <c:pt idx="1323">
                  <c:v>5.5270799999999998</c:v>
                </c:pt>
                <c:pt idx="1324">
                  <c:v>5.62493</c:v>
                </c:pt>
                <c:pt idx="1325">
                  <c:v>5.5796299999999999</c:v>
                </c:pt>
                <c:pt idx="1326">
                  <c:v>5.5830299999999999</c:v>
                </c:pt>
                <c:pt idx="1327">
                  <c:v>5.5897699999999997</c:v>
                </c:pt>
                <c:pt idx="1328">
                  <c:v>5.5452899999999996</c:v>
                </c:pt>
                <c:pt idx="1329">
                  <c:v>5.6449699999999998</c:v>
                </c:pt>
                <c:pt idx="1330">
                  <c:v>5.6450199999999997</c:v>
                </c:pt>
                <c:pt idx="1331">
                  <c:v>5.6249399999999996</c:v>
                </c:pt>
                <c:pt idx="1332">
                  <c:v>5.6252199999999997</c:v>
                </c:pt>
                <c:pt idx="1333">
                  <c:v>5.6059900000000003</c:v>
                </c:pt>
                <c:pt idx="1334">
                  <c:v>5.6469300000000002</c:v>
                </c:pt>
                <c:pt idx="1335">
                  <c:v>5.9139400000000002</c:v>
                </c:pt>
                <c:pt idx="1336">
                  <c:v>5.5853200000000003</c:v>
                </c:pt>
                <c:pt idx="1337">
                  <c:v>5.6213100000000003</c:v>
                </c:pt>
                <c:pt idx="1338">
                  <c:v>5.6822600000000003</c:v>
                </c:pt>
                <c:pt idx="1339">
                  <c:v>5.6927599999999998</c:v>
                </c:pt>
                <c:pt idx="1340">
                  <c:v>5.5816499999999998</c:v>
                </c:pt>
                <c:pt idx="1341">
                  <c:v>5.6669799999999997</c:v>
                </c:pt>
                <c:pt idx="1342">
                  <c:v>5.6370699999999996</c:v>
                </c:pt>
                <c:pt idx="1343">
                  <c:v>5.6492399999999998</c:v>
                </c:pt>
                <c:pt idx="1344">
                  <c:v>5.5738899999999996</c:v>
                </c:pt>
                <c:pt idx="1345">
                  <c:v>5.6322200000000002</c:v>
                </c:pt>
                <c:pt idx="1346">
                  <c:v>5.6265999999999998</c:v>
                </c:pt>
                <c:pt idx="1347">
                  <c:v>5.5695899999999998</c:v>
                </c:pt>
                <c:pt idx="1348">
                  <c:v>5.5863500000000004</c:v>
                </c:pt>
                <c:pt idx="1349">
                  <c:v>5.5547000000000004</c:v>
                </c:pt>
                <c:pt idx="1350">
                  <c:v>5.6099899999999998</c:v>
                </c:pt>
                <c:pt idx="1351">
                  <c:v>5.5154100000000001</c:v>
                </c:pt>
                <c:pt idx="1352">
                  <c:v>5.5616500000000002</c:v>
                </c:pt>
                <c:pt idx="1353">
                  <c:v>5.5598099999999997</c:v>
                </c:pt>
                <c:pt idx="1354">
                  <c:v>5.5689399999999996</c:v>
                </c:pt>
                <c:pt idx="1355">
                  <c:v>5.69259</c:v>
                </c:pt>
                <c:pt idx="1356">
                  <c:v>5.6019199999999998</c:v>
                </c:pt>
                <c:pt idx="1357">
                  <c:v>5.62446</c:v>
                </c:pt>
                <c:pt idx="1358">
                  <c:v>5.6145500000000004</c:v>
                </c:pt>
                <c:pt idx="1359">
                  <c:v>5.5869799999999996</c:v>
                </c:pt>
                <c:pt idx="1360">
                  <c:v>5.6914199999999999</c:v>
                </c:pt>
                <c:pt idx="1361">
                  <c:v>5.6550500000000001</c:v>
                </c:pt>
                <c:pt idx="1362">
                  <c:v>5.6292299999999997</c:v>
                </c:pt>
                <c:pt idx="1363">
                  <c:v>5.6365999999999996</c:v>
                </c:pt>
                <c:pt idx="1364">
                  <c:v>5.6081799999999999</c:v>
                </c:pt>
                <c:pt idx="1365">
                  <c:v>5.6628100000000003</c:v>
                </c:pt>
                <c:pt idx="1366">
                  <c:v>5.5940500000000002</c:v>
                </c:pt>
                <c:pt idx="1367">
                  <c:v>5.6441800000000004</c:v>
                </c:pt>
                <c:pt idx="1368">
                  <c:v>5.5414199999999996</c:v>
                </c:pt>
                <c:pt idx="1369">
                  <c:v>5.6908599999999998</c:v>
                </c:pt>
                <c:pt idx="1370">
                  <c:v>5.6505400000000003</c:v>
                </c:pt>
                <c:pt idx="1371">
                  <c:v>5.5879700000000003</c:v>
                </c:pt>
                <c:pt idx="1372">
                  <c:v>5.6483600000000003</c:v>
                </c:pt>
                <c:pt idx="1373">
                  <c:v>5.6016199999999996</c:v>
                </c:pt>
                <c:pt idx="1374">
                  <c:v>5.6675300000000002</c:v>
                </c:pt>
                <c:pt idx="1375">
                  <c:v>5.5845799999999999</c:v>
                </c:pt>
                <c:pt idx="1376">
                  <c:v>5.5625200000000001</c:v>
                </c:pt>
                <c:pt idx="1377">
                  <c:v>5.5675699999999999</c:v>
                </c:pt>
                <c:pt idx="1378">
                  <c:v>5.53193</c:v>
                </c:pt>
                <c:pt idx="1379">
                  <c:v>5.6134199999999996</c:v>
                </c:pt>
                <c:pt idx="1380">
                  <c:v>5.5934999999999997</c:v>
                </c:pt>
                <c:pt idx="1381">
                  <c:v>5.6286199999999997</c:v>
                </c:pt>
                <c:pt idx="1382">
                  <c:v>5.6196599999999997</c:v>
                </c:pt>
                <c:pt idx="1383">
                  <c:v>5.5045599999999997</c:v>
                </c:pt>
                <c:pt idx="1384">
                  <c:v>5.6513400000000003</c:v>
                </c:pt>
                <c:pt idx="1385">
                  <c:v>5.5881299999999996</c:v>
                </c:pt>
                <c:pt idx="1386">
                  <c:v>5.5565199999999999</c:v>
                </c:pt>
                <c:pt idx="1387">
                  <c:v>5.58901</c:v>
                </c:pt>
                <c:pt idx="1388">
                  <c:v>5.6019600000000001</c:v>
                </c:pt>
                <c:pt idx="1389">
                  <c:v>5.6279899999999996</c:v>
                </c:pt>
                <c:pt idx="1390">
                  <c:v>5.6182999999999996</c:v>
                </c:pt>
                <c:pt idx="1391">
                  <c:v>5.5641699999999998</c:v>
                </c:pt>
                <c:pt idx="1392">
                  <c:v>5.62676</c:v>
                </c:pt>
                <c:pt idx="1393">
                  <c:v>5.5308299999999999</c:v>
                </c:pt>
                <c:pt idx="1394">
                  <c:v>5.6291799999999999</c:v>
                </c:pt>
                <c:pt idx="1395">
                  <c:v>5.6412899999999997</c:v>
                </c:pt>
                <c:pt idx="1396">
                  <c:v>5.6128299999999998</c:v>
                </c:pt>
                <c:pt idx="1397">
                  <c:v>5.6284900000000002</c:v>
                </c:pt>
                <c:pt idx="1398">
                  <c:v>5.5976600000000003</c:v>
                </c:pt>
                <c:pt idx="1399">
                  <c:v>5.6020000000000003</c:v>
                </c:pt>
                <c:pt idx="1400">
                  <c:v>5.59354</c:v>
                </c:pt>
                <c:pt idx="1401">
                  <c:v>5.6462300000000001</c:v>
                </c:pt>
                <c:pt idx="1402">
                  <c:v>5.5781499999999999</c:v>
                </c:pt>
                <c:pt idx="1403">
                  <c:v>5.6414799999999996</c:v>
                </c:pt>
                <c:pt idx="1404">
                  <c:v>5.6135099999999998</c:v>
                </c:pt>
                <c:pt idx="1405">
                  <c:v>5.5715300000000001</c:v>
                </c:pt>
                <c:pt idx="1406">
                  <c:v>5.53714</c:v>
                </c:pt>
                <c:pt idx="1407">
                  <c:v>5.5064500000000001</c:v>
                </c:pt>
                <c:pt idx="1408">
                  <c:v>5.6390099999999999</c:v>
                </c:pt>
                <c:pt idx="1409">
                  <c:v>5.6421299999999999</c:v>
                </c:pt>
                <c:pt idx="1410">
                  <c:v>5.6412199999999997</c:v>
                </c:pt>
                <c:pt idx="1411">
                  <c:v>5.6719299999999997</c:v>
                </c:pt>
                <c:pt idx="1412">
                  <c:v>5.7860199999999997</c:v>
                </c:pt>
                <c:pt idx="1413">
                  <c:v>5.8403</c:v>
                </c:pt>
                <c:pt idx="1414">
                  <c:v>5.82592</c:v>
                </c:pt>
                <c:pt idx="1415">
                  <c:v>5.8217800000000004</c:v>
                </c:pt>
                <c:pt idx="1416">
                  <c:v>5.8409199999999997</c:v>
                </c:pt>
                <c:pt idx="1417">
                  <c:v>5.7799500000000004</c:v>
                </c:pt>
                <c:pt idx="1418">
                  <c:v>5.8172699999999997</c:v>
                </c:pt>
                <c:pt idx="1419">
                  <c:v>5.8473699999999997</c:v>
                </c:pt>
                <c:pt idx="1420">
                  <c:v>5.8331299999999997</c:v>
                </c:pt>
                <c:pt idx="1421">
                  <c:v>5.8420699999999997</c:v>
                </c:pt>
                <c:pt idx="1422">
                  <c:v>5.8164699999999998</c:v>
                </c:pt>
                <c:pt idx="1423">
                  <c:v>5.8478899999999996</c:v>
                </c:pt>
                <c:pt idx="1424">
                  <c:v>5.8335299999999997</c:v>
                </c:pt>
                <c:pt idx="1425">
                  <c:v>5.85764</c:v>
                </c:pt>
                <c:pt idx="1426">
                  <c:v>5.8297100000000004</c:v>
                </c:pt>
                <c:pt idx="1427">
                  <c:v>5.8209999999999997</c:v>
                </c:pt>
                <c:pt idx="1428">
                  <c:v>5.8440599999999998</c:v>
                </c:pt>
                <c:pt idx="1429">
                  <c:v>5.8264199999999997</c:v>
                </c:pt>
                <c:pt idx="1430">
                  <c:v>5.8662099999999997</c:v>
                </c:pt>
                <c:pt idx="1431">
                  <c:v>5.8639700000000001</c:v>
                </c:pt>
                <c:pt idx="1432">
                  <c:v>5.8481800000000002</c:v>
                </c:pt>
                <c:pt idx="1433">
                  <c:v>5.8952</c:v>
                </c:pt>
                <c:pt idx="1434">
                  <c:v>5.8965899999999998</c:v>
                </c:pt>
                <c:pt idx="1435">
                  <c:v>5.8802700000000003</c:v>
                </c:pt>
                <c:pt idx="1436">
                  <c:v>5.8629199999999999</c:v>
                </c:pt>
                <c:pt idx="1437">
                  <c:v>5.7995900000000002</c:v>
                </c:pt>
                <c:pt idx="1438">
                  <c:v>5.8817399999999997</c:v>
                </c:pt>
                <c:pt idx="1439">
                  <c:v>5.9214099999999998</c:v>
                </c:pt>
                <c:pt idx="1440">
                  <c:v>5.9170800000000003</c:v>
                </c:pt>
                <c:pt idx="1441">
                  <c:v>5.9255800000000001</c:v>
                </c:pt>
                <c:pt idx="1442">
                  <c:v>5.8145199999999999</c:v>
                </c:pt>
                <c:pt idx="1443">
                  <c:v>5.9255399999999998</c:v>
                </c:pt>
                <c:pt idx="1444">
                  <c:v>5.9420000000000002</c:v>
                </c:pt>
                <c:pt idx="1445">
                  <c:v>5.8702699999999997</c:v>
                </c:pt>
                <c:pt idx="1446">
                  <c:v>5.8667199999999999</c:v>
                </c:pt>
                <c:pt idx="1447">
                  <c:v>5.8302500000000004</c:v>
                </c:pt>
                <c:pt idx="1448">
                  <c:v>5.8732899999999999</c:v>
                </c:pt>
                <c:pt idx="1449">
                  <c:v>5.8985200000000004</c:v>
                </c:pt>
                <c:pt idx="1450">
                  <c:v>5.8257599999999998</c:v>
                </c:pt>
                <c:pt idx="1451">
                  <c:v>5.8578000000000001</c:v>
                </c:pt>
                <c:pt idx="1452">
                  <c:v>5.8329300000000002</c:v>
                </c:pt>
                <c:pt idx="1453">
                  <c:v>5.9130500000000001</c:v>
                </c:pt>
                <c:pt idx="1454">
                  <c:v>5.8895400000000002</c:v>
                </c:pt>
                <c:pt idx="1455">
                  <c:v>5.8484499999999997</c:v>
                </c:pt>
                <c:pt idx="1456">
                  <c:v>5.9049800000000001</c:v>
                </c:pt>
                <c:pt idx="1457">
                  <c:v>5.8844599999999998</c:v>
                </c:pt>
                <c:pt idx="1458">
                  <c:v>5.8830799999999996</c:v>
                </c:pt>
                <c:pt idx="1459">
                  <c:v>5.8304299999999998</c:v>
                </c:pt>
                <c:pt idx="1460">
                  <c:v>5.8836899999999996</c:v>
                </c:pt>
                <c:pt idx="1461">
                  <c:v>5.8197599999999996</c:v>
                </c:pt>
                <c:pt idx="1462">
                  <c:v>5.7981999999999996</c:v>
                </c:pt>
                <c:pt idx="1463">
                  <c:v>5.8101900000000004</c:v>
                </c:pt>
                <c:pt idx="1464">
                  <c:v>5.8047300000000002</c:v>
                </c:pt>
                <c:pt idx="1465">
                  <c:v>5.8768099999999999</c:v>
                </c:pt>
                <c:pt idx="1466">
                  <c:v>5.8248800000000003</c:v>
                </c:pt>
                <c:pt idx="1467">
                  <c:v>5.8304099999999996</c:v>
                </c:pt>
                <c:pt idx="1468">
                  <c:v>5.8241800000000001</c:v>
                </c:pt>
                <c:pt idx="1469">
                  <c:v>5.7529599999999999</c:v>
                </c:pt>
                <c:pt idx="1470">
                  <c:v>5.8424699999999996</c:v>
                </c:pt>
                <c:pt idx="1471">
                  <c:v>5.8103499999999997</c:v>
                </c:pt>
                <c:pt idx="1472">
                  <c:v>5.8013199999999996</c:v>
                </c:pt>
                <c:pt idx="1473">
                  <c:v>5.8162399999999996</c:v>
                </c:pt>
                <c:pt idx="1474">
                  <c:v>5.7849700000000004</c:v>
                </c:pt>
                <c:pt idx="1475">
                  <c:v>5.85677</c:v>
                </c:pt>
                <c:pt idx="1476">
                  <c:v>5.7854999999999999</c:v>
                </c:pt>
                <c:pt idx="1477">
                  <c:v>5.8185000000000002</c:v>
                </c:pt>
                <c:pt idx="1478">
                  <c:v>5.8002099999999999</c:v>
                </c:pt>
                <c:pt idx="1479">
                  <c:v>5.7789599999999997</c:v>
                </c:pt>
                <c:pt idx="1480">
                  <c:v>5.8548799999999996</c:v>
                </c:pt>
                <c:pt idx="1481">
                  <c:v>5.78505</c:v>
                </c:pt>
                <c:pt idx="1482">
                  <c:v>5.8070000000000004</c:v>
                </c:pt>
                <c:pt idx="1483">
                  <c:v>5.8394199999999996</c:v>
                </c:pt>
                <c:pt idx="1484">
                  <c:v>5.8268300000000002</c:v>
                </c:pt>
                <c:pt idx="1485">
                  <c:v>5.9202500000000002</c:v>
                </c:pt>
                <c:pt idx="1486">
                  <c:v>5.93614</c:v>
                </c:pt>
                <c:pt idx="1487">
                  <c:v>6.1066500000000001</c:v>
                </c:pt>
                <c:pt idx="1488">
                  <c:v>5.9318099999999996</c:v>
                </c:pt>
                <c:pt idx="1489">
                  <c:v>5.9225500000000002</c:v>
                </c:pt>
                <c:pt idx="1490">
                  <c:v>5.9080300000000001</c:v>
                </c:pt>
                <c:pt idx="1491">
                  <c:v>5.8576600000000001</c:v>
                </c:pt>
                <c:pt idx="1492">
                  <c:v>5.9244599999999998</c:v>
                </c:pt>
                <c:pt idx="1493">
                  <c:v>5.9668700000000001</c:v>
                </c:pt>
                <c:pt idx="1494">
                  <c:v>5.9775499999999999</c:v>
                </c:pt>
                <c:pt idx="1495">
                  <c:v>5.9549599999999998</c:v>
                </c:pt>
                <c:pt idx="1496">
                  <c:v>5.79474</c:v>
                </c:pt>
                <c:pt idx="1497">
                  <c:v>5.9583700000000004</c:v>
                </c:pt>
                <c:pt idx="1498">
                  <c:v>5.89114</c:v>
                </c:pt>
                <c:pt idx="1499">
                  <c:v>5.8443100000000001</c:v>
                </c:pt>
                <c:pt idx="1500">
                  <c:v>5.7904</c:v>
                </c:pt>
                <c:pt idx="1501">
                  <c:v>5.8401399999999999</c:v>
                </c:pt>
                <c:pt idx="1502">
                  <c:v>5.9534099999999999</c:v>
                </c:pt>
                <c:pt idx="1503">
                  <c:v>5.9218500000000001</c:v>
                </c:pt>
                <c:pt idx="1504">
                  <c:v>5.9331899999999997</c:v>
                </c:pt>
                <c:pt idx="1505">
                  <c:v>5.9065899999999996</c:v>
                </c:pt>
                <c:pt idx="1506">
                  <c:v>6.0136399999999997</c:v>
                </c:pt>
                <c:pt idx="1507">
                  <c:v>5.9774599999999998</c:v>
                </c:pt>
                <c:pt idx="1508">
                  <c:v>5.9820099999999998</c:v>
                </c:pt>
                <c:pt idx="1509">
                  <c:v>5.8187699999999998</c:v>
                </c:pt>
                <c:pt idx="1510">
                  <c:v>5.8663699999999999</c:v>
                </c:pt>
                <c:pt idx="1511">
                  <c:v>5.87493</c:v>
                </c:pt>
                <c:pt idx="1512">
                  <c:v>5.8711700000000002</c:v>
                </c:pt>
                <c:pt idx="1513">
                  <c:v>5.8641100000000002</c:v>
                </c:pt>
                <c:pt idx="1514">
                  <c:v>5.7829899999999999</c:v>
                </c:pt>
                <c:pt idx="1515">
                  <c:v>5.8876099999999996</c:v>
                </c:pt>
                <c:pt idx="1516">
                  <c:v>5.81074</c:v>
                </c:pt>
                <c:pt idx="1517">
                  <c:v>5.84558</c:v>
                </c:pt>
                <c:pt idx="1518">
                  <c:v>5.9062200000000002</c:v>
                </c:pt>
                <c:pt idx="1519">
                  <c:v>5.9029499999999997</c:v>
                </c:pt>
                <c:pt idx="1520">
                  <c:v>5.8914</c:v>
                </c:pt>
                <c:pt idx="1521">
                  <c:v>5.8756899999999996</c:v>
                </c:pt>
                <c:pt idx="1522">
                  <c:v>5.8513599999999997</c:v>
                </c:pt>
                <c:pt idx="1523">
                  <c:v>6.1894600000000004</c:v>
                </c:pt>
                <c:pt idx="1524">
                  <c:v>5.9576700000000002</c:v>
                </c:pt>
                <c:pt idx="1525">
                  <c:v>5.9144699999999997</c:v>
                </c:pt>
                <c:pt idx="1526">
                  <c:v>5.8810399999999996</c:v>
                </c:pt>
                <c:pt idx="1527">
                  <c:v>5.7725499999999998</c:v>
                </c:pt>
                <c:pt idx="1528">
                  <c:v>5.9295999999999998</c:v>
                </c:pt>
                <c:pt idx="1529">
                  <c:v>5.9324700000000004</c:v>
                </c:pt>
                <c:pt idx="1530">
                  <c:v>5.9520999999999997</c:v>
                </c:pt>
                <c:pt idx="1531">
                  <c:v>5.99899</c:v>
                </c:pt>
                <c:pt idx="1532">
                  <c:v>5.9751599999999998</c:v>
                </c:pt>
                <c:pt idx="1533">
                  <c:v>6.0070100000000002</c:v>
                </c:pt>
                <c:pt idx="1534">
                  <c:v>6.0726000000000004</c:v>
                </c:pt>
                <c:pt idx="1535">
                  <c:v>6.1034199999999998</c:v>
                </c:pt>
                <c:pt idx="1536">
                  <c:v>6.0520699999999996</c:v>
                </c:pt>
                <c:pt idx="1537">
                  <c:v>6.1767300000000001</c:v>
                </c:pt>
                <c:pt idx="1538">
                  <c:v>6.2084900000000003</c:v>
                </c:pt>
                <c:pt idx="1539">
                  <c:v>6.3968800000000003</c:v>
                </c:pt>
                <c:pt idx="1540">
                  <c:v>6.3042400000000001</c:v>
                </c:pt>
                <c:pt idx="1541">
                  <c:v>6.2763099999999996</c:v>
                </c:pt>
                <c:pt idx="1542">
                  <c:v>6.1528099999999997</c:v>
                </c:pt>
                <c:pt idx="1543">
                  <c:v>6.0086899999999996</c:v>
                </c:pt>
                <c:pt idx="1544">
                  <c:v>6.0089300000000003</c:v>
                </c:pt>
                <c:pt idx="1545">
                  <c:v>6.1560699999999997</c:v>
                </c:pt>
                <c:pt idx="1546">
                  <c:v>6.0457400000000003</c:v>
                </c:pt>
                <c:pt idx="1547">
                  <c:v>6.11381</c:v>
                </c:pt>
                <c:pt idx="1548">
                  <c:v>6.1246299999999998</c:v>
                </c:pt>
                <c:pt idx="1549">
                  <c:v>6.0068400000000004</c:v>
                </c:pt>
                <c:pt idx="1550">
                  <c:v>6.0069100000000004</c:v>
                </c:pt>
                <c:pt idx="1551">
                  <c:v>6.0362099999999996</c:v>
                </c:pt>
                <c:pt idx="1552">
                  <c:v>6.10684</c:v>
                </c:pt>
                <c:pt idx="1553">
                  <c:v>6.1136900000000001</c:v>
                </c:pt>
                <c:pt idx="1554">
                  <c:v>6.0524800000000001</c:v>
                </c:pt>
                <c:pt idx="1555">
                  <c:v>6.0169800000000002</c:v>
                </c:pt>
                <c:pt idx="1556">
                  <c:v>5.9692999999999996</c:v>
                </c:pt>
                <c:pt idx="1557">
                  <c:v>5.9799899999999999</c:v>
                </c:pt>
                <c:pt idx="1558">
                  <c:v>6.0523100000000003</c:v>
                </c:pt>
                <c:pt idx="1559">
                  <c:v>6.0077600000000002</c:v>
                </c:pt>
                <c:pt idx="1560">
                  <c:v>6.02475</c:v>
                </c:pt>
                <c:pt idx="1561">
                  <c:v>6.0414000000000003</c:v>
                </c:pt>
                <c:pt idx="1562">
                  <c:v>6.1542399999999997</c:v>
                </c:pt>
                <c:pt idx="1563">
                  <c:v>6.0949099999999996</c:v>
                </c:pt>
                <c:pt idx="1564">
                  <c:v>6.1318999999999999</c:v>
                </c:pt>
                <c:pt idx="1565">
                  <c:v>6.0591400000000002</c:v>
                </c:pt>
                <c:pt idx="1566">
                  <c:v>6.0494599999999998</c:v>
                </c:pt>
                <c:pt idx="1567">
                  <c:v>6.1254900000000001</c:v>
                </c:pt>
                <c:pt idx="1568">
                  <c:v>6.1215900000000003</c:v>
                </c:pt>
                <c:pt idx="1569">
                  <c:v>6.0900499999999997</c:v>
                </c:pt>
                <c:pt idx="1570">
                  <c:v>6.1518899999999999</c:v>
                </c:pt>
                <c:pt idx="1571">
                  <c:v>6.1534399999999998</c:v>
                </c:pt>
                <c:pt idx="1572">
                  <c:v>6.1653200000000004</c:v>
                </c:pt>
                <c:pt idx="1573">
                  <c:v>6.1834100000000003</c:v>
                </c:pt>
                <c:pt idx="1574">
                  <c:v>6.1576300000000002</c:v>
                </c:pt>
                <c:pt idx="1575">
                  <c:v>6.1320899999999998</c:v>
                </c:pt>
                <c:pt idx="1576">
                  <c:v>6.1611599999999997</c:v>
                </c:pt>
                <c:pt idx="1577">
                  <c:v>6.1396800000000002</c:v>
                </c:pt>
                <c:pt idx="1578">
                  <c:v>6.1831199999999997</c:v>
                </c:pt>
                <c:pt idx="1579">
                  <c:v>6.2725400000000002</c:v>
                </c:pt>
                <c:pt idx="1580">
                  <c:v>6.2753699999999997</c:v>
                </c:pt>
                <c:pt idx="1581">
                  <c:v>6.2114099999999999</c:v>
                </c:pt>
                <c:pt idx="1582">
                  <c:v>6.1533699999999998</c:v>
                </c:pt>
                <c:pt idx="1583">
                  <c:v>6.1227600000000004</c:v>
                </c:pt>
                <c:pt idx="1584">
                  <c:v>6.1085799999999999</c:v>
                </c:pt>
                <c:pt idx="1585">
                  <c:v>6.1346600000000002</c:v>
                </c:pt>
                <c:pt idx="1586">
                  <c:v>6.1993900000000002</c:v>
                </c:pt>
                <c:pt idx="1587">
                  <c:v>6.1960600000000001</c:v>
                </c:pt>
                <c:pt idx="1588">
                  <c:v>6.1974799999999997</c:v>
                </c:pt>
                <c:pt idx="1589">
                  <c:v>6.2414399999999999</c:v>
                </c:pt>
                <c:pt idx="1590">
                  <c:v>6.2502399999999998</c:v>
                </c:pt>
                <c:pt idx="1591">
                  <c:v>6.2685199999999996</c:v>
                </c:pt>
                <c:pt idx="1592">
                  <c:v>6.2195900000000002</c:v>
                </c:pt>
                <c:pt idx="1593">
                  <c:v>6.2391500000000004</c:v>
                </c:pt>
                <c:pt idx="1594">
                  <c:v>6.2465200000000003</c:v>
                </c:pt>
                <c:pt idx="1595">
                  <c:v>6.23271</c:v>
                </c:pt>
                <c:pt idx="1596">
                  <c:v>6.2945599999999997</c:v>
                </c:pt>
                <c:pt idx="1597">
                  <c:v>6.2514799999999999</c:v>
                </c:pt>
                <c:pt idx="1598">
                  <c:v>6.2372300000000003</c:v>
                </c:pt>
                <c:pt idx="1599">
                  <c:v>6.2535600000000002</c:v>
                </c:pt>
                <c:pt idx="1600">
                  <c:v>6.2431000000000001</c:v>
                </c:pt>
                <c:pt idx="1601">
                  <c:v>6.3330900000000003</c:v>
                </c:pt>
                <c:pt idx="1602">
                  <c:v>6.3010200000000003</c:v>
                </c:pt>
                <c:pt idx="1603">
                  <c:v>6.2147500000000004</c:v>
                </c:pt>
                <c:pt idx="1604">
                  <c:v>6.1959799999999996</c:v>
                </c:pt>
                <c:pt idx="1605">
                  <c:v>6.1457899999999999</c:v>
                </c:pt>
                <c:pt idx="1606">
                  <c:v>6.3806799999999999</c:v>
                </c:pt>
                <c:pt idx="1607">
                  <c:v>6.3878300000000001</c:v>
                </c:pt>
                <c:pt idx="1608">
                  <c:v>6.3677799999999998</c:v>
                </c:pt>
                <c:pt idx="1609">
                  <c:v>6.3948099999999997</c:v>
                </c:pt>
                <c:pt idx="1610">
                  <c:v>6.2934400000000004</c:v>
                </c:pt>
                <c:pt idx="1611">
                  <c:v>6.4190800000000001</c:v>
                </c:pt>
                <c:pt idx="1612">
                  <c:v>6.4275900000000004</c:v>
                </c:pt>
                <c:pt idx="1613">
                  <c:v>6.4129100000000001</c:v>
                </c:pt>
                <c:pt idx="1614">
                  <c:v>6.3181099999999999</c:v>
                </c:pt>
                <c:pt idx="1615">
                  <c:v>6.3509399999999996</c:v>
                </c:pt>
                <c:pt idx="1616">
                  <c:v>6.45024</c:v>
                </c:pt>
                <c:pt idx="1617">
                  <c:v>6.4508400000000004</c:v>
                </c:pt>
                <c:pt idx="1618">
                  <c:v>6.35494</c:v>
                </c:pt>
                <c:pt idx="1619">
                  <c:v>6.35928</c:v>
                </c:pt>
                <c:pt idx="1620">
                  <c:v>6.3127000000000004</c:v>
                </c:pt>
                <c:pt idx="1621">
                  <c:v>6.4496599999999997</c:v>
                </c:pt>
                <c:pt idx="1622">
                  <c:v>6.4664599999999997</c:v>
                </c:pt>
                <c:pt idx="1623">
                  <c:v>6.38584</c:v>
                </c:pt>
                <c:pt idx="1624">
                  <c:v>6.3743100000000004</c:v>
                </c:pt>
                <c:pt idx="1625">
                  <c:v>6.3372999999999999</c:v>
                </c:pt>
                <c:pt idx="1626">
                  <c:v>6.43621</c:v>
                </c:pt>
                <c:pt idx="1627">
                  <c:v>6.2460300000000002</c:v>
                </c:pt>
                <c:pt idx="1628">
                  <c:v>6.1581200000000003</c:v>
                </c:pt>
                <c:pt idx="1629">
                  <c:v>6.1840000000000002</c:v>
                </c:pt>
                <c:pt idx="1630">
                  <c:v>6.2328400000000004</c:v>
                </c:pt>
                <c:pt idx="1631">
                  <c:v>6.2415000000000003</c:v>
                </c:pt>
                <c:pt idx="1632">
                  <c:v>6.1317700000000004</c:v>
                </c:pt>
                <c:pt idx="1633">
                  <c:v>6.1643400000000002</c:v>
                </c:pt>
                <c:pt idx="1634">
                  <c:v>6.1257799999999998</c:v>
                </c:pt>
                <c:pt idx="1635">
                  <c:v>6.1703799999999998</c:v>
                </c:pt>
                <c:pt idx="1636">
                  <c:v>6.2119900000000001</c:v>
                </c:pt>
                <c:pt idx="1637">
                  <c:v>6.1857800000000003</c:v>
                </c:pt>
                <c:pt idx="1638">
                  <c:v>6.2178300000000002</c:v>
                </c:pt>
                <c:pt idx="1639">
                  <c:v>6.1129899999999999</c:v>
                </c:pt>
                <c:pt idx="1640">
                  <c:v>6.20716</c:v>
                </c:pt>
                <c:pt idx="1641">
                  <c:v>6.2010500000000004</c:v>
                </c:pt>
                <c:pt idx="1642">
                  <c:v>6.2078499999999996</c:v>
                </c:pt>
                <c:pt idx="1643">
                  <c:v>6.2322199999999999</c:v>
                </c:pt>
                <c:pt idx="1644">
                  <c:v>6.2052699999999996</c:v>
                </c:pt>
                <c:pt idx="1645">
                  <c:v>6.24709</c:v>
                </c:pt>
                <c:pt idx="1646">
                  <c:v>6.1645500000000002</c:v>
                </c:pt>
                <c:pt idx="1647">
                  <c:v>6.1563499999999998</c:v>
                </c:pt>
                <c:pt idx="1648">
                  <c:v>6.2079500000000003</c:v>
                </c:pt>
                <c:pt idx="1649">
                  <c:v>6.1291099999999998</c:v>
                </c:pt>
                <c:pt idx="1650">
                  <c:v>6.2426500000000003</c:v>
                </c:pt>
                <c:pt idx="1651">
                  <c:v>6.2451100000000004</c:v>
                </c:pt>
                <c:pt idx="1652">
                  <c:v>6.1856299999999997</c:v>
                </c:pt>
                <c:pt idx="1653">
                  <c:v>6.1443700000000003</c:v>
                </c:pt>
                <c:pt idx="1654">
                  <c:v>6.0847899999999999</c:v>
                </c:pt>
                <c:pt idx="1655">
                  <c:v>6.14825</c:v>
                </c:pt>
                <c:pt idx="1656">
                  <c:v>6.1177200000000003</c:v>
                </c:pt>
                <c:pt idx="1657">
                  <c:v>6.0392099999999997</c:v>
                </c:pt>
                <c:pt idx="1658">
                  <c:v>5.9786299999999999</c:v>
                </c:pt>
                <c:pt idx="1659">
                  <c:v>6.0076900000000002</c:v>
                </c:pt>
                <c:pt idx="1660">
                  <c:v>6.1036900000000003</c:v>
                </c:pt>
                <c:pt idx="1661">
                  <c:v>6.1192000000000002</c:v>
                </c:pt>
                <c:pt idx="1662">
                  <c:v>5.99092</c:v>
                </c:pt>
                <c:pt idx="1663">
                  <c:v>6.0775899999999998</c:v>
                </c:pt>
                <c:pt idx="1664">
                  <c:v>6.0530999999999997</c:v>
                </c:pt>
                <c:pt idx="1665">
                  <c:v>6.1725500000000002</c:v>
                </c:pt>
                <c:pt idx="1666">
                  <c:v>6.1599700000000004</c:v>
                </c:pt>
                <c:pt idx="1667">
                  <c:v>6.0966300000000002</c:v>
                </c:pt>
                <c:pt idx="1668">
                  <c:v>6.0559399999999997</c:v>
                </c:pt>
                <c:pt idx="1669">
                  <c:v>6.0748699999999998</c:v>
                </c:pt>
                <c:pt idx="1670">
                  <c:v>6.1841400000000002</c:v>
                </c:pt>
                <c:pt idx="1671">
                  <c:v>6.2009600000000002</c:v>
                </c:pt>
                <c:pt idx="1672">
                  <c:v>6.2026199999999996</c:v>
                </c:pt>
                <c:pt idx="1673">
                  <c:v>6.1841299999999997</c:v>
                </c:pt>
                <c:pt idx="1674">
                  <c:v>6.1279399999999997</c:v>
                </c:pt>
                <c:pt idx="1675">
                  <c:v>6.1848599999999996</c:v>
                </c:pt>
                <c:pt idx="1676">
                  <c:v>6.1298000000000004</c:v>
                </c:pt>
                <c:pt idx="1678">
                  <c:v>6.0925799999999999</c:v>
                </c:pt>
                <c:pt idx="1679">
                  <c:v>6.1614199999999997</c:v>
                </c:pt>
                <c:pt idx="1680">
                  <c:v>6.1847099999999999</c:v>
                </c:pt>
                <c:pt idx="1681">
                  <c:v>6.1504300000000001</c:v>
                </c:pt>
                <c:pt idx="1682">
                  <c:v>6.0992199999999999</c:v>
                </c:pt>
                <c:pt idx="1683">
                  <c:v>6.0136000000000003</c:v>
                </c:pt>
                <c:pt idx="1684">
                  <c:v>5.9701199999999996</c:v>
                </c:pt>
                <c:pt idx="1685">
                  <c:v>6.03864</c:v>
                </c:pt>
                <c:pt idx="1686">
                  <c:v>6.0969199999999999</c:v>
                </c:pt>
                <c:pt idx="1687">
                  <c:v>5.9718200000000001</c:v>
                </c:pt>
                <c:pt idx="1688">
                  <c:v>5.8523199999999997</c:v>
                </c:pt>
                <c:pt idx="1689">
                  <c:v>5.9171699999999996</c:v>
                </c:pt>
                <c:pt idx="1690">
                  <c:v>6.1527599999999998</c:v>
                </c:pt>
                <c:pt idx="1691">
                  <c:v>6.1259399999999999</c:v>
                </c:pt>
                <c:pt idx="1692">
                  <c:v>6.0770799999999996</c:v>
                </c:pt>
                <c:pt idx="1693">
                  <c:v>6.0543399999999998</c:v>
                </c:pt>
                <c:pt idx="1694">
                  <c:v>5.99817</c:v>
                </c:pt>
                <c:pt idx="1695">
                  <c:v>6.08589</c:v>
                </c:pt>
                <c:pt idx="1696">
                  <c:v>6.1432000000000002</c:v>
                </c:pt>
                <c:pt idx="1699">
                  <c:v>6.1581099999999998</c:v>
                </c:pt>
                <c:pt idx="1700">
                  <c:v>6.1544600000000003</c:v>
                </c:pt>
                <c:pt idx="1701">
                  <c:v>6.1803100000000004</c:v>
                </c:pt>
                <c:pt idx="1703">
                  <c:v>6.02515</c:v>
                </c:pt>
                <c:pt idx="1704">
                  <c:v>5.9804000000000004</c:v>
                </c:pt>
                <c:pt idx="1705">
                  <c:v>6.0747299999999997</c:v>
                </c:pt>
                <c:pt idx="1706">
                  <c:v>6.0579999999999998</c:v>
                </c:pt>
                <c:pt idx="1707">
                  <c:v>6.0404900000000001</c:v>
                </c:pt>
                <c:pt idx="1708">
                  <c:v>6.0519499999999997</c:v>
                </c:pt>
                <c:pt idx="1709">
                  <c:v>6.0575200000000002</c:v>
                </c:pt>
                <c:pt idx="1710">
                  <c:v>6.1536799999999996</c:v>
                </c:pt>
                <c:pt idx="1711">
                  <c:v>6.0339999999999998</c:v>
                </c:pt>
                <c:pt idx="1712">
                  <c:v>5.9852100000000004</c:v>
                </c:pt>
                <c:pt idx="1713">
                  <c:v>5.7688899999999999</c:v>
                </c:pt>
                <c:pt idx="1714">
                  <c:v>5.7535600000000002</c:v>
                </c:pt>
                <c:pt idx="1715">
                  <c:v>5.82416</c:v>
                </c:pt>
                <c:pt idx="1716">
                  <c:v>5.7661199999999999</c:v>
                </c:pt>
                <c:pt idx="1717">
                  <c:v>5.7322899999999999</c:v>
                </c:pt>
                <c:pt idx="1718">
                  <c:v>5.7284800000000002</c:v>
                </c:pt>
                <c:pt idx="1719">
                  <c:v>5.9225700000000003</c:v>
                </c:pt>
                <c:pt idx="1723">
                  <c:v>5.8598699999999999</c:v>
                </c:pt>
                <c:pt idx="1724">
                  <c:v>5.8326700000000002</c:v>
                </c:pt>
                <c:pt idx="1725">
                  <c:v>5.7968500000000001</c:v>
                </c:pt>
                <c:pt idx="1726">
                  <c:v>5.7882800000000003</c:v>
                </c:pt>
                <c:pt idx="1727">
                  <c:v>5.75617</c:v>
                </c:pt>
                <c:pt idx="1728">
                  <c:v>5.7832100000000004</c:v>
                </c:pt>
                <c:pt idx="1729">
                  <c:v>5.6904700000000004</c:v>
                </c:pt>
                <c:pt idx="1730">
                  <c:v>5.7716900000000004</c:v>
                </c:pt>
                <c:pt idx="1731">
                  <c:v>5.6330400000000003</c:v>
                </c:pt>
                <c:pt idx="1732">
                  <c:v>5.6677999999999997</c:v>
                </c:pt>
                <c:pt idx="1733">
                  <c:v>5.6508599999999998</c:v>
                </c:pt>
                <c:pt idx="1734">
                  <c:v>5.6413700000000002</c:v>
                </c:pt>
                <c:pt idx="1735">
                  <c:v>5.7121399999999998</c:v>
                </c:pt>
                <c:pt idx="1736">
                  <c:v>5.6996099999999998</c:v>
                </c:pt>
                <c:pt idx="1737">
                  <c:v>5.6663500000000004</c:v>
                </c:pt>
                <c:pt idx="1738">
                  <c:v>5.8152600000000003</c:v>
                </c:pt>
                <c:pt idx="1739">
                  <c:v>5.8006200000000003</c:v>
                </c:pt>
                <c:pt idx="1740">
                  <c:v>5.8323700000000001</c:v>
                </c:pt>
                <c:pt idx="1741">
                  <c:v>5.8135300000000001</c:v>
                </c:pt>
                <c:pt idx="1742">
                  <c:v>5.6381300000000003</c:v>
                </c:pt>
                <c:pt idx="1743">
                  <c:v>5.6368299999999998</c:v>
                </c:pt>
                <c:pt idx="1744">
                  <c:v>5.7315399999999999</c:v>
                </c:pt>
                <c:pt idx="1745">
                  <c:v>5.8867700000000003</c:v>
                </c:pt>
                <c:pt idx="1746">
                  <c:v>5.8181599999999998</c:v>
                </c:pt>
                <c:pt idx="1747">
                  <c:v>5.6743600000000001</c:v>
                </c:pt>
                <c:pt idx="1748">
                  <c:v>5.7163599999999999</c:v>
                </c:pt>
                <c:pt idx="1749">
                  <c:v>5.6750600000000002</c:v>
                </c:pt>
                <c:pt idx="1750">
                  <c:v>5.7693099999999999</c:v>
                </c:pt>
                <c:pt idx="1751">
                  <c:v>5.7313400000000003</c:v>
                </c:pt>
                <c:pt idx="1752">
                  <c:v>5.6212799999999996</c:v>
                </c:pt>
                <c:pt idx="1753">
                  <c:v>5.5876799999999998</c:v>
                </c:pt>
                <c:pt idx="1754">
                  <c:v>5.6804500000000004</c:v>
                </c:pt>
                <c:pt idx="1755">
                  <c:v>5.7942499999999999</c:v>
                </c:pt>
                <c:pt idx="1756">
                  <c:v>5.7872899999999996</c:v>
                </c:pt>
                <c:pt idx="1757">
                  <c:v>5.7621200000000004</c:v>
                </c:pt>
                <c:pt idx="1758">
                  <c:v>5.8167400000000002</c:v>
                </c:pt>
                <c:pt idx="1759">
                  <c:v>5.8039399999999999</c:v>
                </c:pt>
                <c:pt idx="1760">
                  <c:v>5.9992799999999997</c:v>
                </c:pt>
                <c:pt idx="1761">
                  <c:v>5.9961599999999997</c:v>
                </c:pt>
                <c:pt idx="1762">
                  <c:v>6.0907</c:v>
                </c:pt>
                <c:pt idx="1763">
                  <c:v>6.6738099999999996</c:v>
                </c:pt>
                <c:pt idx="1764">
                  <c:v>5.9869199999999996</c:v>
                </c:pt>
                <c:pt idx="1765">
                  <c:v>5.7462600000000004</c:v>
                </c:pt>
                <c:pt idx="1766">
                  <c:v>5.6608200000000002</c:v>
                </c:pt>
                <c:pt idx="1767">
                  <c:v>5.5664100000000003</c:v>
                </c:pt>
                <c:pt idx="1768">
                  <c:v>5.4304399999999999</c:v>
                </c:pt>
                <c:pt idx="1769">
                  <c:v>5.5710499999999996</c:v>
                </c:pt>
                <c:pt idx="1770">
                  <c:v>5.6745799999999997</c:v>
                </c:pt>
                <c:pt idx="1771">
                  <c:v>5.6212099999999996</c:v>
                </c:pt>
                <c:pt idx="1773">
                  <c:v>5.7674300000000001</c:v>
                </c:pt>
                <c:pt idx="1774">
                  <c:v>5.7108699999999999</c:v>
                </c:pt>
                <c:pt idx="1775">
                  <c:v>5.7113500000000004</c:v>
                </c:pt>
                <c:pt idx="1776">
                  <c:v>5.7058099999999996</c:v>
                </c:pt>
                <c:pt idx="1777">
                  <c:v>5.7647599999999999</c:v>
                </c:pt>
                <c:pt idx="1778">
                  <c:v>5.7984200000000001</c:v>
                </c:pt>
                <c:pt idx="1779">
                  <c:v>5.8220299999999998</c:v>
                </c:pt>
                <c:pt idx="1780">
                  <c:v>5.89384</c:v>
                </c:pt>
                <c:pt idx="1782">
                  <c:v>5.8022200000000002</c:v>
                </c:pt>
                <c:pt idx="1783">
                  <c:v>5.8273000000000001</c:v>
                </c:pt>
                <c:pt idx="1784">
                  <c:v>5.8173500000000002</c:v>
                </c:pt>
                <c:pt idx="1785">
                  <c:v>5.8373200000000001</c:v>
                </c:pt>
                <c:pt idx="1786">
                  <c:v>5.8764700000000003</c:v>
                </c:pt>
                <c:pt idx="1787">
                  <c:v>5.9800899999999997</c:v>
                </c:pt>
                <c:pt idx="1790">
                  <c:v>5.9601199999999999</c:v>
                </c:pt>
                <c:pt idx="1791">
                  <c:v>5.8504699999999996</c:v>
                </c:pt>
                <c:pt idx="1792">
                  <c:v>5.8592899999999997</c:v>
                </c:pt>
                <c:pt idx="1793">
                  <c:v>5.8726799999999999</c:v>
                </c:pt>
                <c:pt idx="1794">
                  <c:v>5.7730199999999998</c:v>
                </c:pt>
                <c:pt idx="1795">
                  <c:v>5.8339800000000004</c:v>
                </c:pt>
                <c:pt idx="1796">
                  <c:v>5.7417499999999997</c:v>
                </c:pt>
                <c:pt idx="1797">
                  <c:v>5.7257600000000002</c:v>
                </c:pt>
                <c:pt idx="1798">
                  <c:v>5.8224799999999997</c:v>
                </c:pt>
                <c:pt idx="1799">
                  <c:v>5.7039200000000001</c:v>
                </c:pt>
                <c:pt idx="1800">
                  <c:v>5.8763100000000001</c:v>
                </c:pt>
                <c:pt idx="1803">
                  <c:v>5.7627100000000002</c:v>
                </c:pt>
                <c:pt idx="1804">
                  <c:v>5.7415599999999998</c:v>
                </c:pt>
                <c:pt idx="1805">
                  <c:v>5.6869699999999996</c:v>
                </c:pt>
                <c:pt idx="1806">
                  <c:v>5.7027000000000001</c:v>
                </c:pt>
                <c:pt idx="1809">
                  <c:v>5.6855099999999998</c:v>
                </c:pt>
                <c:pt idx="1810">
                  <c:v>5.4574699999999998</c:v>
                </c:pt>
                <c:pt idx="1811">
                  <c:v>5.4005099999999997</c:v>
                </c:pt>
                <c:pt idx="1812">
                  <c:v>5.2849700000000004</c:v>
                </c:pt>
                <c:pt idx="1813">
                  <c:v>5.4064500000000004</c:v>
                </c:pt>
                <c:pt idx="1814">
                  <c:v>5.33718</c:v>
                </c:pt>
                <c:pt idx="1815">
                  <c:v>5.1982999999999997</c:v>
                </c:pt>
                <c:pt idx="1816">
                  <c:v>5.1881199999999996</c:v>
                </c:pt>
                <c:pt idx="1817">
                  <c:v>5.1760999999999999</c:v>
                </c:pt>
                <c:pt idx="1818">
                  <c:v>5.1542399999999997</c:v>
                </c:pt>
                <c:pt idx="1819">
                  <c:v>5.1407699999999998</c:v>
                </c:pt>
                <c:pt idx="1820">
                  <c:v>5.1578600000000003</c:v>
                </c:pt>
                <c:pt idx="1821">
                  <c:v>5.1684000000000001</c:v>
                </c:pt>
                <c:pt idx="1823">
                  <c:v>5.2764800000000003</c:v>
                </c:pt>
                <c:pt idx="1824">
                  <c:v>5.1178100000000004</c:v>
                </c:pt>
                <c:pt idx="1825">
                  <c:v>5.0585300000000002</c:v>
                </c:pt>
                <c:pt idx="1826">
                  <c:v>5.0360800000000001</c:v>
                </c:pt>
                <c:pt idx="1827">
                  <c:v>5.0562800000000001</c:v>
                </c:pt>
                <c:pt idx="1828">
                  <c:v>5.2064300000000001</c:v>
                </c:pt>
                <c:pt idx="1829">
                  <c:v>5.1679700000000004</c:v>
                </c:pt>
                <c:pt idx="1830">
                  <c:v>5.1406299999999998</c:v>
                </c:pt>
                <c:pt idx="1831">
                  <c:v>5.1088199999999997</c:v>
                </c:pt>
                <c:pt idx="1832">
                  <c:v>5.1421000000000001</c:v>
                </c:pt>
                <c:pt idx="1833">
                  <c:v>5.1356700000000002</c:v>
                </c:pt>
                <c:pt idx="1834">
                  <c:v>5.1364099999999997</c:v>
                </c:pt>
                <c:pt idx="1835">
                  <c:v>5.0758400000000004</c:v>
                </c:pt>
                <c:pt idx="1836">
                  <c:v>4.9350500000000004</c:v>
                </c:pt>
                <c:pt idx="1837">
                  <c:v>4.8303900000000004</c:v>
                </c:pt>
                <c:pt idx="1838">
                  <c:v>4.8485199999999997</c:v>
                </c:pt>
                <c:pt idx="1839">
                  <c:v>4.8433799999999998</c:v>
                </c:pt>
                <c:pt idx="1840">
                  <c:v>4.7813400000000001</c:v>
                </c:pt>
                <c:pt idx="1841">
                  <c:v>4.7988400000000002</c:v>
                </c:pt>
                <c:pt idx="1842">
                  <c:v>4.8123800000000001</c:v>
                </c:pt>
                <c:pt idx="1843">
                  <c:v>4.8319599999999996</c:v>
                </c:pt>
                <c:pt idx="1844">
                  <c:v>4.7520699999999998</c:v>
                </c:pt>
                <c:pt idx="1845">
                  <c:v>4.7565</c:v>
                </c:pt>
                <c:pt idx="1846">
                  <c:v>4.7659799999999999</c:v>
                </c:pt>
                <c:pt idx="1847">
                  <c:v>4.7539800000000003</c:v>
                </c:pt>
                <c:pt idx="1848">
                  <c:v>4.8305600000000002</c:v>
                </c:pt>
                <c:pt idx="1849">
                  <c:v>4.7617500000000001</c:v>
                </c:pt>
                <c:pt idx="1850">
                  <c:v>4.7556700000000003</c:v>
                </c:pt>
                <c:pt idx="1851">
                  <c:v>4.7367999999999997</c:v>
                </c:pt>
                <c:pt idx="1852">
                  <c:v>4.6913400000000003</c:v>
                </c:pt>
                <c:pt idx="1853">
                  <c:v>4.7847</c:v>
                </c:pt>
                <c:pt idx="1854">
                  <c:v>4.7530999999999999</c:v>
                </c:pt>
                <c:pt idx="1855">
                  <c:v>4.7492400000000004</c:v>
                </c:pt>
                <c:pt idx="1856">
                  <c:v>4.8112500000000002</c:v>
                </c:pt>
                <c:pt idx="1857">
                  <c:v>4.7677399999999999</c:v>
                </c:pt>
                <c:pt idx="1859">
                  <c:v>4.78301</c:v>
                </c:pt>
                <c:pt idx="1860">
                  <c:v>4.6815100000000003</c:v>
                </c:pt>
                <c:pt idx="1861">
                  <c:v>4.4458500000000001</c:v>
                </c:pt>
                <c:pt idx="1862">
                  <c:v>4.3483700000000001</c:v>
                </c:pt>
                <c:pt idx="1863">
                  <c:v>4.4050200000000004</c:v>
                </c:pt>
                <c:pt idx="1864">
                  <c:v>4.4030100000000001</c:v>
                </c:pt>
                <c:pt idx="1865">
                  <c:v>4.4196</c:v>
                </c:pt>
                <c:pt idx="1866">
                  <c:v>4.4948100000000002</c:v>
                </c:pt>
                <c:pt idx="1867">
                  <c:v>4.6766100000000002</c:v>
                </c:pt>
                <c:pt idx="1868">
                  <c:v>4.5586700000000002</c:v>
                </c:pt>
                <c:pt idx="1869">
                  <c:v>4.4903500000000003</c:v>
                </c:pt>
                <c:pt idx="1870">
                  <c:v>4.4853399999999999</c:v>
                </c:pt>
                <c:pt idx="1871">
                  <c:v>4.5298499999999997</c:v>
                </c:pt>
                <c:pt idx="1873">
                  <c:v>4.5392999999999999</c:v>
                </c:pt>
                <c:pt idx="1874">
                  <c:v>4.5808099999999996</c:v>
                </c:pt>
                <c:pt idx="1875">
                  <c:v>4.5867500000000003</c:v>
                </c:pt>
                <c:pt idx="1876">
                  <c:v>4.5697400000000004</c:v>
                </c:pt>
                <c:pt idx="1877">
                  <c:v>4.5800200000000002</c:v>
                </c:pt>
                <c:pt idx="1878">
                  <c:v>4.5544500000000001</c:v>
                </c:pt>
                <c:pt idx="1879">
                  <c:v>4.5890399999999998</c:v>
                </c:pt>
                <c:pt idx="1880">
                  <c:v>4.4292400000000001</c:v>
                </c:pt>
                <c:pt idx="1881">
                  <c:v>4.1442399999999999</c:v>
                </c:pt>
                <c:pt idx="1882">
                  <c:v>4.1280400000000004</c:v>
                </c:pt>
                <c:pt idx="1883">
                  <c:v>4.1662400000000002</c:v>
                </c:pt>
                <c:pt idx="1884">
                  <c:v>4.1203399999999997</c:v>
                </c:pt>
                <c:pt idx="1885">
                  <c:v>4.03111</c:v>
                </c:pt>
                <c:pt idx="1886">
                  <c:v>3.9982500000000001</c:v>
                </c:pt>
                <c:pt idx="1887">
                  <c:v>3.9700299999999999</c:v>
                </c:pt>
                <c:pt idx="1888">
                  <c:v>3.97519</c:v>
                </c:pt>
                <c:pt idx="1889">
                  <c:v>3.9888300000000001</c:v>
                </c:pt>
                <c:pt idx="1890">
                  <c:v>4.0172699999999999</c:v>
                </c:pt>
                <c:pt idx="1891">
                  <c:v>4.0042499999999999</c:v>
                </c:pt>
                <c:pt idx="1892">
                  <c:v>4.05952</c:v>
                </c:pt>
                <c:pt idx="1893">
                  <c:v>4.0438799999999997</c:v>
                </c:pt>
                <c:pt idx="1894">
                  <c:v>4.0145499999999998</c:v>
                </c:pt>
                <c:pt idx="1895">
                  <c:v>3.9975700000000001</c:v>
                </c:pt>
                <c:pt idx="1896">
                  <c:v>4.01105</c:v>
                </c:pt>
                <c:pt idx="1897">
                  <c:v>4.0273500000000002</c:v>
                </c:pt>
                <c:pt idx="1898">
                  <c:v>4.0187299999999997</c:v>
                </c:pt>
                <c:pt idx="1899">
                  <c:v>4.0227700000000004</c:v>
                </c:pt>
                <c:pt idx="1900">
                  <c:v>3.97729</c:v>
                </c:pt>
                <c:pt idx="1901">
                  <c:v>3.9949699999999999</c:v>
                </c:pt>
                <c:pt idx="1902">
                  <c:v>4.0335299999999998</c:v>
                </c:pt>
                <c:pt idx="1903">
                  <c:v>4.0097899999999997</c:v>
                </c:pt>
                <c:pt idx="1904">
                  <c:v>3.99064</c:v>
                </c:pt>
                <c:pt idx="1905">
                  <c:v>3.8992200000000001</c:v>
                </c:pt>
                <c:pt idx="1906">
                  <c:v>4.0041500000000001</c:v>
                </c:pt>
                <c:pt idx="1907">
                  <c:v>4.0005699999999997</c:v>
                </c:pt>
                <c:pt idx="1908">
                  <c:v>4.0082700000000004</c:v>
                </c:pt>
                <c:pt idx="1909">
                  <c:v>3.99485</c:v>
                </c:pt>
                <c:pt idx="1910">
                  <c:v>3.99804</c:v>
                </c:pt>
                <c:pt idx="1911">
                  <c:v>4.0008499999999998</c:v>
                </c:pt>
                <c:pt idx="1912">
                  <c:v>3.9994200000000002</c:v>
                </c:pt>
                <c:pt idx="1913">
                  <c:v>4.0175799999999997</c:v>
                </c:pt>
                <c:pt idx="1914">
                  <c:v>3.9941</c:v>
                </c:pt>
                <c:pt idx="1915">
                  <c:v>3.9958200000000001</c:v>
                </c:pt>
                <c:pt idx="1916">
                  <c:v>3.9630899999999998</c:v>
                </c:pt>
                <c:pt idx="1917">
                  <c:v>4.01213</c:v>
                </c:pt>
                <c:pt idx="1918">
                  <c:v>3.9885700000000002</c:v>
                </c:pt>
                <c:pt idx="1919">
                  <c:v>3.9930699999999999</c:v>
                </c:pt>
                <c:pt idx="1920">
                  <c:v>3.9775299999999998</c:v>
                </c:pt>
                <c:pt idx="1921">
                  <c:v>3.9542600000000001</c:v>
                </c:pt>
                <c:pt idx="1922">
                  <c:v>4.0004600000000003</c:v>
                </c:pt>
                <c:pt idx="1923">
                  <c:v>3.9839000000000002</c:v>
                </c:pt>
                <c:pt idx="1924">
                  <c:v>3.9992000000000001</c:v>
                </c:pt>
                <c:pt idx="1925">
                  <c:v>3.9943499999999998</c:v>
                </c:pt>
                <c:pt idx="1926">
                  <c:v>4.0261399999999998</c:v>
                </c:pt>
                <c:pt idx="1927">
                  <c:v>4.1644300000000003</c:v>
                </c:pt>
                <c:pt idx="1928">
                  <c:v>4.1065699999999996</c:v>
                </c:pt>
                <c:pt idx="1929">
                  <c:v>4.0800599999999996</c:v>
                </c:pt>
                <c:pt idx="1930">
                  <c:v>4.1499699999999997</c:v>
                </c:pt>
                <c:pt idx="1931">
                  <c:v>4.0992499999999996</c:v>
                </c:pt>
                <c:pt idx="1932">
                  <c:v>4.1579699999999997</c:v>
                </c:pt>
                <c:pt idx="1933">
                  <c:v>4.15198</c:v>
                </c:pt>
                <c:pt idx="1934">
                  <c:v>4.18574</c:v>
                </c:pt>
                <c:pt idx="1935">
                  <c:v>4.10541</c:v>
                </c:pt>
                <c:pt idx="1936">
                  <c:v>4.0815099999999997</c:v>
                </c:pt>
                <c:pt idx="1937">
                  <c:v>4.1552499999999997</c:v>
                </c:pt>
                <c:pt idx="1938">
                  <c:v>4.0875199999999996</c:v>
                </c:pt>
                <c:pt idx="1939">
                  <c:v>4.0942299999999996</c:v>
                </c:pt>
                <c:pt idx="1940">
                  <c:v>4.0891099999999998</c:v>
                </c:pt>
                <c:pt idx="1941">
                  <c:v>4.0720900000000002</c:v>
                </c:pt>
                <c:pt idx="1942">
                  <c:v>4.0873499999999998</c:v>
                </c:pt>
                <c:pt idx="1943">
                  <c:v>4.0960799999999997</c:v>
                </c:pt>
                <c:pt idx="1944">
                  <c:v>4.1217899999999998</c:v>
                </c:pt>
                <c:pt idx="1945">
                  <c:v>4.1586400000000001</c:v>
                </c:pt>
                <c:pt idx="1946">
                  <c:v>4.1863299999999999</c:v>
                </c:pt>
                <c:pt idx="1947">
                  <c:v>4.1707000000000001</c:v>
                </c:pt>
                <c:pt idx="1948">
                  <c:v>4.1907800000000002</c:v>
                </c:pt>
                <c:pt idx="1949">
                  <c:v>4.1464999999999996</c:v>
                </c:pt>
                <c:pt idx="1950">
                  <c:v>4.2469099999999997</c:v>
                </c:pt>
                <c:pt idx="1953">
                  <c:v>4.1454800000000001</c:v>
                </c:pt>
                <c:pt idx="1954">
                  <c:v>4.1203799999999999</c:v>
                </c:pt>
                <c:pt idx="1955">
                  <c:v>4.1257799999999998</c:v>
                </c:pt>
                <c:pt idx="1957">
                  <c:v>4.0037399999999996</c:v>
                </c:pt>
                <c:pt idx="1958">
                  <c:v>3.9096099999999998</c:v>
                </c:pt>
                <c:pt idx="1959">
                  <c:v>3.8492600000000001</c:v>
                </c:pt>
                <c:pt idx="1960">
                  <c:v>3.8151700000000002</c:v>
                </c:pt>
                <c:pt idx="1961">
                  <c:v>3.81094</c:v>
                </c:pt>
                <c:pt idx="1962">
                  <c:v>3.7885800000000001</c:v>
                </c:pt>
                <c:pt idx="1963">
                  <c:v>3.7744300000000002</c:v>
                </c:pt>
                <c:pt idx="1964">
                  <c:v>3.76966</c:v>
                </c:pt>
                <c:pt idx="1965">
                  <c:v>3.7595700000000001</c:v>
                </c:pt>
                <c:pt idx="1966">
                  <c:v>3.7391700000000001</c:v>
                </c:pt>
                <c:pt idx="1968">
                  <c:v>3.7121900000000001</c:v>
                </c:pt>
                <c:pt idx="1969">
                  <c:v>3.6864699999999999</c:v>
                </c:pt>
                <c:pt idx="1970">
                  <c:v>3.6703800000000002</c:v>
                </c:pt>
                <c:pt idx="1971">
                  <c:v>3.6553599999999999</c:v>
                </c:pt>
                <c:pt idx="1972">
                  <c:v>3.6841200000000001</c:v>
                </c:pt>
                <c:pt idx="1973">
                  <c:v>3.6954099999999999</c:v>
                </c:pt>
                <c:pt idx="1974">
                  <c:v>3.7009099999999999</c:v>
                </c:pt>
                <c:pt idx="1975">
                  <c:v>3.7314400000000001</c:v>
                </c:pt>
                <c:pt idx="1976">
                  <c:v>3.7761999999999998</c:v>
                </c:pt>
                <c:pt idx="1977">
                  <c:v>3.8540899999999998</c:v>
                </c:pt>
                <c:pt idx="1978">
                  <c:v>3.8529100000000001</c:v>
                </c:pt>
                <c:pt idx="1979">
                  <c:v>3.79738</c:v>
                </c:pt>
                <c:pt idx="1980">
                  <c:v>3.8520699999999999</c:v>
                </c:pt>
                <c:pt idx="1981">
                  <c:v>3.9051900000000002</c:v>
                </c:pt>
                <c:pt idx="1982">
                  <c:v>3.87906</c:v>
                </c:pt>
                <c:pt idx="1983">
                  <c:v>3.87893</c:v>
                </c:pt>
                <c:pt idx="1984">
                  <c:v>3.8611</c:v>
                </c:pt>
                <c:pt idx="1985">
                  <c:v>3.8743400000000001</c:v>
                </c:pt>
                <c:pt idx="1986">
                  <c:v>3.8815900000000001</c:v>
                </c:pt>
                <c:pt idx="1987">
                  <c:v>3.9485199999999998</c:v>
                </c:pt>
                <c:pt idx="1990">
                  <c:v>3.9172400000000001</c:v>
                </c:pt>
                <c:pt idx="1991">
                  <c:v>3.96149</c:v>
                </c:pt>
                <c:pt idx="1992">
                  <c:v>3.9828100000000002</c:v>
                </c:pt>
                <c:pt idx="1993">
                  <c:v>4.0885699999999998</c:v>
                </c:pt>
                <c:pt idx="1994">
                  <c:v>4.1050399999999998</c:v>
                </c:pt>
                <c:pt idx="1995">
                  <c:v>4.1631600000000004</c:v>
                </c:pt>
                <c:pt idx="1996">
                  <c:v>4.1654499999999999</c:v>
                </c:pt>
                <c:pt idx="1997">
                  <c:v>4.2375999999999996</c:v>
                </c:pt>
                <c:pt idx="1998">
                  <c:v>4.2091399999999997</c:v>
                </c:pt>
                <c:pt idx="1999">
                  <c:v>4.22689</c:v>
                </c:pt>
                <c:pt idx="2000">
                  <c:v>4.1979199999999999</c:v>
                </c:pt>
                <c:pt idx="2001">
                  <c:v>4.18614</c:v>
                </c:pt>
                <c:pt idx="2002">
                  <c:v>4.0244900000000001</c:v>
                </c:pt>
                <c:pt idx="2003">
                  <c:v>4.2111000000000001</c:v>
                </c:pt>
                <c:pt idx="2004">
                  <c:v>4.1303599999999996</c:v>
                </c:pt>
                <c:pt idx="2005">
                  <c:v>4.03505</c:v>
                </c:pt>
                <c:pt idx="2006">
                  <c:v>4.0272800000000002</c:v>
                </c:pt>
                <c:pt idx="2007">
                  <c:v>4.0143899999999997</c:v>
                </c:pt>
                <c:pt idx="2008">
                  <c:v>4.1604900000000002</c:v>
                </c:pt>
                <c:pt idx="2009">
                  <c:v>4.7267200000000003</c:v>
                </c:pt>
                <c:pt idx="2015">
                  <c:v>4.01877</c:v>
                </c:pt>
                <c:pt idx="2016">
                  <c:v>4.0224000000000002</c:v>
                </c:pt>
                <c:pt idx="2017">
                  <c:v>3.9169499999999999</c:v>
                </c:pt>
                <c:pt idx="2018">
                  <c:v>3.9159000000000002</c:v>
                </c:pt>
                <c:pt idx="2019">
                  <c:v>3.8502299999999998</c:v>
                </c:pt>
                <c:pt idx="2020">
                  <c:v>3.99966</c:v>
                </c:pt>
                <c:pt idx="2021">
                  <c:v>4.1089000000000002</c:v>
                </c:pt>
                <c:pt idx="2023">
                  <c:v>4.1204200000000002</c:v>
                </c:pt>
                <c:pt idx="2024">
                  <c:v>4.0911499999999998</c:v>
                </c:pt>
                <c:pt idx="2025">
                  <c:v>4.1237000000000004</c:v>
                </c:pt>
                <c:pt idx="2026">
                  <c:v>4.1471999999999998</c:v>
                </c:pt>
                <c:pt idx="2027">
                  <c:v>4.1184000000000003</c:v>
                </c:pt>
                <c:pt idx="2028">
                  <c:v>4.1833</c:v>
                </c:pt>
                <c:pt idx="2029">
                  <c:v>4.22424</c:v>
                </c:pt>
                <c:pt idx="2030">
                  <c:v>3.9802399999999998</c:v>
                </c:pt>
                <c:pt idx="2031">
                  <c:v>4.0597399999999997</c:v>
                </c:pt>
                <c:pt idx="2032">
                  <c:v>3.9131300000000002</c:v>
                </c:pt>
                <c:pt idx="2033">
                  <c:v>4.0664400000000001</c:v>
                </c:pt>
                <c:pt idx="2034">
                  <c:v>4.08988</c:v>
                </c:pt>
                <c:pt idx="2035">
                  <c:v>4.0904400000000001</c:v>
                </c:pt>
                <c:pt idx="2036">
                  <c:v>4.1314200000000003</c:v>
                </c:pt>
                <c:pt idx="2037">
                  <c:v>4.2339900000000004</c:v>
                </c:pt>
                <c:pt idx="2038">
                  <c:v>4.3379500000000002</c:v>
                </c:pt>
                <c:pt idx="2039">
                  <c:v>4.4257499999999999</c:v>
                </c:pt>
                <c:pt idx="2040">
                  <c:v>4.6363000000000003</c:v>
                </c:pt>
                <c:pt idx="2041">
                  <c:v>4.8558000000000003</c:v>
                </c:pt>
                <c:pt idx="2043">
                  <c:v>4.71225</c:v>
                </c:pt>
                <c:pt idx="2044">
                  <c:v>4.4639300000000004</c:v>
                </c:pt>
                <c:pt idx="2045">
                  <c:v>4.1027699999999996</c:v>
                </c:pt>
                <c:pt idx="2046">
                  <c:v>4.1174799999999996</c:v>
                </c:pt>
                <c:pt idx="2047">
                  <c:v>4.1620100000000004</c:v>
                </c:pt>
                <c:pt idx="2048">
                  <c:v>4.22851</c:v>
                </c:pt>
                <c:pt idx="2049">
                  <c:v>4.1880199999999999</c:v>
                </c:pt>
                <c:pt idx="2050">
                  <c:v>5.0809100000000003</c:v>
                </c:pt>
                <c:pt idx="2053">
                  <c:v>4.5430000000000001</c:v>
                </c:pt>
                <c:pt idx="2054">
                  <c:v>4.6043399999999997</c:v>
                </c:pt>
                <c:pt idx="2055">
                  <c:v>5.1488699999999996</c:v>
                </c:pt>
                <c:pt idx="2056">
                  <c:v>5.3034400000000002</c:v>
                </c:pt>
                <c:pt idx="2057">
                  <c:v>5.2056100000000001</c:v>
                </c:pt>
                <c:pt idx="2058">
                  <c:v>5.3081500000000004</c:v>
                </c:pt>
                <c:pt idx="2059">
                  <c:v>5.3140200000000002</c:v>
                </c:pt>
                <c:pt idx="2062">
                  <c:v>5.5861700000000001</c:v>
                </c:pt>
                <c:pt idx="2064">
                  <c:v>5.6086400000000003</c:v>
                </c:pt>
                <c:pt idx="2065">
                  <c:v>5.3687800000000001</c:v>
                </c:pt>
                <c:pt idx="2066">
                  <c:v>5.25129</c:v>
                </c:pt>
                <c:pt idx="2067">
                  <c:v>5.3391500000000001</c:v>
                </c:pt>
                <c:pt idx="2068">
                  <c:v>5.3686199999999999</c:v>
                </c:pt>
                <c:pt idx="2069">
                  <c:v>5.7106399999999997</c:v>
                </c:pt>
                <c:pt idx="2070">
                  <c:v>5.9830699999999997</c:v>
                </c:pt>
                <c:pt idx="2071">
                  <c:v>6.0262599999999997</c:v>
                </c:pt>
                <c:pt idx="2072">
                  <c:v>6.03423</c:v>
                </c:pt>
                <c:pt idx="2073">
                  <c:v>6.1906800000000004</c:v>
                </c:pt>
                <c:pt idx="2075">
                  <c:v>6.3407</c:v>
                </c:pt>
                <c:pt idx="2076">
                  <c:v>6.6183899999999998</c:v>
                </c:pt>
                <c:pt idx="2077">
                  <c:v>6.1664399999999997</c:v>
                </c:pt>
                <c:pt idx="2078">
                  <c:v>5.9164000000000003</c:v>
                </c:pt>
                <c:pt idx="2079">
                  <c:v>5.6250799999999996</c:v>
                </c:pt>
                <c:pt idx="2080">
                  <c:v>5.6497900000000003</c:v>
                </c:pt>
                <c:pt idx="2081">
                  <c:v>5.7307300000000003</c:v>
                </c:pt>
                <c:pt idx="2082">
                  <c:v>6.2349199999999998</c:v>
                </c:pt>
                <c:pt idx="2083">
                  <c:v>6.38619</c:v>
                </c:pt>
                <c:pt idx="2084">
                  <c:v>6.0045299999999999</c:v>
                </c:pt>
                <c:pt idx="2085">
                  <c:v>6.0111699999999999</c:v>
                </c:pt>
                <c:pt idx="2086">
                  <c:v>5.8220200000000002</c:v>
                </c:pt>
                <c:pt idx="2087">
                  <c:v>5.6662600000000003</c:v>
                </c:pt>
                <c:pt idx="2090">
                  <c:v>6.0217499999999999</c:v>
                </c:pt>
                <c:pt idx="2091">
                  <c:v>6.0313299999999996</c:v>
                </c:pt>
                <c:pt idx="2092">
                  <c:v>6.1098299999999997</c:v>
                </c:pt>
                <c:pt idx="2093">
                  <c:v>6.1043799999999999</c:v>
                </c:pt>
                <c:pt idx="2094">
                  <c:v>6.1045199999999999</c:v>
                </c:pt>
                <c:pt idx="2097">
                  <c:v>6.1057300000000003</c:v>
                </c:pt>
                <c:pt idx="2098">
                  <c:v>6.0740400000000001</c:v>
                </c:pt>
                <c:pt idx="2099">
                  <c:v>6.1145800000000001</c:v>
                </c:pt>
                <c:pt idx="2100">
                  <c:v>6.1677099999999996</c:v>
                </c:pt>
                <c:pt idx="2101">
                  <c:v>6.13598</c:v>
                </c:pt>
                <c:pt idx="2104">
                  <c:v>6.1464100000000004</c:v>
                </c:pt>
                <c:pt idx="2105">
                  <c:v>6.1795299999999997</c:v>
                </c:pt>
                <c:pt idx="2106">
                  <c:v>6.1840900000000003</c:v>
                </c:pt>
                <c:pt idx="2107">
                  <c:v>6.2480099999999998</c:v>
                </c:pt>
                <c:pt idx="2108">
                  <c:v>6.2995099999999997</c:v>
                </c:pt>
                <c:pt idx="2111">
                  <c:v>6.2498100000000001</c:v>
                </c:pt>
                <c:pt idx="2112">
                  <c:v>6.3047899999999997</c:v>
                </c:pt>
                <c:pt idx="2113">
                  <c:v>6.2957400000000003</c:v>
                </c:pt>
                <c:pt idx="2114">
                  <c:v>6.2384000000000004</c:v>
                </c:pt>
                <c:pt idx="2115">
                  <c:v>6.2312599999999998</c:v>
                </c:pt>
                <c:pt idx="2118">
                  <c:v>6.3037799999999997</c:v>
                </c:pt>
                <c:pt idx="2119">
                  <c:v>6.2850799999999998</c:v>
                </c:pt>
                <c:pt idx="2120">
                  <c:v>6.24709</c:v>
                </c:pt>
                <c:pt idx="2121">
                  <c:v>6.1619700000000002</c:v>
                </c:pt>
                <c:pt idx="2122">
                  <c:v>5.9283000000000001</c:v>
                </c:pt>
                <c:pt idx="2125">
                  <c:v>5.9599500000000001</c:v>
                </c:pt>
                <c:pt idx="2126">
                  <c:v>5.6866700000000003</c:v>
                </c:pt>
                <c:pt idx="2127">
                  <c:v>5.5862600000000002</c:v>
                </c:pt>
                <c:pt idx="2128">
                  <c:v>5.8577899999999996</c:v>
                </c:pt>
                <c:pt idx="2129">
                  <c:v>6.12493</c:v>
                </c:pt>
                <c:pt idx="2133">
                  <c:v>6.02501</c:v>
                </c:pt>
                <c:pt idx="2134">
                  <c:v>6.0670000000000002</c:v>
                </c:pt>
                <c:pt idx="2135">
                  <c:v>6.1140699999999999</c:v>
                </c:pt>
                <c:pt idx="2136">
                  <c:v>6.0828800000000003</c:v>
                </c:pt>
                <c:pt idx="2139">
                  <c:v>6.1421400000000004</c:v>
                </c:pt>
                <c:pt idx="2141">
                  <c:v>6.1240100000000002</c:v>
                </c:pt>
                <c:pt idx="2142">
                  <c:v>6.1619799999999998</c:v>
                </c:pt>
                <c:pt idx="2143">
                  <c:v>6.1536900000000001</c:v>
                </c:pt>
                <c:pt idx="2144">
                  <c:v>6.0651799999999998</c:v>
                </c:pt>
                <c:pt idx="2145">
                  <c:v>6.1316199999999998</c:v>
                </c:pt>
                <c:pt idx="2146">
                  <c:v>5.7512100000000004</c:v>
                </c:pt>
                <c:pt idx="2147">
                  <c:v>5.5038400000000003</c:v>
                </c:pt>
                <c:pt idx="2148">
                  <c:v>5.6516900000000003</c:v>
                </c:pt>
                <c:pt idx="2149">
                  <c:v>6.0615500000000004</c:v>
                </c:pt>
                <c:pt idx="2150">
                  <c:v>5.9900099999999998</c:v>
                </c:pt>
                <c:pt idx="2151">
                  <c:v>5.93825</c:v>
                </c:pt>
                <c:pt idx="2152">
                  <c:v>5.9600600000000004</c:v>
                </c:pt>
                <c:pt idx="2153">
                  <c:v>6.0469799999999996</c:v>
                </c:pt>
                <c:pt idx="2154">
                  <c:v>6.0455399999999999</c:v>
                </c:pt>
                <c:pt idx="2155">
                  <c:v>5.68588</c:v>
                </c:pt>
                <c:pt idx="2156">
                  <c:v>5.6873899999999997</c:v>
                </c:pt>
                <c:pt idx="2157">
                  <c:v>5.9242999999999997</c:v>
                </c:pt>
                <c:pt idx="2158">
                  <c:v>5.7319000000000004</c:v>
                </c:pt>
                <c:pt idx="2159">
                  <c:v>5.9119000000000002</c:v>
                </c:pt>
                <c:pt idx="2160">
                  <c:v>5.9028299999999998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F01-44F8-9B43-0940E65ED0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Lending Facility</c:v>
                </c:pt>
              </c:strCache>
            </c:strRef>
          </c:tx>
          <c:spPr>
            <a:ln w="2857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2083"/>
              <c:layout>
                <c:manualLayout>
                  <c:x val="2.8550491972186155E-2"/>
                  <c:y val="-7.4747785081872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F01-44F8-9B43-0940E65ED090}"/>
                </c:ext>
              </c:extLst>
            </c:dLbl>
            <c:spPr>
              <a:solidFill>
                <a:srgbClr val="7C4B3B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Sheet1!$A$2:$A$2162</c:f>
              <c:numCache>
                <c:formatCode>d\-mmm\-yy</c:formatCode>
                <c:ptCount val="2161"/>
                <c:pt idx="0">
                  <c:v>43102</c:v>
                </c:pt>
                <c:pt idx="1">
                  <c:v>43103</c:v>
                </c:pt>
                <c:pt idx="2">
                  <c:v>43104</c:v>
                </c:pt>
                <c:pt idx="3">
                  <c:v>43105</c:v>
                </c:pt>
                <c:pt idx="4">
                  <c:v>43108</c:v>
                </c:pt>
                <c:pt idx="5">
                  <c:v>43109</c:v>
                </c:pt>
                <c:pt idx="6">
                  <c:v>43110</c:v>
                </c:pt>
                <c:pt idx="7">
                  <c:v>43111</c:v>
                </c:pt>
                <c:pt idx="8">
                  <c:v>43112</c:v>
                </c:pt>
                <c:pt idx="9">
                  <c:v>43115</c:v>
                </c:pt>
                <c:pt idx="10">
                  <c:v>43116</c:v>
                </c:pt>
                <c:pt idx="11">
                  <c:v>43117</c:v>
                </c:pt>
                <c:pt idx="12">
                  <c:v>43118</c:v>
                </c:pt>
                <c:pt idx="13">
                  <c:v>43119</c:v>
                </c:pt>
                <c:pt idx="14">
                  <c:v>43122</c:v>
                </c:pt>
                <c:pt idx="15">
                  <c:v>43123</c:v>
                </c:pt>
                <c:pt idx="16">
                  <c:v>43124</c:v>
                </c:pt>
                <c:pt idx="17">
                  <c:v>43125</c:v>
                </c:pt>
                <c:pt idx="18">
                  <c:v>43126</c:v>
                </c:pt>
                <c:pt idx="19">
                  <c:v>43129</c:v>
                </c:pt>
                <c:pt idx="20">
                  <c:v>43130</c:v>
                </c:pt>
                <c:pt idx="21">
                  <c:v>43131</c:v>
                </c:pt>
                <c:pt idx="22">
                  <c:v>43132</c:v>
                </c:pt>
                <c:pt idx="23">
                  <c:v>43133</c:v>
                </c:pt>
                <c:pt idx="24">
                  <c:v>43136</c:v>
                </c:pt>
                <c:pt idx="25">
                  <c:v>43137</c:v>
                </c:pt>
                <c:pt idx="26">
                  <c:v>43138</c:v>
                </c:pt>
                <c:pt idx="27">
                  <c:v>43139</c:v>
                </c:pt>
                <c:pt idx="28">
                  <c:v>43140</c:v>
                </c:pt>
                <c:pt idx="29">
                  <c:v>43143</c:v>
                </c:pt>
                <c:pt idx="30">
                  <c:v>43144</c:v>
                </c:pt>
                <c:pt idx="31">
                  <c:v>43145</c:v>
                </c:pt>
                <c:pt idx="32">
                  <c:v>43146</c:v>
                </c:pt>
                <c:pt idx="33">
                  <c:v>43150</c:v>
                </c:pt>
                <c:pt idx="34">
                  <c:v>43151</c:v>
                </c:pt>
                <c:pt idx="35">
                  <c:v>43152</c:v>
                </c:pt>
                <c:pt idx="36">
                  <c:v>43153</c:v>
                </c:pt>
                <c:pt idx="37">
                  <c:v>43154</c:v>
                </c:pt>
                <c:pt idx="38">
                  <c:v>43157</c:v>
                </c:pt>
                <c:pt idx="39">
                  <c:v>43158</c:v>
                </c:pt>
                <c:pt idx="40">
                  <c:v>43159</c:v>
                </c:pt>
                <c:pt idx="41">
                  <c:v>43160</c:v>
                </c:pt>
                <c:pt idx="42">
                  <c:v>43161</c:v>
                </c:pt>
                <c:pt idx="43">
                  <c:v>43164</c:v>
                </c:pt>
                <c:pt idx="44">
                  <c:v>43165</c:v>
                </c:pt>
                <c:pt idx="45">
                  <c:v>43166</c:v>
                </c:pt>
                <c:pt idx="46">
                  <c:v>43167</c:v>
                </c:pt>
                <c:pt idx="47">
                  <c:v>43168</c:v>
                </c:pt>
                <c:pt idx="48">
                  <c:v>43171</c:v>
                </c:pt>
                <c:pt idx="49">
                  <c:v>43172</c:v>
                </c:pt>
                <c:pt idx="50">
                  <c:v>43173</c:v>
                </c:pt>
                <c:pt idx="51">
                  <c:v>43174</c:v>
                </c:pt>
                <c:pt idx="52">
                  <c:v>43175</c:v>
                </c:pt>
                <c:pt idx="53">
                  <c:v>43178</c:v>
                </c:pt>
                <c:pt idx="54">
                  <c:v>43179</c:v>
                </c:pt>
                <c:pt idx="55">
                  <c:v>43180</c:v>
                </c:pt>
                <c:pt idx="56">
                  <c:v>43181</c:v>
                </c:pt>
                <c:pt idx="57">
                  <c:v>43182</c:v>
                </c:pt>
                <c:pt idx="58">
                  <c:v>43185</c:v>
                </c:pt>
                <c:pt idx="59">
                  <c:v>43186</c:v>
                </c:pt>
                <c:pt idx="60">
                  <c:v>43187</c:v>
                </c:pt>
                <c:pt idx="61">
                  <c:v>43188</c:v>
                </c:pt>
                <c:pt idx="62">
                  <c:v>43192</c:v>
                </c:pt>
                <c:pt idx="63">
                  <c:v>43193</c:v>
                </c:pt>
                <c:pt idx="64">
                  <c:v>43194</c:v>
                </c:pt>
                <c:pt idx="65">
                  <c:v>43195</c:v>
                </c:pt>
                <c:pt idx="66">
                  <c:v>43196</c:v>
                </c:pt>
                <c:pt idx="67">
                  <c:v>43199</c:v>
                </c:pt>
                <c:pt idx="68">
                  <c:v>43200</c:v>
                </c:pt>
                <c:pt idx="69">
                  <c:v>43201</c:v>
                </c:pt>
                <c:pt idx="70">
                  <c:v>43202</c:v>
                </c:pt>
                <c:pt idx="71">
                  <c:v>43203</c:v>
                </c:pt>
                <c:pt idx="72">
                  <c:v>43206</c:v>
                </c:pt>
                <c:pt idx="73">
                  <c:v>43207</c:v>
                </c:pt>
                <c:pt idx="74">
                  <c:v>43208</c:v>
                </c:pt>
                <c:pt idx="75">
                  <c:v>43209</c:v>
                </c:pt>
                <c:pt idx="76">
                  <c:v>43210</c:v>
                </c:pt>
                <c:pt idx="77">
                  <c:v>43213</c:v>
                </c:pt>
                <c:pt idx="78">
                  <c:v>43214</c:v>
                </c:pt>
                <c:pt idx="79">
                  <c:v>43215</c:v>
                </c:pt>
                <c:pt idx="80">
                  <c:v>43216</c:v>
                </c:pt>
                <c:pt idx="81">
                  <c:v>43217</c:v>
                </c:pt>
                <c:pt idx="82">
                  <c:v>43220</c:v>
                </c:pt>
                <c:pt idx="83">
                  <c:v>43222</c:v>
                </c:pt>
                <c:pt idx="84">
                  <c:v>43223</c:v>
                </c:pt>
                <c:pt idx="85">
                  <c:v>43224</c:v>
                </c:pt>
                <c:pt idx="86">
                  <c:v>43227</c:v>
                </c:pt>
                <c:pt idx="87">
                  <c:v>43228</c:v>
                </c:pt>
                <c:pt idx="88">
                  <c:v>43229</c:v>
                </c:pt>
                <c:pt idx="89">
                  <c:v>43231</c:v>
                </c:pt>
                <c:pt idx="90">
                  <c:v>43234</c:v>
                </c:pt>
                <c:pt idx="91">
                  <c:v>43235</c:v>
                </c:pt>
                <c:pt idx="92">
                  <c:v>43236</c:v>
                </c:pt>
                <c:pt idx="93">
                  <c:v>43237</c:v>
                </c:pt>
                <c:pt idx="94">
                  <c:v>43238</c:v>
                </c:pt>
                <c:pt idx="95">
                  <c:v>43241</c:v>
                </c:pt>
                <c:pt idx="96">
                  <c:v>43242</c:v>
                </c:pt>
                <c:pt idx="97">
                  <c:v>43243</c:v>
                </c:pt>
                <c:pt idx="98">
                  <c:v>43244</c:v>
                </c:pt>
                <c:pt idx="99">
                  <c:v>43245</c:v>
                </c:pt>
                <c:pt idx="100">
                  <c:v>43248</c:v>
                </c:pt>
                <c:pt idx="101">
                  <c:v>43250</c:v>
                </c:pt>
                <c:pt idx="102">
                  <c:v>43251</c:v>
                </c:pt>
                <c:pt idx="103">
                  <c:v>43255</c:v>
                </c:pt>
                <c:pt idx="104">
                  <c:v>43256</c:v>
                </c:pt>
                <c:pt idx="105">
                  <c:v>43257</c:v>
                </c:pt>
                <c:pt idx="106">
                  <c:v>43258</c:v>
                </c:pt>
                <c:pt idx="107">
                  <c:v>43259</c:v>
                </c:pt>
                <c:pt idx="108">
                  <c:v>43272</c:v>
                </c:pt>
                <c:pt idx="109">
                  <c:v>43273</c:v>
                </c:pt>
                <c:pt idx="110">
                  <c:v>43276</c:v>
                </c:pt>
                <c:pt idx="111">
                  <c:v>43277</c:v>
                </c:pt>
                <c:pt idx="112">
                  <c:v>43279</c:v>
                </c:pt>
                <c:pt idx="113">
                  <c:v>43280</c:v>
                </c:pt>
                <c:pt idx="114">
                  <c:v>43283</c:v>
                </c:pt>
                <c:pt idx="115">
                  <c:v>43284</c:v>
                </c:pt>
                <c:pt idx="116">
                  <c:v>43285</c:v>
                </c:pt>
                <c:pt idx="117">
                  <c:v>43286</c:v>
                </c:pt>
                <c:pt idx="118">
                  <c:v>43287</c:v>
                </c:pt>
                <c:pt idx="119">
                  <c:v>43290</c:v>
                </c:pt>
                <c:pt idx="120">
                  <c:v>43291</c:v>
                </c:pt>
                <c:pt idx="121">
                  <c:v>43292</c:v>
                </c:pt>
                <c:pt idx="122">
                  <c:v>43293</c:v>
                </c:pt>
                <c:pt idx="123">
                  <c:v>43294</c:v>
                </c:pt>
                <c:pt idx="124">
                  <c:v>43297</c:v>
                </c:pt>
                <c:pt idx="125">
                  <c:v>43298</c:v>
                </c:pt>
                <c:pt idx="126">
                  <c:v>43299</c:v>
                </c:pt>
                <c:pt idx="127">
                  <c:v>43300</c:v>
                </c:pt>
                <c:pt idx="128">
                  <c:v>43301</c:v>
                </c:pt>
                <c:pt idx="129">
                  <c:v>43304</c:v>
                </c:pt>
                <c:pt idx="130">
                  <c:v>43305</c:v>
                </c:pt>
                <c:pt idx="131">
                  <c:v>43306</c:v>
                </c:pt>
                <c:pt idx="132">
                  <c:v>43307</c:v>
                </c:pt>
                <c:pt idx="133">
                  <c:v>43308</c:v>
                </c:pt>
                <c:pt idx="134">
                  <c:v>43311</c:v>
                </c:pt>
                <c:pt idx="135">
                  <c:v>43312</c:v>
                </c:pt>
                <c:pt idx="136">
                  <c:v>43313</c:v>
                </c:pt>
                <c:pt idx="137">
                  <c:v>43314</c:v>
                </c:pt>
                <c:pt idx="138">
                  <c:v>43315</c:v>
                </c:pt>
                <c:pt idx="139">
                  <c:v>43318</c:v>
                </c:pt>
                <c:pt idx="140">
                  <c:v>43319</c:v>
                </c:pt>
                <c:pt idx="141">
                  <c:v>43320</c:v>
                </c:pt>
                <c:pt idx="142">
                  <c:v>43321</c:v>
                </c:pt>
                <c:pt idx="143">
                  <c:v>43322</c:v>
                </c:pt>
                <c:pt idx="144">
                  <c:v>43325</c:v>
                </c:pt>
                <c:pt idx="145">
                  <c:v>43326</c:v>
                </c:pt>
                <c:pt idx="146">
                  <c:v>43327</c:v>
                </c:pt>
                <c:pt idx="147">
                  <c:v>43328</c:v>
                </c:pt>
                <c:pt idx="148">
                  <c:v>43332</c:v>
                </c:pt>
                <c:pt idx="149">
                  <c:v>43333</c:v>
                </c:pt>
                <c:pt idx="150">
                  <c:v>43335</c:v>
                </c:pt>
                <c:pt idx="151">
                  <c:v>43336</c:v>
                </c:pt>
                <c:pt idx="152">
                  <c:v>43339</c:v>
                </c:pt>
                <c:pt idx="153">
                  <c:v>43340</c:v>
                </c:pt>
                <c:pt idx="154">
                  <c:v>43341</c:v>
                </c:pt>
                <c:pt idx="155">
                  <c:v>43342</c:v>
                </c:pt>
                <c:pt idx="156">
                  <c:v>43343</c:v>
                </c:pt>
                <c:pt idx="157">
                  <c:v>43346</c:v>
                </c:pt>
                <c:pt idx="158">
                  <c:v>43347</c:v>
                </c:pt>
                <c:pt idx="159">
                  <c:v>43348</c:v>
                </c:pt>
                <c:pt idx="160">
                  <c:v>43349</c:v>
                </c:pt>
                <c:pt idx="161">
                  <c:v>43350</c:v>
                </c:pt>
                <c:pt idx="162">
                  <c:v>43353</c:v>
                </c:pt>
                <c:pt idx="163">
                  <c:v>43355</c:v>
                </c:pt>
                <c:pt idx="164">
                  <c:v>43356</c:v>
                </c:pt>
                <c:pt idx="165">
                  <c:v>43357</c:v>
                </c:pt>
                <c:pt idx="166">
                  <c:v>43360</c:v>
                </c:pt>
                <c:pt idx="167">
                  <c:v>43361</c:v>
                </c:pt>
                <c:pt idx="168">
                  <c:v>43362</c:v>
                </c:pt>
                <c:pt idx="169">
                  <c:v>43363</c:v>
                </c:pt>
                <c:pt idx="170">
                  <c:v>43364</c:v>
                </c:pt>
                <c:pt idx="171">
                  <c:v>43367</c:v>
                </c:pt>
                <c:pt idx="172">
                  <c:v>43368</c:v>
                </c:pt>
                <c:pt idx="173">
                  <c:v>43369</c:v>
                </c:pt>
                <c:pt idx="174">
                  <c:v>43370</c:v>
                </c:pt>
                <c:pt idx="175">
                  <c:v>43371</c:v>
                </c:pt>
                <c:pt idx="176">
                  <c:v>43374</c:v>
                </c:pt>
                <c:pt idx="177">
                  <c:v>43375</c:v>
                </c:pt>
                <c:pt idx="178">
                  <c:v>43376</c:v>
                </c:pt>
                <c:pt idx="179">
                  <c:v>43377</c:v>
                </c:pt>
                <c:pt idx="180">
                  <c:v>43378</c:v>
                </c:pt>
                <c:pt idx="181">
                  <c:v>43381</c:v>
                </c:pt>
                <c:pt idx="182">
                  <c:v>43382</c:v>
                </c:pt>
                <c:pt idx="183">
                  <c:v>43383</c:v>
                </c:pt>
                <c:pt idx="184">
                  <c:v>43384</c:v>
                </c:pt>
                <c:pt idx="185">
                  <c:v>43385</c:v>
                </c:pt>
                <c:pt idx="186">
                  <c:v>43388</c:v>
                </c:pt>
                <c:pt idx="187">
                  <c:v>43389</c:v>
                </c:pt>
                <c:pt idx="188">
                  <c:v>43390</c:v>
                </c:pt>
                <c:pt idx="189">
                  <c:v>43391</c:v>
                </c:pt>
                <c:pt idx="190">
                  <c:v>43392</c:v>
                </c:pt>
                <c:pt idx="191">
                  <c:v>43395</c:v>
                </c:pt>
                <c:pt idx="192">
                  <c:v>43396</c:v>
                </c:pt>
                <c:pt idx="193">
                  <c:v>43397</c:v>
                </c:pt>
                <c:pt idx="194">
                  <c:v>43398</c:v>
                </c:pt>
                <c:pt idx="195">
                  <c:v>43399</c:v>
                </c:pt>
                <c:pt idx="196">
                  <c:v>43402</c:v>
                </c:pt>
                <c:pt idx="197">
                  <c:v>43403</c:v>
                </c:pt>
                <c:pt idx="198">
                  <c:v>43404</c:v>
                </c:pt>
                <c:pt idx="199">
                  <c:v>43405</c:v>
                </c:pt>
                <c:pt idx="200">
                  <c:v>43406</c:v>
                </c:pt>
                <c:pt idx="201">
                  <c:v>43409</c:v>
                </c:pt>
                <c:pt idx="202">
                  <c:v>43410</c:v>
                </c:pt>
                <c:pt idx="203">
                  <c:v>43411</c:v>
                </c:pt>
                <c:pt idx="204">
                  <c:v>43412</c:v>
                </c:pt>
                <c:pt idx="205">
                  <c:v>43413</c:v>
                </c:pt>
                <c:pt idx="206">
                  <c:v>43416</c:v>
                </c:pt>
                <c:pt idx="207">
                  <c:v>43417</c:v>
                </c:pt>
                <c:pt idx="208">
                  <c:v>43418</c:v>
                </c:pt>
                <c:pt idx="209">
                  <c:v>43419</c:v>
                </c:pt>
                <c:pt idx="210">
                  <c:v>43420</c:v>
                </c:pt>
                <c:pt idx="211">
                  <c:v>43423</c:v>
                </c:pt>
                <c:pt idx="212">
                  <c:v>43425</c:v>
                </c:pt>
                <c:pt idx="213">
                  <c:v>43426</c:v>
                </c:pt>
                <c:pt idx="214">
                  <c:v>43427</c:v>
                </c:pt>
                <c:pt idx="215">
                  <c:v>43430</c:v>
                </c:pt>
                <c:pt idx="216">
                  <c:v>43431</c:v>
                </c:pt>
                <c:pt idx="217">
                  <c:v>43432</c:v>
                </c:pt>
                <c:pt idx="218">
                  <c:v>43433</c:v>
                </c:pt>
                <c:pt idx="219">
                  <c:v>43434</c:v>
                </c:pt>
                <c:pt idx="220">
                  <c:v>43437</c:v>
                </c:pt>
                <c:pt idx="221">
                  <c:v>43438</c:v>
                </c:pt>
                <c:pt idx="222">
                  <c:v>43439</c:v>
                </c:pt>
                <c:pt idx="223">
                  <c:v>43440</c:v>
                </c:pt>
                <c:pt idx="224">
                  <c:v>43441</c:v>
                </c:pt>
                <c:pt idx="225">
                  <c:v>43444</c:v>
                </c:pt>
                <c:pt idx="226">
                  <c:v>43445</c:v>
                </c:pt>
                <c:pt idx="227">
                  <c:v>43446</c:v>
                </c:pt>
                <c:pt idx="228">
                  <c:v>43447</c:v>
                </c:pt>
                <c:pt idx="229">
                  <c:v>43448</c:v>
                </c:pt>
                <c:pt idx="230">
                  <c:v>43451</c:v>
                </c:pt>
                <c:pt idx="231">
                  <c:v>43452</c:v>
                </c:pt>
                <c:pt idx="232">
                  <c:v>43453</c:v>
                </c:pt>
                <c:pt idx="233">
                  <c:v>43454</c:v>
                </c:pt>
                <c:pt idx="234">
                  <c:v>43455</c:v>
                </c:pt>
                <c:pt idx="235">
                  <c:v>43460</c:v>
                </c:pt>
                <c:pt idx="236">
                  <c:v>43461</c:v>
                </c:pt>
                <c:pt idx="237">
                  <c:v>43462</c:v>
                </c:pt>
                <c:pt idx="238">
                  <c:v>43465</c:v>
                </c:pt>
                <c:pt idx="239">
                  <c:v>43467</c:v>
                </c:pt>
                <c:pt idx="240">
                  <c:v>43468</c:v>
                </c:pt>
                <c:pt idx="241">
                  <c:v>43469</c:v>
                </c:pt>
                <c:pt idx="242">
                  <c:v>43472</c:v>
                </c:pt>
                <c:pt idx="243">
                  <c:v>43473</c:v>
                </c:pt>
                <c:pt idx="244">
                  <c:v>43474</c:v>
                </c:pt>
                <c:pt idx="245">
                  <c:v>43475</c:v>
                </c:pt>
                <c:pt idx="246">
                  <c:v>43476</c:v>
                </c:pt>
                <c:pt idx="247">
                  <c:v>43479</c:v>
                </c:pt>
                <c:pt idx="248">
                  <c:v>43480</c:v>
                </c:pt>
                <c:pt idx="249">
                  <c:v>43481</c:v>
                </c:pt>
                <c:pt idx="250">
                  <c:v>43482</c:v>
                </c:pt>
                <c:pt idx="251">
                  <c:v>43483</c:v>
                </c:pt>
                <c:pt idx="252">
                  <c:v>43486</c:v>
                </c:pt>
                <c:pt idx="253">
                  <c:v>43487</c:v>
                </c:pt>
                <c:pt idx="254">
                  <c:v>43488</c:v>
                </c:pt>
                <c:pt idx="255">
                  <c:v>43489</c:v>
                </c:pt>
                <c:pt idx="256">
                  <c:v>43490</c:v>
                </c:pt>
                <c:pt idx="257">
                  <c:v>43493</c:v>
                </c:pt>
                <c:pt idx="258">
                  <c:v>43494</c:v>
                </c:pt>
                <c:pt idx="259">
                  <c:v>43495</c:v>
                </c:pt>
                <c:pt idx="260">
                  <c:v>43496</c:v>
                </c:pt>
                <c:pt idx="261">
                  <c:v>43497</c:v>
                </c:pt>
                <c:pt idx="262">
                  <c:v>43500</c:v>
                </c:pt>
                <c:pt idx="263">
                  <c:v>43502</c:v>
                </c:pt>
                <c:pt idx="264">
                  <c:v>43503</c:v>
                </c:pt>
                <c:pt idx="265">
                  <c:v>43504</c:v>
                </c:pt>
                <c:pt idx="266">
                  <c:v>43507</c:v>
                </c:pt>
                <c:pt idx="267">
                  <c:v>43508</c:v>
                </c:pt>
                <c:pt idx="268">
                  <c:v>43509</c:v>
                </c:pt>
                <c:pt idx="269">
                  <c:v>43510</c:v>
                </c:pt>
                <c:pt idx="270">
                  <c:v>43511</c:v>
                </c:pt>
                <c:pt idx="271">
                  <c:v>43514</c:v>
                </c:pt>
                <c:pt idx="272">
                  <c:v>43515</c:v>
                </c:pt>
                <c:pt idx="273">
                  <c:v>43516</c:v>
                </c:pt>
                <c:pt idx="274">
                  <c:v>43517</c:v>
                </c:pt>
                <c:pt idx="275">
                  <c:v>43518</c:v>
                </c:pt>
                <c:pt idx="276">
                  <c:v>43521</c:v>
                </c:pt>
                <c:pt idx="277">
                  <c:v>43522</c:v>
                </c:pt>
                <c:pt idx="278">
                  <c:v>43523</c:v>
                </c:pt>
                <c:pt idx="279">
                  <c:v>43524</c:v>
                </c:pt>
                <c:pt idx="280">
                  <c:v>43525</c:v>
                </c:pt>
                <c:pt idx="281">
                  <c:v>43528</c:v>
                </c:pt>
                <c:pt idx="282">
                  <c:v>43529</c:v>
                </c:pt>
                <c:pt idx="283">
                  <c:v>43530</c:v>
                </c:pt>
                <c:pt idx="284">
                  <c:v>43532</c:v>
                </c:pt>
                <c:pt idx="285">
                  <c:v>43535</c:v>
                </c:pt>
                <c:pt idx="286">
                  <c:v>43536</c:v>
                </c:pt>
                <c:pt idx="287">
                  <c:v>43537</c:v>
                </c:pt>
                <c:pt idx="288">
                  <c:v>43538</c:v>
                </c:pt>
                <c:pt idx="289">
                  <c:v>43539</c:v>
                </c:pt>
                <c:pt idx="290">
                  <c:v>43542</c:v>
                </c:pt>
                <c:pt idx="291">
                  <c:v>43543</c:v>
                </c:pt>
                <c:pt idx="292">
                  <c:v>43544</c:v>
                </c:pt>
                <c:pt idx="293">
                  <c:v>43545</c:v>
                </c:pt>
                <c:pt idx="294">
                  <c:v>43546</c:v>
                </c:pt>
                <c:pt idx="295">
                  <c:v>43549</c:v>
                </c:pt>
                <c:pt idx="296">
                  <c:v>43550</c:v>
                </c:pt>
                <c:pt idx="297">
                  <c:v>43551</c:v>
                </c:pt>
                <c:pt idx="298">
                  <c:v>43552</c:v>
                </c:pt>
                <c:pt idx="299">
                  <c:v>43553</c:v>
                </c:pt>
                <c:pt idx="300">
                  <c:v>43556</c:v>
                </c:pt>
                <c:pt idx="301">
                  <c:v>43557</c:v>
                </c:pt>
                <c:pt idx="302">
                  <c:v>43559</c:v>
                </c:pt>
                <c:pt idx="303">
                  <c:v>43560</c:v>
                </c:pt>
                <c:pt idx="304">
                  <c:v>43563</c:v>
                </c:pt>
                <c:pt idx="305">
                  <c:v>43564</c:v>
                </c:pt>
                <c:pt idx="306">
                  <c:v>43565</c:v>
                </c:pt>
                <c:pt idx="307">
                  <c:v>43566</c:v>
                </c:pt>
                <c:pt idx="308">
                  <c:v>43567</c:v>
                </c:pt>
                <c:pt idx="309">
                  <c:v>43570</c:v>
                </c:pt>
                <c:pt idx="310">
                  <c:v>43571</c:v>
                </c:pt>
                <c:pt idx="311">
                  <c:v>43573</c:v>
                </c:pt>
                <c:pt idx="312">
                  <c:v>43577</c:v>
                </c:pt>
                <c:pt idx="313">
                  <c:v>43578</c:v>
                </c:pt>
                <c:pt idx="314">
                  <c:v>43579</c:v>
                </c:pt>
                <c:pt idx="315">
                  <c:v>43580</c:v>
                </c:pt>
                <c:pt idx="316">
                  <c:v>43581</c:v>
                </c:pt>
                <c:pt idx="317">
                  <c:v>43584</c:v>
                </c:pt>
                <c:pt idx="318">
                  <c:v>43585</c:v>
                </c:pt>
                <c:pt idx="319">
                  <c:v>43587</c:v>
                </c:pt>
                <c:pt idx="320">
                  <c:v>43588</c:v>
                </c:pt>
                <c:pt idx="321">
                  <c:v>43591</c:v>
                </c:pt>
                <c:pt idx="322">
                  <c:v>43592</c:v>
                </c:pt>
                <c:pt idx="323">
                  <c:v>43593</c:v>
                </c:pt>
                <c:pt idx="324">
                  <c:v>43594</c:v>
                </c:pt>
                <c:pt idx="325">
                  <c:v>43595</c:v>
                </c:pt>
                <c:pt idx="326">
                  <c:v>43598</c:v>
                </c:pt>
                <c:pt idx="327">
                  <c:v>43599</c:v>
                </c:pt>
                <c:pt idx="328">
                  <c:v>43600</c:v>
                </c:pt>
                <c:pt idx="329">
                  <c:v>43601</c:v>
                </c:pt>
                <c:pt idx="330">
                  <c:v>43602</c:v>
                </c:pt>
                <c:pt idx="331">
                  <c:v>43605</c:v>
                </c:pt>
                <c:pt idx="332">
                  <c:v>43606</c:v>
                </c:pt>
                <c:pt idx="333">
                  <c:v>43607</c:v>
                </c:pt>
                <c:pt idx="334">
                  <c:v>43608</c:v>
                </c:pt>
                <c:pt idx="335">
                  <c:v>43609</c:v>
                </c:pt>
                <c:pt idx="336">
                  <c:v>43612</c:v>
                </c:pt>
                <c:pt idx="337">
                  <c:v>43613</c:v>
                </c:pt>
                <c:pt idx="338">
                  <c:v>43614</c:v>
                </c:pt>
                <c:pt idx="339">
                  <c:v>43616</c:v>
                </c:pt>
                <c:pt idx="340">
                  <c:v>43626</c:v>
                </c:pt>
                <c:pt idx="341">
                  <c:v>43627</c:v>
                </c:pt>
                <c:pt idx="342">
                  <c:v>43628</c:v>
                </c:pt>
                <c:pt idx="343">
                  <c:v>43629</c:v>
                </c:pt>
                <c:pt idx="344">
                  <c:v>43630</c:v>
                </c:pt>
                <c:pt idx="345">
                  <c:v>43633</c:v>
                </c:pt>
                <c:pt idx="346">
                  <c:v>43634</c:v>
                </c:pt>
                <c:pt idx="347">
                  <c:v>43635</c:v>
                </c:pt>
                <c:pt idx="348">
                  <c:v>43636</c:v>
                </c:pt>
                <c:pt idx="349">
                  <c:v>43637</c:v>
                </c:pt>
                <c:pt idx="350">
                  <c:v>43640</c:v>
                </c:pt>
                <c:pt idx="351">
                  <c:v>43641</c:v>
                </c:pt>
                <c:pt idx="352">
                  <c:v>43642</c:v>
                </c:pt>
                <c:pt idx="353">
                  <c:v>43643</c:v>
                </c:pt>
                <c:pt idx="354">
                  <c:v>43644</c:v>
                </c:pt>
                <c:pt idx="355">
                  <c:v>43647</c:v>
                </c:pt>
                <c:pt idx="356">
                  <c:v>43648</c:v>
                </c:pt>
                <c:pt idx="357">
                  <c:v>43649</c:v>
                </c:pt>
                <c:pt idx="358">
                  <c:v>43650</c:v>
                </c:pt>
                <c:pt idx="359">
                  <c:v>43651</c:v>
                </c:pt>
                <c:pt idx="360">
                  <c:v>43654</c:v>
                </c:pt>
                <c:pt idx="361">
                  <c:v>43655</c:v>
                </c:pt>
                <c:pt idx="362">
                  <c:v>43656</c:v>
                </c:pt>
                <c:pt idx="363">
                  <c:v>43657</c:v>
                </c:pt>
                <c:pt idx="364">
                  <c:v>43658</c:v>
                </c:pt>
                <c:pt idx="365">
                  <c:v>43661</c:v>
                </c:pt>
                <c:pt idx="366">
                  <c:v>43662</c:v>
                </c:pt>
                <c:pt idx="367">
                  <c:v>43663</c:v>
                </c:pt>
                <c:pt idx="368">
                  <c:v>43664</c:v>
                </c:pt>
                <c:pt idx="369">
                  <c:v>43665</c:v>
                </c:pt>
                <c:pt idx="370">
                  <c:v>43668</c:v>
                </c:pt>
                <c:pt idx="371">
                  <c:v>43669</c:v>
                </c:pt>
                <c:pt idx="372">
                  <c:v>43670</c:v>
                </c:pt>
                <c:pt idx="373">
                  <c:v>43671</c:v>
                </c:pt>
                <c:pt idx="374">
                  <c:v>43672</c:v>
                </c:pt>
                <c:pt idx="375">
                  <c:v>43675</c:v>
                </c:pt>
                <c:pt idx="376">
                  <c:v>43676</c:v>
                </c:pt>
                <c:pt idx="377">
                  <c:v>43677</c:v>
                </c:pt>
                <c:pt idx="378">
                  <c:v>43678</c:v>
                </c:pt>
                <c:pt idx="379">
                  <c:v>43679</c:v>
                </c:pt>
                <c:pt idx="380">
                  <c:v>43682</c:v>
                </c:pt>
                <c:pt idx="381">
                  <c:v>43683</c:v>
                </c:pt>
                <c:pt idx="382">
                  <c:v>43684</c:v>
                </c:pt>
                <c:pt idx="383">
                  <c:v>43685</c:v>
                </c:pt>
                <c:pt idx="384">
                  <c:v>43686</c:v>
                </c:pt>
                <c:pt idx="385">
                  <c:v>43689</c:v>
                </c:pt>
                <c:pt idx="386">
                  <c:v>43690</c:v>
                </c:pt>
                <c:pt idx="387">
                  <c:v>43691</c:v>
                </c:pt>
                <c:pt idx="388">
                  <c:v>43692</c:v>
                </c:pt>
                <c:pt idx="389">
                  <c:v>43693</c:v>
                </c:pt>
                <c:pt idx="390">
                  <c:v>43696</c:v>
                </c:pt>
                <c:pt idx="391">
                  <c:v>43697</c:v>
                </c:pt>
                <c:pt idx="392">
                  <c:v>43698</c:v>
                </c:pt>
                <c:pt idx="393">
                  <c:v>43699</c:v>
                </c:pt>
                <c:pt idx="394">
                  <c:v>43700</c:v>
                </c:pt>
                <c:pt idx="395">
                  <c:v>43703</c:v>
                </c:pt>
                <c:pt idx="396">
                  <c:v>43704</c:v>
                </c:pt>
                <c:pt idx="397">
                  <c:v>43705</c:v>
                </c:pt>
                <c:pt idx="398">
                  <c:v>43706</c:v>
                </c:pt>
                <c:pt idx="399">
                  <c:v>43707</c:v>
                </c:pt>
                <c:pt idx="400">
                  <c:v>43710</c:v>
                </c:pt>
                <c:pt idx="401">
                  <c:v>43711</c:v>
                </c:pt>
                <c:pt idx="402">
                  <c:v>43712</c:v>
                </c:pt>
                <c:pt idx="403">
                  <c:v>43713</c:v>
                </c:pt>
                <c:pt idx="404">
                  <c:v>43714</c:v>
                </c:pt>
                <c:pt idx="405">
                  <c:v>43717</c:v>
                </c:pt>
                <c:pt idx="406">
                  <c:v>43718</c:v>
                </c:pt>
                <c:pt idx="407">
                  <c:v>43719</c:v>
                </c:pt>
                <c:pt idx="408">
                  <c:v>43720</c:v>
                </c:pt>
                <c:pt idx="409">
                  <c:v>43721</c:v>
                </c:pt>
                <c:pt idx="410">
                  <c:v>43724</c:v>
                </c:pt>
                <c:pt idx="411">
                  <c:v>43725</c:v>
                </c:pt>
                <c:pt idx="412">
                  <c:v>43726</c:v>
                </c:pt>
                <c:pt idx="413">
                  <c:v>43727</c:v>
                </c:pt>
                <c:pt idx="414">
                  <c:v>43728</c:v>
                </c:pt>
                <c:pt idx="415">
                  <c:v>43731</c:v>
                </c:pt>
                <c:pt idx="416">
                  <c:v>43732</c:v>
                </c:pt>
                <c:pt idx="417">
                  <c:v>43733</c:v>
                </c:pt>
                <c:pt idx="418">
                  <c:v>43734</c:v>
                </c:pt>
                <c:pt idx="419">
                  <c:v>43735</c:v>
                </c:pt>
                <c:pt idx="420">
                  <c:v>43738</c:v>
                </c:pt>
                <c:pt idx="421">
                  <c:v>43739</c:v>
                </c:pt>
                <c:pt idx="422">
                  <c:v>43740</c:v>
                </c:pt>
                <c:pt idx="423">
                  <c:v>43741</c:v>
                </c:pt>
                <c:pt idx="424">
                  <c:v>43742</c:v>
                </c:pt>
                <c:pt idx="425">
                  <c:v>43745</c:v>
                </c:pt>
                <c:pt idx="426">
                  <c:v>43746</c:v>
                </c:pt>
                <c:pt idx="427">
                  <c:v>43747</c:v>
                </c:pt>
                <c:pt idx="428">
                  <c:v>43748</c:v>
                </c:pt>
                <c:pt idx="429">
                  <c:v>43749</c:v>
                </c:pt>
                <c:pt idx="430">
                  <c:v>43752</c:v>
                </c:pt>
                <c:pt idx="431">
                  <c:v>43753</c:v>
                </c:pt>
                <c:pt idx="432">
                  <c:v>43754</c:v>
                </c:pt>
                <c:pt idx="433">
                  <c:v>43755</c:v>
                </c:pt>
                <c:pt idx="434">
                  <c:v>43756</c:v>
                </c:pt>
                <c:pt idx="435">
                  <c:v>43759</c:v>
                </c:pt>
                <c:pt idx="436">
                  <c:v>43760</c:v>
                </c:pt>
                <c:pt idx="437">
                  <c:v>43761</c:v>
                </c:pt>
                <c:pt idx="438">
                  <c:v>43762</c:v>
                </c:pt>
                <c:pt idx="439">
                  <c:v>43763</c:v>
                </c:pt>
                <c:pt idx="440">
                  <c:v>43766</c:v>
                </c:pt>
                <c:pt idx="441">
                  <c:v>43767</c:v>
                </c:pt>
                <c:pt idx="442">
                  <c:v>43768</c:v>
                </c:pt>
                <c:pt idx="443">
                  <c:v>43769</c:v>
                </c:pt>
                <c:pt idx="444">
                  <c:v>43770</c:v>
                </c:pt>
                <c:pt idx="445">
                  <c:v>43773</c:v>
                </c:pt>
                <c:pt idx="446">
                  <c:v>43774</c:v>
                </c:pt>
                <c:pt idx="447">
                  <c:v>43775</c:v>
                </c:pt>
                <c:pt idx="448">
                  <c:v>43776</c:v>
                </c:pt>
                <c:pt idx="449">
                  <c:v>43777</c:v>
                </c:pt>
                <c:pt idx="450">
                  <c:v>43780</c:v>
                </c:pt>
                <c:pt idx="451">
                  <c:v>43781</c:v>
                </c:pt>
                <c:pt idx="452">
                  <c:v>43782</c:v>
                </c:pt>
                <c:pt idx="453">
                  <c:v>43783</c:v>
                </c:pt>
                <c:pt idx="454">
                  <c:v>43784</c:v>
                </c:pt>
                <c:pt idx="455">
                  <c:v>43787</c:v>
                </c:pt>
                <c:pt idx="456">
                  <c:v>43788</c:v>
                </c:pt>
                <c:pt idx="457">
                  <c:v>43789</c:v>
                </c:pt>
                <c:pt idx="458">
                  <c:v>43790</c:v>
                </c:pt>
                <c:pt idx="459">
                  <c:v>43791</c:v>
                </c:pt>
                <c:pt idx="460">
                  <c:v>43794</c:v>
                </c:pt>
                <c:pt idx="461">
                  <c:v>43795</c:v>
                </c:pt>
                <c:pt idx="462">
                  <c:v>43796</c:v>
                </c:pt>
                <c:pt idx="463">
                  <c:v>43797</c:v>
                </c:pt>
                <c:pt idx="464">
                  <c:v>43798</c:v>
                </c:pt>
                <c:pt idx="465">
                  <c:v>43801</c:v>
                </c:pt>
                <c:pt idx="466">
                  <c:v>43802</c:v>
                </c:pt>
                <c:pt idx="467">
                  <c:v>43803</c:v>
                </c:pt>
                <c:pt idx="468">
                  <c:v>43804</c:v>
                </c:pt>
                <c:pt idx="469">
                  <c:v>43805</c:v>
                </c:pt>
                <c:pt idx="470">
                  <c:v>43808</c:v>
                </c:pt>
                <c:pt idx="471">
                  <c:v>43809</c:v>
                </c:pt>
                <c:pt idx="472">
                  <c:v>43810</c:v>
                </c:pt>
                <c:pt idx="473">
                  <c:v>43811</c:v>
                </c:pt>
                <c:pt idx="474">
                  <c:v>43812</c:v>
                </c:pt>
                <c:pt idx="475">
                  <c:v>43815</c:v>
                </c:pt>
                <c:pt idx="476">
                  <c:v>43816</c:v>
                </c:pt>
                <c:pt idx="477">
                  <c:v>43817</c:v>
                </c:pt>
                <c:pt idx="478">
                  <c:v>43818</c:v>
                </c:pt>
                <c:pt idx="479">
                  <c:v>43819</c:v>
                </c:pt>
                <c:pt idx="480">
                  <c:v>43822</c:v>
                </c:pt>
                <c:pt idx="481">
                  <c:v>43825</c:v>
                </c:pt>
                <c:pt idx="482">
                  <c:v>43826</c:v>
                </c:pt>
                <c:pt idx="483">
                  <c:v>43829</c:v>
                </c:pt>
                <c:pt idx="484">
                  <c:v>43830</c:v>
                </c:pt>
                <c:pt idx="485">
                  <c:v>43832</c:v>
                </c:pt>
                <c:pt idx="486">
                  <c:v>43833</c:v>
                </c:pt>
                <c:pt idx="487">
                  <c:v>43836</c:v>
                </c:pt>
                <c:pt idx="488">
                  <c:v>43837</c:v>
                </c:pt>
                <c:pt idx="489">
                  <c:v>43838</c:v>
                </c:pt>
                <c:pt idx="490">
                  <c:v>43839</c:v>
                </c:pt>
                <c:pt idx="491">
                  <c:v>43840</c:v>
                </c:pt>
                <c:pt idx="492">
                  <c:v>43843</c:v>
                </c:pt>
                <c:pt idx="493">
                  <c:v>43844</c:v>
                </c:pt>
                <c:pt idx="494">
                  <c:v>43845</c:v>
                </c:pt>
                <c:pt idx="495">
                  <c:v>43846</c:v>
                </c:pt>
                <c:pt idx="496">
                  <c:v>43847</c:v>
                </c:pt>
                <c:pt idx="497">
                  <c:v>43850</c:v>
                </c:pt>
                <c:pt idx="498">
                  <c:v>43851</c:v>
                </c:pt>
                <c:pt idx="499">
                  <c:v>43852</c:v>
                </c:pt>
                <c:pt idx="500">
                  <c:v>43853</c:v>
                </c:pt>
                <c:pt idx="501">
                  <c:v>43854</c:v>
                </c:pt>
                <c:pt idx="502">
                  <c:v>43857</c:v>
                </c:pt>
                <c:pt idx="503">
                  <c:v>43858</c:v>
                </c:pt>
                <c:pt idx="504">
                  <c:v>43859</c:v>
                </c:pt>
                <c:pt idx="505">
                  <c:v>43860</c:v>
                </c:pt>
                <c:pt idx="506">
                  <c:v>43861</c:v>
                </c:pt>
                <c:pt idx="507">
                  <c:v>43864</c:v>
                </c:pt>
                <c:pt idx="508">
                  <c:v>43865</c:v>
                </c:pt>
                <c:pt idx="509">
                  <c:v>43866</c:v>
                </c:pt>
                <c:pt idx="510">
                  <c:v>43867</c:v>
                </c:pt>
                <c:pt idx="511">
                  <c:v>43868</c:v>
                </c:pt>
                <c:pt idx="512">
                  <c:v>43871</c:v>
                </c:pt>
                <c:pt idx="513">
                  <c:v>43872</c:v>
                </c:pt>
                <c:pt idx="514">
                  <c:v>43873</c:v>
                </c:pt>
                <c:pt idx="515">
                  <c:v>43874</c:v>
                </c:pt>
                <c:pt idx="516">
                  <c:v>43875</c:v>
                </c:pt>
                <c:pt idx="517">
                  <c:v>43878</c:v>
                </c:pt>
                <c:pt idx="518">
                  <c:v>43879</c:v>
                </c:pt>
                <c:pt idx="519">
                  <c:v>43880</c:v>
                </c:pt>
                <c:pt idx="520">
                  <c:v>43881</c:v>
                </c:pt>
                <c:pt idx="521">
                  <c:v>43882</c:v>
                </c:pt>
                <c:pt idx="522">
                  <c:v>43885</c:v>
                </c:pt>
                <c:pt idx="523">
                  <c:v>43886</c:v>
                </c:pt>
                <c:pt idx="524">
                  <c:v>43887</c:v>
                </c:pt>
                <c:pt idx="525">
                  <c:v>43888</c:v>
                </c:pt>
                <c:pt idx="526">
                  <c:v>43889</c:v>
                </c:pt>
                <c:pt idx="527">
                  <c:v>43892</c:v>
                </c:pt>
                <c:pt idx="528">
                  <c:v>43893</c:v>
                </c:pt>
                <c:pt idx="529">
                  <c:v>43894</c:v>
                </c:pt>
                <c:pt idx="530">
                  <c:v>43895</c:v>
                </c:pt>
                <c:pt idx="531">
                  <c:v>43896</c:v>
                </c:pt>
                <c:pt idx="532">
                  <c:v>43899</c:v>
                </c:pt>
                <c:pt idx="533">
                  <c:v>43900</c:v>
                </c:pt>
                <c:pt idx="534">
                  <c:v>43901</c:v>
                </c:pt>
                <c:pt idx="535">
                  <c:v>43902</c:v>
                </c:pt>
                <c:pt idx="536">
                  <c:v>43903</c:v>
                </c:pt>
                <c:pt idx="537">
                  <c:v>43906</c:v>
                </c:pt>
                <c:pt idx="538">
                  <c:v>43907</c:v>
                </c:pt>
                <c:pt idx="539">
                  <c:v>43908</c:v>
                </c:pt>
                <c:pt idx="540">
                  <c:v>43909</c:v>
                </c:pt>
                <c:pt idx="541">
                  <c:v>43910</c:v>
                </c:pt>
                <c:pt idx="542">
                  <c:v>43913</c:v>
                </c:pt>
                <c:pt idx="543">
                  <c:v>43914</c:v>
                </c:pt>
                <c:pt idx="544">
                  <c:v>43916</c:v>
                </c:pt>
                <c:pt idx="545">
                  <c:v>43917</c:v>
                </c:pt>
                <c:pt idx="546">
                  <c:v>43920</c:v>
                </c:pt>
                <c:pt idx="547">
                  <c:v>43921</c:v>
                </c:pt>
                <c:pt idx="548">
                  <c:v>43922</c:v>
                </c:pt>
                <c:pt idx="549">
                  <c:v>43923</c:v>
                </c:pt>
                <c:pt idx="550">
                  <c:v>43924</c:v>
                </c:pt>
                <c:pt idx="551">
                  <c:v>43927</c:v>
                </c:pt>
                <c:pt idx="552">
                  <c:v>43928</c:v>
                </c:pt>
                <c:pt idx="553">
                  <c:v>43929</c:v>
                </c:pt>
                <c:pt idx="554">
                  <c:v>43930</c:v>
                </c:pt>
                <c:pt idx="555">
                  <c:v>43934</c:v>
                </c:pt>
                <c:pt idx="556">
                  <c:v>43935</c:v>
                </c:pt>
                <c:pt idx="557">
                  <c:v>43936</c:v>
                </c:pt>
                <c:pt idx="558">
                  <c:v>43937</c:v>
                </c:pt>
                <c:pt idx="559">
                  <c:v>43938</c:v>
                </c:pt>
                <c:pt idx="560">
                  <c:v>43941</c:v>
                </c:pt>
                <c:pt idx="561">
                  <c:v>43942</c:v>
                </c:pt>
                <c:pt idx="562">
                  <c:v>43943</c:v>
                </c:pt>
                <c:pt idx="563">
                  <c:v>43944</c:v>
                </c:pt>
                <c:pt idx="564">
                  <c:v>43945</c:v>
                </c:pt>
                <c:pt idx="565">
                  <c:v>43948</c:v>
                </c:pt>
                <c:pt idx="566">
                  <c:v>43949</c:v>
                </c:pt>
                <c:pt idx="567">
                  <c:v>43950</c:v>
                </c:pt>
                <c:pt idx="568">
                  <c:v>43951</c:v>
                </c:pt>
                <c:pt idx="569">
                  <c:v>43955</c:v>
                </c:pt>
                <c:pt idx="570">
                  <c:v>43956</c:v>
                </c:pt>
                <c:pt idx="571">
                  <c:v>43957</c:v>
                </c:pt>
                <c:pt idx="572">
                  <c:v>43959</c:v>
                </c:pt>
                <c:pt idx="573">
                  <c:v>43962</c:v>
                </c:pt>
                <c:pt idx="574">
                  <c:v>43963</c:v>
                </c:pt>
                <c:pt idx="575">
                  <c:v>43964</c:v>
                </c:pt>
                <c:pt idx="576">
                  <c:v>43965</c:v>
                </c:pt>
                <c:pt idx="577">
                  <c:v>43966</c:v>
                </c:pt>
                <c:pt idx="578">
                  <c:v>43969</c:v>
                </c:pt>
                <c:pt idx="579">
                  <c:v>43970</c:v>
                </c:pt>
                <c:pt idx="580">
                  <c:v>43971</c:v>
                </c:pt>
                <c:pt idx="581">
                  <c:v>43973</c:v>
                </c:pt>
                <c:pt idx="582">
                  <c:v>43977</c:v>
                </c:pt>
                <c:pt idx="583">
                  <c:v>43978</c:v>
                </c:pt>
                <c:pt idx="584">
                  <c:v>43979</c:v>
                </c:pt>
                <c:pt idx="585">
                  <c:v>43980</c:v>
                </c:pt>
                <c:pt idx="586">
                  <c:v>43984</c:v>
                </c:pt>
                <c:pt idx="587">
                  <c:v>43985</c:v>
                </c:pt>
                <c:pt idx="588">
                  <c:v>43986</c:v>
                </c:pt>
                <c:pt idx="589">
                  <c:v>43987</c:v>
                </c:pt>
                <c:pt idx="590">
                  <c:v>43990</c:v>
                </c:pt>
                <c:pt idx="591">
                  <c:v>43991</c:v>
                </c:pt>
                <c:pt idx="592">
                  <c:v>43992</c:v>
                </c:pt>
                <c:pt idx="593">
                  <c:v>43993</c:v>
                </c:pt>
                <c:pt idx="594">
                  <c:v>43994</c:v>
                </c:pt>
                <c:pt idx="595">
                  <c:v>43997</c:v>
                </c:pt>
                <c:pt idx="596">
                  <c:v>43998</c:v>
                </c:pt>
                <c:pt idx="597">
                  <c:v>43999</c:v>
                </c:pt>
                <c:pt idx="598">
                  <c:v>44000</c:v>
                </c:pt>
                <c:pt idx="599">
                  <c:v>44001</c:v>
                </c:pt>
                <c:pt idx="600">
                  <c:v>44004</c:v>
                </c:pt>
                <c:pt idx="601">
                  <c:v>44005</c:v>
                </c:pt>
                <c:pt idx="602">
                  <c:v>44006</c:v>
                </c:pt>
                <c:pt idx="603">
                  <c:v>44007</c:v>
                </c:pt>
                <c:pt idx="604">
                  <c:v>44008</c:v>
                </c:pt>
                <c:pt idx="605">
                  <c:v>44011</c:v>
                </c:pt>
                <c:pt idx="606">
                  <c:v>44012</c:v>
                </c:pt>
                <c:pt idx="607">
                  <c:v>44013</c:v>
                </c:pt>
                <c:pt idx="608">
                  <c:v>44014</c:v>
                </c:pt>
                <c:pt idx="609">
                  <c:v>44015</c:v>
                </c:pt>
                <c:pt idx="610">
                  <c:v>44018</c:v>
                </c:pt>
                <c:pt idx="611">
                  <c:v>44019</c:v>
                </c:pt>
                <c:pt idx="612">
                  <c:v>44020</c:v>
                </c:pt>
                <c:pt idx="613">
                  <c:v>44021</c:v>
                </c:pt>
                <c:pt idx="614">
                  <c:v>44022</c:v>
                </c:pt>
                <c:pt idx="615">
                  <c:v>44025</c:v>
                </c:pt>
                <c:pt idx="616">
                  <c:v>44026</c:v>
                </c:pt>
                <c:pt idx="617">
                  <c:v>44027</c:v>
                </c:pt>
                <c:pt idx="618">
                  <c:v>44028</c:v>
                </c:pt>
                <c:pt idx="619">
                  <c:v>44029</c:v>
                </c:pt>
                <c:pt idx="620">
                  <c:v>44032</c:v>
                </c:pt>
                <c:pt idx="621">
                  <c:v>44033</c:v>
                </c:pt>
                <c:pt idx="622">
                  <c:v>44034</c:v>
                </c:pt>
                <c:pt idx="623">
                  <c:v>44035</c:v>
                </c:pt>
                <c:pt idx="624">
                  <c:v>44036</c:v>
                </c:pt>
                <c:pt idx="625">
                  <c:v>44039</c:v>
                </c:pt>
                <c:pt idx="626">
                  <c:v>44040</c:v>
                </c:pt>
                <c:pt idx="627">
                  <c:v>44041</c:v>
                </c:pt>
                <c:pt idx="628">
                  <c:v>44042</c:v>
                </c:pt>
                <c:pt idx="629">
                  <c:v>44046</c:v>
                </c:pt>
                <c:pt idx="630">
                  <c:v>44047</c:v>
                </c:pt>
                <c:pt idx="631">
                  <c:v>44048</c:v>
                </c:pt>
                <c:pt idx="632">
                  <c:v>44049</c:v>
                </c:pt>
                <c:pt idx="633">
                  <c:v>44050</c:v>
                </c:pt>
                <c:pt idx="634">
                  <c:v>44053</c:v>
                </c:pt>
                <c:pt idx="635">
                  <c:v>44054</c:v>
                </c:pt>
                <c:pt idx="636">
                  <c:v>44055</c:v>
                </c:pt>
                <c:pt idx="637">
                  <c:v>44056</c:v>
                </c:pt>
                <c:pt idx="638">
                  <c:v>44057</c:v>
                </c:pt>
                <c:pt idx="639">
                  <c:v>44061</c:v>
                </c:pt>
                <c:pt idx="640">
                  <c:v>44062</c:v>
                </c:pt>
                <c:pt idx="641">
                  <c:v>44067</c:v>
                </c:pt>
                <c:pt idx="642">
                  <c:v>44068</c:v>
                </c:pt>
                <c:pt idx="643">
                  <c:v>44069</c:v>
                </c:pt>
                <c:pt idx="644">
                  <c:v>44070</c:v>
                </c:pt>
                <c:pt idx="645">
                  <c:v>44071</c:v>
                </c:pt>
                <c:pt idx="646">
                  <c:v>44074</c:v>
                </c:pt>
                <c:pt idx="647">
                  <c:v>44075</c:v>
                </c:pt>
                <c:pt idx="648">
                  <c:v>44076</c:v>
                </c:pt>
                <c:pt idx="649">
                  <c:v>44077</c:v>
                </c:pt>
                <c:pt idx="650">
                  <c:v>44078</c:v>
                </c:pt>
                <c:pt idx="651">
                  <c:v>44081</c:v>
                </c:pt>
                <c:pt idx="652">
                  <c:v>44082</c:v>
                </c:pt>
                <c:pt idx="653">
                  <c:v>44083</c:v>
                </c:pt>
                <c:pt idx="654">
                  <c:v>44084</c:v>
                </c:pt>
                <c:pt idx="655">
                  <c:v>44085</c:v>
                </c:pt>
                <c:pt idx="656">
                  <c:v>44088</c:v>
                </c:pt>
                <c:pt idx="657">
                  <c:v>44089</c:v>
                </c:pt>
                <c:pt idx="658">
                  <c:v>44090</c:v>
                </c:pt>
                <c:pt idx="659">
                  <c:v>44091</c:v>
                </c:pt>
                <c:pt idx="660">
                  <c:v>44092</c:v>
                </c:pt>
                <c:pt idx="661">
                  <c:v>44095</c:v>
                </c:pt>
                <c:pt idx="662">
                  <c:v>44096</c:v>
                </c:pt>
                <c:pt idx="663">
                  <c:v>44097</c:v>
                </c:pt>
                <c:pt idx="664">
                  <c:v>44098</c:v>
                </c:pt>
                <c:pt idx="665">
                  <c:v>44099</c:v>
                </c:pt>
                <c:pt idx="666">
                  <c:v>44102</c:v>
                </c:pt>
                <c:pt idx="667">
                  <c:v>44103</c:v>
                </c:pt>
                <c:pt idx="668">
                  <c:v>44104</c:v>
                </c:pt>
                <c:pt idx="669">
                  <c:v>44105</c:v>
                </c:pt>
                <c:pt idx="670">
                  <c:v>44106</c:v>
                </c:pt>
                <c:pt idx="671">
                  <c:v>44109</c:v>
                </c:pt>
                <c:pt idx="672">
                  <c:v>44110</c:v>
                </c:pt>
                <c:pt idx="673">
                  <c:v>44111</c:v>
                </c:pt>
                <c:pt idx="674">
                  <c:v>44112</c:v>
                </c:pt>
                <c:pt idx="675">
                  <c:v>44113</c:v>
                </c:pt>
                <c:pt idx="676">
                  <c:v>44116</c:v>
                </c:pt>
                <c:pt idx="677">
                  <c:v>44117</c:v>
                </c:pt>
                <c:pt idx="678">
                  <c:v>44118</c:v>
                </c:pt>
                <c:pt idx="679">
                  <c:v>44119</c:v>
                </c:pt>
                <c:pt idx="680">
                  <c:v>44120</c:v>
                </c:pt>
                <c:pt idx="681">
                  <c:v>44123</c:v>
                </c:pt>
                <c:pt idx="682">
                  <c:v>44124</c:v>
                </c:pt>
                <c:pt idx="683">
                  <c:v>44125</c:v>
                </c:pt>
                <c:pt idx="684">
                  <c:v>44126</c:v>
                </c:pt>
                <c:pt idx="685">
                  <c:v>44127</c:v>
                </c:pt>
                <c:pt idx="686">
                  <c:v>44130</c:v>
                </c:pt>
                <c:pt idx="687">
                  <c:v>44131</c:v>
                </c:pt>
                <c:pt idx="688">
                  <c:v>44137</c:v>
                </c:pt>
                <c:pt idx="689">
                  <c:v>44138</c:v>
                </c:pt>
                <c:pt idx="690">
                  <c:v>44139</c:v>
                </c:pt>
                <c:pt idx="691">
                  <c:v>44140</c:v>
                </c:pt>
                <c:pt idx="692">
                  <c:v>44141</c:v>
                </c:pt>
                <c:pt idx="693">
                  <c:v>44144</c:v>
                </c:pt>
                <c:pt idx="694">
                  <c:v>44145</c:v>
                </c:pt>
                <c:pt idx="695">
                  <c:v>44146</c:v>
                </c:pt>
                <c:pt idx="696">
                  <c:v>44147</c:v>
                </c:pt>
                <c:pt idx="697">
                  <c:v>44148</c:v>
                </c:pt>
                <c:pt idx="698">
                  <c:v>44151</c:v>
                </c:pt>
                <c:pt idx="699">
                  <c:v>44152</c:v>
                </c:pt>
                <c:pt idx="700">
                  <c:v>44153</c:v>
                </c:pt>
                <c:pt idx="701">
                  <c:v>44154</c:v>
                </c:pt>
                <c:pt idx="702">
                  <c:v>44155</c:v>
                </c:pt>
                <c:pt idx="703">
                  <c:v>44158</c:v>
                </c:pt>
                <c:pt idx="704">
                  <c:v>44159</c:v>
                </c:pt>
                <c:pt idx="705">
                  <c:v>44160</c:v>
                </c:pt>
                <c:pt idx="706">
                  <c:v>44161</c:v>
                </c:pt>
                <c:pt idx="707">
                  <c:v>44162</c:v>
                </c:pt>
                <c:pt idx="708">
                  <c:v>44165</c:v>
                </c:pt>
                <c:pt idx="709">
                  <c:v>44166</c:v>
                </c:pt>
                <c:pt idx="710">
                  <c:v>44167</c:v>
                </c:pt>
                <c:pt idx="711">
                  <c:v>44168</c:v>
                </c:pt>
                <c:pt idx="712">
                  <c:v>44169</c:v>
                </c:pt>
                <c:pt idx="713">
                  <c:v>44172</c:v>
                </c:pt>
                <c:pt idx="714">
                  <c:v>44173</c:v>
                </c:pt>
                <c:pt idx="715">
                  <c:v>44175</c:v>
                </c:pt>
                <c:pt idx="716">
                  <c:v>44176</c:v>
                </c:pt>
                <c:pt idx="717">
                  <c:v>44179</c:v>
                </c:pt>
                <c:pt idx="718">
                  <c:v>44180</c:v>
                </c:pt>
                <c:pt idx="719">
                  <c:v>44181</c:v>
                </c:pt>
                <c:pt idx="720">
                  <c:v>44182</c:v>
                </c:pt>
                <c:pt idx="721">
                  <c:v>44183</c:v>
                </c:pt>
                <c:pt idx="722">
                  <c:v>44186</c:v>
                </c:pt>
                <c:pt idx="723">
                  <c:v>44187</c:v>
                </c:pt>
                <c:pt idx="724">
                  <c:v>44188</c:v>
                </c:pt>
                <c:pt idx="725">
                  <c:v>44193</c:v>
                </c:pt>
                <c:pt idx="726">
                  <c:v>44194</c:v>
                </c:pt>
                <c:pt idx="727">
                  <c:v>44195</c:v>
                </c:pt>
                <c:pt idx="728">
                  <c:v>44200</c:v>
                </c:pt>
                <c:pt idx="729">
                  <c:v>44201</c:v>
                </c:pt>
                <c:pt idx="730">
                  <c:v>44202</c:v>
                </c:pt>
                <c:pt idx="731">
                  <c:v>44203</c:v>
                </c:pt>
                <c:pt idx="732">
                  <c:v>44204</c:v>
                </c:pt>
                <c:pt idx="733">
                  <c:v>44207</c:v>
                </c:pt>
                <c:pt idx="734">
                  <c:v>44208</c:v>
                </c:pt>
                <c:pt idx="735">
                  <c:v>44209</c:v>
                </c:pt>
                <c:pt idx="736">
                  <c:v>44210</c:v>
                </c:pt>
                <c:pt idx="737">
                  <c:v>44211</c:v>
                </c:pt>
                <c:pt idx="738">
                  <c:v>44214</c:v>
                </c:pt>
                <c:pt idx="739">
                  <c:v>44215</c:v>
                </c:pt>
                <c:pt idx="740">
                  <c:v>44216</c:v>
                </c:pt>
                <c:pt idx="741">
                  <c:v>44217</c:v>
                </c:pt>
                <c:pt idx="742">
                  <c:v>44218</c:v>
                </c:pt>
                <c:pt idx="743">
                  <c:v>44221</c:v>
                </c:pt>
                <c:pt idx="744">
                  <c:v>44222</c:v>
                </c:pt>
                <c:pt idx="745">
                  <c:v>44223</c:v>
                </c:pt>
                <c:pt idx="746">
                  <c:v>44224</c:v>
                </c:pt>
                <c:pt idx="747">
                  <c:v>44225</c:v>
                </c:pt>
                <c:pt idx="748">
                  <c:v>44228</c:v>
                </c:pt>
                <c:pt idx="749">
                  <c:v>44229</c:v>
                </c:pt>
                <c:pt idx="750">
                  <c:v>44230</c:v>
                </c:pt>
                <c:pt idx="751">
                  <c:v>44231</c:v>
                </c:pt>
                <c:pt idx="752">
                  <c:v>44232</c:v>
                </c:pt>
                <c:pt idx="753">
                  <c:v>44235</c:v>
                </c:pt>
                <c:pt idx="754">
                  <c:v>44236</c:v>
                </c:pt>
                <c:pt idx="755">
                  <c:v>44237</c:v>
                </c:pt>
                <c:pt idx="756">
                  <c:v>44238</c:v>
                </c:pt>
                <c:pt idx="757">
                  <c:v>44242</c:v>
                </c:pt>
                <c:pt idx="758">
                  <c:v>44243</c:v>
                </c:pt>
                <c:pt idx="759">
                  <c:v>44244</c:v>
                </c:pt>
                <c:pt idx="760">
                  <c:v>44245</c:v>
                </c:pt>
                <c:pt idx="761">
                  <c:v>44246</c:v>
                </c:pt>
                <c:pt idx="762">
                  <c:v>44249</c:v>
                </c:pt>
                <c:pt idx="763">
                  <c:v>44250</c:v>
                </c:pt>
                <c:pt idx="764">
                  <c:v>44251</c:v>
                </c:pt>
                <c:pt idx="765">
                  <c:v>44252</c:v>
                </c:pt>
                <c:pt idx="766">
                  <c:v>44253</c:v>
                </c:pt>
                <c:pt idx="767">
                  <c:v>44256</c:v>
                </c:pt>
                <c:pt idx="768">
                  <c:v>44257</c:v>
                </c:pt>
                <c:pt idx="769">
                  <c:v>44258</c:v>
                </c:pt>
                <c:pt idx="770">
                  <c:v>44259</c:v>
                </c:pt>
                <c:pt idx="771">
                  <c:v>44260</c:v>
                </c:pt>
                <c:pt idx="772">
                  <c:v>44263</c:v>
                </c:pt>
                <c:pt idx="773">
                  <c:v>44264</c:v>
                </c:pt>
                <c:pt idx="774">
                  <c:v>44265</c:v>
                </c:pt>
                <c:pt idx="775">
                  <c:v>44267</c:v>
                </c:pt>
                <c:pt idx="776">
                  <c:v>44270</c:v>
                </c:pt>
                <c:pt idx="777">
                  <c:v>44271</c:v>
                </c:pt>
                <c:pt idx="778">
                  <c:v>44272</c:v>
                </c:pt>
                <c:pt idx="779">
                  <c:v>44273</c:v>
                </c:pt>
                <c:pt idx="780">
                  <c:v>44274</c:v>
                </c:pt>
                <c:pt idx="781">
                  <c:v>44277</c:v>
                </c:pt>
                <c:pt idx="782">
                  <c:v>44278</c:v>
                </c:pt>
                <c:pt idx="783">
                  <c:v>44279</c:v>
                </c:pt>
                <c:pt idx="784">
                  <c:v>44280</c:v>
                </c:pt>
                <c:pt idx="785">
                  <c:v>44281</c:v>
                </c:pt>
                <c:pt idx="786">
                  <c:v>44284</c:v>
                </c:pt>
                <c:pt idx="787">
                  <c:v>44285</c:v>
                </c:pt>
                <c:pt idx="788">
                  <c:v>44286</c:v>
                </c:pt>
                <c:pt idx="789">
                  <c:v>44287</c:v>
                </c:pt>
                <c:pt idx="790">
                  <c:v>44291</c:v>
                </c:pt>
                <c:pt idx="791">
                  <c:v>44292</c:v>
                </c:pt>
                <c:pt idx="792">
                  <c:v>44293</c:v>
                </c:pt>
                <c:pt idx="793">
                  <c:v>44294</c:v>
                </c:pt>
                <c:pt idx="794">
                  <c:v>44295</c:v>
                </c:pt>
                <c:pt idx="795">
                  <c:v>44298</c:v>
                </c:pt>
                <c:pt idx="796">
                  <c:v>44299</c:v>
                </c:pt>
                <c:pt idx="797">
                  <c:v>44300</c:v>
                </c:pt>
                <c:pt idx="798">
                  <c:v>44301</c:v>
                </c:pt>
                <c:pt idx="799">
                  <c:v>44302</c:v>
                </c:pt>
                <c:pt idx="800">
                  <c:v>44305</c:v>
                </c:pt>
                <c:pt idx="801">
                  <c:v>44306</c:v>
                </c:pt>
                <c:pt idx="802">
                  <c:v>44307</c:v>
                </c:pt>
                <c:pt idx="803">
                  <c:v>44308</c:v>
                </c:pt>
                <c:pt idx="804">
                  <c:v>44309</c:v>
                </c:pt>
                <c:pt idx="805">
                  <c:v>44312</c:v>
                </c:pt>
                <c:pt idx="806">
                  <c:v>44313</c:v>
                </c:pt>
                <c:pt idx="807">
                  <c:v>44314</c:v>
                </c:pt>
                <c:pt idx="808">
                  <c:v>44315</c:v>
                </c:pt>
                <c:pt idx="809">
                  <c:v>44316</c:v>
                </c:pt>
                <c:pt idx="810">
                  <c:v>44319</c:v>
                </c:pt>
                <c:pt idx="811">
                  <c:v>44320</c:v>
                </c:pt>
                <c:pt idx="812">
                  <c:v>44321</c:v>
                </c:pt>
                <c:pt idx="813">
                  <c:v>44322</c:v>
                </c:pt>
                <c:pt idx="814">
                  <c:v>44323</c:v>
                </c:pt>
                <c:pt idx="815">
                  <c:v>44326</c:v>
                </c:pt>
                <c:pt idx="816">
                  <c:v>44327</c:v>
                </c:pt>
                <c:pt idx="817">
                  <c:v>44333</c:v>
                </c:pt>
                <c:pt idx="818">
                  <c:v>44334</c:v>
                </c:pt>
                <c:pt idx="819">
                  <c:v>44335</c:v>
                </c:pt>
                <c:pt idx="820">
                  <c:v>44336</c:v>
                </c:pt>
                <c:pt idx="821">
                  <c:v>44337</c:v>
                </c:pt>
                <c:pt idx="822">
                  <c:v>44340</c:v>
                </c:pt>
                <c:pt idx="823">
                  <c:v>44341</c:v>
                </c:pt>
                <c:pt idx="824">
                  <c:v>44343</c:v>
                </c:pt>
                <c:pt idx="825">
                  <c:v>44344</c:v>
                </c:pt>
                <c:pt idx="826">
                  <c:v>44347</c:v>
                </c:pt>
                <c:pt idx="827">
                  <c:v>44349</c:v>
                </c:pt>
                <c:pt idx="828">
                  <c:v>44350</c:v>
                </c:pt>
                <c:pt idx="829">
                  <c:v>44351</c:v>
                </c:pt>
                <c:pt idx="830">
                  <c:v>44354</c:v>
                </c:pt>
                <c:pt idx="831">
                  <c:v>44355</c:v>
                </c:pt>
                <c:pt idx="832">
                  <c:v>44356</c:v>
                </c:pt>
                <c:pt idx="833">
                  <c:v>44357</c:v>
                </c:pt>
                <c:pt idx="834">
                  <c:v>44358</c:v>
                </c:pt>
                <c:pt idx="835">
                  <c:v>44361</c:v>
                </c:pt>
                <c:pt idx="836">
                  <c:v>44362</c:v>
                </c:pt>
                <c:pt idx="837">
                  <c:v>44363</c:v>
                </c:pt>
                <c:pt idx="838">
                  <c:v>44364</c:v>
                </c:pt>
                <c:pt idx="839">
                  <c:v>44365</c:v>
                </c:pt>
                <c:pt idx="840">
                  <c:v>44368</c:v>
                </c:pt>
                <c:pt idx="841">
                  <c:v>44369</c:v>
                </c:pt>
                <c:pt idx="842">
                  <c:v>44370</c:v>
                </c:pt>
                <c:pt idx="843">
                  <c:v>44371</c:v>
                </c:pt>
                <c:pt idx="844">
                  <c:v>44372</c:v>
                </c:pt>
                <c:pt idx="845">
                  <c:v>44375</c:v>
                </c:pt>
                <c:pt idx="846">
                  <c:v>44376</c:v>
                </c:pt>
                <c:pt idx="847">
                  <c:v>44377</c:v>
                </c:pt>
                <c:pt idx="848">
                  <c:v>44378</c:v>
                </c:pt>
                <c:pt idx="849">
                  <c:v>44379</c:v>
                </c:pt>
                <c:pt idx="850">
                  <c:v>44382</c:v>
                </c:pt>
                <c:pt idx="851">
                  <c:v>44383</c:v>
                </c:pt>
                <c:pt idx="852">
                  <c:v>44384</c:v>
                </c:pt>
                <c:pt idx="853">
                  <c:v>44385</c:v>
                </c:pt>
                <c:pt idx="854">
                  <c:v>44386</c:v>
                </c:pt>
                <c:pt idx="855">
                  <c:v>44389</c:v>
                </c:pt>
                <c:pt idx="856">
                  <c:v>44390</c:v>
                </c:pt>
                <c:pt idx="857">
                  <c:v>44391</c:v>
                </c:pt>
                <c:pt idx="858">
                  <c:v>44392</c:v>
                </c:pt>
                <c:pt idx="859">
                  <c:v>44393</c:v>
                </c:pt>
                <c:pt idx="860">
                  <c:v>44396</c:v>
                </c:pt>
                <c:pt idx="861">
                  <c:v>44398</c:v>
                </c:pt>
                <c:pt idx="862">
                  <c:v>44399</c:v>
                </c:pt>
                <c:pt idx="863">
                  <c:v>44400</c:v>
                </c:pt>
                <c:pt idx="864">
                  <c:v>44403</c:v>
                </c:pt>
                <c:pt idx="865">
                  <c:v>44404</c:v>
                </c:pt>
                <c:pt idx="866">
                  <c:v>44405</c:v>
                </c:pt>
                <c:pt idx="867">
                  <c:v>44406</c:v>
                </c:pt>
                <c:pt idx="868">
                  <c:v>44407</c:v>
                </c:pt>
                <c:pt idx="869">
                  <c:v>44410</c:v>
                </c:pt>
                <c:pt idx="870">
                  <c:v>44411</c:v>
                </c:pt>
                <c:pt idx="871">
                  <c:v>44412</c:v>
                </c:pt>
                <c:pt idx="872">
                  <c:v>44413</c:v>
                </c:pt>
                <c:pt idx="873">
                  <c:v>44414</c:v>
                </c:pt>
                <c:pt idx="874">
                  <c:v>44417</c:v>
                </c:pt>
                <c:pt idx="875">
                  <c:v>44418</c:v>
                </c:pt>
                <c:pt idx="876">
                  <c:v>44420</c:v>
                </c:pt>
                <c:pt idx="877">
                  <c:v>44421</c:v>
                </c:pt>
                <c:pt idx="878">
                  <c:v>44424</c:v>
                </c:pt>
                <c:pt idx="879">
                  <c:v>44426</c:v>
                </c:pt>
                <c:pt idx="880">
                  <c:v>44427</c:v>
                </c:pt>
                <c:pt idx="881">
                  <c:v>44428</c:v>
                </c:pt>
                <c:pt idx="882">
                  <c:v>44431</c:v>
                </c:pt>
                <c:pt idx="883">
                  <c:v>44432</c:v>
                </c:pt>
                <c:pt idx="884">
                  <c:v>44433</c:v>
                </c:pt>
                <c:pt idx="885">
                  <c:v>44434</c:v>
                </c:pt>
                <c:pt idx="886">
                  <c:v>44435</c:v>
                </c:pt>
                <c:pt idx="887">
                  <c:v>44438</c:v>
                </c:pt>
                <c:pt idx="888">
                  <c:v>44439</c:v>
                </c:pt>
                <c:pt idx="889">
                  <c:v>44440</c:v>
                </c:pt>
                <c:pt idx="890">
                  <c:v>44441</c:v>
                </c:pt>
                <c:pt idx="891">
                  <c:v>44442</c:v>
                </c:pt>
                <c:pt idx="892">
                  <c:v>44445</c:v>
                </c:pt>
                <c:pt idx="893">
                  <c:v>44446</c:v>
                </c:pt>
                <c:pt idx="894">
                  <c:v>44447</c:v>
                </c:pt>
                <c:pt idx="895">
                  <c:v>44448</c:v>
                </c:pt>
                <c:pt idx="896">
                  <c:v>44449</c:v>
                </c:pt>
                <c:pt idx="897">
                  <c:v>44452</c:v>
                </c:pt>
                <c:pt idx="898">
                  <c:v>44453</c:v>
                </c:pt>
                <c:pt idx="899">
                  <c:v>44454</c:v>
                </c:pt>
                <c:pt idx="900">
                  <c:v>44455</c:v>
                </c:pt>
                <c:pt idx="901">
                  <c:v>44456</c:v>
                </c:pt>
                <c:pt idx="902">
                  <c:v>44459</c:v>
                </c:pt>
                <c:pt idx="903">
                  <c:v>44460</c:v>
                </c:pt>
                <c:pt idx="904">
                  <c:v>44461</c:v>
                </c:pt>
                <c:pt idx="905">
                  <c:v>44462</c:v>
                </c:pt>
                <c:pt idx="906">
                  <c:v>44463</c:v>
                </c:pt>
                <c:pt idx="907">
                  <c:v>44466</c:v>
                </c:pt>
                <c:pt idx="908">
                  <c:v>44467</c:v>
                </c:pt>
                <c:pt idx="909">
                  <c:v>44468</c:v>
                </c:pt>
                <c:pt idx="910">
                  <c:v>44469</c:v>
                </c:pt>
                <c:pt idx="911">
                  <c:v>44470</c:v>
                </c:pt>
                <c:pt idx="912">
                  <c:v>44473</c:v>
                </c:pt>
                <c:pt idx="913">
                  <c:v>44474</c:v>
                </c:pt>
                <c:pt idx="914">
                  <c:v>44475</c:v>
                </c:pt>
                <c:pt idx="915">
                  <c:v>44476</c:v>
                </c:pt>
                <c:pt idx="916">
                  <c:v>44477</c:v>
                </c:pt>
                <c:pt idx="917">
                  <c:v>44480</c:v>
                </c:pt>
                <c:pt idx="918">
                  <c:v>44481</c:v>
                </c:pt>
                <c:pt idx="919">
                  <c:v>44482</c:v>
                </c:pt>
                <c:pt idx="920">
                  <c:v>44483</c:v>
                </c:pt>
                <c:pt idx="921">
                  <c:v>44484</c:v>
                </c:pt>
                <c:pt idx="922">
                  <c:v>44487</c:v>
                </c:pt>
                <c:pt idx="923">
                  <c:v>44488</c:v>
                </c:pt>
                <c:pt idx="924">
                  <c:v>44490</c:v>
                </c:pt>
                <c:pt idx="925">
                  <c:v>44491</c:v>
                </c:pt>
                <c:pt idx="926">
                  <c:v>44494</c:v>
                </c:pt>
                <c:pt idx="927">
                  <c:v>44495</c:v>
                </c:pt>
                <c:pt idx="928">
                  <c:v>44496</c:v>
                </c:pt>
                <c:pt idx="929">
                  <c:v>44497</c:v>
                </c:pt>
                <c:pt idx="930">
                  <c:v>44498</c:v>
                </c:pt>
                <c:pt idx="931">
                  <c:v>44501</c:v>
                </c:pt>
                <c:pt idx="932">
                  <c:v>44502</c:v>
                </c:pt>
                <c:pt idx="933">
                  <c:v>44503</c:v>
                </c:pt>
                <c:pt idx="934">
                  <c:v>44504</c:v>
                </c:pt>
                <c:pt idx="935">
                  <c:v>44505</c:v>
                </c:pt>
                <c:pt idx="936">
                  <c:v>44508</c:v>
                </c:pt>
                <c:pt idx="937">
                  <c:v>44509</c:v>
                </c:pt>
                <c:pt idx="938">
                  <c:v>44510</c:v>
                </c:pt>
                <c:pt idx="939">
                  <c:v>44511</c:v>
                </c:pt>
                <c:pt idx="940">
                  <c:v>44512</c:v>
                </c:pt>
                <c:pt idx="941">
                  <c:v>44515</c:v>
                </c:pt>
                <c:pt idx="942">
                  <c:v>44516</c:v>
                </c:pt>
                <c:pt idx="943">
                  <c:v>44517</c:v>
                </c:pt>
                <c:pt idx="944">
                  <c:v>44518</c:v>
                </c:pt>
                <c:pt idx="945">
                  <c:v>44519</c:v>
                </c:pt>
                <c:pt idx="946">
                  <c:v>44522</c:v>
                </c:pt>
                <c:pt idx="947">
                  <c:v>44523</c:v>
                </c:pt>
                <c:pt idx="948">
                  <c:v>44524</c:v>
                </c:pt>
                <c:pt idx="949">
                  <c:v>44525</c:v>
                </c:pt>
                <c:pt idx="950">
                  <c:v>44526</c:v>
                </c:pt>
                <c:pt idx="951">
                  <c:v>44529</c:v>
                </c:pt>
                <c:pt idx="952">
                  <c:v>44530</c:v>
                </c:pt>
                <c:pt idx="953">
                  <c:v>44531</c:v>
                </c:pt>
                <c:pt idx="954">
                  <c:v>44532</c:v>
                </c:pt>
                <c:pt idx="955">
                  <c:v>44533</c:v>
                </c:pt>
                <c:pt idx="956">
                  <c:v>44536</c:v>
                </c:pt>
                <c:pt idx="957">
                  <c:v>44537</c:v>
                </c:pt>
                <c:pt idx="958">
                  <c:v>44538</c:v>
                </c:pt>
                <c:pt idx="959">
                  <c:v>44539</c:v>
                </c:pt>
                <c:pt idx="960">
                  <c:v>44540</c:v>
                </c:pt>
                <c:pt idx="961">
                  <c:v>44543</c:v>
                </c:pt>
                <c:pt idx="962">
                  <c:v>44544</c:v>
                </c:pt>
                <c:pt idx="963">
                  <c:v>44545</c:v>
                </c:pt>
                <c:pt idx="964">
                  <c:v>44546</c:v>
                </c:pt>
                <c:pt idx="965">
                  <c:v>44547</c:v>
                </c:pt>
                <c:pt idx="966">
                  <c:v>44550</c:v>
                </c:pt>
                <c:pt idx="967">
                  <c:v>44551</c:v>
                </c:pt>
                <c:pt idx="968">
                  <c:v>44552</c:v>
                </c:pt>
                <c:pt idx="969">
                  <c:v>44553</c:v>
                </c:pt>
                <c:pt idx="970">
                  <c:v>44554</c:v>
                </c:pt>
                <c:pt idx="971">
                  <c:v>44557</c:v>
                </c:pt>
                <c:pt idx="972">
                  <c:v>44558</c:v>
                </c:pt>
                <c:pt idx="973">
                  <c:v>44559</c:v>
                </c:pt>
                <c:pt idx="974">
                  <c:v>44560</c:v>
                </c:pt>
                <c:pt idx="975">
                  <c:v>44561</c:v>
                </c:pt>
                <c:pt idx="976">
                  <c:v>44564</c:v>
                </c:pt>
                <c:pt idx="977">
                  <c:v>44565</c:v>
                </c:pt>
                <c:pt idx="978">
                  <c:v>44566</c:v>
                </c:pt>
                <c:pt idx="979">
                  <c:v>44567</c:v>
                </c:pt>
                <c:pt idx="980">
                  <c:v>44568</c:v>
                </c:pt>
                <c:pt idx="981">
                  <c:v>44571</c:v>
                </c:pt>
                <c:pt idx="982">
                  <c:v>44572</c:v>
                </c:pt>
                <c:pt idx="983">
                  <c:v>44573</c:v>
                </c:pt>
                <c:pt idx="984">
                  <c:v>44574</c:v>
                </c:pt>
                <c:pt idx="985">
                  <c:v>44575</c:v>
                </c:pt>
                <c:pt idx="986">
                  <c:v>44578</c:v>
                </c:pt>
                <c:pt idx="987">
                  <c:v>44579</c:v>
                </c:pt>
                <c:pt idx="988">
                  <c:v>44580</c:v>
                </c:pt>
                <c:pt idx="989">
                  <c:v>44581</c:v>
                </c:pt>
                <c:pt idx="990">
                  <c:v>44582</c:v>
                </c:pt>
                <c:pt idx="991">
                  <c:v>44585</c:v>
                </c:pt>
                <c:pt idx="992">
                  <c:v>44586</c:v>
                </c:pt>
                <c:pt idx="993">
                  <c:v>44587</c:v>
                </c:pt>
                <c:pt idx="994">
                  <c:v>44588</c:v>
                </c:pt>
                <c:pt idx="995">
                  <c:v>44589</c:v>
                </c:pt>
                <c:pt idx="996">
                  <c:v>44592</c:v>
                </c:pt>
                <c:pt idx="997">
                  <c:v>44594</c:v>
                </c:pt>
                <c:pt idx="998">
                  <c:v>44595</c:v>
                </c:pt>
                <c:pt idx="999">
                  <c:v>44596</c:v>
                </c:pt>
                <c:pt idx="1000">
                  <c:v>44599</c:v>
                </c:pt>
                <c:pt idx="1001">
                  <c:v>44600</c:v>
                </c:pt>
                <c:pt idx="1002">
                  <c:v>44601</c:v>
                </c:pt>
                <c:pt idx="1003">
                  <c:v>44602</c:v>
                </c:pt>
                <c:pt idx="1004">
                  <c:v>44603</c:v>
                </c:pt>
                <c:pt idx="1005">
                  <c:v>44606</c:v>
                </c:pt>
                <c:pt idx="1006">
                  <c:v>44607</c:v>
                </c:pt>
                <c:pt idx="1007">
                  <c:v>44608</c:v>
                </c:pt>
                <c:pt idx="1008">
                  <c:v>44609</c:v>
                </c:pt>
                <c:pt idx="1009">
                  <c:v>44610</c:v>
                </c:pt>
                <c:pt idx="1010">
                  <c:v>44613</c:v>
                </c:pt>
                <c:pt idx="1011">
                  <c:v>44614</c:v>
                </c:pt>
                <c:pt idx="1012">
                  <c:v>44615</c:v>
                </c:pt>
                <c:pt idx="1013">
                  <c:v>44616</c:v>
                </c:pt>
                <c:pt idx="1014">
                  <c:v>44617</c:v>
                </c:pt>
                <c:pt idx="1015">
                  <c:v>44621</c:v>
                </c:pt>
                <c:pt idx="1016">
                  <c:v>44622</c:v>
                </c:pt>
                <c:pt idx="1017">
                  <c:v>44624</c:v>
                </c:pt>
                <c:pt idx="1018">
                  <c:v>44627</c:v>
                </c:pt>
                <c:pt idx="1019">
                  <c:v>44628</c:v>
                </c:pt>
                <c:pt idx="1020">
                  <c:v>44629</c:v>
                </c:pt>
                <c:pt idx="1021">
                  <c:v>44630</c:v>
                </c:pt>
                <c:pt idx="1022">
                  <c:v>44631</c:v>
                </c:pt>
                <c:pt idx="1023">
                  <c:v>44634</c:v>
                </c:pt>
                <c:pt idx="1024">
                  <c:v>44635</c:v>
                </c:pt>
                <c:pt idx="1025">
                  <c:v>44636</c:v>
                </c:pt>
                <c:pt idx="1026">
                  <c:v>44637</c:v>
                </c:pt>
                <c:pt idx="1027">
                  <c:v>44638</c:v>
                </c:pt>
                <c:pt idx="1028">
                  <c:v>44641</c:v>
                </c:pt>
                <c:pt idx="1029">
                  <c:v>44642</c:v>
                </c:pt>
                <c:pt idx="1030">
                  <c:v>44643</c:v>
                </c:pt>
                <c:pt idx="1031">
                  <c:v>44644</c:v>
                </c:pt>
                <c:pt idx="1032">
                  <c:v>44645</c:v>
                </c:pt>
                <c:pt idx="1033">
                  <c:v>44648</c:v>
                </c:pt>
                <c:pt idx="1034">
                  <c:v>44649</c:v>
                </c:pt>
                <c:pt idx="1035">
                  <c:v>44650</c:v>
                </c:pt>
                <c:pt idx="1036">
                  <c:v>44651</c:v>
                </c:pt>
                <c:pt idx="1037">
                  <c:v>44652</c:v>
                </c:pt>
                <c:pt idx="1038">
                  <c:v>44655</c:v>
                </c:pt>
                <c:pt idx="1039">
                  <c:v>44656</c:v>
                </c:pt>
                <c:pt idx="1040">
                  <c:v>44657</c:v>
                </c:pt>
                <c:pt idx="1041">
                  <c:v>44658</c:v>
                </c:pt>
                <c:pt idx="1042">
                  <c:v>44659</c:v>
                </c:pt>
                <c:pt idx="1043">
                  <c:v>44662</c:v>
                </c:pt>
                <c:pt idx="1044">
                  <c:v>44663</c:v>
                </c:pt>
                <c:pt idx="1045">
                  <c:v>44664</c:v>
                </c:pt>
                <c:pt idx="1046">
                  <c:v>44665</c:v>
                </c:pt>
                <c:pt idx="1047">
                  <c:v>44669</c:v>
                </c:pt>
                <c:pt idx="1048">
                  <c:v>44670</c:v>
                </c:pt>
                <c:pt idx="1049">
                  <c:v>44671</c:v>
                </c:pt>
                <c:pt idx="1050">
                  <c:v>44672</c:v>
                </c:pt>
                <c:pt idx="1051">
                  <c:v>44673</c:v>
                </c:pt>
                <c:pt idx="1052">
                  <c:v>44676</c:v>
                </c:pt>
                <c:pt idx="1053">
                  <c:v>44677</c:v>
                </c:pt>
                <c:pt idx="1054">
                  <c:v>44678</c:v>
                </c:pt>
                <c:pt idx="1055">
                  <c:v>44679</c:v>
                </c:pt>
                <c:pt idx="1056">
                  <c:v>44690</c:v>
                </c:pt>
                <c:pt idx="1057">
                  <c:v>44691</c:v>
                </c:pt>
                <c:pt idx="1058">
                  <c:v>44692</c:v>
                </c:pt>
                <c:pt idx="1059">
                  <c:v>44693</c:v>
                </c:pt>
                <c:pt idx="1060">
                  <c:v>44694</c:v>
                </c:pt>
                <c:pt idx="1061">
                  <c:v>44698</c:v>
                </c:pt>
                <c:pt idx="1062">
                  <c:v>44699</c:v>
                </c:pt>
                <c:pt idx="1063">
                  <c:v>44700</c:v>
                </c:pt>
                <c:pt idx="1064">
                  <c:v>44701</c:v>
                </c:pt>
                <c:pt idx="1065">
                  <c:v>44704</c:v>
                </c:pt>
                <c:pt idx="1066">
                  <c:v>44705</c:v>
                </c:pt>
                <c:pt idx="1067">
                  <c:v>44706</c:v>
                </c:pt>
                <c:pt idx="1068">
                  <c:v>44708</c:v>
                </c:pt>
                <c:pt idx="1069">
                  <c:v>44711</c:v>
                </c:pt>
                <c:pt idx="1070">
                  <c:v>44712</c:v>
                </c:pt>
                <c:pt idx="1071">
                  <c:v>44714</c:v>
                </c:pt>
                <c:pt idx="1072">
                  <c:v>44715</c:v>
                </c:pt>
                <c:pt idx="1073">
                  <c:v>44718</c:v>
                </c:pt>
                <c:pt idx="1074">
                  <c:v>44719</c:v>
                </c:pt>
                <c:pt idx="1075">
                  <c:v>44720</c:v>
                </c:pt>
                <c:pt idx="1076">
                  <c:v>44721</c:v>
                </c:pt>
                <c:pt idx="1077">
                  <c:v>44722</c:v>
                </c:pt>
                <c:pt idx="1078">
                  <c:v>44725</c:v>
                </c:pt>
                <c:pt idx="1079">
                  <c:v>44726</c:v>
                </c:pt>
                <c:pt idx="1080">
                  <c:v>44727</c:v>
                </c:pt>
                <c:pt idx="1081">
                  <c:v>44728</c:v>
                </c:pt>
                <c:pt idx="1082">
                  <c:v>44729</c:v>
                </c:pt>
                <c:pt idx="1083">
                  <c:v>44732</c:v>
                </c:pt>
                <c:pt idx="1084">
                  <c:v>44733</c:v>
                </c:pt>
                <c:pt idx="1085">
                  <c:v>44734</c:v>
                </c:pt>
                <c:pt idx="1086">
                  <c:v>44735</c:v>
                </c:pt>
                <c:pt idx="1087">
                  <c:v>44736</c:v>
                </c:pt>
                <c:pt idx="1088">
                  <c:v>44739</c:v>
                </c:pt>
                <c:pt idx="1089">
                  <c:v>44740</c:v>
                </c:pt>
                <c:pt idx="1090">
                  <c:v>44741</c:v>
                </c:pt>
                <c:pt idx="1091">
                  <c:v>44742</c:v>
                </c:pt>
                <c:pt idx="1092">
                  <c:v>44743</c:v>
                </c:pt>
                <c:pt idx="1093">
                  <c:v>44746</c:v>
                </c:pt>
                <c:pt idx="1094">
                  <c:v>44747</c:v>
                </c:pt>
                <c:pt idx="1095">
                  <c:v>44748</c:v>
                </c:pt>
                <c:pt idx="1096">
                  <c:v>44749</c:v>
                </c:pt>
                <c:pt idx="1097">
                  <c:v>44750</c:v>
                </c:pt>
                <c:pt idx="1098">
                  <c:v>44753</c:v>
                </c:pt>
                <c:pt idx="1099">
                  <c:v>44754</c:v>
                </c:pt>
                <c:pt idx="1100">
                  <c:v>44755</c:v>
                </c:pt>
                <c:pt idx="1101">
                  <c:v>44756</c:v>
                </c:pt>
                <c:pt idx="1102">
                  <c:v>44757</c:v>
                </c:pt>
                <c:pt idx="1103">
                  <c:v>44760</c:v>
                </c:pt>
                <c:pt idx="1104">
                  <c:v>44761</c:v>
                </c:pt>
                <c:pt idx="1105">
                  <c:v>44762</c:v>
                </c:pt>
                <c:pt idx="1106">
                  <c:v>44763</c:v>
                </c:pt>
                <c:pt idx="1107">
                  <c:v>44764</c:v>
                </c:pt>
                <c:pt idx="1108">
                  <c:v>44767</c:v>
                </c:pt>
                <c:pt idx="1109">
                  <c:v>44768</c:v>
                </c:pt>
                <c:pt idx="1110">
                  <c:v>44769</c:v>
                </c:pt>
                <c:pt idx="1111">
                  <c:v>44770</c:v>
                </c:pt>
                <c:pt idx="1112">
                  <c:v>44771</c:v>
                </c:pt>
                <c:pt idx="1113">
                  <c:v>44774</c:v>
                </c:pt>
                <c:pt idx="1114">
                  <c:v>44775</c:v>
                </c:pt>
                <c:pt idx="1115">
                  <c:v>44776</c:v>
                </c:pt>
                <c:pt idx="1116">
                  <c:v>44777</c:v>
                </c:pt>
                <c:pt idx="1117">
                  <c:v>44778</c:v>
                </c:pt>
                <c:pt idx="1118">
                  <c:v>44781</c:v>
                </c:pt>
                <c:pt idx="1119">
                  <c:v>44782</c:v>
                </c:pt>
                <c:pt idx="1120">
                  <c:v>44783</c:v>
                </c:pt>
                <c:pt idx="1121">
                  <c:v>44784</c:v>
                </c:pt>
                <c:pt idx="1122">
                  <c:v>44785</c:v>
                </c:pt>
                <c:pt idx="1123">
                  <c:v>44788</c:v>
                </c:pt>
                <c:pt idx="1124">
                  <c:v>44789</c:v>
                </c:pt>
                <c:pt idx="1125">
                  <c:v>44791</c:v>
                </c:pt>
                <c:pt idx="1126">
                  <c:v>44792</c:v>
                </c:pt>
                <c:pt idx="1127">
                  <c:v>44795</c:v>
                </c:pt>
                <c:pt idx="1128">
                  <c:v>44796</c:v>
                </c:pt>
                <c:pt idx="1129">
                  <c:v>44797</c:v>
                </c:pt>
                <c:pt idx="1130">
                  <c:v>44798</c:v>
                </c:pt>
                <c:pt idx="1131">
                  <c:v>44799</c:v>
                </c:pt>
                <c:pt idx="1132">
                  <c:v>44802</c:v>
                </c:pt>
                <c:pt idx="1133">
                  <c:v>44803</c:v>
                </c:pt>
                <c:pt idx="1134">
                  <c:v>44804</c:v>
                </c:pt>
                <c:pt idx="1135">
                  <c:v>44805</c:v>
                </c:pt>
                <c:pt idx="1136">
                  <c:v>44806</c:v>
                </c:pt>
                <c:pt idx="1137">
                  <c:v>44809</c:v>
                </c:pt>
                <c:pt idx="1138">
                  <c:v>44810</c:v>
                </c:pt>
                <c:pt idx="1139">
                  <c:v>44811</c:v>
                </c:pt>
                <c:pt idx="1140">
                  <c:v>44812</c:v>
                </c:pt>
                <c:pt idx="1141">
                  <c:v>44813</c:v>
                </c:pt>
                <c:pt idx="1142">
                  <c:v>44816</c:v>
                </c:pt>
                <c:pt idx="1143">
                  <c:v>44817</c:v>
                </c:pt>
                <c:pt idx="1144">
                  <c:v>44818</c:v>
                </c:pt>
                <c:pt idx="1145">
                  <c:v>44819</c:v>
                </c:pt>
                <c:pt idx="1146">
                  <c:v>44820</c:v>
                </c:pt>
                <c:pt idx="1147">
                  <c:v>44823</c:v>
                </c:pt>
                <c:pt idx="1148">
                  <c:v>44824</c:v>
                </c:pt>
                <c:pt idx="1149">
                  <c:v>44825</c:v>
                </c:pt>
                <c:pt idx="1150">
                  <c:v>44826</c:v>
                </c:pt>
                <c:pt idx="1151">
                  <c:v>44827</c:v>
                </c:pt>
                <c:pt idx="1152">
                  <c:v>44830</c:v>
                </c:pt>
                <c:pt idx="1153">
                  <c:v>44831</c:v>
                </c:pt>
                <c:pt idx="1154">
                  <c:v>44832</c:v>
                </c:pt>
                <c:pt idx="1155">
                  <c:v>44833</c:v>
                </c:pt>
                <c:pt idx="1156">
                  <c:v>44834</c:v>
                </c:pt>
                <c:pt idx="1157">
                  <c:v>44837</c:v>
                </c:pt>
                <c:pt idx="1158">
                  <c:v>44838</c:v>
                </c:pt>
                <c:pt idx="1159">
                  <c:v>44839</c:v>
                </c:pt>
                <c:pt idx="1160">
                  <c:v>44840</c:v>
                </c:pt>
                <c:pt idx="1161">
                  <c:v>44841</c:v>
                </c:pt>
                <c:pt idx="1162">
                  <c:v>44844</c:v>
                </c:pt>
                <c:pt idx="1163">
                  <c:v>44845</c:v>
                </c:pt>
                <c:pt idx="1164">
                  <c:v>44846</c:v>
                </c:pt>
                <c:pt idx="1165">
                  <c:v>44847</c:v>
                </c:pt>
                <c:pt idx="1166">
                  <c:v>44848</c:v>
                </c:pt>
                <c:pt idx="1167">
                  <c:v>44851</c:v>
                </c:pt>
                <c:pt idx="1168">
                  <c:v>44852</c:v>
                </c:pt>
                <c:pt idx="1169">
                  <c:v>44853</c:v>
                </c:pt>
                <c:pt idx="1170">
                  <c:v>44854</c:v>
                </c:pt>
                <c:pt idx="1171">
                  <c:v>44855</c:v>
                </c:pt>
                <c:pt idx="1172">
                  <c:v>44858</c:v>
                </c:pt>
                <c:pt idx="1173">
                  <c:v>44859</c:v>
                </c:pt>
                <c:pt idx="1174">
                  <c:v>44860</c:v>
                </c:pt>
                <c:pt idx="1175">
                  <c:v>44861</c:v>
                </c:pt>
                <c:pt idx="1176">
                  <c:v>44862</c:v>
                </c:pt>
                <c:pt idx="1177">
                  <c:v>44865</c:v>
                </c:pt>
                <c:pt idx="1178">
                  <c:v>44866</c:v>
                </c:pt>
                <c:pt idx="1179">
                  <c:v>44867</c:v>
                </c:pt>
                <c:pt idx="1180">
                  <c:v>44868</c:v>
                </c:pt>
                <c:pt idx="1181">
                  <c:v>44869</c:v>
                </c:pt>
                <c:pt idx="1182">
                  <c:v>44872</c:v>
                </c:pt>
                <c:pt idx="1183">
                  <c:v>44873</c:v>
                </c:pt>
                <c:pt idx="1184">
                  <c:v>44874</c:v>
                </c:pt>
                <c:pt idx="1185">
                  <c:v>44875</c:v>
                </c:pt>
                <c:pt idx="1186">
                  <c:v>44876</c:v>
                </c:pt>
                <c:pt idx="1187">
                  <c:v>44879</c:v>
                </c:pt>
                <c:pt idx="1188">
                  <c:v>44880</c:v>
                </c:pt>
                <c:pt idx="1189">
                  <c:v>44881</c:v>
                </c:pt>
                <c:pt idx="1190">
                  <c:v>44882</c:v>
                </c:pt>
                <c:pt idx="1191">
                  <c:v>44883</c:v>
                </c:pt>
                <c:pt idx="1192">
                  <c:v>44886</c:v>
                </c:pt>
                <c:pt idx="1193">
                  <c:v>44887</c:v>
                </c:pt>
                <c:pt idx="1194">
                  <c:v>44888</c:v>
                </c:pt>
                <c:pt idx="1195">
                  <c:v>44889</c:v>
                </c:pt>
                <c:pt idx="1196">
                  <c:v>44890</c:v>
                </c:pt>
                <c:pt idx="1197">
                  <c:v>44893</c:v>
                </c:pt>
                <c:pt idx="1198">
                  <c:v>44894</c:v>
                </c:pt>
                <c:pt idx="1199">
                  <c:v>44895</c:v>
                </c:pt>
                <c:pt idx="1200">
                  <c:v>44896</c:v>
                </c:pt>
                <c:pt idx="1201">
                  <c:v>44897</c:v>
                </c:pt>
                <c:pt idx="1202">
                  <c:v>44900</c:v>
                </c:pt>
                <c:pt idx="1203">
                  <c:v>44901</c:v>
                </c:pt>
                <c:pt idx="1204">
                  <c:v>44902</c:v>
                </c:pt>
                <c:pt idx="1205">
                  <c:v>44903</c:v>
                </c:pt>
                <c:pt idx="1206">
                  <c:v>44904</c:v>
                </c:pt>
                <c:pt idx="1207">
                  <c:v>44907</c:v>
                </c:pt>
                <c:pt idx="1208">
                  <c:v>44908</c:v>
                </c:pt>
                <c:pt idx="1209">
                  <c:v>44909</c:v>
                </c:pt>
                <c:pt idx="1210">
                  <c:v>44910</c:v>
                </c:pt>
                <c:pt idx="1211">
                  <c:v>44911</c:v>
                </c:pt>
                <c:pt idx="1212">
                  <c:v>44914</c:v>
                </c:pt>
                <c:pt idx="1213">
                  <c:v>44915</c:v>
                </c:pt>
                <c:pt idx="1214">
                  <c:v>44916</c:v>
                </c:pt>
                <c:pt idx="1215">
                  <c:v>44917</c:v>
                </c:pt>
                <c:pt idx="1216">
                  <c:v>44918</c:v>
                </c:pt>
                <c:pt idx="1217">
                  <c:v>44921</c:v>
                </c:pt>
                <c:pt idx="1218">
                  <c:v>44922</c:v>
                </c:pt>
                <c:pt idx="1219">
                  <c:v>44923</c:v>
                </c:pt>
                <c:pt idx="1220">
                  <c:v>44924</c:v>
                </c:pt>
                <c:pt idx="1221">
                  <c:v>44925</c:v>
                </c:pt>
                <c:pt idx="1222">
                  <c:v>44928</c:v>
                </c:pt>
                <c:pt idx="1223">
                  <c:v>44929</c:v>
                </c:pt>
                <c:pt idx="1224">
                  <c:v>44930</c:v>
                </c:pt>
                <c:pt idx="1225">
                  <c:v>44931</c:v>
                </c:pt>
                <c:pt idx="1226">
                  <c:v>44932</c:v>
                </c:pt>
                <c:pt idx="1227">
                  <c:v>44935</c:v>
                </c:pt>
                <c:pt idx="1228">
                  <c:v>44936</c:v>
                </c:pt>
                <c:pt idx="1229">
                  <c:v>44937</c:v>
                </c:pt>
                <c:pt idx="1230">
                  <c:v>44938</c:v>
                </c:pt>
                <c:pt idx="1231">
                  <c:v>44939</c:v>
                </c:pt>
                <c:pt idx="1232">
                  <c:v>44942</c:v>
                </c:pt>
                <c:pt idx="1233">
                  <c:v>44943</c:v>
                </c:pt>
                <c:pt idx="1234">
                  <c:v>44944</c:v>
                </c:pt>
                <c:pt idx="1235">
                  <c:v>44945</c:v>
                </c:pt>
                <c:pt idx="1236">
                  <c:v>44946</c:v>
                </c:pt>
                <c:pt idx="1237">
                  <c:v>44950</c:v>
                </c:pt>
                <c:pt idx="1238">
                  <c:v>44951</c:v>
                </c:pt>
                <c:pt idx="1239">
                  <c:v>44952</c:v>
                </c:pt>
                <c:pt idx="1240">
                  <c:v>44953</c:v>
                </c:pt>
                <c:pt idx="1241">
                  <c:v>44956</c:v>
                </c:pt>
                <c:pt idx="1242">
                  <c:v>44957</c:v>
                </c:pt>
                <c:pt idx="1243">
                  <c:v>44958</c:v>
                </c:pt>
                <c:pt idx="1244">
                  <c:v>44959</c:v>
                </c:pt>
                <c:pt idx="1245">
                  <c:v>44960</c:v>
                </c:pt>
                <c:pt idx="1246">
                  <c:v>44963</c:v>
                </c:pt>
                <c:pt idx="1247">
                  <c:v>44964</c:v>
                </c:pt>
                <c:pt idx="1248">
                  <c:v>44965</c:v>
                </c:pt>
                <c:pt idx="1249">
                  <c:v>44966</c:v>
                </c:pt>
                <c:pt idx="1250">
                  <c:v>44967</c:v>
                </c:pt>
                <c:pt idx="1251">
                  <c:v>44970</c:v>
                </c:pt>
                <c:pt idx="1252">
                  <c:v>44971</c:v>
                </c:pt>
                <c:pt idx="1253">
                  <c:v>44972</c:v>
                </c:pt>
                <c:pt idx="1254">
                  <c:v>44973</c:v>
                </c:pt>
                <c:pt idx="1255">
                  <c:v>44974</c:v>
                </c:pt>
                <c:pt idx="1256">
                  <c:v>44977</c:v>
                </c:pt>
                <c:pt idx="1257">
                  <c:v>44978</c:v>
                </c:pt>
                <c:pt idx="1258">
                  <c:v>44979</c:v>
                </c:pt>
                <c:pt idx="1259">
                  <c:v>44980</c:v>
                </c:pt>
                <c:pt idx="1260">
                  <c:v>44981</c:v>
                </c:pt>
                <c:pt idx="1261">
                  <c:v>44984</c:v>
                </c:pt>
                <c:pt idx="1262">
                  <c:v>44985</c:v>
                </c:pt>
                <c:pt idx="1263">
                  <c:v>44986</c:v>
                </c:pt>
                <c:pt idx="1264">
                  <c:v>44987</c:v>
                </c:pt>
                <c:pt idx="1265">
                  <c:v>44988</c:v>
                </c:pt>
                <c:pt idx="1266">
                  <c:v>44991</c:v>
                </c:pt>
                <c:pt idx="1267">
                  <c:v>44992</c:v>
                </c:pt>
                <c:pt idx="1268">
                  <c:v>44993</c:v>
                </c:pt>
                <c:pt idx="1269">
                  <c:v>44994</c:v>
                </c:pt>
                <c:pt idx="1270">
                  <c:v>44995</c:v>
                </c:pt>
                <c:pt idx="1271">
                  <c:v>44998</c:v>
                </c:pt>
                <c:pt idx="1272">
                  <c:v>44999</c:v>
                </c:pt>
                <c:pt idx="1273">
                  <c:v>45000</c:v>
                </c:pt>
                <c:pt idx="1274">
                  <c:v>45001</c:v>
                </c:pt>
                <c:pt idx="1275">
                  <c:v>45002</c:v>
                </c:pt>
                <c:pt idx="1276">
                  <c:v>45005</c:v>
                </c:pt>
                <c:pt idx="1277">
                  <c:v>45006</c:v>
                </c:pt>
                <c:pt idx="1278">
                  <c:v>45009</c:v>
                </c:pt>
                <c:pt idx="1279">
                  <c:v>45012</c:v>
                </c:pt>
                <c:pt idx="1280">
                  <c:v>45013</c:v>
                </c:pt>
                <c:pt idx="1281">
                  <c:v>45014</c:v>
                </c:pt>
                <c:pt idx="1282">
                  <c:v>45015</c:v>
                </c:pt>
                <c:pt idx="1283">
                  <c:v>45016</c:v>
                </c:pt>
                <c:pt idx="1284">
                  <c:v>45019</c:v>
                </c:pt>
                <c:pt idx="1285">
                  <c:v>45020</c:v>
                </c:pt>
                <c:pt idx="1286">
                  <c:v>45021</c:v>
                </c:pt>
                <c:pt idx="1287">
                  <c:v>45022</c:v>
                </c:pt>
                <c:pt idx="1288">
                  <c:v>45026</c:v>
                </c:pt>
                <c:pt idx="1289">
                  <c:v>45027</c:v>
                </c:pt>
                <c:pt idx="1290">
                  <c:v>45028</c:v>
                </c:pt>
                <c:pt idx="1291">
                  <c:v>45029</c:v>
                </c:pt>
                <c:pt idx="1292">
                  <c:v>45030</c:v>
                </c:pt>
                <c:pt idx="1293">
                  <c:v>45033</c:v>
                </c:pt>
                <c:pt idx="1294">
                  <c:v>45034</c:v>
                </c:pt>
                <c:pt idx="1295">
                  <c:v>45042</c:v>
                </c:pt>
                <c:pt idx="1296">
                  <c:v>45043</c:v>
                </c:pt>
                <c:pt idx="1297">
                  <c:v>45044</c:v>
                </c:pt>
                <c:pt idx="1298">
                  <c:v>45048</c:v>
                </c:pt>
                <c:pt idx="1299">
                  <c:v>45049</c:v>
                </c:pt>
                <c:pt idx="1300">
                  <c:v>45050</c:v>
                </c:pt>
                <c:pt idx="1301">
                  <c:v>45051</c:v>
                </c:pt>
                <c:pt idx="1302">
                  <c:v>45054</c:v>
                </c:pt>
                <c:pt idx="1303">
                  <c:v>45055</c:v>
                </c:pt>
                <c:pt idx="1304">
                  <c:v>45056</c:v>
                </c:pt>
                <c:pt idx="1305">
                  <c:v>45057</c:v>
                </c:pt>
                <c:pt idx="1306">
                  <c:v>45058</c:v>
                </c:pt>
                <c:pt idx="1307">
                  <c:v>45061</c:v>
                </c:pt>
                <c:pt idx="1308">
                  <c:v>45062</c:v>
                </c:pt>
                <c:pt idx="1309">
                  <c:v>45063</c:v>
                </c:pt>
                <c:pt idx="1310">
                  <c:v>45065</c:v>
                </c:pt>
                <c:pt idx="1311">
                  <c:v>45068</c:v>
                </c:pt>
                <c:pt idx="1312">
                  <c:v>45069</c:v>
                </c:pt>
                <c:pt idx="1313">
                  <c:v>45070</c:v>
                </c:pt>
                <c:pt idx="1314">
                  <c:v>45071</c:v>
                </c:pt>
                <c:pt idx="1315">
                  <c:v>45072</c:v>
                </c:pt>
                <c:pt idx="1316">
                  <c:v>45075</c:v>
                </c:pt>
                <c:pt idx="1317">
                  <c:v>45076</c:v>
                </c:pt>
                <c:pt idx="1318">
                  <c:v>45077</c:v>
                </c:pt>
                <c:pt idx="1319">
                  <c:v>45082</c:v>
                </c:pt>
                <c:pt idx="1320">
                  <c:v>45083</c:v>
                </c:pt>
                <c:pt idx="1321">
                  <c:v>45084</c:v>
                </c:pt>
                <c:pt idx="1322">
                  <c:v>45085</c:v>
                </c:pt>
                <c:pt idx="1323">
                  <c:v>45086</c:v>
                </c:pt>
                <c:pt idx="1324">
                  <c:v>45089</c:v>
                </c:pt>
                <c:pt idx="1325">
                  <c:v>45090</c:v>
                </c:pt>
                <c:pt idx="1326">
                  <c:v>45091</c:v>
                </c:pt>
                <c:pt idx="1327">
                  <c:v>45092</c:v>
                </c:pt>
                <c:pt idx="1328">
                  <c:v>45093</c:v>
                </c:pt>
                <c:pt idx="1329">
                  <c:v>45096</c:v>
                </c:pt>
                <c:pt idx="1330">
                  <c:v>45097</c:v>
                </c:pt>
                <c:pt idx="1331">
                  <c:v>45098</c:v>
                </c:pt>
                <c:pt idx="1332">
                  <c:v>45099</c:v>
                </c:pt>
                <c:pt idx="1333">
                  <c:v>45100</c:v>
                </c:pt>
                <c:pt idx="1334">
                  <c:v>45103</c:v>
                </c:pt>
                <c:pt idx="1335">
                  <c:v>45104</c:v>
                </c:pt>
                <c:pt idx="1336">
                  <c:v>45110</c:v>
                </c:pt>
                <c:pt idx="1337">
                  <c:v>45111</c:v>
                </c:pt>
                <c:pt idx="1338">
                  <c:v>45112</c:v>
                </c:pt>
                <c:pt idx="1339">
                  <c:v>45113</c:v>
                </c:pt>
                <c:pt idx="1340">
                  <c:v>45114</c:v>
                </c:pt>
                <c:pt idx="1341">
                  <c:v>45117</c:v>
                </c:pt>
                <c:pt idx="1342">
                  <c:v>45118</c:v>
                </c:pt>
                <c:pt idx="1343">
                  <c:v>45119</c:v>
                </c:pt>
                <c:pt idx="1344">
                  <c:v>45120</c:v>
                </c:pt>
                <c:pt idx="1345">
                  <c:v>45121</c:v>
                </c:pt>
                <c:pt idx="1346">
                  <c:v>45124</c:v>
                </c:pt>
                <c:pt idx="1347">
                  <c:v>45125</c:v>
                </c:pt>
                <c:pt idx="1348">
                  <c:v>45127</c:v>
                </c:pt>
                <c:pt idx="1349">
                  <c:v>45128</c:v>
                </c:pt>
                <c:pt idx="1350">
                  <c:v>45131</c:v>
                </c:pt>
                <c:pt idx="1351">
                  <c:v>45132</c:v>
                </c:pt>
                <c:pt idx="1352">
                  <c:v>45133</c:v>
                </c:pt>
                <c:pt idx="1353">
                  <c:v>45134</c:v>
                </c:pt>
                <c:pt idx="1354">
                  <c:v>45135</c:v>
                </c:pt>
                <c:pt idx="1355">
                  <c:v>45138</c:v>
                </c:pt>
                <c:pt idx="1356">
                  <c:v>45139</c:v>
                </c:pt>
                <c:pt idx="1357">
                  <c:v>45140</c:v>
                </c:pt>
                <c:pt idx="1358">
                  <c:v>45141</c:v>
                </c:pt>
                <c:pt idx="1359">
                  <c:v>45142</c:v>
                </c:pt>
                <c:pt idx="1360">
                  <c:v>45145</c:v>
                </c:pt>
                <c:pt idx="1361">
                  <c:v>45146</c:v>
                </c:pt>
                <c:pt idx="1362">
                  <c:v>45147</c:v>
                </c:pt>
                <c:pt idx="1363">
                  <c:v>45148</c:v>
                </c:pt>
                <c:pt idx="1364">
                  <c:v>45149</c:v>
                </c:pt>
                <c:pt idx="1365">
                  <c:v>45152</c:v>
                </c:pt>
                <c:pt idx="1366">
                  <c:v>45153</c:v>
                </c:pt>
                <c:pt idx="1367">
                  <c:v>45154</c:v>
                </c:pt>
                <c:pt idx="1368">
                  <c:v>45156</c:v>
                </c:pt>
                <c:pt idx="1369">
                  <c:v>45159</c:v>
                </c:pt>
                <c:pt idx="1370">
                  <c:v>45160</c:v>
                </c:pt>
                <c:pt idx="1371">
                  <c:v>45161</c:v>
                </c:pt>
                <c:pt idx="1372">
                  <c:v>45162</c:v>
                </c:pt>
                <c:pt idx="1373">
                  <c:v>45163</c:v>
                </c:pt>
                <c:pt idx="1374">
                  <c:v>45166</c:v>
                </c:pt>
                <c:pt idx="1375">
                  <c:v>45167</c:v>
                </c:pt>
                <c:pt idx="1376">
                  <c:v>45168</c:v>
                </c:pt>
                <c:pt idx="1377">
                  <c:v>45169</c:v>
                </c:pt>
                <c:pt idx="1378">
                  <c:v>45170</c:v>
                </c:pt>
                <c:pt idx="1379">
                  <c:v>45173</c:v>
                </c:pt>
                <c:pt idx="1380">
                  <c:v>45174</c:v>
                </c:pt>
                <c:pt idx="1381">
                  <c:v>45175</c:v>
                </c:pt>
                <c:pt idx="1382">
                  <c:v>45176</c:v>
                </c:pt>
                <c:pt idx="1383">
                  <c:v>45177</c:v>
                </c:pt>
                <c:pt idx="1384">
                  <c:v>45180</c:v>
                </c:pt>
                <c:pt idx="1385">
                  <c:v>45181</c:v>
                </c:pt>
                <c:pt idx="1386">
                  <c:v>45182</c:v>
                </c:pt>
                <c:pt idx="1387">
                  <c:v>45183</c:v>
                </c:pt>
                <c:pt idx="1388">
                  <c:v>45184</c:v>
                </c:pt>
                <c:pt idx="1389">
                  <c:v>45187</c:v>
                </c:pt>
                <c:pt idx="1390">
                  <c:v>45188</c:v>
                </c:pt>
                <c:pt idx="1391">
                  <c:v>45189</c:v>
                </c:pt>
                <c:pt idx="1392">
                  <c:v>45190</c:v>
                </c:pt>
                <c:pt idx="1393">
                  <c:v>45191</c:v>
                </c:pt>
                <c:pt idx="1394">
                  <c:v>45194</c:v>
                </c:pt>
                <c:pt idx="1395">
                  <c:v>45195</c:v>
                </c:pt>
                <c:pt idx="1396">
                  <c:v>45196</c:v>
                </c:pt>
                <c:pt idx="1397">
                  <c:v>45198</c:v>
                </c:pt>
                <c:pt idx="1398">
                  <c:v>45201</c:v>
                </c:pt>
                <c:pt idx="1399">
                  <c:v>45202</c:v>
                </c:pt>
                <c:pt idx="1400">
                  <c:v>45203</c:v>
                </c:pt>
                <c:pt idx="1401">
                  <c:v>45204</c:v>
                </c:pt>
                <c:pt idx="1402">
                  <c:v>45205</c:v>
                </c:pt>
                <c:pt idx="1403">
                  <c:v>45208</c:v>
                </c:pt>
                <c:pt idx="1404">
                  <c:v>45209</c:v>
                </c:pt>
                <c:pt idx="1405">
                  <c:v>45210</c:v>
                </c:pt>
                <c:pt idx="1406">
                  <c:v>45211</c:v>
                </c:pt>
                <c:pt idx="1407">
                  <c:v>45212</c:v>
                </c:pt>
                <c:pt idx="1408">
                  <c:v>45215</c:v>
                </c:pt>
                <c:pt idx="1409">
                  <c:v>45216</c:v>
                </c:pt>
                <c:pt idx="1410">
                  <c:v>45217</c:v>
                </c:pt>
                <c:pt idx="1411">
                  <c:v>45218</c:v>
                </c:pt>
                <c:pt idx="1412">
                  <c:v>45219</c:v>
                </c:pt>
                <c:pt idx="1413">
                  <c:v>45222</c:v>
                </c:pt>
                <c:pt idx="1414">
                  <c:v>45223</c:v>
                </c:pt>
                <c:pt idx="1415">
                  <c:v>45224</c:v>
                </c:pt>
                <c:pt idx="1416">
                  <c:v>45225</c:v>
                </c:pt>
                <c:pt idx="1417">
                  <c:v>45226</c:v>
                </c:pt>
                <c:pt idx="1418">
                  <c:v>45229</c:v>
                </c:pt>
                <c:pt idx="1419">
                  <c:v>45230</c:v>
                </c:pt>
                <c:pt idx="1420">
                  <c:v>45231</c:v>
                </c:pt>
                <c:pt idx="1421">
                  <c:v>45232</c:v>
                </c:pt>
                <c:pt idx="1422">
                  <c:v>45233</c:v>
                </c:pt>
                <c:pt idx="1423">
                  <c:v>45236</c:v>
                </c:pt>
                <c:pt idx="1424">
                  <c:v>45237</c:v>
                </c:pt>
                <c:pt idx="1425">
                  <c:v>45238</c:v>
                </c:pt>
                <c:pt idx="1426">
                  <c:v>45239</c:v>
                </c:pt>
                <c:pt idx="1427">
                  <c:v>45240</c:v>
                </c:pt>
                <c:pt idx="1428">
                  <c:v>45243</c:v>
                </c:pt>
                <c:pt idx="1429">
                  <c:v>45244</c:v>
                </c:pt>
                <c:pt idx="1430">
                  <c:v>45245</c:v>
                </c:pt>
                <c:pt idx="1431">
                  <c:v>45246</c:v>
                </c:pt>
                <c:pt idx="1432">
                  <c:v>45247</c:v>
                </c:pt>
                <c:pt idx="1433">
                  <c:v>45250</c:v>
                </c:pt>
                <c:pt idx="1434">
                  <c:v>45251</c:v>
                </c:pt>
                <c:pt idx="1435">
                  <c:v>45252</c:v>
                </c:pt>
                <c:pt idx="1436">
                  <c:v>45253</c:v>
                </c:pt>
                <c:pt idx="1437">
                  <c:v>45254</c:v>
                </c:pt>
                <c:pt idx="1438">
                  <c:v>45257</c:v>
                </c:pt>
                <c:pt idx="1439">
                  <c:v>45258</c:v>
                </c:pt>
                <c:pt idx="1440">
                  <c:v>45259</c:v>
                </c:pt>
                <c:pt idx="1441">
                  <c:v>45260</c:v>
                </c:pt>
                <c:pt idx="1442">
                  <c:v>45261</c:v>
                </c:pt>
                <c:pt idx="1443">
                  <c:v>45264</c:v>
                </c:pt>
                <c:pt idx="1444">
                  <c:v>45265</c:v>
                </c:pt>
                <c:pt idx="1445">
                  <c:v>45266</c:v>
                </c:pt>
                <c:pt idx="1446">
                  <c:v>45267</c:v>
                </c:pt>
                <c:pt idx="1447">
                  <c:v>45268</c:v>
                </c:pt>
                <c:pt idx="1448">
                  <c:v>45271</c:v>
                </c:pt>
                <c:pt idx="1449">
                  <c:v>45272</c:v>
                </c:pt>
                <c:pt idx="1450">
                  <c:v>45273</c:v>
                </c:pt>
                <c:pt idx="1451">
                  <c:v>45274</c:v>
                </c:pt>
                <c:pt idx="1452">
                  <c:v>45275</c:v>
                </c:pt>
                <c:pt idx="1453">
                  <c:v>45278</c:v>
                </c:pt>
                <c:pt idx="1454">
                  <c:v>45279</c:v>
                </c:pt>
                <c:pt idx="1455">
                  <c:v>45280</c:v>
                </c:pt>
                <c:pt idx="1456">
                  <c:v>45281</c:v>
                </c:pt>
                <c:pt idx="1457">
                  <c:v>45282</c:v>
                </c:pt>
                <c:pt idx="1458">
                  <c:v>45287</c:v>
                </c:pt>
                <c:pt idx="1459">
                  <c:v>45288</c:v>
                </c:pt>
                <c:pt idx="1460">
                  <c:v>45289</c:v>
                </c:pt>
                <c:pt idx="1461">
                  <c:v>45293</c:v>
                </c:pt>
                <c:pt idx="1462">
                  <c:v>45294</c:v>
                </c:pt>
                <c:pt idx="1463">
                  <c:v>45295</c:v>
                </c:pt>
                <c:pt idx="1464">
                  <c:v>45296</c:v>
                </c:pt>
                <c:pt idx="1465">
                  <c:v>45299</c:v>
                </c:pt>
                <c:pt idx="1466">
                  <c:v>45300</c:v>
                </c:pt>
                <c:pt idx="1467">
                  <c:v>45301</c:v>
                </c:pt>
                <c:pt idx="1468">
                  <c:v>45302</c:v>
                </c:pt>
                <c:pt idx="1469">
                  <c:v>45303</c:v>
                </c:pt>
                <c:pt idx="1470">
                  <c:v>45306</c:v>
                </c:pt>
                <c:pt idx="1471">
                  <c:v>45307</c:v>
                </c:pt>
                <c:pt idx="1472">
                  <c:v>45308</c:v>
                </c:pt>
                <c:pt idx="1473">
                  <c:v>45309</c:v>
                </c:pt>
                <c:pt idx="1474">
                  <c:v>45310</c:v>
                </c:pt>
                <c:pt idx="1475">
                  <c:v>45313</c:v>
                </c:pt>
                <c:pt idx="1476">
                  <c:v>45314</c:v>
                </c:pt>
                <c:pt idx="1477">
                  <c:v>45315</c:v>
                </c:pt>
                <c:pt idx="1478">
                  <c:v>45316</c:v>
                </c:pt>
                <c:pt idx="1479">
                  <c:v>45317</c:v>
                </c:pt>
                <c:pt idx="1480">
                  <c:v>45320</c:v>
                </c:pt>
                <c:pt idx="1481">
                  <c:v>45321</c:v>
                </c:pt>
                <c:pt idx="1482">
                  <c:v>45322</c:v>
                </c:pt>
                <c:pt idx="1483">
                  <c:v>45323</c:v>
                </c:pt>
                <c:pt idx="1484">
                  <c:v>45324</c:v>
                </c:pt>
                <c:pt idx="1485">
                  <c:v>45327</c:v>
                </c:pt>
                <c:pt idx="1486">
                  <c:v>45328</c:v>
                </c:pt>
                <c:pt idx="1487">
                  <c:v>45329</c:v>
                </c:pt>
                <c:pt idx="1488">
                  <c:v>45334</c:v>
                </c:pt>
                <c:pt idx="1489">
                  <c:v>45335</c:v>
                </c:pt>
                <c:pt idx="1490">
                  <c:v>45337</c:v>
                </c:pt>
                <c:pt idx="1491">
                  <c:v>45338</c:v>
                </c:pt>
                <c:pt idx="1492">
                  <c:v>45341</c:v>
                </c:pt>
                <c:pt idx="1493">
                  <c:v>45342</c:v>
                </c:pt>
                <c:pt idx="1494">
                  <c:v>45343</c:v>
                </c:pt>
                <c:pt idx="1495">
                  <c:v>45344</c:v>
                </c:pt>
                <c:pt idx="1496">
                  <c:v>45345</c:v>
                </c:pt>
                <c:pt idx="1497">
                  <c:v>45348</c:v>
                </c:pt>
                <c:pt idx="1498">
                  <c:v>45349</c:v>
                </c:pt>
                <c:pt idx="1499">
                  <c:v>45350</c:v>
                </c:pt>
                <c:pt idx="1500">
                  <c:v>45351</c:v>
                </c:pt>
                <c:pt idx="1501">
                  <c:v>45352</c:v>
                </c:pt>
                <c:pt idx="1502">
                  <c:v>45355</c:v>
                </c:pt>
                <c:pt idx="1503">
                  <c:v>45356</c:v>
                </c:pt>
                <c:pt idx="1504">
                  <c:v>45357</c:v>
                </c:pt>
                <c:pt idx="1505">
                  <c:v>45358</c:v>
                </c:pt>
                <c:pt idx="1506">
                  <c:v>45359</c:v>
                </c:pt>
                <c:pt idx="1507">
                  <c:v>45364</c:v>
                </c:pt>
                <c:pt idx="1508">
                  <c:v>45365</c:v>
                </c:pt>
                <c:pt idx="1509">
                  <c:v>45366</c:v>
                </c:pt>
                <c:pt idx="1510">
                  <c:v>45369</c:v>
                </c:pt>
                <c:pt idx="1511">
                  <c:v>45370</c:v>
                </c:pt>
                <c:pt idx="1512">
                  <c:v>45371</c:v>
                </c:pt>
                <c:pt idx="1513">
                  <c:v>45372</c:v>
                </c:pt>
                <c:pt idx="1514">
                  <c:v>45373</c:v>
                </c:pt>
                <c:pt idx="1515">
                  <c:v>45376</c:v>
                </c:pt>
                <c:pt idx="1516">
                  <c:v>45377</c:v>
                </c:pt>
                <c:pt idx="1517">
                  <c:v>45378</c:v>
                </c:pt>
                <c:pt idx="1518">
                  <c:v>45379</c:v>
                </c:pt>
                <c:pt idx="1519">
                  <c:v>45383</c:v>
                </c:pt>
                <c:pt idx="1520">
                  <c:v>45384</c:v>
                </c:pt>
                <c:pt idx="1521">
                  <c:v>45385</c:v>
                </c:pt>
                <c:pt idx="1522">
                  <c:v>45386</c:v>
                </c:pt>
                <c:pt idx="1523">
                  <c:v>45387</c:v>
                </c:pt>
                <c:pt idx="1524">
                  <c:v>45398</c:v>
                </c:pt>
                <c:pt idx="1525">
                  <c:v>45399</c:v>
                </c:pt>
                <c:pt idx="1526">
                  <c:v>45400</c:v>
                </c:pt>
                <c:pt idx="1527">
                  <c:v>45401</c:v>
                </c:pt>
                <c:pt idx="1528">
                  <c:v>45404</c:v>
                </c:pt>
                <c:pt idx="1529">
                  <c:v>45405</c:v>
                </c:pt>
                <c:pt idx="1530">
                  <c:v>45406</c:v>
                </c:pt>
                <c:pt idx="1531">
                  <c:v>45407</c:v>
                </c:pt>
                <c:pt idx="1532">
                  <c:v>45408</c:v>
                </c:pt>
                <c:pt idx="1533">
                  <c:v>45411</c:v>
                </c:pt>
                <c:pt idx="1534">
                  <c:v>45412</c:v>
                </c:pt>
                <c:pt idx="1535">
                  <c:v>45414</c:v>
                </c:pt>
                <c:pt idx="1536">
                  <c:v>45415</c:v>
                </c:pt>
                <c:pt idx="1537">
                  <c:v>45418</c:v>
                </c:pt>
                <c:pt idx="1538">
                  <c:v>45419</c:v>
                </c:pt>
                <c:pt idx="1539">
                  <c:v>45420</c:v>
                </c:pt>
                <c:pt idx="1540">
                  <c:v>45425</c:v>
                </c:pt>
                <c:pt idx="1541">
                  <c:v>45426</c:v>
                </c:pt>
                <c:pt idx="1542">
                  <c:v>45427</c:v>
                </c:pt>
                <c:pt idx="1543">
                  <c:v>45428</c:v>
                </c:pt>
                <c:pt idx="1544">
                  <c:v>45429</c:v>
                </c:pt>
                <c:pt idx="1545">
                  <c:v>45432</c:v>
                </c:pt>
                <c:pt idx="1546">
                  <c:v>45433</c:v>
                </c:pt>
                <c:pt idx="1547">
                  <c:v>45434</c:v>
                </c:pt>
                <c:pt idx="1548">
                  <c:v>45439</c:v>
                </c:pt>
                <c:pt idx="1549">
                  <c:v>45440</c:v>
                </c:pt>
                <c:pt idx="1550">
                  <c:v>45441</c:v>
                </c:pt>
                <c:pt idx="1551">
                  <c:v>45442</c:v>
                </c:pt>
                <c:pt idx="1552">
                  <c:v>45443</c:v>
                </c:pt>
                <c:pt idx="1553">
                  <c:v>45446</c:v>
                </c:pt>
                <c:pt idx="1554">
                  <c:v>45447</c:v>
                </c:pt>
                <c:pt idx="1555">
                  <c:v>45448</c:v>
                </c:pt>
                <c:pt idx="1556">
                  <c:v>45449</c:v>
                </c:pt>
                <c:pt idx="1557">
                  <c:v>45450</c:v>
                </c:pt>
                <c:pt idx="1558">
                  <c:v>45453</c:v>
                </c:pt>
                <c:pt idx="1559">
                  <c:v>45454</c:v>
                </c:pt>
                <c:pt idx="1560">
                  <c:v>45455</c:v>
                </c:pt>
                <c:pt idx="1561">
                  <c:v>45456</c:v>
                </c:pt>
                <c:pt idx="1562">
                  <c:v>45457</c:v>
                </c:pt>
                <c:pt idx="1563">
                  <c:v>45462</c:v>
                </c:pt>
                <c:pt idx="1564">
                  <c:v>45463</c:v>
                </c:pt>
                <c:pt idx="1565">
                  <c:v>45464</c:v>
                </c:pt>
                <c:pt idx="1566">
                  <c:v>45467</c:v>
                </c:pt>
                <c:pt idx="1567">
                  <c:v>45468</c:v>
                </c:pt>
                <c:pt idx="1568">
                  <c:v>45469</c:v>
                </c:pt>
                <c:pt idx="1569">
                  <c:v>45470</c:v>
                </c:pt>
                <c:pt idx="1570">
                  <c:v>45471</c:v>
                </c:pt>
                <c:pt idx="1571">
                  <c:v>45474</c:v>
                </c:pt>
                <c:pt idx="1572">
                  <c:v>45475</c:v>
                </c:pt>
                <c:pt idx="1573">
                  <c:v>45476</c:v>
                </c:pt>
                <c:pt idx="1574">
                  <c:v>45477</c:v>
                </c:pt>
                <c:pt idx="1575">
                  <c:v>45478</c:v>
                </c:pt>
                <c:pt idx="1576">
                  <c:v>45481</c:v>
                </c:pt>
                <c:pt idx="1577">
                  <c:v>45482</c:v>
                </c:pt>
                <c:pt idx="1578">
                  <c:v>45483</c:v>
                </c:pt>
                <c:pt idx="1579">
                  <c:v>45484</c:v>
                </c:pt>
                <c:pt idx="1580">
                  <c:v>45485</c:v>
                </c:pt>
                <c:pt idx="1581">
                  <c:v>45488</c:v>
                </c:pt>
                <c:pt idx="1582">
                  <c:v>45489</c:v>
                </c:pt>
                <c:pt idx="1583">
                  <c:v>45490</c:v>
                </c:pt>
                <c:pt idx="1584">
                  <c:v>45491</c:v>
                </c:pt>
                <c:pt idx="1585">
                  <c:v>45492</c:v>
                </c:pt>
                <c:pt idx="1586">
                  <c:v>45495</c:v>
                </c:pt>
                <c:pt idx="1587">
                  <c:v>45496</c:v>
                </c:pt>
                <c:pt idx="1588">
                  <c:v>45497</c:v>
                </c:pt>
                <c:pt idx="1589">
                  <c:v>45498</c:v>
                </c:pt>
                <c:pt idx="1590">
                  <c:v>45499</c:v>
                </c:pt>
                <c:pt idx="1591">
                  <c:v>45502</c:v>
                </c:pt>
                <c:pt idx="1592">
                  <c:v>45503</c:v>
                </c:pt>
                <c:pt idx="1593">
                  <c:v>45504</c:v>
                </c:pt>
                <c:pt idx="1594">
                  <c:v>45505</c:v>
                </c:pt>
                <c:pt idx="1595">
                  <c:v>45506</c:v>
                </c:pt>
                <c:pt idx="1596">
                  <c:v>45509</c:v>
                </c:pt>
                <c:pt idx="1597">
                  <c:v>45510</c:v>
                </c:pt>
                <c:pt idx="1598">
                  <c:v>45511</c:v>
                </c:pt>
                <c:pt idx="1599">
                  <c:v>45512</c:v>
                </c:pt>
                <c:pt idx="1600">
                  <c:v>45513</c:v>
                </c:pt>
                <c:pt idx="1601">
                  <c:v>45516</c:v>
                </c:pt>
                <c:pt idx="1602">
                  <c:v>45517</c:v>
                </c:pt>
                <c:pt idx="1603">
                  <c:v>45518</c:v>
                </c:pt>
                <c:pt idx="1604">
                  <c:v>45519</c:v>
                </c:pt>
                <c:pt idx="1605">
                  <c:v>45520</c:v>
                </c:pt>
                <c:pt idx="1606">
                  <c:v>45523</c:v>
                </c:pt>
                <c:pt idx="1607">
                  <c:v>45524</c:v>
                </c:pt>
                <c:pt idx="1608">
                  <c:v>45525</c:v>
                </c:pt>
                <c:pt idx="1609">
                  <c:v>45526</c:v>
                </c:pt>
                <c:pt idx="1610">
                  <c:v>45527</c:v>
                </c:pt>
                <c:pt idx="1611">
                  <c:v>45530</c:v>
                </c:pt>
                <c:pt idx="1612">
                  <c:v>45531</c:v>
                </c:pt>
                <c:pt idx="1613">
                  <c:v>45532</c:v>
                </c:pt>
                <c:pt idx="1614">
                  <c:v>45533</c:v>
                </c:pt>
                <c:pt idx="1615">
                  <c:v>45534</c:v>
                </c:pt>
                <c:pt idx="1616">
                  <c:v>45537</c:v>
                </c:pt>
                <c:pt idx="1617">
                  <c:v>45538</c:v>
                </c:pt>
                <c:pt idx="1618">
                  <c:v>45539</c:v>
                </c:pt>
                <c:pt idx="1619">
                  <c:v>45540</c:v>
                </c:pt>
                <c:pt idx="1620">
                  <c:v>45541</c:v>
                </c:pt>
                <c:pt idx="1621">
                  <c:v>45544</c:v>
                </c:pt>
                <c:pt idx="1622">
                  <c:v>45545</c:v>
                </c:pt>
                <c:pt idx="1623">
                  <c:v>45546</c:v>
                </c:pt>
                <c:pt idx="1624">
                  <c:v>45547</c:v>
                </c:pt>
                <c:pt idx="1625">
                  <c:v>45548</c:v>
                </c:pt>
                <c:pt idx="1626">
                  <c:v>45552</c:v>
                </c:pt>
                <c:pt idx="1627">
                  <c:v>45553</c:v>
                </c:pt>
                <c:pt idx="1628">
                  <c:v>45554</c:v>
                </c:pt>
                <c:pt idx="1629">
                  <c:v>45555</c:v>
                </c:pt>
                <c:pt idx="1630">
                  <c:v>45558</c:v>
                </c:pt>
                <c:pt idx="1631">
                  <c:v>45559</c:v>
                </c:pt>
                <c:pt idx="1632">
                  <c:v>45560</c:v>
                </c:pt>
                <c:pt idx="1633">
                  <c:v>45561</c:v>
                </c:pt>
                <c:pt idx="1634">
                  <c:v>45562</c:v>
                </c:pt>
                <c:pt idx="1635">
                  <c:v>45565</c:v>
                </c:pt>
                <c:pt idx="1636">
                  <c:v>45566</c:v>
                </c:pt>
                <c:pt idx="1637">
                  <c:v>45567</c:v>
                </c:pt>
                <c:pt idx="1638">
                  <c:v>45568</c:v>
                </c:pt>
                <c:pt idx="1639">
                  <c:v>45569</c:v>
                </c:pt>
                <c:pt idx="1640">
                  <c:v>45572</c:v>
                </c:pt>
                <c:pt idx="1641">
                  <c:v>45573</c:v>
                </c:pt>
                <c:pt idx="1642">
                  <c:v>45574</c:v>
                </c:pt>
                <c:pt idx="1643">
                  <c:v>45575</c:v>
                </c:pt>
                <c:pt idx="1644">
                  <c:v>45576</c:v>
                </c:pt>
                <c:pt idx="1645">
                  <c:v>45579</c:v>
                </c:pt>
                <c:pt idx="1646">
                  <c:v>45580</c:v>
                </c:pt>
                <c:pt idx="1647">
                  <c:v>45581</c:v>
                </c:pt>
                <c:pt idx="1648">
                  <c:v>45582</c:v>
                </c:pt>
                <c:pt idx="1649">
                  <c:v>45583</c:v>
                </c:pt>
                <c:pt idx="1650">
                  <c:v>45586</c:v>
                </c:pt>
                <c:pt idx="1651">
                  <c:v>45587</c:v>
                </c:pt>
                <c:pt idx="1652">
                  <c:v>45588</c:v>
                </c:pt>
                <c:pt idx="1653">
                  <c:v>45589</c:v>
                </c:pt>
                <c:pt idx="1654">
                  <c:v>45590</c:v>
                </c:pt>
                <c:pt idx="1655">
                  <c:v>45593</c:v>
                </c:pt>
                <c:pt idx="1656">
                  <c:v>45594</c:v>
                </c:pt>
                <c:pt idx="1657">
                  <c:v>45595</c:v>
                </c:pt>
                <c:pt idx="1658">
                  <c:v>45596</c:v>
                </c:pt>
                <c:pt idx="1659">
                  <c:v>45597</c:v>
                </c:pt>
                <c:pt idx="1660">
                  <c:v>45600</c:v>
                </c:pt>
                <c:pt idx="1661">
                  <c:v>45601</c:v>
                </c:pt>
                <c:pt idx="1662">
                  <c:v>45602</c:v>
                </c:pt>
                <c:pt idx="1663">
                  <c:v>45603</c:v>
                </c:pt>
                <c:pt idx="1664">
                  <c:v>45604</c:v>
                </c:pt>
                <c:pt idx="1665">
                  <c:v>45607</c:v>
                </c:pt>
                <c:pt idx="1666">
                  <c:v>45608</c:v>
                </c:pt>
                <c:pt idx="1667">
                  <c:v>45609</c:v>
                </c:pt>
                <c:pt idx="1668">
                  <c:v>45610</c:v>
                </c:pt>
                <c:pt idx="1669">
                  <c:v>45611</c:v>
                </c:pt>
                <c:pt idx="1670">
                  <c:v>45614</c:v>
                </c:pt>
                <c:pt idx="1671">
                  <c:v>45615</c:v>
                </c:pt>
                <c:pt idx="1672">
                  <c:v>45616</c:v>
                </c:pt>
                <c:pt idx="1673">
                  <c:v>45617</c:v>
                </c:pt>
                <c:pt idx="1674">
                  <c:v>45618</c:v>
                </c:pt>
                <c:pt idx="1675">
                  <c:v>45621</c:v>
                </c:pt>
                <c:pt idx="1676">
                  <c:v>45622</c:v>
                </c:pt>
                <c:pt idx="1677">
                  <c:v>45623</c:v>
                </c:pt>
                <c:pt idx="1678">
                  <c:v>45624</c:v>
                </c:pt>
                <c:pt idx="1679">
                  <c:v>45625</c:v>
                </c:pt>
                <c:pt idx="1680">
                  <c:v>45628</c:v>
                </c:pt>
                <c:pt idx="1681">
                  <c:v>45629</c:v>
                </c:pt>
                <c:pt idx="1682">
                  <c:v>45630</c:v>
                </c:pt>
                <c:pt idx="1683">
                  <c:v>45631</c:v>
                </c:pt>
                <c:pt idx="1684">
                  <c:v>45632</c:v>
                </c:pt>
                <c:pt idx="1685">
                  <c:v>45635</c:v>
                </c:pt>
                <c:pt idx="1686">
                  <c:v>45636</c:v>
                </c:pt>
                <c:pt idx="1687">
                  <c:v>45637</c:v>
                </c:pt>
                <c:pt idx="1688">
                  <c:v>45638</c:v>
                </c:pt>
                <c:pt idx="1689">
                  <c:v>45639</c:v>
                </c:pt>
                <c:pt idx="1690">
                  <c:v>45642</c:v>
                </c:pt>
                <c:pt idx="1691">
                  <c:v>45643</c:v>
                </c:pt>
                <c:pt idx="1692">
                  <c:v>45644</c:v>
                </c:pt>
                <c:pt idx="1693">
                  <c:v>45645</c:v>
                </c:pt>
                <c:pt idx="1694">
                  <c:v>45646</c:v>
                </c:pt>
                <c:pt idx="1695">
                  <c:v>45649</c:v>
                </c:pt>
                <c:pt idx="1696">
                  <c:v>45650</c:v>
                </c:pt>
                <c:pt idx="1697">
                  <c:v>45651</c:v>
                </c:pt>
                <c:pt idx="1698">
                  <c:v>45652</c:v>
                </c:pt>
                <c:pt idx="1699">
                  <c:v>45653</c:v>
                </c:pt>
                <c:pt idx="1700">
                  <c:v>45656</c:v>
                </c:pt>
                <c:pt idx="1701">
                  <c:v>45657</c:v>
                </c:pt>
                <c:pt idx="1702">
                  <c:v>45658</c:v>
                </c:pt>
                <c:pt idx="1703">
                  <c:v>45659</c:v>
                </c:pt>
                <c:pt idx="1704">
                  <c:v>45660</c:v>
                </c:pt>
                <c:pt idx="1705">
                  <c:v>45663</c:v>
                </c:pt>
                <c:pt idx="1706">
                  <c:v>45664</c:v>
                </c:pt>
                <c:pt idx="1707">
                  <c:v>45665</c:v>
                </c:pt>
                <c:pt idx="1708">
                  <c:v>45666</c:v>
                </c:pt>
                <c:pt idx="1709">
                  <c:v>45667</c:v>
                </c:pt>
                <c:pt idx="1710">
                  <c:v>45670</c:v>
                </c:pt>
                <c:pt idx="1711">
                  <c:v>45671</c:v>
                </c:pt>
                <c:pt idx="1712">
                  <c:v>45672</c:v>
                </c:pt>
                <c:pt idx="1713">
                  <c:v>45673</c:v>
                </c:pt>
                <c:pt idx="1714">
                  <c:v>45674</c:v>
                </c:pt>
                <c:pt idx="1715">
                  <c:v>45677</c:v>
                </c:pt>
                <c:pt idx="1716">
                  <c:v>45678</c:v>
                </c:pt>
                <c:pt idx="1717">
                  <c:v>45679</c:v>
                </c:pt>
                <c:pt idx="1718">
                  <c:v>45680</c:v>
                </c:pt>
                <c:pt idx="1719">
                  <c:v>45681</c:v>
                </c:pt>
                <c:pt idx="1720">
                  <c:v>45684</c:v>
                </c:pt>
                <c:pt idx="1721">
                  <c:v>45685</c:v>
                </c:pt>
                <c:pt idx="1722">
                  <c:v>45686</c:v>
                </c:pt>
                <c:pt idx="1723">
                  <c:v>45687</c:v>
                </c:pt>
                <c:pt idx="1724">
                  <c:v>45688</c:v>
                </c:pt>
                <c:pt idx="1725">
                  <c:v>45691</c:v>
                </c:pt>
                <c:pt idx="1726">
                  <c:v>45692</c:v>
                </c:pt>
                <c:pt idx="1727">
                  <c:v>45693</c:v>
                </c:pt>
                <c:pt idx="1728">
                  <c:v>45694</c:v>
                </c:pt>
                <c:pt idx="1729">
                  <c:v>45695</c:v>
                </c:pt>
                <c:pt idx="1730">
                  <c:v>45698</c:v>
                </c:pt>
                <c:pt idx="1731">
                  <c:v>45699</c:v>
                </c:pt>
                <c:pt idx="1732">
                  <c:v>45700</c:v>
                </c:pt>
                <c:pt idx="1733">
                  <c:v>45701</c:v>
                </c:pt>
                <c:pt idx="1734">
                  <c:v>45702</c:v>
                </c:pt>
                <c:pt idx="1735">
                  <c:v>45705</c:v>
                </c:pt>
                <c:pt idx="1736">
                  <c:v>45706</c:v>
                </c:pt>
                <c:pt idx="1737">
                  <c:v>45707</c:v>
                </c:pt>
                <c:pt idx="1738">
                  <c:v>45708</c:v>
                </c:pt>
                <c:pt idx="1739">
                  <c:v>45709</c:v>
                </c:pt>
                <c:pt idx="1740">
                  <c:v>45712</c:v>
                </c:pt>
                <c:pt idx="1741">
                  <c:v>45713</c:v>
                </c:pt>
                <c:pt idx="1742">
                  <c:v>45714</c:v>
                </c:pt>
                <c:pt idx="1743">
                  <c:v>45715</c:v>
                </c:pt>
                <c:pt idx="1744">
                  <c:v>45716</c:v>
                </c:pt>
                <c:pt idx="1745">
                  <c:v>45719</c:v>
                </c:pt>
                <c:pt idx="1746">
                  <c:v>45720</c:v>
                </c:pt>
                <c:pt idx="1747">
                  <c:v>45721</c:v>
                </c:pt>
                <c:pt idx="1748">
                  <c:v>45722</c:v>
                </c:pt>
                <c:pt idx="1749">
                  <c:v>45723</c:v>
                </c:pt>
                <c:pt idx="1750">
                  <c:v>45726</c:v>
                </c:pt>
                <c:pt idx="1751">
                  <c:v>45727</c:v>
                </c:pt>
                <c:pt idx="1752">
                  <c:v>45728</c:v>
                </c:pt>
                <c:pt idx="1753">
                  <c:v>45729</c:v>
                </c:pt>
                <c:pt idx="1754">
                  <c:v>45730</c:v>
                </c:pt>
                <c:pt idx="1755">
                  <c:v>45733</c:v>
                </c:pt>
                <c:pt idx="1756">
                  <c:v>45734</c:v>
                </c:pt>
                <c:pt idx="1757">
                  <c:v>45735</c:v>
                </c:pt>
                <c:pt idx="1758">
                  <c:v>45736</c:v>
                </c:pt>
                <c:pt idx="1759">
                  <c:v>45737</c:v>
                </c:pt>
                <c:pt idx="1760">
                  <c:v>45740</c:v>
                </c:pt>
                <c:pt idx="1761">
                  <c:v>45741</c:v>
                </c:pt>
                <c:pt idx="1762">
                  <c:v>45742</c:v>
                </c:pt>
                <c:pt idx="1763">
                  <c:v>45743</c:v>
                </c:pt>
                <c:pt idx="1764">
                  <c:v>45755</c:v>
                </c:pt>
                <c:pt idx="1765">
                  <c:v>45756</c:v>
                </c:pt>
                <c:pt idx="1766">
                  <c:v>45757</c:v>
                </c:pt>
                <c:pt idx="1767">
                  <c:v>45758</c:v>
                </c:pt>
                <c:pt idx="1768">
                  <c:v>45761</c:v>
                </c:pt>
                <c:pt idx="1769">
                  <c:v>45762</c:v>
                </c:pt>
                <c:pt idx="1770">
                  <c:v>45763</c:v>
                </c:pt>
                <c:pt idx="1771">
                  <c:v>45764</c:v>
                </c:pt>
                <c:pt idx="1772">
                  <c:v>45765</c:v>
                </c:pt>
                <c:pt idx="1773">
                  <c:v>45768</c:v>
                </c:pt>
                <c:pt idx="1774">
                  <c:v>45769</c:v>
                </c:pt>
                <c:pt idx="1775">
                  <c:v>45770</c:v>
                </c:pt>
                <c:pt idx="1776">
                  <c:v>45771</c:v>
                </c:pt>
                <c:pt idx="1777">
                  <c:v>45772</c:v>
                </c:pt>
                <c:pt idx="1778">
                  <c:v>45775</c:v>
                </c:pt>
                <c:pt idx="1779">
                  <c:v>45776</c:v>
                </c:pt>
                <c:pt idx="1780">
                  <c:v>45777</c:v>
                </c:pt>
                <c:pt idx="1781">
                  <c:v>45778</c:v>
                </c:pt>
                <c:pt idx="1782">
                  <c:v>45779</c:v>
                </c:pt>
                <c:pt idx="1783">
                  <c:v>45782</c:v>
                </c:pt>
                <c:pt idx="1784">
                  <c:v>45783</c:v>
                </c:pt>
                <c:pt idx="1785">
                  <c:v>45784</c:v>
                </c:pt>
                <c:pt idx="1786">
                  <c:v>45785</c:v>
                </c:pt>
                <c:pt idx="1787">
                  <c:v>45786</c:v>
                </c:pt>
                <c:pt idx="1788">
                  <c:v>45789</c:v>
                </c:pt>
                <c:pt idx="1789">
                  <c:v>45790</c:v>
                </c:pt>
                <c:pt idx="1790">
                  <c:v>45791</c:v>
                </c:pt>
                <c:pt idx="1791">
                  <c:v>45792</c:v>
                </c:pt>
                <c:pt idx="1792">
                  <c:v>45793</c:v>
                </c:pt>
                <c:pt idx="1793">
                  <c:v>45796</c:v>
                </c:pt>
                <c:pt idx="1794">
                  <c:v>45797</c:v>
                </c:pt>
                <c:pt idx="1795">
                  <c:v>45798</c:v>
                </c:pt>
                <c:pt idx="1796">
                  <c:v>45799</c:v>
                </c:pt>
                <c:pt idx="1797">
                  <c:v>45800</c:v>
                </c:pt>
                <c:pt idx="1798">
                  <c:v>45803</c:v>
                </c:pt>
                <c:pt idx="1799">
                  <c:v>45804</c:v>
                </c:pt>
                <c:pt idx="1800">
                  <c:v>45805</c:v>
                </c:pt>
                <c:pt idx="1801">
                  <c:v>45806</c:v>
                </c:pt>
                <c:pt idx="1802">
                  <c:v>45807</c:v>
                </c:pt>
                <c:pt idx="1803">
                  <c:v>45810</c:v>
                </c:pt>
                <c:pt idx="1804">
                  <c:v>45811</c:v>
                </c:pt>
                <c:pt idx="1805">
                  <c:v>45812</c:v>
                </c:pt>
                <c:pt idx="1806">
                  <c:v>45813</c:v>
                </c:pt>
                <c:pt idx="1807">
                  <c:v>45814</c:v>
                </c:pt>
                <c:pt idx="1808">
                  <c:v>45817</c:v>
                </c:pt>
                <c:pt idx="1809">
                  <c:v>45818</c:v>
                </c:pt>
                <c:pt idx="1810">
                  <c:v>45819</c:v>
                </c:pt>
                <c:pt idx="1811">
                  <c:v>45820</c:v>
                </c:pt>
                <c:pt idx="1812">
                  <c:v>45821</c:v>
                </c:pt>
                <c:pt idx="1813">
                  <c:v>45824</c:v>
                </c:pt>
                <c:pt idx="1814">
                  <c:v>45825</c:v>
                </c:pt>
                <c:pt idx="1815">
                  <c:v>45826</c:v>
                </c:pt>
                <c:pt idx="1816">
                  <c:v>45827</c:v>
                </c:pt>
                <c:pt idx="1817">
                  <c:v>45828</c:v>
                </c:pt>
                <c:pt idx="1818">
                  <c:v>45831</c:v>
                </c:pt>
                <c:pt idx="1819">
                  <c:v>45832</c:v>
                </c:pt>
                <c:pt idx="1820">
                  <c:v>45833</c:v>
                </c:pt>
                <c:pt idx="1821">
                  <c:v>45834</c:v>
                </c:pt>
                <c:pt idx="1822">
                  <c:v>45835</c:v>
                </c:pt>
                <c:pt idx="1823">
                  <c:v>45838</c:v>
                </c:pt>
                <c:pt idx="1824">
                  <c:v>45839</c:v>
                </c:pt>
                <c:pt idx="1825">
                  <c:v>45840</c:v>
                </c:pt>
                <c:pt idx="1826">
                  <c:v>45841</c:v>
                </c:pt>
                <c:pt idx="1827">
                  <c:v>45842</c:v>
                </c:pt>
                <c:pt idx="1828">
                  <c:v>45845</c:v>
                </c:pt>
                <c:pt idx="1829">
                  <c:v>45846</c:v>
                </c:pt>
                <c:pt idx="1830">
                  <c:v>45847</c:v>
                </c:pt>
                <c:pt idx="1831">
                  <c:v>45848</c:v>
                </c:pt>
                <c:pt idx="1832">
                  <c:v>45849</c:v>
                </c:pt>
                <c:pt idx="1833">
                  <c:v>45852</c:v>
                </c:pt>
                <c:pt idx="1834">
                  <c:v>45853</c:v>
                </c:pt>
                <c:pt idx="1835">
                  <c:v>45854</c:v>
                </c:pt>
                <c:pt idx="1836">
                  <c:v>45855</c:v>
                </c:pt>
                <c:pt idx="1837">
                  <c:v>45856</c:v>
                </c:pt>
                <c:pt idx="1838">
                  <c:v>45859</c:v>
                </c:pt>
                <c:pt idx="1839">
                  <c:v>45860</c:v>
                </c:pt>
                <c:pt idx="1840">
                  <c:v>45861</c:v>
                </c:pt>
                <c:pt idx="1841">
                  <c:v>45862</c:v>
                </c:pt>
                <c:pt idx="1842">
                  <c:v>45863</c:v>
                </c:pt>
                <c:pt idx="1843">
                  <c:v>45866</c:v>
                </c:pt>
                <c:pt idx="1844">
                  <c:v>45867</c:v>
                </c:pt>
                <c:pt idx="1845">
                  <c:v>45868</c:v>
                </c:pt>
                <c:pt idx="1846">
                  <c:v>45869</c:v>
                </c:pt>
                <c:pt idx="1847">
                  <c:v>45870</c:v>
                </c:pt>
                <c:pt idx="1848">
                  <c:v>45873</c:v>
                </c:pt>
                <c:pt idx="1849">
                  <c:v>45874</c:v>
                </c:pt>
                <c:pt idx="1850">
                  <c:v>45875</c:v>
                </c:pt>
                <c:pt idx="1851">
                  <c:v>45876</c:v>
                </c:pt>
                <c:pt idx="1852">
                  <c:v>45877</c:v>
                </c:pt>
                <c:pt idx="1853">
                  <c:v>45880</c:v>
                </c:pt>
                <c:pt idx="1854">
                  <c:v>45881</c:v>
                </c:pt>
                <c:pt idx="1855">
                  <c:v>45882</c:v>
                </c:pt>
                <c:pt idx="1856">
                  <c:v>45883</c:v>
                </c:pt>
                <c:pt idx="1857">
                  <c:v>45884</c:v>
                </c:pt>
                <c:pt idx="1858">
                  <c:v>45887</c:v>
                </c:pt>
                <c:pt idx="1859">
                  <c:v>45888</c:v>
                </c:pt>
                <c:pt idx="1860">
                  <c:v>45889</c:v>
                </c:pt>
                <c:pt idx="1861">
                  <c:v>45890</c:v>
                </c:pt>
                <c:pt idx="1862">
                  <c:v>45891</c:v>
                </c:pt>
                <c:pt idx="1863">
                  <c:v>45894</c:v>
                </c:pt>
                <c:pt idx="1864">
                  <c:v>45895</c:v>
                </c:pt>
                <c:pt idx="1865">
                  <c:v>45896</c:v>
                </c:pt>
                <c:pt idx="1866">
                  <c:v>45897</c:v>
                </c:pt>
                <c:pt idx="1867">
                  <c:v>45898</c:v>
                </c:pt>
                <c:pt idx="1868">
                  <c:v>45901</c:v>
                </c:pt>
                <c:pt idx="1869">
                  <c:v>45902</c:v>
                </c:pt>
                <c:pt idx="1870">
                  <c:v>45903</c:v>
                </c:pt>
                <c:pt idx="1871">
                  <c:v>45904</c:v>
                </c:pt>
                <c:pt idx="1872">
                  <c:v>45905</c:v>
                </c:pt>
                <c:pt idx="1873">
                  <c:v>45908</c:v>
                </c:pt>
                <c:pt idx="1874">
                  <c:v>45909</c:v>
                </c:pt>
                <c:pt idx="1875">
                  <c:v>45910</c:v>
                </c:pt>
                <c:pt idx="1876">
                  <c:v>45911</c:v>
                </c:pt>
                <c:pt idx="1877">
                  <c:v>45912</c:v>
                </c:pt>
                <c:pt idx="1878">
                  <c:v>45915</c:v>
                </c:pt>
                <c:pt idx="1879">
                  <c:v>45916</c:v>
                </c:pt>
                <c:pt idx="1880">
                  <c:v>45917</c:v>
                </c:pt>
                <c:pt idx="1881">
                  <c:v>45918</c:v>
                </c:pt>
                <c:pt idx="1882">
                  <c:v>45919</c:v>
                </c:pt>
                <c:pt idx="1883">
                  <c:v>45922</c:v>
                </c:pt>
                <c:pt idx="1884">
                  <c:v>45923</c:v>
                </c:pt>
                <c:pt idx="1885">
                  <c:v>45924</c:v>
                </c:pt>
                <c:pt idx="1886">
                  <c:v>45925</c:v>
                </c:pt>
                <c:pt idx="1887">
                  <c:v>45926</c:v>
                </c:pt>
                <c:pt idx="1888">
                  <c:v>45929</c:v>
                </c:pt>
                <c:pt idx="1889">
                  <c:v>45930</c:v>
                </c:pt>
                <c:pt idx="1890">
                  <c:v>45931</c:v>
                </c:pt>
                <c:pt idx="1891">
                  <c:v>45932</c:v>
                </c:pt>
                <c:pt idx="1892">
                  <c:v>45933</c:v>
                </c:pt>
                <c:pt idx="1893">
                  <c:v>45936</c:v>
                </c:pt>
                <c:pt idx="1894">
                  <c:v>45937</c:v>
                </c:pt>
                <c:pt idx="1895">
                  <c:v>45938</c:v>
                </c:pt>
                <c:pt idx="1896">
                  <c:v>45939</c:v>
                </c:pt>
                <c:pt idx="1897">
                  <c:v>45940</c:v>
                </c:pt>
                <c:pt idx="1898">
                  <c:v>45943</c:v>
                </c:pt>
                <c:pt idx="1899">
                  <c:v>45944</c:v>
                </c:pt>
                <c:pt idx="1900">
                  <c:v>45945</c:v>
                </c:pt>
                <c:pt idx="1901">
                  <c:v>45946</c:v>
                </c:pt>
                <c:pt idx="1902">
                  <c:v>45947</c:v>
                </c:pt>
                <c:pt idx="1903">
                  <c:v>45950</c:v>
                </c:pt>
                <c:pt idx="1904">
                  <c:v>45951</c:v>
                </c:pt>
                <c:pt idx="1905">
                  <c:v>45952</c:v>
                </c:pt>
                <c:pt idx="1906">
                  <c:v>45953</c:v>
                </c:pt>
                <c:pt idx="1907">
                  <c:v>45954</c:v>
                </c:pt>
                <c:pt idx="1908">
                  <c:v>45957</c:v>
                </c:pt>
                <c:pt idx="1909">
                  <c:v>45958</c:v>
                </c:pt>
                <c:pt idx="1910">
                  <c:v>45959</c:v>
                </c:pt>
                <c:pt idx="1911">
                  <c:v>45960</c:v>
                </c:pt>
                <c:pt idx="1912">
                  <c:v>45961</c:v>
                </c:pt>
                <c:pt idx="1913">
                  <c:v>45964</c:v>
                </c:pt>
                <c:pt idx="1914">
                  <c:v>45965</c:v>
                </c:pt>
                <c:pt idx="1915">
                  <c:v>45966</c:v>
                </c:pt>
                <c:pt idx="1916">
                  <c:v>45967</c:v>
                </c:pt>
                <c:pt idx="1917">
                  <c:v>45968</c:v>
                </c:pt>
                <c:pt idx="1918">
                  <c:v>45971</c:v>
                </c:pt>
                <c:pt idx="1919">
                  <c:v>45972</c:v>
                </c:pt>
                <c:pt idx="1920">
                  <c:v>45973</c:v>
                </c:pt>
                <c:pt idx="1921">
                  <c:v>45974</c:v>
                </c:pt>
                <c:pt idx="1922">
                  <c:v>45975</c:v>
                </c:pt>
                <c:pt idx="1923">
                  <c:v>45978</c:v>
                </c:pt>
                <c:pt idx="1924">
                  <c:v>45979</c:v>
                </c:pt>
                <c:pt idx="1925">
                  <c:v>45980</c:v>
                </c:pt>
                <c:pt idx="1926">
                  <c:v>45981</c:v>
                </c:pt>
                <c:pt idx="1927">
                  <c:v>45982</c:v>
                </c:pt>
                <c:pt idx="1928">
                  <c:v>45985</c:v>
                </c:pt>
                <c:pt idx="1929">
                  <c:v>45986</c:v>
                </c:pt>
                <c:pt idx="1930">
                  <c:v>45987</c:v>
                </c:pt>
                <c:pt idx="1931">
                  <c:v>45988</c:v>
                </c:pt>
                <c:pt idx="1932">
                  <c:v>45989</c:v>
                </c:pt>
                <c:pt idx="1933">
                  <c:v>45992</c:v>
                </c:pt>
                <c:pt idx="1934">
                  <c:v>45993</c:v>
                </c:pt>
                <c:pt idx="1935">
                  <c:v>45994</c:v>
                </c:pt>
                <c:pt idx="1936">
                  <c:v>45995</c:v>
                </c:pt>
                <c:pt idx="1937">
                  <c:v>45996</c:v>
                </c:pt>
                <c:pt idx="1938">
                  <c:v>45999</c:v>
                </c:pt>
                <c:pt idx="1939">
                  <c:v>46000</c:v>
                </c:pt>
                <c:pt idx="1940">
                  <c:v>46001</c:v>
                </c:pt>
                <c:pt idx="1941">
                  <c:v>46002</c:v>
                </c:pt>
                <c:pt idx="1942">
                  <c:v>46003</c:v>
                </c:pt>
                <c:pt idx="1943">
                  <c:v>46006</c:v>
                </c:pt>
                <c:pt idx="1944">
                  <c:v>46007</c:v>
                </c:pt>
                <c:pt idx="1945">
                  <c:v>46008</c:v>
                </c:pt>
                <c:pt idx="1946">
                  <c:v>46009</c:v>
                </c:pt>
                <c:pt idx="1947">
                  <c:v>46010</c:v>
                </c:pt>
                <c:pt idx="1948">
                  <c:v>46013</c:v>
                </c:pt>
                <c:pt idx="1949">
                  <c:v>46014</c:v>
                </c:pt>
                <c:pt idx="1950">
                  <c:v>46015</c:v>
                </c:pt>
                <c:pt idx="1951">
                  <c:v>46016</c:v>
                </c:pt>
                <c:pt idx="1952">
                  <c:v>46017</c:v>
                </c:pt>
                <c:pt idx="1953">
                  <c:v>46020</c:v>
                </c:pt>
                <c:pt idx="1954">
                  <c:v>46021</c:v>
                </c:pt>
                <c:pt idx="1955">
                  <c:v>46022</c:v>
                </c:pt>
                <c:pt idx="1956">
                  <c:v>46023</c:v>
                </c:pt>
                <c:pt idx="1957">
                  <c:v>46024</c:v>
                </c:pt>
                <c:pt idx="1958">
                  <c:v>46027</c:v>
                </c:pt>
                <c:pt idx="1959">
                  <c:v>46028</c:v>
                </c:pt>
                <c:pt idx="1960">
                  <c:v>46029</c:v>
                </c:pt>
                <c:pt idx="1961">
                  <c:v>46030</c:v>
                </c:pt>
                <c:pt idx="1962">
                  <c:v>46031</c:v>
                </c:pt>
                <c:pt idx="1963">
                  <c:v>46034</c:v>
                </c:pt>
                <c:pt idx="1964">
                  <c:v>46035</c:v>
                </c:pt>
                <c:pt idx="1965">
                  <c:v>46036</c:v>
                </c:pt>
                <c:pt idx="1966">
                  <c:v>46037</c:v>
                </c:pt>
                <c:pt idx="1967">
                  <c:v>46038</c:v>
                </c:pt>
                <c:pt idx="1968">
                  <c:v>46041</c:v>
                </c:pt>
                <c:pt idx="1969">
                  <c:v>46042</c:v>
                </c:pt>
                <c:pt idx="1970">
                  <c:v>46043</c:v>
                </c:pt>
                <c:pt idx="1971">
                  <c:v>46044</c:v>
                </c:pt>
                <c:pt idx="1972">
                  <c:v>46045</c:v>
                </c:pt>
                <c:pt idx="1973">
                  <c:v>46048</c:v>
                </c:pt>
                <c:pt idx="1974">
                  <c:v>46049</c:v>
                </c:pt>
                <c:pt idx="1975">
                  <c:v>46050</c:v>
                </c:pt>
                <c:pt idx="1976">
                  <c:v>46051</c:v>
                </c:pt>
                <c:pt idx="1977">
                  <c:v>46052</c:v>
                </c:pt>
                <c:pt idx="1978">
                  <c:v>46055</c:v>
                </c:pt>
                <c:pt idx="1979">
                  <c:v>46056</c:v>
                </c:pt>
                <c:pt idx="1980">
                  <c:v>46057</c:v>
                </c:pt>
                <c:pt idx="1981">
                  <c:v>46058</c:v>
                </c:pt>
                <c:pt idx="1982">
                  <c:v>46059</c:v>
                </c:pt>
                <c:pt idx="1983">
                  <c:v>46062</c:v>
                </c:pt>
                <c:pt idx="1984">
                  <c:v>46063</c:v>
                </c:pt>
                <c:pt idx="1985">
                  <c:v>46064</c:v>
                </c:pt>
                <c:pt idx="1986">
                  <c:v>46065</c:v>
                </c:pt>
                <c:pt idx="1987">
                  <c:v>46066</c:v>
                </c:pt>
                <c:pt idx="1988">
                  <c:v>46069</c:v>
                </c:pt>
                <c:pt idx="1989">
                  <c:v>46070</c:v>
                </c:pt>
                <c:pt idx="1990">
                  <c:v>46071</c:v>
                </c:pt>
                <c:pt idx="1991">
                  <c:v>46072</c:v>
                </c:pt>
                <c:pt idx="1992">
                  <c:v>46073</c:v>
                </c:pt>
                <c:pt idx="1993">
                  <c:v>46076</c:v>
                </c:pt>
                <c:pt idx="1994">
                  <c:v>46077</c:v>
                </c:pt>
                <c:pt idx="1995">
                  <c:v>46078</c:v>
                </c:pt>
                <c:pt idx="1996">
                  <c:v>46079</c:v>
                </c:pt>
                <c:pt idx="1997">
                  <c:v>46080</c:v>
                </c:pt>
                <c:pt idx="1998">
                  <c:v>46083</c:v>
                </c:pt>
                <c:pt idx="1999">
                  <c:v>46084</c:v>
                </c:pt>
                <c:pt idx="2000">
                  <c:v>46085</c:v>
                </c:pt>
                <c:pt idx="2001">
                  <c:v>46086</c:v>
                </c:pt>
                <c:pt idx="2002">
                  <c:v>46087</c:v>
                </c:pt>
                <c:pt idx="2003">
                  <c:v>46090</c:v>
                </c:pt>
                <c:pt idx="2004">
                  <c:v>46091</c:v>
                </c:pt>
                <c:pt idx="2005">
                  <c:v>46092</c:v>
                </c:pt>
                <c:pt idx="2006">
                  <c:v>46093</c:v>
                </c:pt>
                <c:pt idx="2007">
                  <c:v>46094</c:v>
                </c:pt>
                <c:pt idx="2008">
                  <c:v>46097</c:v>
                </c:pt>
                <c:pt idx="2009">
                  <c:v>46098</c:v>
                </c:pt>
                <c:pt idx="2010">
                  <c:v>46099</c:v>
                </c:pt>
                <c:pt idx="2011">
                  <c:v>46100</c:v>
                </c:pt>
                <c:pt idx="2012">
                  <c:v>46101</c:v>
                </c:pt>
                <c:pt idx="2013">
                  <c:v>46104</c:v>
                </c:pt>
                <c:pt idx="2014">
                  <c:v>46105</c:v>
                </c:pt>
                <c:pt idx="2015">
                  <c:v>46106</c:v>
                </c:pt>
                <c:pt idx="2016">
                  <c:v>46107</c:v>
                </c:pt>
                <c:pt idx="2017">
                  <c:v>46108</c:v>
                </c:pt>
                <c:pt idx="2018">
                  <c:v>46111</c:v>
                </c:pt>
                <c:pt idx="2019">
                  <c:v>46112</c:v>
                </c:pt>
                <c:pt idx="2020">
                  <c:v>46113</c:v>
                </c:pt>
                <c:pt idx="2021">
                  <c:v>46114</c:v>
                </c:pt>
                <c:pt idx="2022">
                  <c:v>46115</c:v>
                </c:pt>
                <c:pt idx="2023">
                  <c:v>46118</c:v>
                </c:pt>
                <c:pt idx="2024">
                  <c:v>46119</c:v>
                </c:pt>
                <c:pt idx="2025">
                  <c:v>46120</c:v>
                </c:pt>
                <c:pt idx="2026">
                  <c:v>46121</c:v>
                </c:pt>
                <c:pt idx="2027">
                  <c:v>46122</c:v>
                </c:pt>
                <c:pt idx="2028">
                  <c:v>46125</c:v>
                </c:pt>
                <c:pt idx="2029">
                  <c:v>46126</c:v>
                </c:pt>
                <c:pt idx="2030">
                  <c:v>46127</c:v>
                </c:pt>
                <c:pt idx="2031">
                  <c:v>46128</c:v>
                </c:pt>
                <c:pt idx="2032">
                  <c:v>46129</c:v>
                </c:pt>
                <c:pt idx="2033">
                  <c:v>46132</c:v>
                </c:pt>
                <c:pt idx="2034">
                  <c:v>46133</c:v>
                </c:pt>
                <c:pt idx="2035">
                  <c:v>46134</c:v>
                </c:pt>
                <c:pt idx="2036">
                  <c:v>46135</c:v>
                </c:pt>
                <c:pt idx="2037">
                  <c:v>46136</c:v>
                </c:pt>
                <c:pt idx="2038">
                  <c:v>46139</c:v>
                </c:pt>
                <c:pt idx="2039">
                  <c:v>46140</c:v>
                </c:pt>
                <c:pt idx="2040">
                  <c:v>46141</c:v>
                </c:pt>
                <c:pt idx="2041">
                  <c:v>46142</c:v>
                </c:pt>
                <c:pt idx="2042">
                  <c:v>46143</c:v>
                </c:pt>
                <c:pt idx="2043">
                  <c:v>46146</c:v>
                </c:pt>
                <c:pt idx="2044">
                  <c:v>46147</c:v>
                </c:pt>
                <c:pt idx="2045">
                  <c:v>46148</c:v>
                </c:pt>
                <c:pt idx="2046">
                  <c:v>46149</c:v>
                </c:pt>
                <c:pt idx="2047">
                  <c:v>46150</c:v>
                </c:pt>
                <c:pt idx="2048">
                  <c:v>46153</c:v>
                </c:pt>
                <c:pt idx="2049">
                  <c:v>46154</c:v>
                </c:pt>
                <c:pt idx="2050">
                  <c:v>46155</c:v>
                </c:pt>
                <c:pt idx="2051">
                  <c:v>46156</c:v>
                </c:pt>
                <c:pt idx="2052">
                  <c:v>46157</c:v>
                </c:pt>
                <c:pt idx="2053">
                  <c:v>46160</c:v>
                </c:pt>
                <c:pt idx="2054">
                  <c:v>46161</c:v>
                </c:pt>
                <c:pt idx="2055">
                  <c:v>46162</c:v>
                </c:pt>
                <c:pt idx="2056">
                  <c:v>46163</c:v>
                </c:pt>
                <c:pt idx="2057">
                  <c:v>46164</c:v>
                </c:pt>
                <c:pt idx="2058">
                  <c:v>46167</c:v>
                </c:pt>
                <c:pt idx="2059">
                  <c:v>46168</c:v>
                </c:pt>
                <c:pt idx="2060">
                  <c:v>46169</c:v>
                </c:pt>
                <c:pt idx="2061">
                  <c:v>46170</c:v>
                </c:pt>
                <c:pt idx="2062">
                  <c:v>46171</c:v>
                </c:pt>
                <c:pt idx="2063">
                  <c:v>46174</c:v>
                </c:pt>
                <c:pt idx="2064">
                  <c:v>46175</c:v>
                </c:pt>
                <c:pt idx="2065">
                  <c:v>46176</c:v>
                </c:pt>
                <c:pt idx="2066">
                  <c:v>46177</c:v>
                </c:pt>
                <c:pt idx="2067">
                  <c:v>46178</c:v>
                </c:pt>
                <c:pt idx="2068">
                  <c:v>46181</c:v>
                </c:pt>
                <c:pt idx="2069">
                  <c:v>46182</c:v>
                </c:pt>
                <c:pt idx="2070">
                  <c:v>46183</c:v>
                </c:pt>
                <c:pt idx="2071">
                  <c:v>46184</c:v>
                </c:pt>
                <c:pt idx="2072">
                  <c:v>46185</c:v>
                </c:pt>
                <c:pt idx="2073">
                  <c:v>46188</c:v>
                </c:pt>
                <c:pt idx="2074">
                  <c:v>46189</c:v>
                </c:pt>
                <c:pt idx="2075">
                  <c:v>46190</c:v>
                </c:pt>
                <c:pt idx="2076">
                  <c:v>46191</c:v>
                </c:pt>
                <c:pt idx="2077">
                  <c:v>46192</c:v>
                </c:pt>
                <c:pt idx="2078">
                  <c:v>46195</c:v>
                </c:pt>
                <c:pt idx="2079">
                  <c:v>46196</c:v>
                </c:pt>
                <c:pt idx="2080">
                  <c:v>46197</c:v>
                </c:pt>
                <c:pt idx="2081">
                  <c:v>46198</c:v>
                </c:pt>
                <c:pt idx="2082">
                  <c:v>46199</c:v>
                </c:pt>
                <c:pt idx="2083">
                  <c:v>46202</c:v>
                </c:pt>
                <c:pt idx="2084">
                  <c:v>46203</c:v>
                </c:pt>
                <c:pt idx="2085">
                  <c:v>46204</c:v>
                </c:pt>
                <c:pt idx="2086">
                  <c:v>46205</c:v>
                </c:pt>
                <c:pt idx="2087">
                  <c:v>46206</c:v>
                </c:pt>
                <c:pt idx="2088">
                  <c:v>46207</c:v>
                </c:pt>
                <c:pt idx="2089">
                  <c:v>46208</c:v>
                </c:pt>
                <c:pt idx="2090">
                  <c:v>46209</c:v>
                </c:pt>
                <c:pt idx="2091">
                  <c:v>46210</c:v>
                </c:pt>
                <c:pt idx="2092">
                  <c:v>46211</c:v>
                </c:pt>
                <c:pt idx="2093">
                  <c:v>46212</c:v>
                </c:pt>
                <c:pt idx="2094">
                  <c:v>46213</c:v>
                </c:pt>
                <c:pt idx="2095">
                  <c:v>46214</c:v>
                </c:pt>
                <c:pt idx="2096">
                  <c:v>46215</c:v>
                </c:pt>
                <c:pt idx="2097">
                  <c:v>46216</c:v>
                </c:pt>
                <c:pt idx="2098">
                  <c:v>46217</c:v>
                </c:pt>
                <c:pt idx="2099">
                  <c:v>46218</c:v>
                </c:pt>
                <c:pt idx="2100">
                  <c:v>46219</c:v>
                </c:pt>
                <c:pt idx="2101">
                  <c:v>46220</c:v>
                </c:pt>
                <c:pt idx="2102">
                  <c:v>46221</c:v>
                </c:pt>
                <c:pt idx="2103">
                  <c:v>46222</c:v>
                </c:pt>
                <c:pt idx="2104">
                  <c:v>46223</c:v>
                </c:pt>
                <c:pt idx="2105">
                  <c:v>46224</c:v>
                </c:pt>
                <c:pt idx="2106">
                  <c:v>46225</c:v>
                </c:pt>
                <c:pt idx="2107">
                  <c:v>46226</c:v>
                </c:pt>
                <c:pt idx="2108">
                  <c:v>46227</c:v>
                </c:pt>
                <c:pt idx="2109">
                  <c:v>46228</c:v>
                </c:pt>
                <c:pt idx="2110">
                  <c:v>46229</c:v>
                </c:pt>
                <c:pt idx="2111">
                  <c:v>46230</c:v>
                </c:pt>
                <c:pt idx="2112">
                  <c:v>46231</c:v>
                </c:pt>
                <c:pt idx="2113">
                  <c:v>46232</c:v>
                </c:pt>
                <c:pt idx="2114">
                  <c:v>46233</c:v>
                </c:pt>
                <c:pt idx="2115">
                  <c:v>46234</c:v>
                </c:pt>
                <c:pt idx="2116">
                  <c:v>46235</c:v>
                </c:pt>
                <c:pt idx="2117">
                  <c:v>46236</c:v>
                </c:pt>
                <c:pt idx="2118">
                  <c:v>46237</c:v>
                </c:pt>
                <c:pt idx="2119">
                  <c:v>46238</c:v>
                </c:pt>
                <c:pt idx="2120">
                  <c:v>46239</c:v>
                </c:pt>
                <c:pt idx="2121">
                  <c:v>46240</c:v>
                </c:pt>
                <c:pt idx="2122">
                  <c:v>46241</c:v>
                </c:pt>
                <c:pt idx="2123">
                  <c:v>46242</c:v>
                </c:pt>
                <c:pt idx="2124">
                  <c:v>46243</c:v>
                </c:pt>
                <c:pt idx="2125">
                  <c:v>46244</c:v>
                </c:pt>
                <c:pt idx="2126">
                  <c:v>46245</c:v>
                </c:pt>
                <c:pt idx="2127">
                  <c:v>46246</c:v>
                </c:pt>
                <c:pt idx="2128">
                  <c:v>46247</c:v>
                </c:pt>
                <c:pt idx="2129">
                  <c:v>46248</c:v>
                </c:pt>
                <c:pt idx="2130">
                  <c:v>46249</c:v>
                </c:pt>
                <c:pt idx="2131">
                  <c:v>46250</c:v>
                </c:pt>
                <c:pt idx="2132">
                  <c:v>46251</c:v>
                </c:pt>
                <c:pt idx="2133">
                  <c:v>46252</c:v>
                </c:pt>
                <c:pt idx="2134">
                  <c:v>46253</c:v>
                </c:pt>
                <c:pt idx="2135">
                  <c:v>46254</c:v>
                </c:pt>
                <c:pt idx="2136">
                  <c:v>46255</c:v>
                </c:pt>
                <c:pt idx="2137">
                  <c:v>46256</c:v>
                </c:pt>
                <c:pt idx="2138">
                  <c:v>46257</c:v>
                </c:pt>
                <c:pt idx="2139">
                  <c:v>46258</c:v>
                </c:pt>
                <c:pt idx="2140">
                  <c:v>46259</c:v>
                </c:pt>
                <c:pt idx="2141">
                  <c:v>46260</c:v>
                </c:pt>
                <c:pt idx="2142">
                  <c:v>46261</c:v>
                </c:pt>
                <c:pt idx="2143">
                  <c:v>46262</c:v>
                </c:pt>
                <c:pt idx="2144">
                  <c:v>46265</c:v>
                </c:pt>
                <c:pt idx="2145">
                  <c:v>46266</c:v>
                </c:pt>
                <c:pt idx="2146">
                  <c:v>46267</c:v>
                </c:pt>
                <c:pt idx="2147">
                  <c:v>46268</c:v>
                </c:pt>
                <c:pt idx="2148">
                  <c:v>46269</c:v>
                </c:pt>
                <c:pt idx="2149">
                  <c:v>46272</c:v>
                </c:pt>
                <c:pt idx="2150">
                  <c:v>46273</c:v>
                </c:pt>
                <c:pt idx="2151">
                  <c:v>46274</c:v>
                </c:pt>
                <c:pt idx="2152">
                  <c:v>46275</c:v>
                </c:pt>
                <c:pt idx="2153">
                  <c:v>46276</c:v>
                </c:pt>
                <c:pt idx="2154">
                  <c:v>46279</c:v>
                </c:pt>
                <c:pt idx="2155">
                  <c:v>46280</c:v>
                </c:pt>
                <c:pt idx="2156">
                  <c:v>46281</c:v>
                </c:pt>
                <c:pt idx="2157">
                  <c:v>46282</c:v>
                </c:pt>
                <c:pt idx="2158">
                  <c:v>46283</c:v>
                </c:pt>
                <c:pt idx="2159">
                  <c:v>46286</c:v>
                </c:pt>
                <c:pt idx="2160">
                  <c:v>46287</c:v>
                </c:pt>
              </c:numCache>
            </c:numRef>
          </c:cat>
          <c:val>
            <c:numRef>
              <c:f>Sheet1!$D$2:$D$2162</c:f>
              <c:numCache>
                <c:formatCode>_(* #,##0.00_);_(* \(#,##0.00\);_(* "-"_);_(@_)</c:formatCode>
                <c:ptCount val="2161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5.25</c:v>
                </c:pt>
                <c:pt idx="95">
                  <c:v>5.25</c:v>
                </c:pt>
                <c:pt idx="96">
                  <c:v>5.25</c:v>
                </c:pt>
                <c:pt idx="97">
                  <c:v>5.25</c:v>
                </c:pt>
                <c:pt idx="98">
                  <c:v>5.25</c:v>
                </c:pt>
                <c:pt idx="99">
                  <c:v>5.25</c:v>
                </c:pt>
                <c:pt idx="100">
                  <c:v>5.25</c:v>
                </c:pt>
                <c:pt idx="101">
                  <c:v>5.25</c:v>
                </c:pt>
                <c:pt idx="102">
                  <c:v>5.5</c:v>
                </c:pt>
                <c:pt idx="103">
                  <c:v>5.5</c:v>
                </c:pt>
                <c:pt idx="104">
                  <c:v>5.5</c:v>
                </c:pt>
                <c:pt idx="105">
                  <c:v>5.5</c:v>
                </c:pt>
                <c:pt idx="106">
                  <c:v>5.5</c:v>
                </c:pt>
                <c:pt idx="107">
                  <c:v>5.5</c:v>
                </c:pt>
                <c:pt idx="108">
                  <c:v>5.5</c:v>
                </c:pt>
                <c:pt idx="109">
                  <c:v>5.5</c:v>
                </c:pt>
                <c:pt idx="110">
                  <c:v>5.5</c:v>
                </c:pt>
                <c:pt idx="111">
                  <c:v>5.5</c:v>
                </c:pt>
                <c:pt idx="112">
                  <c:v>5.5</c:v>
                </c:pt>
                <c:pt idx="113">
                  <c:v>6</c:v>
                </c:pt>
                <c:pt idx="114">
                  <c:v>6</c:v>
                </c:pt>
                <c:pt idx="115">
                  <c:v>6</c:v>
                </c:pt>
                <c:pt idx="116">
                  <c:v>6</c:v>
                </c:pt>
                <c:pt idx="117">
                  <c:v>6</c:v>
                </c:pt>
                <c:pt idx="118">
                  <c:v>6</c:v>
                </c:pt>
                <c:pt idx="119">
                  <c:v>6</c:v>
                </c:pt>
                <c:pt idx="120">
                  <c:v>6</c:v>
                </c:pt>
                <c:pt idx="121">
                  <c:v>6</c:v>
                </c:pt>
                <c:pt idx="122">
                  <c:v>6</c:v>
                </c:pt>
                <c:pt idx="123">
                  <c:v>6</c:v>
                </c:pt>
                <c:pt idx="124">
                  <c:v>6</c:v>
                </c:pt>
                <c:pt idx="125">
                  <c:v>6</c:v>
                </c:pt>
                <c:pt idx="126">
                  <c:v>6</c:v>
                </c:pt>
                <c:pt idx="127">
                  <c:v>6</c:v>
                </c:pt>
                <c:pt idx="128">
                  <c:v>6</c:v>
                </c:pt>
                <c:pt idx="129">
                  <c:v>6</c:v>
                </c:pt>
                <c:pt idx="130">
                  <c:v>6</c:v>
                </c:pt>
                <c:pt idx="131">
                  <c:v>6</c:v>
                </c:pt>
                <c:pt idx="132">
                  <c:v>6</c:v>
                </c:pt>
                <c:pt idx="133">
                  <c:v>6</c:v>
                </c:pt>
                <c:pt idx="134">
                  <c:v>6</c:v>
                </c:pt>
                <c:pt idx="135">
                  <c:v>6</c:v>
                </c:pt>
                <c:pt idx="136">
                  <c:v>6</c:v>
                </c:pt>
                <c:pt idx="137">
                  <c:v>6</c:v>
                </c:pt>
                <c:pt idx="138">
                  <c:v>6</c:v>
                </c:pt>
                <c:pt idx="139">
                  <c:v>6</c:v>
                </c:pt>
                <c:pt idx="140">
                  <c:v>6</c:v>
                </c:pt>
                <c:pt idx="141">
                  <c:v>6</c:v>
                </c:pt>
                <c:pt idx="142">
                  <c:v>6</c:v>
                </c:pt>
                <c:pt idx="143">
                  <c:v>6</c:v>
                </c:pt>
                <c:pt idx="144">
                  <c:v>6</c:v>
                </c:pt>
                <c:pt idx="145">
                  <c:v>6</c:v>
                </c:pt>
                <c:pt idx="146">
                  <c:v>6.25</c:v>
                </c:pt>
                <c:pt idx="147">
                  <c:v>6.25</c:v>
                </c:pt>
                <c:pt idx="148">
                  <c:v>6.25</c:v>
                </c:pt>
                <c:pt idx="149">
                  <c:v>6.25</c:v>
                </c:pt>
                <c:pt idx="150">
                  <c:v>6.25</c:v>
                </c:pt>
                <c:pt idx="151">
                  <c:v>6.25</c:v>
                </c:pt>
                <c:pt idx="152">
                  <c:v>6.25</c:v>
                </c:pt>
                <c:pt idx="153">
                  <c:v>6.25</c:v>
                </c:pt>
                <c:pt idx="154">
                  <c:v>6.25</c:v>
                </c:pt>
                <c:pt idx="155">
                  <c:v>6.25</c:v>
                </c:pt>
                <c:pt idx="156">
                  <c:v>6.25</c:v>
                </c:pt>
                <c:pt idx="157">
                  <c:v>6.25</c:v>
                </c:pt>
                <c:pt idx="158">
                  <c:v>6.25</c:v>
                </c:pt>
                <c:pt idx="159">
                  <c:v>6.25</c:v>
                </c:pt>
                <c:pt idx="160">
                  <c:v>6.25</c:v>
                </c:pt>
                <c:pt idx="161">
                  <c:v>6.25</c:v>
                </c:pt>
                <c:pt idx="162">
                  <c:v>6.25</c:v>
                </c:pt>
                <c:pt idx="163">
                  <c:v>6.25</c:v>
                </c:pt>
                <c:pt idx="164">
                  <c:v>6.25</c:v>
                </c:pt>
                <c:pt idx="165">
                  <c:v>6.25</c:v>
                </c:pt>
                <c:pt idx="166">
                  <c:v>6.25</c:v>
                </c:pt>
                <c:pt idx="167">
                  <c:v>6.25</c:v>
                </c:pt>
                <c:pt idx="168">
                  <c:v>6.25</c:v>
                </c:pt>
                <c:pt idx="169">
                  <c:v>6.25</c:v>
                </c:pt>
                <c:pt idx="170">
                  <c:v>6.25</c:v>
                </c:pt>
                <c:pt idx="171">
                  <c:v>6.25</c:v>
                </c:pt>
                <c:pt idx="172">
                  <c:v>6.25</c:v>
                </c:pt>
                <c:pt idx="173">
                  <c:v>6.25</c:v>
                </c:pt>
                <c:pt idx="174">
                  <c:v>6.5</c:v>
                </c:pt>
                <c:pt idx="175">
                  <c:v>6.5</c:v>
                </c:pt>
                <c:pt idx="176">
                  <c:v>6.5</c:v>
                </c:pt>
                <c:pt idx="177">
                  <c:v>6.5</c:v>
                </c:pt>
                <c:pt idx="178">
                  <c:v>6.5</c:v>
                </c:pt>
                <c:pt idx="179">
                  <c:v>6.5</c:v>
                </c:pt>
                <c:pt idx="180">
                  <c:v>6.5</c:v>
                </c:pt>
                <c:pt idx="181">
                  <c:v>6.5</c:v>
                </c:pt>
                <c:pt idx="182">
                  <c:v>6.5</c:v>
                </c:pt>
                <c:pt idx="183">
                  <c:v>6.5</c:v>
                </c:pt>
                <c:pt idx="184">
                  <c:v>6.5</c:v>
                </c:pt>
                <c:pt idx="185">
                  <c:v>6.5</c:v>
                </c:pt>
                <c:pt idx="186">
                  <c:v>6.5</c:v>
                </c:pt>
                <c:pt idx="187">
                  <c:v>6.5</c:v>
                </c:pt>
                <c:pt idx="188">
                  <c:v>6.5</c:v>
                </c:pt>
                <c:pt idx="189">
                  <c:v>6.5</c:v>
                </c:pt>
                <c:pt idx="190">
                  <c:v>6.5</c:v>
                </c:pt>
                <c:pt idx="191">
                  <c:v>6.5</c:v>
                </c:pt>
                <c:pt idx="192">
                  <c:v>6.5</c:v>
                </c:pt>
                <c:pt idx="193">
                  <c:v>6.5</c:v>
                </c:pt>
                <c:pt idx="194">
                  <c:v>6.5</c:v>
                </c:pt>
                <c:pt idx="195">
                  <c:v>6.5</c:v>
                </c:pt>
                <c:pt idx="196">
                  <c:v>6.5</c:v>
                </c:pt>
                <c:pt idx="197">
                  <c:v>6.5</c:v>
                </c:pt>
                <c:pt idx="198">
                  <c:v>6.5</c:v>
                </c:pt>
                <c:pt idx="199">
                  <c:v>6.5</c:v>
                </c:pt>
                <c:pt idx="200">
                  <c:v>6.5</c:v>
                </c:pt>
                <c:pt idx="201">
                  <c:v>6.5</c:v>
                </c:pt>
                <c:pt idx="202">
                  <c:v>6.5</c:v>
                </c:pt>
                <c:pt idx="203">
                  <c:v>6.5</c:v>
                </c:pt>
                <c:pt idx="204">
                  <c:v>6.5</c:v>
                </c:pt>
                <c:pt idx="205">
                  <c:v>6.5</c:v>
                </c:pt>
                <c:pt idx="206">
                  <c:v>6.5</c:v>
                </c:pt>
                <c:pt idx="207">
                  <c:v>6.5</c:v>
                </c:pt>
                <c:pt idx="208">
                  <c:v>6.5</c:v>
                </c:pt>
                <c:pt idx="209">
                  <c:v>6.75</c:v>
                </c:pt>
                <c:pt idx="210">
                  <c:v>6.75</c:v>
                </c:pt>
                <c:pt idx="211">
                  <c:v>6.75</c:v>
                </c:pt>
                <c:pt idx="212">
                  <c:v>6.75</c:v>
                </c:pt>
                <c:pt idx="213">
                  <c:v>6.75</c:v>
                </c:pt>
                <c:pt idx="214">
                  <c:v>6.75</c:v>
                </c:pt>
                <c:pt idx="215">
                  <c:v>6.75</c:v>
                </c:pt>
                <c:pt idx="216">
                  <c:v>6.75</c:v>
                </c:pt>
                <c:pt idx="217">
                  <c:v>6.75</c:v>
                </c:pt>
                <c:pt idx="218">
                  <c:v>6.75</c:v>
                </c:pt>
                <c:pt idx="219">
                  <c:v>6.75</c:v>
                </c:pt>
                <c:pt idx="220">
                  <c:v>6.75</c:v>
                </c:pt>
                <c:pt idx="221">
                  <c:v>6.75</c:v>
                </c:pt>
                <c:pt idx="222">
                  <c:v>6.75</c:v>
                </c:pt>
                <c:pt idx="223">
                  <c:v>6.75</c:v>
                </c:pt>
                <c:pt idx="224">
                  <c:v>6.75</c:v>
                </c:pt>
                <c:pt idx="225">
                  <c:v>6.75</c:v>
                </c:pt>
                <c:pt idx="226">
                  <c:v>6.75</c:v>
                </c:pt>
                <c:pt idx="227">
                  <c:v>6.75</c:v>
                </c:pt>
                <c:pt idx="228">
                  <c:v>6.75</c:v>
                </c:pt>
                <c:pt idx="229">
                  <c:v>6.75</c:v>
                </c:pt>
                <c:pt idx="230">
                  <c:v>6.75</c:v>
                </c:pt>
                <c:pt idx="231">
                  <c:v>6.75</c:v>
                </c:pt>
                <c:pt idx="232">
                  <c:v>6.75</c:v>
                </c:pt>
                <c:pt idx="233">
                  <c:v>6.75</c:v>
                </c:pt>
                <c:pt idx="234">
                  <c:v>6.75</c:v>
                </c:pt>
                <c:pt idx="235">
                  <c:v>6.75</c:v>
                </c:pt>
                <c:pt idx="236">
                  <c:v>6.75</c:v>
                </c:pt>
                <c:pt idx="237">
                  <c:v>6.75</c:v>
                </c:pt>
                <c:pt idx="238">
                  <c:v>6.75</c:v>
                </c:pt>
                <c:pt idx="239">
                  <c:v>6.75</c:v>
                </c:pt>
                <c:pt idx="240">
                  <c:v>6.75</c:v>
                </c:pt>
                <c:pt idx="241">
                  <c:v>6.75</c:v>
                </c:pt>
                <c:pt idx="242">
                  <c:v>6.75</c:v>
                </c:pt>
                <c:pt idx="243">
                  <c:v>6.75</c:v>
                </c:pt>
                <c:pt idx="244">
                  <c:v>6.75</c:v>
                </c:pt>
                <c:pt idx="245">
                  <c:v>6.75</c:v>
                </c:pt>
                <c:pt idx="246">
                  <c:v>6.75</c:v>
                </c:pt>
                <c:pt idx="247">
                  <c:v>6.75</c:v>
                </c:pt>
                <c:pt idx="248">
                  <c:v>6.75</c:v>
                </c:pt>
                <c:pt idx="249">
                  <c:v>6.75</c:v>
                </c:pt>
                <c:pt idx="250">
                  <c:v>6.75</c:v>
                </c:pt>
                <c:pt idx="251">
                  <c:v>6.75</c:v>
                </c:pt>
                <c:pt idx="252">
                  <c:v>6.75</c:v>
                </c:pt>
                <c:pt idx="253">
                  <c:v>6.75</c:v>
                </c:pt>
                <c:pt idx="254">
                  <c:v>6.75</c:v>
                </c:pt>
                <c:pt idx="255">
                  <c:v>6.75</c:v>
                </c:pt>
                <c:pt idx="256">
                  <c:v>6.75</c:v>
                </c:pt>
                <c:pt idx="257">
                  <c:v>6.75</c:v>
                </c:pt>
                <c:pt idx="258">
                  <c:v>6.75</c:v>
                </c:pt>
                <c:pt idx="259">
                  <c:v>6.75</c:v>
                </c:pt>
                <c:pt idx="260">
                  <c:v>6.75</c:v>
                </c:pt>
                <c:pt idx="261">
                  <c:v>6.75</c:v>
                </c:pt>
                <c:pt idx="262">
                  <c:v>6.75</c:v>
                </c:pt>
                <c:pt idx="263">
                  <c:v>6.75</c:v>
                </c:pt>
                <c:pt idx="264">
                  <c:v>6.75</c:v>
                </c:pt>
                <c:pt idx="265">
                  <c:v>6.75</c:v>
                </c:pt>
                <c:pt idx="266">
                  <c:v>6.75</c:v>
                </c:pt>
                <c:pt idx="267">
                  <c:v>6.75</c:v>
                </c:pt>
                <c:pt idx="268">
                  <c:v>6.75</c:v>
                </c:pt>
                <c:pt idx="269">
                  <c:v>6.75</c:v>
                </c:pt>
                <c:pt idx="270">
                  <c:v>6.75</c:v>
                </c:pt>
                <c:pt idx="271">
                  <c:v>6.75</c:v>
                </c:pt>
                <c:pt idx="272">
                  <c:v>6.75</c:v>
                </c:pt>
                <c:pt idx="273">
                  <c:v>6.75</c:v>
                </c:pt>
                <c:pt idx="274">
                  <c:v>6.75</c:v>
                </c:pt>
                <c:pt idx="275">
                  <c:v>6.75</c:v>
                </c:pt>
                <c:pt idx="276">
                  <c:v>6.75</c:v>
                </c:pt>
                <c:pt idx="277">
                  <c:v>6.75</c:v>
                </c:pt>
                <c:pt idx="278">
                  <c:v>6.75</c:v>
                </c:pt>
                <c:pt idx="279">
                  <c:v>6.75</c:v>
                </c:pt>
                <c:pt idx="280">
                  <c:v>6.75</c:v>
                </c:pt>
                <c:pt idx="281">
                  <c:v>6.75</c:v>
                </c:pt>
                <c:pt idx="282">
                  <c:v>6.75</c:v>
                </c:pt>
                <c:pt idx="283">
                  <c:v>6.75</c:v>
                </c:pt>
                <c:pt idx="284">
                  <c:v>6.75</c:v>
                </c:pt>
                <c:pt idx="285">
                  <c:v>6.75</c:v>
                </c:pt>
                <c:pt idx="286">
                  <c:v>6.75</c:v>
                </c:pt>
                <c:pt idx="287">
                  <c:v>6.75</c:v>
                </c:pt>
                <c:pt idx="288">
                  <c:v>6.75</c:v>
                </c:pt>
                <c:pt idx="289">
                  <c:v>6.75</c:v>
                </c:pt>
                <c:pt idx="290">
                  <c:v>6.75</c:v>
                </c:pt>
                <c:pt idx="291">
                  <c:v>6.75</c:v>
                </c:pt>
                <c:pt idx="292">
                  <c:v>6.75</c:v>
                </c:pt>
                <c:pt idx="293">
                  <c:v>6.75</c:v>
                </c:pt>
                <c:pt idx="294">
                  <c:v>6.75</c:v>
                </c:pt>
                <c:pt idx="295">
                  <c:v>6.75</c:v>
                </c:pt>
                <c:pt idx="296">
                  <c:v>6.75</c:v>
                </c:pt>
                <c:pt idx="297">
                  <c:v>6.75</c:v>
                </c:pt>
                <c:pt idx="298">
                  <c:v>6.75</c:v>
                </c:pt>
                <c:pt idx="299">
                  <c:v>6.75</c:v>
                </c:pt>
                <c:pt idx="300">
                  <c:v>6.75</c:v>
                </c:pt>
                <c:pt idx="301">
                  <c:v>6.75</c:v>
                </c:pt>
                <c:pt idx="302">
                  <c:v>6.75</c:v>
                </c:pt>
                <c:pt idx="303">
                  <c:v>6.75</c:v>
                </c:pt>
                <c:pt idx="304">
                  <c:v>6.75</c:v>
                </c:pt>
                <c:pt idx="305">
                  <c:v>6.75</c:v>
                </c:pt>
                <c:pt idx="306">
                  <c:v>6.75</c:v>
                </c:pt>
                <c:pt idx="307">
                  <c:v>6.75</c:v>
                </c:pt>
                <c:pt idx="308">
                  <c:v>6.75</c:v>
                </c:pt>
                <c:pt idx="309">
                  <c:v>6.75</c:v>
                </c:pt>
                <c:pt idx="310">
                  <c:v>6.75</c:v>
                </c:pt>
                <c:pt idx="311">
                  <c:v>6.75</c:v>
                </c:pt>
                <c:pt idx="312">
                  <c:v>6.75</c:v>
                </c:pt>
                <c:pt idx="313">
                  <c:v>6.75</c:v>
                </c:pt>
                <c:pt idx="314">
                  <c:v>6.75</c:v>
                </c:pt>
                <c:pt idx="315">
                  <c:v>6.75</c:v>
                </c:pt>
                <c:pt idx="316">
                  <c:v>6.75</c:v>
                </c:pt>
                <c:pt idx="317">
                  <c:v>6.75</c:v>
                </c:pt>
                <c:pt idx="318">
                  <c:v>6.75</c:v>
                </c:pt>
                <c:pt idx="319">
                  <c:v>6.75</c:v>
                </c:pt>
                <c:pt idx="320">
                  <c:v>6.75</c:v>
                </c:pt>
                <c:pt idx="321">
                  <c:v>6.75</c:v>
                </c:pt>
                <c:pt idx="322">
                  <c:v>6.75</c:v>
                </c:pt>
                <c:pt idx="323">
                  <c:v>6.75</c:v>
                </c:pt>
                <c:pt idx="324">
                  <c:v>6.75</c:v>
                </c:pt>
                <c:pt idx="325">
                  <c:v>6.75</c:v>
                </c:pt>
                <c:pt idx="326">
                  <c:v>6.75</c:v>
                </c:pt>
                <c:pt idx="327">
                  <c:v>6.75</c:v>
                </c:pt>
                <c:pt idx="328">
                  <c:v>6.75</c:v>
                </c:pt>
                <c:pt idx="329">
                  <c:v>6.75</c:v>
                </c:pt>
                <c:pt idx="330">
                  <c:v>6.75</c:v>
                </c:pt>
                <c:pt idx="331">
                  <c:v>6.75</c:v>
                </c:pt>
                <c:pt idx="332">
                  <c:v>6.75</c:v>
                </c:pt>
                <c:pt idx="333">
                  <c:v>6.75</c:v>
                </c:pt>
                <c:pt idx="334">
                  <c:v>6.75</c:v>
                </c:pt>
                <c:pt idx="335">
                  <c:v>6.75</c:v>
                </c:pt>
                <c:pt idx="336">
                  <c:v>6.75</c:v>
                </c:pt>
                <c:pt idx="337">
                  <c:v>6.75</c:v>
                </c:pt>
                <c:pt idx="338">
                  <c:v>6.75</c:v>
                </c:pt>
                <c:pt idx="339">
                  <c:v>6.75</c:v>
                </c:pt>
                <c:pt idx="340">
                  <c:v>6.75</c:v>
                </c:pt>
                <c:pt idx="341">
                  <c:v>6.75</c:v>
                </c:pt>
                <c:pt idx="342">
                  <c:v>6.75</c:v>
                </c:pt>
                <c:pt idx="343">
                  <c:v>6.75</c:v>
                </c:pt>
                <c:pt idx="344">
                  <c:v>6.75</c:v>
                </c:pt>
                <c:pt idx="345">
                  <c:v>6.75</c:v>
                </c:pt>
                <c:pt idx="346">
                  <c:v>6.75</c:v>
                </c:pt>
                <c:pt idx="347">
                  <c:v>6.75</c:v>
                </c:pt>
                <c:pt idx="348">
                  <c:v>6.75</c:v>
                </c:pt>
                <c:pt idx="349">
                  <c:v>6.75</c:v>
                </c:pt>
                <c:pt idx="350">
                  <c:v>6.75</c:v>
                </c:pt>
                <c:pt idx="351">
                  <c:v>6.75</c:v>
                </c:pt>
                <c:pt idx="352">
                  <c:v>6.75</c:v>
                </c:pt>
                <c:pt idx="353">
                  <c:v>6.75</c:v>
                </c:pt>
                <c:pt idx="354">
                  <c:v>6.75</c:v>
                </c:pt>
                <c:pt idx="355">
                  <c:v>6.75</c:v>
                </c:pt>
                <c:pt idx="356">
                  <c:v>6.75</c:v>
                </c:pt>
                <c:pt idx="357">
                  <c:v>6.75</c:v>
                </c:pt>
                <c:pt idx="358">
                  <c:v>6.75</c:v>
                </c:pt>
                <c:pt idx="359">
                  <c:v>6.75</c:v>
                </c:pt>
                <c:pt idx="360">
                  <c:v>6.75</c:v>
                </c:pt>
                <c:pt idx="361">
                  <c:v>6.75</c:v>
                </c:pt>
                <c:pt idx="362">
                  <c:v>6.75</c:v>
                </c:pt>
                <c:pt idx="363">
                  <c:v>6.75</c:v>
                </c:pt>
                <c:pt idx="364">
                  <c:v>6.75</c:v>
                </c:pt>
                <c:pt idx="365">
                  <c:v>6.75</c:v>
                </c:pt>
                <c:pt idx="366">
                  <c:v>6.75</c:v>
                </c:pt>
                <c:pt idx="367">
                  <c:v>6.75</c:v>
                </c:pt>
                <c:pt idx="368">
                  <c:v>6.5</c:v>
                </c:pt>
                <c:pt idx="369">
                  <c:v>6.5</c:v>
                </c:pt>
                <c:pt idx="370">
                  <c:v>6.5</c:v>
                </c:pt>
                <c:pt idx="371">
                  <c:v>6.5</c:v>
                </c:pt>
                <c:pt idx="372">
                  <c:v>6.5</c:v>
                </c:pt>
                <c:pt idx="373">
                  <c:v>6.5</c:v>
                </c:pt>
                <c:pt idx="374">
                  <c:v>6.5</c:v>
                </c:pt>
                <c:pt idx="375">
                  <c:v>6.5</c:v>
                </c:pt>
                <c:pt idx="376">
                  <c:v>6.5</c:v>
                </c:pt>
                <c:pt idx="377">
                  <c:v>6.5</c:v>
                </c:pt>
                <c:pt idx="378">
                  <c:v>6.5</c:v>
                </c:pt>
                <c:pt idx="379">
                  <c:v>6.5</c:v>
                </c:pt>
                <c:pt idx="380">
                  <c:v>6.5</c:v>
                </c:pt>
                <c:pt idx="381">
                  <c:v>6.5</c:v>
                </c:pt>
                <c:pt idx="382">
                  <c:v>6.5</c:v>
                </c:pt>
                <c:pt idx="383">
                  <c:v>6.5</c:v>
                </c:pt>
                <c:pt idx="384">
                  <c:v>6.5</c:v>
                </c:pt>
                <c:pt idx="385">
                  <c:v>6.5</c:v>
                </c:pt>
                <c:pt idx="386">
                  <c:v>6.5</c:v>
                </c:pt>
                <c:pt idx="387">
                  <c:v>6.5</c:v>
                </c:pt>
                <c:pt idx="388">
                  <c:v>6.5</c:v>
                </c:pt>
                <c:pt idx="389">
                  <c:v>6.5</c:v>
                </c:pt>
                <c:pt idx="390">
                  <c:v>6.5</c:v>
                </c:pt>
                <c:pt idx="391">
                  <c:v>6.5</c:v>
                </c:pt>
                <c:pt idx="392">
                  <c:v>6.5</c:v>
                </c:pt>
                <c:pt idx="393">
                  <c:v>6.25</c:v>
                </c:pt>
                <c:pt idx="394">
                  <c:v>6.25</c:v>
                </c:pt>
                <c:pt idx="395">
                  <c:v>6.25</c:v>
                </c:pt>
                <c:pt idx="396">
                  <c:v>6.25</c:v>
                </c:pt>
                <c:pt idx="397">
                  <c:v>6.25</c:v>
                </c:pt>
                <c:pt idx="398">
                  <c:v>6.25</c:v>
                </c:pt>
                <c:pt idx="399">
                  <c:v>6.25</c:v>
                </c:pt>
                <c:pt idx="400">
                  <c:v>6.25</c:v>
                </c:pt>
                <c:pt idx="401">
                  <c:v>6.25</c:v>
                </c:pt>
                <c:pt idx="402">
                  <c:v>6.25</c:v>
                </c:pt>
                <c:pt idx="403">
                  <c:v>6.25</c:v>
                </c:pt>
                <c:pt idx="404">
                  <c:v>6.25</c:v>
                </c:pt>
                <c:pt idx="405">
                  <c:v>6.25</c:v>
                </c:pt>
                <c:pt idx="406">
                  <c:v>6.25</c:v>
                </c:pt>
                <c:pt idx="407">
                  <c:v>6.25</c:v>
                </c:pt>
                <c:pt idx="408">
                  <c:v>6.25</c:v>
                </c:pt>
                <c:pt idx="409">
                  <c:v>6.25</c:v>
                </c:pt>
                <c:pt idx="410">
                  <c:v>6.25</c:v>
                </c:pt>
                <c:pt idx="411">
                  <c:v>6.25</c:v>
                </c:pt>
                <c:pt idx="412">
                  <c:v>6.25</c:v>
                </c:pt>
                <c:pt idx="413">
                  <c:v>6</c:v>
                </c:pt>
                <c:pt idx="414">
                  <c:v>6</c:v>
                </c:pt>
                <c:pt idx="415">
                  <c:v>6</c:v>
                </c:pt>
                <c:pt idx="416">
                  <c:v>6</c:v>
                </c:pt>
                <c:pt idx="417">
                  <c:v>6</c:v>
                </c:pt>
                <c:pt idx="418">
                  <c:v>6</c:v>
                </c:pt>
                <c:pt idx="419">
                  <c:v>6</c:v>
                </c:pt>
                <c:pt idx="420">
                  <c:v>6</c:v>
                </c:pt>
                <c:pt idx="421">
                  <c:v>6</c:v>
                </c:pt>
                <c:pt idx="422">
                  <c:v>6</c:v>
                </c:pt>
                <c:pt idx="423">
                  <c:v>6</c:v>
                </c:pt>
                <c:pt idx="424">
                  <c:v>6</c:v>
                </c:pt>
                <c:pt idx="425">
                  <c:v>6</c:v>
                </c:pt>
                <c:pt idx="426">
                  <c:v>6</c:v>
                </c:pt>
                <c:pt idx="427">
                  <c:v>6</c:v>
                </c:pt>
                <c:pt idx="428">
                  <c:v>6</c:v>
                </c:pt>
                <c:pt idx="429">
                  <c:v>6</c:v>
                </c:pt>
                <c:pt idx="430">
                  <c:v>6</c:v>
                </c:pt>
                <c:pt idx="431">
                  <c:v>6</c:v>
                </c:pt>
                <c:pt idx="432">
                  <c:v>6</c:v>
                </c:pt>
                <c:pt idx="433">
                  <c:v>6</c:v>
                </c:pt>
                <c:pt idx="434">
                  <c:v>6</c:v>
                </c:pt>
                <c:pt idx="435">
                  <c:v>6</c:v>
                </c:pt>
                <c:pt idx="436">
                  <c:v>6</c:v>
                </c:pt>
                <c:pt idx="437">
                  <c:v>6</c:v>
                </c:pt>
                <c:pt idx="438">
                  <c:v>5.75</c:v>
                </c:pt>
                <c:pt idx="439">
                  <c:v>5.75</c:v>
                </c:pt>
                <c:pt idx="440">
                  <c:v>5.75</c:v>
                </c:pt>
                <c:pt idx="441">
                  <c:v>5.75</c:v>
                </c:pt>
                <c:pt idx="442">
                  <c:v>5.75</c:v>
                </c:pt>
                <c:pt idx="443">
                  <c:v>5.75</c:v>
                </c:pt>
                <c:pt idx="444">
                  <c:v>5.75</c:v>
                </c:pt>
                <c:pt idx="445">
                  <c:v>5.75</c:v>
                </c:pt>
                <c:pt idx="446">
                  <c:v>5.75</c:v>
                </c:pt>
                <c:pt idx="447">
                  <c:v>5.75</c:v>
                </c:pt>
                <c:pt idx="448">
                  <c:v>5.75</c:v>
                </c:pt>
                <c:pt idx="449">
                  <c:v>5.75</c:v>
                </c:pt>
                <c:pt idx="450">
                  <c:v>5.75</c:v>
                </c:pt>
                <c:pt idx="451">
                  <c:v>5.75</c:v>
                </c:pt>
                <c:pt idx="452">
                  <c:v>5.75</c:v>
                </c:pt>
                <c:pt idx="453">
                  <c:v>5.75</c:v>
                </c:pt>
                <c:pt idx="454">
                  <c:v>5.75</c:v>
                </c:pt>
                <c:pt idx="455">
                  <c:v>5.75</c:v>
                </c:pt>
                <c:pt idx="456">
                  <c:v>5.75</c:v>
                </c:pt>
                <c:pt idx="457">
                  <c:v>5.75</c:v>
                </c:pt>
                <c:pt idx="458">
                  <c:v>5.75</c:v>
                </c:pt>
                <c:pt idx="459">
                  <c:v>5.75</c:v>
                </c:pt>
                <c:pt idx="460">
                  <c:v>5.75</c:v>
                </c:pt>
                <c:pt idx="461">
                  <c:v>5.75</c:v>
                </c:pt>
                <c:pt idx="462">
                  <c:v>5.75</c:v>
                </c:pt>
                <c:pt idx="463">
                  <c:v>5.75</c:v>
                </c:pt>
                <c:pt idx="464">
                  <c:v>5.75</c:v>
                </c:pt>
                <c:pt idx="465">
                  <c:v>5.75</c:v>
                </c:pt>
                <c:pt idx="466">
                  <c:v>5.75</c:v>
                </c:pt>
                <c:pt idx="467">
                  <c:v>5.75</c:v>
                </c:pt>
                <c:pt idx="468">
                  <c:v>5.75</c:v>
                </c:pt>
                <c:pt idx="469">
                  <c:v>5.75</c:v>
                </c:pt>
                <c:pt idx="470">
                  <c:v>5.75</c:v>
                </c:pt>
                <c:pt idx="471">
                  <c:v>5.75</c:v>
                </c:pt>
                <c:pt idx="472">
                  <c:v>5.75</c:v>
                </c:pt>
                <c:pt idx="473">
                  <c:v>5.75</c:v>
                </c:pt>
                <c:pt idx="474">
                  <c:v>5.75</c:v>
                </c:pt>
                <c:pt idx="475">
                  <c:v>5.75</c:v>
                </c:pt>
                <c:pt idx="476">
                  <c:v>5.75</c:v>
                </c:pt>
                <c:pt idx="477">
                  <c:v>5.75</c:v>
                </c:pt>
                <c:pt idx="478">
                  <c:v>5.75</c:v>
                </c:pt>
                <c:pt idx="479">
                  <c:v>5.75</c:v>
                </c:pt>
                <c:pt idx="480">
                  <c:v>5.75</c:v>
                </c:pt>
                <c:pt idx="481">
                  <c:v>5.75</c:v>
                </c:pt>
                <c:pt idx="482">
                  <c:v>5.75</c:v>
                </c:pt>
                <c:pt idx="483">
                  <c:v>5.75</c:v>
                </c:pt>
                <c:pt idx="484">
                  <c:v>5.75</c:v>
                </c:pt>
                <c:pt idx="485">
                  <c:v>5.75</c:v>
                </c:pt>
                <c:pt idx="486">
                  <c:v>5.75</c:v>
                </c:pt>
                <c:pt idx="487">
                  <c:v>5.75</c:v>
                </c:pt>
                <c:pt idx="488">
                  <c:v>5.75</c:v>
                </c:pt>
                <c:pt idx="489">
                  <c:v>5.75</c:v>
                </c:pt>
                <c:pt idx="490">
                  <c:v>5.75</c:v>
                </c:pt>
                <c:pt idx="491">
                  <c:v>5.75</c:v>
                </c:pt>
                <c:pt idx="492">
                  <c:v>5.75</c:v>
                </c:pt>
                <c:pt idx="493">
                  <c:v>5.75</c:v>
                </c:pt>
                <c:pt idx="494">
                  <c:v>5.75</c:v>
                </c:pt>
                <c:pt idx="495">
                  <c:v>5.75</c:v>
                </c:pt>
                <c:pt idx="496">
                  <c:v>5.75</c:v>
                </c:pt>
                <c:pt idx="497">
                  <c:v>5.75</c:v>
                </c:pt>
                <c:pt idx="498">
                  <c:v>5.75</c:v>
                </c:pt>
                <c:pt idx="499">
                  <c:v>5.75</c:v>
                </c:pt>
                <c:pt idx="500">
                  <c:v>5.75</c:v>
                </c:pt>
                <c:pt idx="501">
                  <c:v>5.75</c:v>
                </c:pt>
                <c:pt idx="502">
                  <c:v>5.75</c:v>
                </c:pt>
                <c:pt idx="503">
                  <c:v>5.75</c:v>
                </c:pt>
                <c:pt idx="504">
                  <c:v>5.75</c:v>
                </c:pt>
                <c:pt idx="505">
                  <c:v>5.75</c:v>
                </c:pt>
                <c:pt idx="506">
                  <c:v>5.75</c:v>
                </c:pt>
                <c:pt idx="507">
                  <c:v>5.75</c:v>
                </c:pt>
                <c:pt idx="508">
                  <c:v>5.75</c:v>
                </c:pt>
                <c:pt idx="509">
                  <c:v>5.75</c:v>
                </c:pt>
                <c:pt idx="510">
                  <c:v>5.75</c:v>
                </c:pt>
                <c:pt idx="511">
                  <c:v>5.75</c:v>
                </c:pt>
                <c:pt idx="512">
                  <c:v>5.75</c:v>
                </c:pt>
                <c:pt idx="513">
                  <c:v>5.75</c:v>
                </c:pt>
                <c:pt idx="514">
                  <c:v>5.75</c:v>
                </c:pt>
                <c:pt idx="515">
                  <c:v>5.75</c:v>
                </c:pt>
                <c:pt idx="516">
                  <c:v>5.75</c:v>
                </c:pt>
                <c:pt idx="517">
                  <c:v>5.75</c:v>
                </c:pt>
                <c:pt idx="518">
                  <c:v>5.75</c:v>
                </c:pt>
                <c:pt idx="519">
                  <c:v>5.75</c:v>
                </c:pt>
                <c:pt idx="520">
                  <c:v>5.5</c:v>
                </c:pt>
                <c:pt idx="521">
                  <c:v>5.5</c:v>
                </c:pt>
                <c:pt idx="522">
                  <c:v>5.5</c:v>
                </c:pt>
                <c:pt idx="523">
                  <c:v>5.5</c:v>
                </c:pt>
                <c:pt idx="524">
                  <c:v>5.5</c:v>
                </c:pt>
                <c:pt idx="525">
                  <c:v>5.5</c:v>
                </c:pt>
                <c:pt idx="526">
                  <c:v>5.5</c:v>
                </c:pt>
                <c:pt idx="527">
                  <c:v>5.5</c:v>
                </c:pt>
                <c:pt idx="528">
                  <c:v>5.5</c:v>
                </c:pt>
                <c:pt idx="529">
                  <c:v>5.5</c:v>
                </c:pt>
                <c:pt idx="530">
                  <c:v>5.5</c:v>
                </c:pt>
                <c:pt idx="531">
                  <c:v>5.5</c:v>
                </c:pt>
                <c:pt idx="532">
                  <c:v>5.5</c:v>
                </c:pt>
                <c:pt idx="533">
                  <c:v>5.5</c:v>
                </c:pt>
                <c:pt idx="534">
                  <c:v>5.5</c:v>
                </c:pt>
                <c:pt idx="535">
                  <c:v>5.5</c:v>
                </c:pt>
                <c:pt idx="536">
                  <c:v>5.5</c:v>
                </c:pt>
                <c:pt idx="537">
                  <c:v>5.5</c:v>
                </c:pt>
                <c:pt idx="538">
                  <c:v>5.5</c:v>
                </c:pt>
                <c:pt idx="539">
                  <c:v>5.5</c:v>
                </c:pt>
                <c:pt idx="540">
                  <c:v>5.25</c:v>
                </c:pt>
                <c:pt idx="541">
                  <c:v>5.25</c:v>
                </c:pt>
                <c:pt idx="542">
                  <c:v>5.25</c:v>
                </c:pt>
                <c:pt idx="543">
                  <c:v>5.25</c:v>
                </c:pt>
                <c:pt idx="544">
                  <c:v>5.25</c:v>
                </c:pt>
                <c:pt idx="545">
                  <c:v>5.25</c:v>
                </c:pt>
                <c:pt idx="546">
                  <c:v>5.25</c:v>
                </c:pt>
                <c:pt idx="547">
                  <c:v>5.25</c:v>
                </c:pt>
                <c:pt idx="548">
                  <c:v>5.25</c:v>
                </c:pt>
                <c:pt idx="549">
                  <c:v>5.25</c:v>
                </c:pt>
                <c:pt idx="550">
                  <c:v>5.25</c:v>
                </c:pt>
                <c:pt idx="551">
                  <c:v>5.25</c:v>
                </c:pt>
                <c:pt idx="552">
                  <c:v>5.25</c:v>
                </c:pt>
                <c:pt idx="553">
                  <c:v>5.25</c:v>
                </c:pt>
                <c:pt idx="554">
                  <c:v>5.25</c:v>
                </c:pt>
                <c:pt idx="555">
                  <c:v>5.25</c:v>
                </c:pt>
                <c:pt idx="556">
                  <c:v>5.25</c:v>
                </c:pt>
                <c:pt idx="557">
                  <c:v>5.25</c:v>
                </c:pt>
                <c:pt idx="558">
                  <c:v>5.25</c:v>
                </c:pt>
                <c:pt idx="559">
                  <c:v>5.25</c:v>
                </c:pt>
                <c:pt idx="560">
                  <c:v>5.25</c:v>
                </c:pt>
                <c:pt idx="561">
                  <c:v>5.25</c:v>
                </c:pt>
                <c:pt idx="562">
                  <c:v>5.25</c:v>
                </c:pt>
                <c:pt idx="563">
                  <c:v>5.25</c:v>
                </c:pt>
                <c:pt idx="564">
                  <c:v>5.25</c:v>
                </c:pt>
                <c:pt idx="565">
                  <c:v>5.25</c:v>
                </c:pt>
                <c:pt idx="566">
                  <c:v>5.25</c:v>
                </c:pt>
                <c:pt idx="567">
                  <c:v>5.25</c:v>
                </c:pt>
                <c:pt idx="568">
                  <c:v>5.25</c:v>
                </c:pt>
                <c:pt idx="569">
                  <c:v>5.25</c:v>
                </c:pt>
                <c:pt idx="570">
                  <c:v>5.25</c:v>
                </c:pt>
                <c:pt idx="571">
                  <c:v>5.25</c:v>
                </c:pt>
                <c:pt idx="572">
                  <c:v>5.25</c:v>
                </c:pt>
                <c:pt idx="573">
                  <c:v>5.25</c:v>
                </c:pt>
                <c:pt idx="574">
                  <c:v>5.25</c:v>
                </c:pt>
                <c:pt idx="575">
                  <c:v>5.25</c:v>
                </c:pt>
                <c:pt idx="576">
                  <c:v>5.25</c:v>
                </c:pt>
                <c:pt idx="577">
                  <c:v>5.25</c:v>
                </c:pt>
                <c:pt idx="578">
                  <c:v>5.25</c:v>
                </c:pt>
                <c:pt idx="579">
                  <c:v>5.25</c:v>
                </c:pt>
                <c:pt idx="580">
                  <c:v>5.25</c:v>
                </c:pt>
                <c:pt idx="581">
                  <c:v>5.25</c:v>
                </c:pt>
                <c:pt idx="582">
                  <c:v>5.25</c:v>
                </c:pt>
                <c:pt idx="583">
                  <c:v>5.25</c:v>
                </c:pt>
                <c:pt idx="584">
                  <c:v>5.25</c:v>
                </c:pt>
                <c:pt idx="585">
                  <c:v>5.25</c:v>
                </c:pt>
                <c:pt idx="586">
                  <c:v>5.25</c:v>
                </c:pt>
                <c:pt idx="587">
                  <c:v>5.25</c:v>
                </c:pt>
                <c:pt idx="588">
                  <c:v>5.25</c:v>
                </c:pt>
                <c:pt idx="589">
                  <c:v>5.25</c:v>
                </c:pt>
                <c:pt idx="590">
                  <c:v>5.25</c:v>
                </c:pt>
                <c:pt idx="591">
                  <c:v>5.25</c:v>
                </c:pt>
                <c:pt idx="592">
                  <c:v>5.25</c:v>
                </c:pt>
                <c:pt idx="593">
                  <c:v>5.25</c:v>
                </c:pt>
                <c:pt idx="594">
                  <c:v>5.25</c:v>
                </c:pt>
                <c:pt idx="595">
                  <c:v>5.25</c:v>
                </c:pt>
                <c:pt idx="596">
                  <c:v>5.25</c:v>
                </c:pt>
                <c:pt idx="597">
                  <c:v>5.25</c:v>
                </c:pt>
                <c:pt idx="598">
                  <c:v>5</c:v>
                </c:pt>
                <c:pt idx="599">
                  <c:v>5</c:v>
                </c:pt>
                <c:pt idx="600">
                  <c:v>5</c:v>
                </c:pt>
                <c:pt idx="601">
                  <c:v>5</c:v>
                </c:pt>
                <c:pt idx="602">
                  <c:v>5</c:v>
                </c:pt>
                <c:pt idx="603">
                  <c:v>5</c:v>
                </c:pt>
                <c:pt idx="604">
                  <c:v>5</c:v>
                </c:pt>
                <c:pt idx="605">
                  <c:v>5</c:v>
                </c:pt>
                <c:pt idx="606">
                  <c:v>5</c:v>
                </c:pt>
                <c:pt idx="607">
                  <c:v>5</c:v>
                </c:pt>
                <c:pt idx="608">
                  <c:v>5</c:v>
                </c:pt>
                <c:pt idx="609">
                  <c:v>5</c:v>
                </c:pt>
                <c:pt idx="610">
                  <c:v>5</c:v>
                </c:pt>
                <c:pt idx="611">
                  <c:v>5</c:v>
                </c:pt>
                <c:pt idx="612">
                  <c:v>5</c:v>
                </c:pt>
                <c:pt idx="613">
                  <c:v>5</c:v>
                </c:pt>
                <c:pt idx="614">
                  <c:v>5</c:v>
                </c:pt>
                <c:pt idx="615">
                  <c:v>5</c:v>
                </c:pt>
                <c:pt idx="616">
                  <c:v>5</c:v>
                </c:pt>
                <c:pt idx="617">
                  <c:v>5</c:v>
                </c:pt>
                <c:pt idx="618">
                  <c:v>4.75</c:v>
                </c:pt>
                <c:pt idx="619">
                  <c:v>4.75</c:v>
                </c:pt>
                <c:pt idx="620">
                  <c:v>4.75</c:v>
                </c:pt>
                <c:pt idx="621">
                  <c:v>4.75</c:v>
                </c:pt>
                <c:pt idx="622">
                  <c:v>4.75</c:v>
                </c:pt>
                <c:pt idx="623">
                  <c:v>4.75</c:v>
                </c:pt>
                <c:pt idx="624">
                  <c:v>4.75</c:v>
                </c:pt>
                <c:pt idx="625">
                  <c:v>4.75</c:v>
                </c:pt>
                <c:pt idx="626">
                  <c:v>4.75</c:v>
                </c:pt>
                <c:pt idx="627">
                  <c:v>4.75</c:v>
                </c:pt>
                <c:pt idx="628">
                  <c:v>4.75</c:v>
                </c:pt>
                <c:pt idx="629">
                  <c:v>4.75</c:v>
                </c:pt>
                <c:pt idx="630">
                  <c:v>4.75</c:v>
                </c:pt>
                <c:pt idx="631">
                  <c:v>4.75</c:v>
                </c:pt>
                <c:pt idx="632">
                  <c:v>4.75</c:v>
                </c:pt>
                <c:pt idx="633">
                  <c:v>4.75</c:v>
                </c:pt>
                <c:pt idx="634">
                  <c:v>4.75</c:v>
                </c:pt>
                <c:pt idx="635">
                  <c:v>4.75</c:v>
                </c:pt>
                <c:pt idx="636">
                  <c:v>4.75</c:v>
                </c:pt>
                <c:pt idx="637">
                  <c:v>4.75</c:v>
                </c:pt>
                <c:pt idx="638">
                  <c:v>4.75</c:v>
                </c:pt>
                <c:pt idx="639">
                  <c:v>4.75</c:v>
                </c:pt>
                <c:pt idx="640">
                  <c:v>4.75</c:v>
                </c:pt>
                <c:pt idx="641">
                  <c:v>4.75</c:v>
                </c:pt>
                <c:pt idx="642">
                  <c:v>4.75</c:v>
                </c:pt>
                <c:pt idx="643">
                  <c:v>4.75</c:v>
                </c:pt>
                <c:pt idx="644">
                  <c:v>4.75</c:v>
                </c:pt>
                <c:pt idx="645">
                  <c:v>4.75</c:v>
                </c:pt>
                <c:pt idx="646">
                  <c:v>4.75</c:v>
                </c:pt>
                <c:pt idx="647">
                  <c:v>4.75</c:v>
                </c:pt>
                <c:pt idx="648">
                  <c:v>4.75</c:v>
                </c:pt>
                <c:pt idx="649">
                  <c:v>4.75</c:v>
                </c:pt>
                <c:pt idx="650">
                  <c:v>4.75</c:v>
                </c:pt>
                <c:pt idx="651">
                  <c:v>4.75</c:v>
                </c:pt>
                <c:pt idx="652">
                  <c:v>4.75</c:v>
                </c:pt>
                <c:pt idx="653">
                  <c:v>4.75</c:v>
                </c:pt>
                <c:pt idx="654">
                  <c:v>4.75</c:v>
                </c:pt>
                <c:pt idx="655">
                  <c:v>4.75</c:v>
                </c:pt>
                <c:pt idx="656">
                  <c:v>4.75</c:v>
                </c:pt>
                <c:pt idx="657">
                  <c:v>4.75</c:v>
                </c:pt>
                <c:pt idx="658">
                  <c:v>4.75</c:v>
                </c:pt>
                <c:pt idx="659">
                  <c:v>4.75</c:v>
                </c:pt>
                <c:pt idx="660">
                  <c:v>4.75</c:v>
                </c:pt>
                <c:pt idx="661">
                  <c:v>4.75</c:v>
                </c:pt>
                <c:pt idx="662">
                  <c:v>4.75</c:v>
                </c:pt>
                <c:pt idx="663">
                  <c:v>4.75</c:v>
                </c:pt>
                <c:pt idx="664">
                  <c:v>4.75</c:v>
                </c:pt>
                <c:pt idx="665">
                  <c:v>4.75</c:v>
                </c:pt>
                <c:pt idx="666">
                  <c:v>4.75</c:v>
                </c:pt>
                <c:pt idx="667">
                  <c:v>4.75</c:v>
                </c:pt>
                <c:pt idx="668">
                  <c:v>4.75</c:v>
                </c:pt>
                <c:pt idx="669">
                  <c:v>4.75</c:v>
                </c:pt>
                <c:pt idx="670">
                  <c:v>4.75</c:v>
                </c:pt>
                <c:pt idx="671">
                  <c:v>4.75</c:v>
                </c:pt>
                <c:pt idx="672">
                  <c:v>4.75</c:v>
                </c:pt>
                <c:pt idx="673">
                  <c:v>4.75</c:v>
                </c:pt>
                <c:pt idx="674">
                  <c:v>4.75</c:v>
                </c:pt>
                <c:pt idx="675">
                  <c:v>4.75</c:v>
                </c:pt>
                <c:pt idx="676">
                  <c:v>4.75</c:v>
                </c:pt>
                <c:pt idx="677">
                  <c:v>4.75</c:v>
                </c:pt>
                <c:pt idx="678">
                  <c:v>4.75</c:v>
                </c:pt>
                <c:pt idx="679">
                  <c:v>4.75</c:v>
                </c:pt>
                <c:pt idx="680">
                  <c:v>4.75</c:v>
                </c:pt>
                <c:pt idx="681">
                  <c:v>4.75</c:v>
                </c:pt>
                <c:pt idx="682">
                  <c:v>4.75</c:v>
                </c:pt>
                <c:pt idx="683">
                  <c:v>4.75</c:v>
                </c:pt>
                <c:pt idx="684">
                  <c:v>4.75</c:v>
                </c:pt>
                <c:pt idx="685">
                  <c:v>4.75</c:v>
                </c:pt>
                <c:pt idx="686">
                  <c:v>4.75</c:v>
                </c:pt>
                <c:pt idx="687">
                  <c:v>4.75</c:v>
                </c:pt>
                <c:pt idx="688">
                  <c:v>4.75</c:v>
                </c:pt>
                <c:pt idx="689">
                  <c:v>4.75</c:v>
                </c:pt>
                <c:pt idx="690">
                  <c:v>4.75</c:v>
                </c:pt>
                <c:pt idx="691">
                  <c:v>4.75</c:v>
                </c:pt>
                <c:pt idx="692">
                  <c:v>4.75</c:v>
                </c:pt>
                <c:pt idx="693">
                  <c:v>4.75</c:v>
                </c:pt>
                <c:pt idx="694">
                  <c:v>4.75</c:v>
                </c:pt>
                <c:pt idx="695">
                  <c:v>4.75</c:v>
                </c:pt>
                <c:pt idx="696">
                  <c:v>4.75</c:v>
                </c:pt>
                <c:pt idx="697">
                  <c:v>4.75</c:v>
                </c:pt>
                <c:pt idx="698">
                  <c:v>4.75</c:v>
                </c:pt>
                <c:pt idx="699">
                  <c:v>4.75</c:v>
                </c:pt>
                <c:pt idx="700">
                  <c:v>4.75</c:v>
                </c:pt>
                <c:pt idx="701">
                  <c:v>4.5</c:v>
                </c:pt>
                <c:pt idx="702">
                  <c:v>4.5</c:v>
                </c:pt>
                <c:pt idx="703">
                  <c:v>4.5</c:v>
                </c:pt>
                <c:pt idx="704">
                  <c:v>4.5</c:v>
                </c:pt>
                <c:pt idx="705">
                  <c:v>4.5</c:v>
                </c:pt>
                <c:pt idx="706">
                  <c:v>4.5</c:v>
                </c:pt>
                <c:pt idx="707">
                  <c:v>4.5</c:v>
                </c:pt>
                <c:pt idx="708">
                  <c:v>4.5</c:v>
                </c:pt>
                <c:pt idx="709">
                  <c:v>4.5</c:v>
                </c:pt>
                <c:pt idx="710">
                  <c:v>4.5</c:v>
                </c:pt>
                <c:pt idx="711">
                  <c:v>4.5</c:v>
                </c:pt>
                <c:pt idx="712">
                  <c:v>4.5</c:v>
                </c:pt>
                <c:pt idx="713">
                  <c:v>4.5</c:v>
                </c:pt>
                <c:pt idx="714">
                  <c:v>4.5</c:v>
                </c:pt>
                <c:pt idx="715">
                  <c:v>4.5</c:v>
                </c:pt>
                <c:pt idx="716">
                  <c:v>4.5</c:v>
                </c:pt>
                <c:pt idx="717">
                  <c:v>4.5</c:v>
                </c:pt>
                <c:pt idx="718">
                  <c:v>4.5</c:v>
                </c:pt>
                <c:pt idx="719">
                  <c:v>4.5</c:v>
                </c:pt>
                <c:pt idx="720">
                  <c:v>4.5</c:v>
                </c:pt>
                <c:pt idx="721">
                  <c:v>4.5</c:v>
                </c:pt>
                <c:pt idx="722">
                  <c:v>4.5</c:v>
                </c:pt>
                <c:pt idx="723">
                  <c:v>4.5</c:v>
                </c:pt>
                <c:pt idx="724">
                  <c:v>4.5</c:v>
                </c:pt>
                <c:pt idx="725">
                  <c:v>4.5</c:v>
                </c:pt>
                <c:pt idx="726">
                  <c:v>4.5</c:v>
                </c:pt>
                <c:pt idx="727">
                  <c:v>4.5</c:v>
                </c:pt>
                <c:pt idx="728">
                  <c:v>4.5</c:v>
                </c:pt>
                <c:pt idx="729">
                  <c:v>4.5</c:v>
                </c:pt>
                <c:pt idx="730">
                  <c:v>4.5</c:v>
                </c:pt>
                <c:pt idx="731">
                  <c:v>4.5</c:v>
                </c:pt>
                <c:pt idx="732">
                  <c:v>4.5</c:v>
                </c:pt>
                <c:pt idx="733">
                  <c:v>4.5</c:v>
                </c:pt>
                <c:pt idx="734">
                  <c:v>4.5</c:v>
                </c:pt>
                <c:pt idx="735">
                  <c:v>4.5</c:v>
                </c:pt>
                <c:pt idx="736">
                  <c:v>4.5</c:v>
                </c:pt>
                <c:pt idx="737">
                  <c:v>4.5</c:v>
                </c:pt>
                <c:pt idx="738">
                  <c:v>4.5</c:v>
                </c:pt>
                <c:pt idx="739">
                  <c:v>4.5</c:v>
                </c:pt>
                <c:pt idx="740">
                  <c:v>4.5</c:v>
                </c:pt>
                <c:pt idx="741">
                  <c:v>4.5</c:v>
                </c:pt>
                <c:pt idx="742">
                  <c:v>4.5</c:v>
                </c:pt>
                <c:pt idx="743">
                  <c:v>4.5</c:v>
                </c:pt>
                <c:pt idx="744">
                  <c:v>4.5</c:v>
                </c:pt>
                <c:pt idx="745">
                  <c:v>4.5</c:v>
                </c:pt>
                <c:pt idx="746">
                  <c:v>4.5</c:v>
                </c:pt>
                <c:pt idx="747">
                  <c:v>4.5</c:v>
                </c:pt>
                <c:pt idx="748">
                  <c:v>4.5</c:v>
                </c:pt>
                <c:pt idx="749">
                  <c:v>4.5</c:v>
                </c:pt>
                <c:pt idx="750">
                  <c:v>4.5</c:v>
                </c:pt>
                <c:pt idx="751">
                  <c:v>4.5</c:v>
                </c:pt>
                <c:pt idx="752">
                  <c:v>4.5</c:v>
                </c:pt>
                <c:pt idx="753">
                  <c:v>4.5</c:v>
                </c:pt>
                <c:pt idx="754">
                  <c:v>4.5</c:v>
                </c:pt>
                <c:pt idx="755">
                  <c:v>4.5</c:v>
                </c:pt>
                <c:pt idx="756">
                  <c:v>4.5</c:v>
                </c:pt>
                <c:pt idx="757">
                  <c:v>4.5</c:v>
                </c:pt>
                <c:pt idx="758">
                  <c:v>4.5</c:v>
                </c:pt>
                <c:pt idx="759">
                  <c:v>4.5</c:v>
                </c:pt>
                <c:pt idx="760">
                  <c:v>4.25</c:v>
                </c:pt>
                <c:pt idx="761">
                  <c:v>4.25</c:v>
                </c:pt>
                <c:pt idx="762">
                  <c:v>4.25</c:v>
                </c:pt>
                <c:pt idx="763">
                  <c:v>4.25</c:v>
                </c:pt>
                <c:pt idx="764">
                  <c:v>4.25</c:v>
                </c:pt>
                <c:pt idx="765">
                  <c:v>4.25</c:v>
                </c:pt>
                <c:pt idx="766">
                  <c:v>4.25</c:v>
                </c:pt>
                <c:pt idx="767">
                  <c:v>4.25</c:v>
                </c:pt>
                <c:pt idx="768">
                  <c:v>4.25</c:v>
                </c:pt>
                <c:pt idx="769">
                  <c:v>4.25</c:v>
                </c:pt>
                <c:pt idx="770">
                  <c:v>4.25</c:v>
                </c:pt>
                <c:pt idx="771">
                  <c:v>4.25</c:v>
                </c:pt>
                <c:pt idx="772">
                  <c:v>4.25</c:v>
                </c:pt>
                <c:pt idx="773">
                  <c:v>4.25</c:v>
                </c:pt>
                <c:pt idx="774">
                  <c:v>4.25</c:v>
                </c:pt>
                <c:pt idx="775">
                  <c:v>4.25</c:v>
                </c:pt>
                <c:pt idx="776">
                  <c:v>4.25</c:v>
                </c:pt>
                <c:pt idx="777">
                  <c:v>4.25</c:v>
                </c:pt>
                <c:pt idx="778">
                  <c:v>4.25</c:v>
                </c:pt>
                <c:pt idx="779">
                  <c:v>4.25</c:v>
                </c:pt>
                <c:pt idx="780">
                  <c:v>4.25</c:v>
                </c:pt>
                <c:pt idx="781">
                  <c:v>4.25</c:v>
                </c:pt>
                <c:pt idx="782">
                  <c:v>4.25</c:v>
                </c:pt>
                <c:pt idx="783">
                  <c:v>4.25</c:v>
                </c:pt>
                <c:pt idx="784">
                  <c:v>4.25</c:v>
                </c:pt>
                <c:pt idx="785">
                  <c:v>4.25</c:v>
                </c:pt>
                <c:pt idx="786">
                  <c:v>4.25</c:v>
                </c:pt>
                <c:pt idx="787">
                  <c:v>4.25</c:v>
                </c:pt>
                <c:pt idx="788">
                  <c:v>4.25</c:v>
                </c:pt>
                <c:pt idx="789">
                  <c:v>4.25</c:v>
                </c:pt>
                <c:pt idx="790">
                  <c:v>4.25</c:v>
                </c:pt>
                <c:pt idx="791">
                  <c:v>4.25</c:v>
                </c:pt>
                <c:pt idx="792">
                  <c:v>4.25</c:v>
                </c:pt>
                <c:pt idx="793">
                  <c:v>4.25</c:v>
                </c:pt>
                <c:pt idx="794">
                  <c:v>4.25</c:v>
                </c:pt>
                <c:pt idx="795">
                  <c:v>4.25</c:v>
                </c:pt>
                <c:pt idx="796">
                  <c:v>4.25</c:v>
                </c:pt>
                <c:pt idx="797">
                  <c:v>4.25</c:v>
                </c:pt>
                <c:pt idx="798">
                  <c:v>4.25</c:v>
                </c:pt>
                <c:pt idx="799">
                  <c:v>4.25</c:v>
                </c:pt>
                <c:pt idx="800">
                  <c:v>4.25</c:v>
                </c:pt>
                <c:pt idx="801">
                  <c:v>4.25</c:v>
                </c:pt>
                <c:pt idx="802">
                  <c:v>4.25</c:v>
                </c:pt>
                <c:pt idx="803">
                  <c:v>4.25</c:v>
                </c:pt>
                <c:pt idx="804">
                  <c:v>4.25</c:v>
                </c:pt>
                <c:pt idx="805">
                  <c:v>4.25</c:v>
                </c:pt>
                <c:pt idx="806">
                  <c:v>4.25</c:v>
                </c:pt>
                <c:pt idx="807">
                  <c:v>4.25</c:v>
                </c:pt>
                <c:pt idx="808">
                  <c:v>4.25</c:v>
                </c:pt>
                <c:pt idx="809">
                  <c:v>4.25</c:v>
                </c:pt>
                <c:pt idx="810">
                  <c:v>4.25</c:v>
                </c:pt>
                <c:pt idx="811">
                  <c:v>4.25</c:v>
                </c:pt>
                <c:pt idx="812">
                  <c:v>4.25</c:v>
                </c:pt>
                <c:pt idx="813">
                  <c:v>4.25</c:v>
                </c:pt>
                <c:pt idx="814">
                  <c:v>4.25</c:v>
                </c:pt>
                <c:pt idx="815">
                  <c:v>4.25</c:v>
                </c:pt>
                <c:pt idx="816">
                  <c:v>4.25</c:v>
                </c:pt>
                <c:pt idx="817">
                  <c:v>4.25</c:v>
                </c:pt>
                <c:pt idx="818">
                  <c:v>4.25</c:v>
                </c:pt>
                <c:pt idx="819">
                  <c:v>4.25</c:v>
                </c:pt>
                <c:pt idx="820">
                  <c:v>4.25</c:v>
                </c:pt>
                <c:pt idx="821">
                  <c:v>4.25</c:v>
                </c:pt>
                <c:pt idx="822">
                  <c:v>4.25</c:v>
                </c:pt>
                <c:pt idx="823">
                  <c:v>4.25</c:v>
                </c:pt>
                <c:pt idx="824">
                  <c:v>4.25</c:v>
                </c:pt>
                <c:pt idx="825">
                  <c:v>4.25</c:v>
                </c:pt>
                <c:pt idx="826">
                  <c:v>4.25</c:v>
                </c:pt>
                <c:pt idx="827">
                  <c:v>4.25</c:v>
                </c:pt>
                <c:pt idx="828">
                  <c:v>4.25</c:v>
                </c:pt>
                <c:pt idx="829">
                  <c:v>4.25</c:v>
                </c:pt>
                <c:pt idx="830">
                  <c:v>4.25</c:v>
                </c:pt>
                <c:pt idx="831">
                  <c:v>4.25</c:v>
                </c:pt>
                <c:pt idx="832">
                  <c:v>4.25</c:v>
                </c:pt>
                <c:pt idx="833">
                  <c:v>4.25</c:v>
                </c:pt>
                <c:pt idx="834">
                  <c:v>4.25</c:v>
                </c:pt>
                <c:pt idx="835">
                  <c:v>4.25</c:v>
                </c:pt>
                <c:pt idx="836">
                  <c:v>4.25</c:v>
                </c:pt>
                <c:pt idx="837">
                  <c:v>4.25</c:v>
                </c:pt>
                <c:pt idx="838">
                  <c:v>4.25</c:v>
                </c:pt>
                <c:pt idx="839">
                  <c:v>4.25</c:v>
                </c:pt>
                <c:pt idx="840">
                  <c:v>4.25</c:v>
                </c:pt>
                <c:pt idx="841">
                  <c:v>4.25</c:v>
                </c:pt>
                <c:pt idx="842">
                  <c:v>4.25</c:v>
                </c:pt>
                <c:pt idx="843">
                  <c:v>4.25</c:v>
                </c:pt>
                <c:pt idx="844">
                  <c:v>4.25</c:v>
                </c:pt>
                <c:pt idx="845">
                  <c:v>4.25</c:v>
                </c:pt>
                <c:pt idx="846">
                  <c:v>4.25</c:v>
                </c:pt>
                <c:pt idx="847">
                  <c:v>4.25</c:v>
                </c:pt>
                <c:pt idx="848">
                  <c:v>4.25</c:v>
                </c:pt>
                <c:pt idx="849">
                  <c:v>4.25</c:v>
                </c:pt>
                <c:pt idx="850">
                  <c:v>4.25</c:v>
                </c:pt>
                <c:pt idx="851">
                  <c:v>4.25</c:v>
                </c:pt>
                <c:pt idx="852">
                  <c:v>4.25</c:v>
                </c:pt>
                <c:pt idx="853">
                  <c:v>4.25</c:v>
                </c:pt>
                <c:pt idx="854">
                  <c:v>4.25</c:v>
                </c:pt>
                <c:pt idx="855">
                  <c:v>4.25</c:v>
                </c:pt>
                <c:pt idx="856">
                  <c:v>4.25</c:v>
                </c:pt>
                <c:pt idx="857">
                  <c:v>4.25</c:v>
                </c:pt>
                <c:pt idx="858">
                  <c:v>4.25</c:v>
                </c:pt>
                <c:pt idx="859">
                  <c:v>4.25</c:v>
                </c:pt>
                <c:pt idx="860">
                  <c:v>4.25</c:v>
                </c:pt>
                <c:pt idx="861">
                  <c:v>4.25</c:v>
                </c:pt>
                <c:pt idx="862">
                  <c:v>4.25</c:v>
                </c:pt>
                <c:pt idx="863">
                  <c:v>4.25</c:v>
                </c:pt>
                <c:pt idx="864">
                  <c:v>4.25</c:v>
                </c:pt>
                <c:pt idx="865">
                  <c:v>4.25</c:v>
                </c:pt>
                <c:pt idx="866">
                  <c:v>4.25</c:v>
                </c:pt>
                <c:pt idx="867">
                  <c:v>4.25</c:v>
                </c:pt>
                <c:pt idx="868">
                  <c:v>4.25</c:v>
                </c:pt>
                <c:pt idx="869">
                  <c:v>4.25</c:v>
                </c:pt>
                <c:pt idx="870">
                  <c:v>4.25</c:v>
                </c:pt>
                <c:pt idx="871">
                  <c:v>4.25</c:v>
                </c:pt>
                <c:pt idx="872">
                  <c:v>4.25</c:v>
                </c:pt>
                <c:pt idx="873">
                  <c:v>4.25</c:v>
                </c:pt>
                <c:pt idx="874">
                  <c:v>4.25</c:v>
                </c:pt>
                <c:pt idx="875">
                  <c:v>4.25</c:v>
                </c:pt>
                <c:pt idx="876">
                  <c:v>4.25</c:v>
                </c:pt>
                <c:pt idx="877">
                  <c:v>4.25</c:v>
                </c:pt>
                <c:pt idx="878">
                  <c:v>4.25</c:v>
                </c:pt>
                <c:pt idx="879">
                  <c:v>4.25</c:v>
                </c:pt>
                <c:pt idx="880">
                  <c:v>4.25</c:v>
                </c:pt>
                <c:pt idx="881">
                  <c:v>4.25</c:v>
                </c:pt>
                <c:pt idx="882">
                  <c:v>4.25</c:v>
                </c:pt>
                <c:pt idx="883">
                  <c:v>4.25</c:v>
                </c:pt>
                <c:pt idx="884">
                  <c:v>4.25</c:v>
                </c:pt>
                <c:pt idx="885">
                  <c:v>4.25</c:v>
                </c:pt>
                <c:pt idx="886">
                  <c:v>4.25</c:v>
                </c:pt>
                <c:pt idx="887">
                  <c:v>4.25</c:v>
                </c:pt>
                <c:pt idx="888">
                  <c:v>4.25</c:v>
                </c:pt>
                <c:pt idx="889">
                  <c:v>4.25</c:v>
                </c:pt>
                <c:pt idx="890">
                  <c:v>4.25</c:v>
                </c:pt>
                <c:pt idx="891">
                  <c:v>4.25</c:v>
                </c:pt>
                <c:pt idx="892">
                  <c:v>4.25</c:v>
                </c:pt>
                <c:pt idx="893">
                  <c:v>4.25</c:v>
                </c:pt>
                <c:pt idx="894">
                  <c:v>4.25</c:v>
                </c:pt>
                <c:pt idx="895">
                  <c:v>4.25</c:v>
                </c:pt>
                <c:pt idx="896">
                  <c:v>4.25</c:v>
                </c:pt>
                <c:pt idx="897">
                  <c:v>4.25</c:v>
                </c:pt>
                <c:pt idx="898">
                  <c:v>4.25</c:v>
                </c:pt>
                <c:pt idx="899">
                  <c:v>4.25</c:v>
                </c:pt>
                <c:pt idx="900">
                  <c:v>4.25</c:v>
                </c:pt>
                <c:pt idx="901">
                  <c:v>4.25</c:v>
                </c:pt>
                <c:pt idx="902">
                  <c:v>4.25</c:v>
                </c:pt>
                <c:pt idx="903">
                  <c:v>4.25</c:v>
                </c:pt>
                <c:pt idx="904">
                  <c:v>4.25</c:v>
                </c:pt>
                <c:pt idx="905">
                  <c:v>4.25</c:v>
                </c:pt>
                <c:pt idx="906">
                  <c:v>4.25</c:v>
                </c:pt>
                <c:pt idx="907">
                  <c:v>4.25</c:v>
                </c:pt>
                <c:pt idx="908">
                  <c:v>4.25</c:v>
                </c:pt>
                <c:pt idx="909">
                  <c:v>4.25</c:v>
                </c:pt>
                <c:pt idx="910">
                  <c:v>4.25</c:v>
                </c:pt>
                <c:pt idx="911">
                  <c:v>4.25</c:v>
                </c:pt>
                <c:pt idx="912">
                  <c:v>4.25</c:v>
                </c:pt>
                <c:pt idx="913">
                  <c:v>4.25</c:v>
                </c:pt>
                <c:pt idx="914">
                  <c:v>4.25</c:v>
                </c:pt>
                <c:pt idx="915">
                  <c:v>4.25</c:v>
                </c:pt>
                <c:pt idx="916">
                  <c:v>4.25</c:v>
                </c:pt>
                <c:pt idx="917">
                  <c:v>4.25</c:v>
                </c:pt>
                <c:pt idx="918">
                  <c:v>4.25</c:v>
                </c:pt>
                <c:pt idx="919">
                  <c:v>4.25</c:v>
                </c:pt>
                <c:pt idx="920">
                  <c:v>4.25</c:v>
                </c:pt>
                <c:pt idx="921">
                  <c:v>4.25</c:v>
                </c:pt>
                <c:pt idx="922">
                  <c:v>4.25</c:v>
                </c:pt>
                <c:pt idx="923">
                  <c:v>4.25</c:v>
                </c:pt>
                <c:pt idx="924">
                  <c:v>4.25</c:v>
                </c:pt>
                <c:pt idx="925">
                  <c:v>4.25</c:v>
                </c:pt>
                <c:pt idx="926">
                  <c:v>4.25</c:v>
                </c:pt>
                <c:pt idx="927">
                  <c:v>4.25</c:v>
                </c:pt>
                <c:pt idx="928">
                  <c:v>4.25</c:v>
                </c:pt>
                <c:pt idx="929">
                  <c:v>4.25</c:v>
                </c:pt>
                <c:pt idx="930">
                  <c:v>4.25</c:v>
                </c:pt>
                <c:pt idx="931">
                  <c:v>4.25</c:v>
                </c:pt>
                <c:pt idx="932">
                  <c:v>4.25</c:v>
                </c:pt>
                <c:pt idx="933">
                  <c:v>4.25</c:v>
                </c:pt>
                <c:pt idx="934">
                  <c:v>4.25</c:v>
                </c:pt>
                <c:pt idx="935">
                  <c:v>4.25</c:v>
                </c:pt>
                <c:pt idx="936">
                  <c:v>4.25</c:v>
                </c:pt>
                <c:pt idx="937">
                  <c:v>4.25</c:v>
                </c:pt>
                <c:pt idx="938">
                  <c:v>4.25</c:v>
                </c:pt>
                <c:pt idx="939">
                  <c:v>4.25</c:v>
                </c:pt>
                <c:pt idx="940">
                  <c:v>4.25</c:v>
                </c:pt>
                <c:pt idx="941">
                  <c:v>4.25</c:v>
                </c:pt>
                <c:pt idx="942">
                  <c:v>4.25</c:v>
                </c:pt>
                <c:pt idx="943">
                  <c:v>4.25</c:v>
                </c:pt>
                <c:pt idx="944">
                  <c:v>4.25</c:v>
                </c:pt>
                <c:pt idx="945">
                  <c:v>4.25</c:v>
                </c:pt>
                <c:pt idx="946">
                  <c:v>4.25</c:v>
                </c:pt>
                <c:pt idx="947">
                  <c:v>4.25</c:v>
                </c:pt>
                <c:pt idx="948">
                  <c:v>4.25</c:v>
                </c:pt>
                <c:pt idx="949">
                  <c:v>4.25</c:v>
                </c:pt>
                <c:pt idx="950">
                  <c:v>4.25</c:v>
                </c:pt>
                <c:pt idx="951">
                  <c:v>4.25</c:v>
                </c:pt>
                <c:pt idx="952">
                  <c:v>4.25</c:v>
                </c:pt>
                <c:pt idx="953">
                  <c:v>4.25</c:v>
                </c:pt>
                <c:pt idx="954">
                  <c:v>4.25</c:v>
                </c:pt>
                <c:pt idx="955">
                  <c:v>4.25</c:v>
                </c:pt>
                <c:pt idx="956">
                  <c:v>4.25</c:v>
                </c:pt>
                <c:pt idx="957">
                  <c:v>4.25</c:v>
                </c:pt>
                <c:pt idx="958">
                  <c:v>4.25</c:v>
                </c:pt>
                <c:pt idx="959">
                  <c:v>4.25</c:v>
                </c:pt>
                <c:pt idx="960">
                  <c:v>4.25</c:v>
                </c:pt>
                <c:pt idx="961">
                  <c:v>4.25</c:v>
                </c:pt>
                <c:pt idx="962">
                  <c:v>4.25</c:v>
                </c:pt>
                <c:pt idx="963">
                  <c:v>4.25</c:v>
                </c:pt>
                <c:pt idx="964">
                  <c:v>4.25</c:v>
                </c:pt>
                <c:pt idx="965">
                  <c:v>4.25</c:v>
                </c:pt>
                <c:pt idx="966">
                  <c:v>4.25</c:v>
                </c:pt>
                <c:pt idx="967">
                  <c:v>4.25</c:v>
                </c:pt>
                <c:pt idx="968">
                  <c:v>4.25</c:v>
                </c:pt>
                <c:pt idx="969">
                  <c:v>4.25</c:v>
                </c:pt>
                <c:pt idx="970">
                  <c:v>4.25</c:v>
                </c:pt>
                <c:pt idx="971">
                  <c:v>4.25</c:v>
                </c:pt>
                <c:pt idx="972">
                  <c:v>4.25</c:v>
                </c:pt>
                <c:pt idx="973">
                  <c:v>4.25</c:v>
                </c:pt>
                <c:pt idx="974">
                  <c:v>4.25</c:v>
                </c:pt>
                <c:pt idx="975">
                  <c:v>4.25</c:v>
                </c:pt>
                <c:pt idx="976">
                  <c:v>4.25</c:v>
                </c:pt>
                <c:pt idx="977">
                  <c:v>4.25</c:v>
                </c:pt>
                <c:pt idx="978">
                  <c:v>4.25</c:v>
                </c:pt>
                <c:pt idx="979">
                  <c:v>4.25</c:v>
                </c:pt>
                <c:pt idx="980">
                  <c:v>4.25</c:v>
                </c:pt>
                <c:pt idx="981">
                  <c:v>4.25</c:v>
                </c:pt>
                <c:pt idx="982">
                  <c:v>4.25</c:v>
                </c:pt>
                <c:pt idx="983">
                  <c:v>4.25</c:v>
                </c:pt>
                <c:pt idx="984">
                  <c:v>4.25</c:v>
                </c:pt>
                <c:pt idx="985">
                  <c:v>4.25</c:v>
                </c:pt>
                <c:pt idx="986">
                  <c:v>4.25</c:v>
                </c:pt>
                <c:pt idx="987">
                  <c:v>4.25</c:v>
                </c:pt>
                <c:pt idx="988">
                  <c:v>4.25</c:v>
                </c:pt>
                <c:pt idx="989">
                  <c:v>4.25</c:v>
                </c:pt>
                <c:pt idx="990">
                  <c:v>4.25</c:v>
                </c:pt>
                <c:pt idx="991">
                  <c:v>4.25</c:v>
                </c:pt>
                <c:pt idx="992">
                  <c:v>4.25</c:v>
                </c:pt>
                <c:pt idx="993">
                  <c:v>4.25</c:v>
                </c:pt>
                <c:pt idx="994">
                  <c:v>4.25</c:v>
                </c:pt>
                <c:pt idx="995">
                  <c:v>4.25</c:v>
                </c:pt>
                <c:pt idx="996">
                  <c:v>4.25</c:v>
                </c:pt>
                <c:pt idx="997">
                  <c:v>4.25</c:v>
                </c:pt>
                <c:pt idx="998">
                  <c:v>4.25</c:v>
                </c:pt>
                <c:pt idx="999">
                  <c:v>4.25</c:v>
                </c:pt>
                <c:pt idx="1000">
                  <c:v>4.25</c:v>
                </c:pt>
                <c:pt idx="1001">
                  <c:v>4.25</c:v>
                </c:pt>
                <c:pt idx="1002">
                  <c:v>4.25</c:v>
                </c:pt>
                <c:pt idx="1003">
                  <c:v>4.25</c:v>
                </c:pt>
                <c:pt idx="1004">
                  <c:v>4.25</c:v>
                </c:pt>
                <c:pt idx="1005">
                  <c:v>4.25</c:v>
                </c:pt>
                <c:pt idx="1006">
                  <c:v>4.25</c:v>
                </c:pt>
                <c:pt idx="1007">
                  <c:v>4.25</c:v>
                </c:pt>
                <c:pt idx="1008">
                  <c:v>4.25</c:v>
                </c:pt>
                <c:pt idx="1009">
                  <c:v>4.25</c:v>
                </c:pt>
                <c:pt idx="1010">
                  <c:v>4.25</c:v>
                </c:pt>
                <c:pt idx="1011">
                  <c:v>4.25</c:v>
                </c:pt>
                <c:pt idx="1012">
                  <c:v>4.25</c:v>
                </c:pt>
                <c:pt idx="1013">
                  <c:v>4.25</c:v>
                </c:pt>
                <c:pt idx="1014">
                  <c:v>4.25</c:v>
                </c:pt>
                <c:pt idx="1015">
                  <c:v>4.25</c:v>
                </c:pt>
                <c:pt idx="1016">
                  <c:v>4.25</c:v>
                </c:pt>
                <c:pt idx="1017">
                  <c:v>4.25</c:v>
                </c:pt>
                <c:pt idx="1018">
                  <c:v>4.25</c:v>
                </c:pt>
                <c:pt idx="1019">
                  <c:v>4.25</c:v>
                </c:pt>
                <c:pt idx="1020">
                  <c:v>4.25</c:v>
                </c:pt>
                <c:pt idx="1021">
                  <c:v>4.25</c:v>
                </c:pt>
                <c:pt idx="1022">
                  <c:v>4.25</c:v>
                </c:pt>
                <c:pt idx="1023">
                  <c:v>4.25</c:v>
                </c:pt>
                <c:pt idx="1024">
                  <c:v>4.25</c:v>
                </c:pt>
                <c:pt idx="1025">
                  <c:v>4.25</c:v>
                </c:pt>
                <c:pt idx="1026">
                  <c:v>4.25</c:v>
                </c:pt>
                <c:pt idx="1027">
                  <c:v>4.25</c:v>
                </c:pt>
                <c:pt idx="1028">
                  <c:v>4.25</c:v>
                </c:pt>
                <c:pt idx="1029">
                  <c:v>4.25</c:v>
                </c:pt>
                <c:pt idx="1030">
                  <c:v>4.25</c:v>
                </c:pt>
                <c:pt idx="1031">
                  <c:v>4.25</c:v>
                </c:pt>
                <c:pt idx="1032">
                  <c:v>4.25</c:v>
                </c:pt>
                <c:pt idx="1033">
                  <c:v>4.25</c:v>
                </c:pt>
                <c:pt idx="1034">
                  <c:v>4.25</c:v>
                </c:pt>
                <c:pt idx="1035">
                  <c:v>4.25</c:v>
                </c:pt>
                <c:pt idx="1036">
                  <c:v>4.25</c:v>
                </c:pt>
                <c:pt idx="1037">
                  <c:v>4.25</c:v>
                </c:pt>
                <c:pt idx="1038">
                  <c:v>4.25</c:v>
                </c:pt>
                <c:pt idx="1039">
                  <c:v>4.25</c:v>
                </c:pt>
                <c:pt idx="1040">
                  <c:v>4.25</c:v>
                </c:pt>
                <c:pt idx="1041">
                  <c:v>4.25</c:v>
                </c:pt>
                <c:pt idx="1042">
                  <c:v>4.25</c:v>
                </c:pt>
                <c:pt idx="1043">
                  <c:v>4.25</c:v>
                </c:pt>
                <c:pt idx="1044">
                  <c:v>4.25</c:v>
                </c:pt>
                <c:pt idx="1045">
                  <c:v>4.25</c:v>
                </c:pt>
                <c:pt idx="1046">
                  <c:v>4.25</c:v>
                </c:pt>
                <c:pt idx="1047">
                  <c:v>4.25</c:v>
                </c:pt>
                <c:pt idx="1048">
                  <c:v>4.25</c:v>
                </c:pt>
                <c:pt idx="1049">
                  <c:v>4.25</c:v>
                </c:pt>
                <c:pt idx="1050">
                  <c:v>4.25</c:v>
                </c:pt>
                <c:pt idx="1051">
                  <c:v>4.25</c:v>
                </c:pt>
                <c:pt idx="1052">
                  <c:v>4.25</c:v>
                </c:pt>
                <c:pt idx="1053">
                  <c:v>4.25</c:v>
                </c:pt>
                <c:pt idx="1054">
                  <c:v>4.25</c:v>
                </c:pt>
                <c:pt idx="1055">
                  <c:v>4.25</c:v>
                </c:pt>
                <c:pt idx="1056">
                  <c:v>4.25</c:v>
                </c:pt>
                <c:pt idx="1057">
                  <c:v>4.25</c:v>
                </c:pt>
                <c:pt idx="1058">
                  <c:v>4.25</c:v>
                </c:pt>
                <c:pt idx="1059">
                  <c:v>4.25</c:v>
                </c:pt>
                <c:pt idx="1060">
                  <c:v>4.25</c:v>
                </c:pt>
                <c:pt idx="1061">
                  <c:v>4.25</c:v>
                </c:pt>
                <c:pt idx="1062">
                  <c:v>4.25</c:v>
                </c:pt>
                <c:pt idx="1063">
                  <c:v>4.25</c:v>
                </c:pt>
                <c:pt idx="1064">
                  <c:v>4.25</c:v>
                </c:pt>
                <c:pt idx="1065">
                  <c:v>4.25</c:v>
                </c:pt>
                <c:pt idx="1066">
                  <c:v>4.25</c:v>
                </c:pt>
                <c:pt idx="1067">
                  <c:v>4.25</c:v>
                </c:pt>
                <c:pt idx="1068">
                  <c:v>4.25</c:v>
                </c:pt>
                <c:pt idx="1069">
                  <c:v>4.25</c:v>
                </c:pt>
                <c:pt idx="1070">
                  <c:v>4.25</c:v>
                </c:pt>
                <c:pt idx="1071">
                  <c:v>4.25</c:v>
                </c:pt>
                <c:pt idx="1072">
                  <c:v>4.25</c:v>
                </c:pt>
                <c:pt idx="1073">
                  <c:v>4.25</c:v>
                </c:pt>
                <c:pt idx="1074">
                  <c:v>4.25</c:v>
                </c:pt>
                <c:pt idx="1075">
                  <c:v>4.25</c:v>
                </c:pt>
                <c:pt idx="1076">
                  <c:v>4.25</c:v>
                </c:pt>
                <c:pt idx="1077">
                  <c:v>4.25</c:v>
                </c:pt>
                <c:pt idx="1078">
                  <c:v>4.25</c:v>
                </c:pt>
                <c:pt idx="1079">
                  <c:v>4.25</c:v>
                </c:pt>
                <c:pt idx="1080">
                  <c:v>4.25</c:v>
                </c:pt>
                <c:pt idx="1081">
                  <c:v>4.25</c:v>
                </c:pt>
                <c:pt idx="1082">
                  <c:v>4.25</c:v>
                </c:pt>
                <c:pt idx="1083">
                  <c:v>4.25</c:v>
                </c:pt>
                <c:pt idx="1084">
                  <c:v>4.25</c:v>
                </c:pt>
                <c:pt idx="1085">
                  <c:v>4.25</c:v>
                </c:pt>
                <c:pt idx="1086">
                  <c:v>4.25</c:v>
                </c:pt>
                <c:pt idx="1087">
                  <c:v>4.25</c:v>
                </c:pt>
                <c:pt idx="1088">
                  <c:v>4.25</c:v>
                </c:pt>
                <c:pt idx="1089">
                  <c:v>4.25</c:v>
                </c:pt>
                <c:pt idx="1090">
                  <c:v>4.25</c:v>
                </c:pt>
                <c:pt idx="1091">
                  <c:v>4.25</c:v>
                </c:pt>
                <c:pt idx="1092">
                  <c:v>4.25</c:v>
                </c:pt>
                <c:pt idx="1093">
                  <c:v>4.25</c:v>
                </c:pt>
                <c:pt idx="1094">
                  <c:v>4.25</c:v>
                </c:pt>
                <c:pt idx="1095">
                  <c:v>4.25</c:v>
                </c:pt>
                <c:pt idx="1096">
                  <c:v>4.25</c:v>
                </c:pt>
                <c:pt idx="1097">
                  <c:v>4.25</c:v>
                </c:pt>
                <c:pt idx="1098">
                  <c:v>4.25</c:v>
                </c:pt>
                <c:pt idx="1099">
                  <c:v>4.25</c:v>
                </c:pt>
                <c:pt idx="1100">
                  <c:v>4.25</c:v>
                </c:pt>
                <c:pt idx="1101">
                  <c:v>4.25</c:v>
                </c:pt>
                <c:pt idx="1102">
                  <c:v>4.25</c:v>
                </c:pt>
                <c:pt idx="1103">
                  <c:v>4.25</c:v>
                </c:pt>
                <c:pt idx="1104">
                  <c:v>4.25</c:v>
                </c:pt>
                <c:pt idx="1105">
                  <c:v>4.25</c:v>
                </c:pt>
                <c:pt idx="1106">
                  <c:v>4.25</c:v>
                </c:pt>
                <c:pt idx="1107">
                  <c:v>4.25</c:v>
                </c:pt>
                <c:pt idx="1108">
                  <c:v>4.25</c:v>
                </c:pt>
                <c:pt idx="1109">
                  <c:v>4.25</c:v>
                </c:pt>
                <c:pt idx="1110">
                  <c:v>4.25</c:v>
                </c:pt>
                <c:pt idx="1111">
                  <c:v>4.25</c:v>
                </c:pt>
                <c:pt idx="1112">
                  <c:v>4.25</c:v>
                </c:pt>
                <c:pt idx="1113">
                  <c:v>4.25</c:v>
                </c:pt>
                <c:pt idx="1114">
                  <c:v>4.25</c:v>
                </c:pt>
                <c:pt idx="1115">
                  <c:v>4.25</c:v>
                </c:pt>
                <c:pt idx="1116">
                  <c:v>4.25</c:v>
                </c:pt>
                <c:pt idx="1117">
                  <c:v>4.25</c:v>
                </c:pt>
                <c:pt idx="1118">
                  <c:v>4.25</c:v>
                </c:pt>
                <c:pt idx="1119">
                  <c:v>4.25</c:v>
                </c:pt>
                <c:pt idx="1120">
                  <c:v>4.25</c:v>
                </c:pt>
                <c:pt idx="1121">
                  <c:v>4.25</c:v>
                </c:pt>
                <c:pt idx="1122">
                  <c:v>4.25</c:v>
                </c:pt>
                <c:pt idx="1123">
                  <c:v>4.25</c:v>
                </c:pt>
                <c:pt idx="1124">
                  <c:v>4.25</c:v>
                </c:pt>
                <c:pt idx="1125">
                  <c:v>4.25</c:v>
                </c:pt>
                <c:pt idx="1126">
                  <c:v>4.25</c:v>
                </c:pt>
                <c:pt idx="1127">
                  <c:v>4.25</c:v>
                </c:pt>
                <c:pt idx="1128">
                  <c:v>4.5</c:v>
                </c:pt>
                <c:pt idx="1129">
                  <c:v>4.5</c:v>
                </c:pt>
                <c:pt idx="1130">
                  <c:v>4.5</c:v>
                </c:pt>
                <c:pt idx="1131">
                  <c:v>4.5</c:v>
                </c:pt>
                <c:pt idx="1132">
                  <c:v>4.5</c:v>
                </c:pt>
                <c:pt idx="1133">
                  <c:v>4.5</c:v>
                </c:pt>
                <c:pt idx="1134">
                  <c:v>4.5</c:v>
                </c:pt>
                <c:pt idx="1135">
                  <c:v>4.5</c:v>
                </c:pt>
                <c:pt idx="1136">
                  <c:v>4.5</c:v>
                </c:pt>
                <c:pt idx="1137">
                  <c:v>4.5</c:v>
                </c:pt>
                <c:pt idx="1138">
                  <c:v>4.5</c:v>
                </c:pt>
                <c:pt idx="1139">
                  <c:v>4.5</c:v>
                </c:pt>
                <c:pt idx="1140">
                  <c:v>4.5</c:v>
                </c:pt>
                <c:pt idx="1141">
                  <c:v>4.5</c:v>
                </c:pt>
                <c:pt idx="1142">
                  <c:v>4.5</c:v>
                </c:pt>
                <c:pt idx="1143">
                  <c:v>4.5</c:v>
                </c:pt>
                <c:pt idx="1144">
                  <c:v>4.5</c:v>
                </c:pt>
                <c:pt idx="1145">
                  <c:v>4.5</c:v>
                </c:pt>
                <c:pt idx="1146">
                  <c:v>4.5</c:v>
                </c:pt>
                <c:pt idx="1147">
                  <c:v>4.5</c:v>
                </c:pt>
                <c:pt idx="1148">
                  <c:v>4.5</c:v>
                </c:pt>
                <c:pt idx="1149">
                  <c:v>4.5</c:v>
                </c:pt>
                <c:pt idx="1150">
                  <c:v>5</c:v>
                </c:pt>
                <c:pt idx="1151">
                  <c:v>5</c:v>
                </c:pt>
                <c:pt idx="1152">
                  <c:v>5</c:v>
                </c:pt>
                <c:pt idx="1153">
                  <c:v>5</c:v>
                </c:pt>
                <c:pt idx="1154">
                  <c:v>5</c:v>
                </c:pt>
                <c:pt idx="1155">
                  <c:v>5</c:v>
                </c:pt>
                <c:pt idx="1156">
                  <c:v>5</c:v>
                </c:pt>
                <c:pt idx="1157">
                  <c:v>5</c:v>
                </c:pt>
                <c:pt idx="1158">
                  <c:v>5</c:v>
                </c:pt>
                <c:pt idx="1159">
                  <c:v>5</c:v>
                </c:pt>
                <c:pt idx="1160">
                  <c:v>5</c:v>
                </c:pt>
                <c:pt idx="1161">
                  <c:v>5</c:v>
                </c:pt>
                <c:pt idx="1162">
                  <c:v>5</c:v>
                </c:pt>
                <c:pt idx="1163">
                  <c:v>5</c:v>
                </c:pt>
                <c:pt idx="1164">
                  <c:v>5</c:v>
                </c:pt>
                <c:pt idx="1165">
                  <c:v>5</c:v>
                </c:pt>
                <c:pt idx="1166">
                  <c:v>5</c:v>
                </c:pt>
                <c:pt idx="1167">
                  <c:v>5</c:v>
                </c:pt>
                <c:pt idx="1168">
                  <c:v>5</c:v>
                </c:pt>
                <c:pt idx="1169">
                  <c:v>5</c:v>
                </c:pt>
                <c:pt idx="1170">
                  <c:v>5.5</c:v>
                </c:pt>
                <c:pt idx="1171">
                  <c:v>5.5</c:v>
                </c:pt>
                <c:pt idx="1172">
                  <c:v>5.5</c:v>
                </c:pt>
                <c:pt idx="1173">
                  <c:v>5.5</c:v>
                </c:pt>
                <c:pt idx="1174">
                  <c:v>5.5</c:v>
                </c:pt>
                <c:pt idx="1175">
                  <c:v>5.5</c:v>
                </c:pt>
                <c:pt idx="1176">
                  <c:v>5.5</c:v>
                </c:pt>
                <c:pt idx="1177">
                  <c:v>5.5</c:v>
                </c:pt>
                <c:pt idx="1178">
                  <c:v>5.5</c:v>
                </c:pt>
                <c:pt idx="1179">
                  <c:v>5.5</c:v>
                </c:pt>
                <c:pt idx="1180">
                  <c:v>5.5</c:v>
                </c:pt>
                <c:pt idx="1181">
                  <c:v>5.5</c:v>
                </c:pt>
                <c:pt idx="1182">
                  <c:v>5.5</c:v>
                </c:pt>
                <c:pt idx="1183">
                  <c:v>5.5</c:v>
                </c:pt>
                <c:pt idx="1184">
                  <c:v>5.5</c:v>
                </c:pt>
                <c:pt idx="1185">
                  <c:v>5.5</c:v>
                </c:pt>
                <c:pt idx="1186">
                  <c:v>5.5</c:v>
                </c:pt>
                <c:pt idx="1187">
                  <c:v>5.5</c:v>
                </c:pt>
                <c:pt idx="1188">
                  <c:v>5.5</c:v>
                </c:pt>
                <c:pt idx="1189">
                  <c:v>5.5</c:v>
                </c:pt>
                <c:pt idx="1190">
                  <c:v>6</c:v>
                </c:pt>
                <c:pt idx="1191">
                  <c:v>6</c:v>
                </c:pt>
                <c:pt idx="1192">
                  <c:v>6</c:v>
                </c:pt>
                <c:pt idx="1193">
                  <c:v>6</c:v>
                </c:pt>
                <c:pt idx="1194">
                  <c:v>6</c:v>
                </c:pt>
                <c:pt idx="1195">
                  <c:v>6</c:v>
                </c:pt>
                <c:pt idx="1196">
                  <c:v>6</c:v>
                </c:pt>
                <c:pt idx="1197">
                  <c:v>6</c:v>
                </c:pt>
                <c:pt idx="1198">
                  <c:v>6</c:v>
                </c:pt>
                <c:pt idx="1199">
                  <c:v>6</c:v>
                </c:pt>
                <c:pt idx="1200">
                  <c:v>6</c:v>
                </c:pt>
                <c:pt idx="1201">
                  <c:v>6</c:v>
                </c:pt>
                <c:pt idx="1202">
                  <c:v>6</c:v>
                </c:pt>
                <c:pt idx="1203">
                  <c:v>6</c:v>
                </c:pt>
                <c:pt idx="1204">
                  <c:v>6</c:v>
                </c:pt>
                <c:pt idx="1205">
                  <c:v>6</c:v>
                </c:pt>
                <c:pt idx="1206">
                  <c:v>6</c:v>
                </c:pt>
                <c:pt idx="1207">
                  <c:v>6</c:v>
                </c:pt>
                <c:pt idx="1208">
                  <c:v>6</c:v>
                </c:pt>
                <c:pt idx="1209">
                  <c:v>6</c:v>
                </c:pt>
                <c:pt idx="1210">
                  <c:v>6</c:v>
                </c:pt>
                <c:pt idx="1211">
                  <c:v>6</c:v>
                </c:pt>
                <c:pt idx="1212">
                  <c:v>6</c:v>
                </c:pt>
                <c:pt idx="1213">
                  <c:v>6</c:v>
                </c:pt>
                <c:pt idx="1214">
                  <c:v>6</c:v>
                </c:pt>
                <c:pt idx="1215">
                  <c:v>6.25</c:v>
                </c:pt>
                <c:pt idx="1216">
                  <c:v>6.25</c:v>
                </c:pt>
                <c:pt idx="1217">
                  <c:v>6.25</c:v>
                </c:pt>
                <c:pt idx="1218">
                  <c:v>6.25</c:v>
                </c:pt>
                <c:pt idx="1219">
                  <c:v>6.25</c:v>
                </c:pt>
                <c:pt idx="1220">
                  <c:v>6.25</c:v>
                </c:pt>
                <c:pt idx="1221">
                  <c:v>6.25</c:v>
                </c:pt>
                <c:pt idx="1222">
                  <c:v>6.25</c:v>
                </c:pt>
                <c:pt idx="1223">
                  <c:v>6.25</c:v>
                </c:pt>
                <c:pt idx="1224">
                  <c:v>6.25</c:v>
                </c:pt>
                <c:pt idx="1225">
                  <c:v>6.25</c:v>
                </c:pt>
                <c:pt idx="1226">
                  <c:v>6.25</c:v>
                </c:pt>
                <c:pt idx="1227">
                  <c:v>6.25</c:v>
                </c:pt>
                <c:pt idx="1228">
                  <c:v>6.25</c:v>
                </c:pt>
                <c:pt idx="1229">
                  <c:v>6.25</c:v>
                </c:pt>
                <c:pt idx="1230">
                  <c:v>6.25</c:v>
                </c:pt>
                <c:pt idx="1231">
                  <c:v>6.25</c:v>
                </c:pt>
                <c:pt idx="1232">
                  <c:v>6.25</c:v>
                </c:pt>
                <c:pt idx="1233">
                  <c:v>6.25</c:v>
                </c:pt>
                <c:pt idx="1234">
                  <c:v>6.25</c:v>
                </c:pt>
                <c:pt idx="1235">
                  <c:v>6.5</c:v>
                </c:pt>
                <c:pt idx="1236">
                  <c:v>6.5</c:v>
                </c:pt>
                <c:pt idx="1237">
                  <c:v>6.5</c:v>
                </c:pt>
                <c:pt idx="1238">
                  <c:v>6.5</c:v>
                </c:pt>
                <c:pt idx="1239">
                  <c:v>6.5</c:v>
                </c:pt>
                <c:pt idx="1240">
                  <c:v>6.5</c:v>
                </c:pt>
                <c:pt idx="1241">
                  <c:v>6.5</c:v>
                </c:pt>
                <c:pt idx="1242">
                  <c:v>6.5</c:v>
                </c:pt>
                <c:pt idx="1243">
                  <c:v>6.5</c:v>
                </c:pt>
                <c:pt idx="1244">
                  <c:v>6.5</c:v>
                </c:pt>
                <c:pt idx="1245">
                  <c:v>6.5</c:v>
                </c:pt>
                <c:pt idx="1246">
                  <c:v>6.5</c:v>
                </c:pt>
                <c:pt idx="1247">
                  <c:v>6.5</c:v>
                </c:pt>
                <c:pt idx="1248">
                  <c:v>6.5</c:v>
                </c:pt>
                <c:pt idx="1249">
                  <c:v>6.5</c:v>
                </c:pt>
                <c:pt idx="1250">
                  <c:v>6.5</c:v>
                </c:pt>
                <c:pt idx="1251">
                  <c:v>6.5</c:v>
                </c:pt>
                <c:pt idx="1252">
                  <c:v>6.5</c:v>
                </c:pt>
                <c:pt idx="1253">
                  <c:v>6.5</c:v>
                </c:pt>
                <c:pt idx="1254">
                  <c:v>6.5</c:v>
                </c:pt>
                <c:pt idx="1255">
                  <c:v>6.5</c:v>
                </c:pt>
                <c:pt idx="1256">
                  <c:v>6.5</c:v>
                </c:pt>
                <c:pt idx="1257">
                  <c:v>6.5</c:v>
                </c:pt>
                <c:pt idx="1258">
                  <c:v>6.5</c:v>
                </c:pt>
                <c:pt idx="1259">
                  <c:v>6.5</c:v>
                </c:pt>
                <c:pt idx="1260">
                  <c:v>6.5</c:v>
                </c:pt>
                <c:pt idx="1261">
                  <c:v>6.5</c:v>
                </c:pt>
                <c:pt idx="1262">
                  <c:v>6.5</c:v>
                </c:pt>
                <c:pt idx="1263">
                  <c:v>6.5</c:v>
                </c:pt>
                <c:pt idx="1264">
                  <c:v>6.5</c:v>
                </c:pt>
                <c:pt idx="1265">
                  <c:v>6.5</c:v>
                </c:pt>
                <c:pt idx="1266">
                  <c:v>6.5</c:v>
                </c:pt>
                <c:pt idx="1267">
                  <c:v>6.5</c:v>
                </c:pt>
                <c:pt idx="1268">
                  <c:v>6.5</c:v>
                </c:pt>
                <c:pt idx="1269">
                  <c:v>6.5</c:v>
                </c:pt>
                <c:pt idx="1270">
                  <c:v>6.5</c:v>
                </c:pt>
                <c:pt idx="1271">
                  <c:v>6.5</c:v>
                </c:pt>
                <c:pt idx="1272">
                  <c:v>6.5</c:v>
                </c:pt>
                <c:pt idx="1273">
                  <c:v>6.5</c:v>
                </c:pt>
                <c:pt idx="1274">
                  <c:v>6.5</c:v>
                </c:pt>
                <c:pt idx="1275">
                  <c:v>6.5</c:v>
                </c:pt>
                <c:pt idx="1276">
                  <c:v>6.5</c:v>
                </c:pt>
                <c:pt idx="1277">
                  <c:v>6.5</c:v>
                </c:pt>
                <c:pt idx="1278">
                  <c:v>6.5</c:v>
                </c:pt>
                <c:pt idx="1279">
                  <c:v>6.5</c:v>
                </c:pt>
                <c:pt idx="1280">
                  <c:v>6.5</c:v>
                </c:pt>
                <c:pt idx="1281">
                  <c:v>6.5</c:v>
                </c:pt>
                <c:pt idx="1282">
                  <c:v>6.5</c:v>
                </c:pt>
                <c:pt idx="1283">
                  <c:v>6.5</c:v>
                </c:pt>
                <c:pt idx="1284">
                  <c:v>6.5</c:v>
                </c:pt>
                <c:pt idx="1285">
                  <c:v>6.5</c:v>
                </c:pt>
                <c:pt idx="1286">
                  <c:v>6.5</c:v>
                </c:pt>
                <c:pt idx="1287">
                  <c:v>6.5</c:v>
                </c:pt>
                <c:pt idx="1288">
                  <c:v>6.5</c:v>
                </c:pt>
                <c:pt idx="1289">
                  <c:v>6.5</c:v>
                </c:pt>
                <c:pt idx="1290">
                  <c:v>6.5</c:v>
                </c:pt>
                <c:pt idx="1291">
                  <c:v>6.5</c:v>
                </c:pt>
                <c:pt idx="1292">
                  <c:v>6.5</c:v>
                </c:pt>
                <c:pt idx="1293">
                  <c:v>6.5</c:v>
                </c:pt>
                <c:pt idx="1294">
                  <c:v>6.5</c:v>
                </c:pt>
                <c:pt idx="1295">
                  <c:v>6.5</c:v>
                </c:pt>
                <c:pt idx="1296">
                  <c:v>6.5</c:v>
                </c:pt>
                <c:pt idx="1297">
                  <c:v>6.5</c:v>
                </c:pt>
                <c:pt idx="1298">
                  <c:v>6.5</c:v>
                </c:pt>
                <c:pt idx="1299">
                  <c:v>6.5</c:v>
                </c:pt>
                <c:pt idx="1300">
                  <c:v>6.5</c:v>
                </c:pt>
                <c:pt idx="1301">
                  <c:v>6.5</c:v>
                </c:pt>
                <c:pt idx="1302">
                  <c:v>6.5</c:v>
                </c:pt>
                <c:pt idx="1303">
                  <c:v>6.5</c:v>
                </c:pt>
                <c:pt idx="1304">
                  <c:v>6.5</c:v>
                </c:pt>
                <c:pt idx="1305">
                  <c:v>6.5</c:v>
                </c:pt>
                <c:pt idx="1306">
                  <c:v>6.5</c:v>
                </c:pt>
                <c:pt idx="1307">
                  <c:v>6.5</c:v>
                </c:pt>
                <c:pt idx="1308">
                  <c:v>6.5</c:v>
                </c:pt>
                <c:pt idx="1309">
                  <c:v>6.5</c:v>
                </c:pt>
                <c:pt idx="1310">
                  <c:v>6.5</c:v>
                </c:pt>
                <c:pt idx="1311">
                  <c:v>6.5</c:v>
                </c:pt>
                <c:pt idx="1312">
                  <c:v>6.5</c:v>
                </c:pt>
                <c:pt idx="1313">
                  <c:v>6.5</c:v>
                </c:pt>
                <c:pt idx="1314">
                  <c:v>6.5</c:v>
                </c:pt>
                <c:pt idx="1315">
                  <c:v>6.5</c:v>
                </c:pt>
                <c:pt idx="1316">
                  <c:v>6.5</c:v>
                </c:pt>
                <c:pt idx="1317">
                  <c:v>6.5</c:v>
                </c:pt>
                <c:pt idx="1318">
                  <c:v>6.5</c:v>
                </c:pt>
                <c:pt idx="1319">
                  <c:v>6.5</c:v>
                </c:pt>
                <c:pt idx="1320">
                  <c:v>6.5</c:v>
                </c:pt>
                <c:pt idx="1321">
                  <c:v>6.5</c:v>
                </c:pt>
                <c:pt idx="1322">
                  <c:v>6.5</c:v>
                </c:pt>
                <c:pt idx="1323">
                  <c:v>6.5</c:v>
                </c:pt>
                <c:pt idx="1324">
                  <c:v>6.5</c:v>
                </c:pt>
                <c:pt idx="1325">
                  <c:v>6.5</c:v>
                </c:pt>
                <c:pt idx="1326">
                  <c:v>6.5</c:v>
                </c:pt>
                <c:pt idx="1327">
                  <c:v>6.5</c:v>
                </c:pt>
                <c:pt idx="1328">
                  <c:v>6.5</c:v>
                </c:pt>
                <c:pt idx="1329">
                  <c:v>6.5</c:v>
                </c:pt>
                <c:pt idx="1330">
                  <c:v>6.5</c:v>
                </c:pt>
                <c:pt idx="1331">
                  <c:v>6.5</c:v>
                </c:pt>
                <c:pt idx="1332">
                  <c:v>6.5</c:v>
                </c:pt>
                <c:pt idx="1333">
                  <c:v>6.5</c:v>
                </c:pt>
                <c:pt idx="1334">
                  <c:v>6.5</c:v>
                </c:pt>
                <c:pt idx="1335">
                  <c:v>6.5</c:v>
                </c:pt>
                <c:pt idx="1336">
                  <c:v>6.5</c:v>
                </c:pt>
                <c:pt idx="1337">
                  <c:v>6.5</c:v>
                </c:pt>
                <c:pt idx="1338">
                  <c:v>6.5</c:v>
                </c:pt>
                <c:pt idx="1339">
                  <c:v>6.5</c:v>
                </c:pt>
                <c:pt idx="1340">
                  <c:v>6.5</c:v>
                </c:pt>
                <c:pt idx="1341">
                  <c:v>6.5</c:v>
                </c:pt>
                <c:pt idx="1342">
                  <c:v>6.5</c:v>
                </c:pt>
                <c:pt idx="1343">
                  <c:v>6.5</c:v>
                </c:pt>
                <c:pt idx="1344">
                  <c:v>6.5</c:v>
                </c:pt>
                <c:pt idx="1345">
                  <c:v>6.5</c:v>
                </c:pt>
                <c:pt idx="1346">
                  <c:v>6.5</c:v>
                </c:pt>
                <c:pt idx="1347">
                  <c:v>6.5</c:v>
                </c:pt>
                <c:pt idx="1348">
                  <c:v>6.5</c:v>
                </c:pt>
                <c:pt idx="1349">
                  <c:v>6.5</c:v>
                </c:pt>
                <c:pt idx="1350">
                  <c:v>6.5</c:v>
                </c:pt>
                <c:pt idx="1351">
                  <c:v>6.5</c:v>
                </c:pt>
                <c:pt idx="1352">
                  <c:v>6.5</c:v>
                </c:pt>
                <c:pt idx="1353">
                  <c:v>6.5</c:v>
                </c:pt>
                <c:pt idx="1354">
                  <c:v>6.5</c:v>
                </c:pt>
                <c:pt idx="1355">
                  <c:v>6.5</c:v>
                </c:pt>
                <c:pt idx="1356">
                  <c:v>6.5</c:v>
                </c:pt>
                <c:pt idx="1357">
                  <c:v>6.5</c:v>
                </c:pt>
                <c:pt idx="1358">
                  <c:v>6.5</c:v>
                </c:pt>
                <c:pt idx="1359">
                  <c:v>6.5</c:v>
                </c:pt>
                <c:pt idx="1360">
                  <c:v>6.5</c:v>
                </c:pt>
                <c:pt idx="1361">
                  <c:v>6.5</c:v>
                </c:pt>
                <c:pt idx="1362">
                  <c:v>6.5</c:v>
                </c:pt>
                <c:pt idx="1363">
                  <c:v>6.5</c:v>
                </c:pt>
                <c:pt idx="1364">
                  <c:v>6.5</c:v>
                </c:pt>
                <c:pt idx="1365">
                  <c:v>6.5</c:v>
                </c:pt>
                <c:pt idx="1366">
                  <c:v>6.5</c:v>
                </c:pt>
                <c:pt idx="1367">
                  <c:v>6.5</c:v>
                </c:pt>
                <c:pt idx="1368">
                  <c:v>6.5</c:v>
                </c:pt>
                <c:pt idx="1369">
                  <c:v>6.5</c:v>
                </c:pt>
                <c:pt idx="1370">
                  <c:v>6.5</c:v>
                </c:pt>
                <c:pt idx="1371">
                  <c:v>6.5</c:v>
                </c:pt>
                <c:pt idx="1372">
                  <c:v>6.5</c:v>
                </c:pt>
                <c:pt idx="1373">
                  <c:v>6.5</c:v>
                </c:pt>
                <c:pt idx="1374">
                  <c:v>6.5</c:v>
                </c:pt>
                <c:pt idx="1375">
                  <c:v>6.5</c:v>
                </c:pt>
                <c:pt idx="1376">
                  <c:v>6.5</c:v>
                </c:pt>
                <c:pt idx="1377">
                  <c:v>6.5</c:v>
                </c:pt>
                <c:pt idx="1378">
                  <c:v>6.5</c:v>
                </c:pt>
                <c:pt idx="1379">
                  <c:v>6.5</c:v>
                </c:pt>
                <c:pt idx="1380">
                  <c:v>6.5</c:v>
                </c:pt>
                <c:pt idx="1381">
                  <c:v>6.5</c:v>
                </c:pt>
                <c:pt idx="1382">
                  <c:v>6.5</c:v>
                </c:pt>
                <c:pt idx="1383">
                  <c:v>6.5</c:v>
                </c:pt>
                <c:pt idx="1384">
                  <c:v>6.5</c:v>
                </c:pt>
                <c:pt idx="1385">
                  <c:v>6.5</c:v>
                </c:pt>
                <c:pt idx="1386">
                  <c:v>6.5</c:v>
                </c:pt>
                <c:pt idx="1387">
                  <c:v>6.5</c:v>
                </c:pt>
                <c:pt idx="1388">
                  <c:v>6.5</c:v>
                </c:pt>
                <c:pt idx="1389">
                  <c:v>6.5</c:v>
                </c:pt>
                <c:pt idx="1390">
                  <c:v>6.5</c:v>
                </c:pt>
                <c:pt idx="1391">
                  <c:v>6.5</c:v>
                </c:pt>
                <c:pt idx="1392">
                  <c:v>6.5</c:v>
                </c:pt>
                <c:pt idx="1393">
                  <c:v>6.5</c:v>
                </c:pt>
                <c:pt idx="1394">
                  <c:v>6.5</c:v>
                </c:pt>
                <c:pt idx="1395">
                  <c:v>6.5</c:v>
                </c:pt>
                <c:pt idx="1396">
                  <c:v>6.5</c:v>
                </c:pt>
                <c:pt idx="1397">
                  <c:v>6.5</c:v>
                </c:pt>
                <c:pt idx="1398">
                  <c:v>6.5</c:v>
                </c:pt>
                <c:pt idx="1399">
                  <c:v>6.5</c:v>
                </c:pt>
                <c:pt idx="1400">
                  <c:v>6.5</c:v>
                </c:pt>
                <c:pt idx="1401">
                  <c:v>6.5</c:v>
                </c:pt>
                <c:pt idx="1402">
                  <c:v>6.5</c:v>
                </c:pt>
                <c:pt idx="1403">
                  <c:v>6.5</c:v>
                </c:pt>
                <c:pt idx="1404">
                  <c:v>6.5</c:v>
                </c:pt>
                <c:pt idx="1405">
                  <c:v>6.5</c:v>
                </c:pt>
                <c:pt idx="1406">
                  <c:v>6.5</c:v>
                </c:pt>
                <c:pt idx="1407">
                  <c:v>6.5</c:v>
                </c:pt>
                <c:pt idx="1408">
                  <c:v>6.5</c:v>
                </c:pt>
                <c:pt idx="1409">
                  <c:v>6.5</c:v>
                </c:pt>
                <c:pt idx="1410">
                  <c:v>6.5</c:v>
                </c:pt>
                <c:pt idx="1411">
                  <c:v>6.75</c:v>
                </c:pt>
                <c:pt idx="1412">
                  <c:v>6.75</c:v>
                </c:pt>
                <c:pt idx="1413">
                  <c:v>6.75</c:v>
                </c:pt>
                <c:pt idx="1414">
                  <c:v>6.75</c:v>
                </c:pt>
                <c:pt idx="1415">
                  <c:v>6.75</c:v>
                </c:pt>
                <c:pt idx="1416">
                  <c:v>6.75</c:v>
                </c:pt>
                <c:pt idx="1417">
                  <c:v>6.75</c:v>
                </c:pt>
                <c:pt idx="1418">
                  <c:v>6.75</c:v>
                </c:pt>
                <c:pt idx="1419">
                  <c:v>6.75</c:v>
                </c:pt>
                <c:pt idx="1420">
                  <c:v>6.75</c:v>
                </c:pt>
                <c:pt idx="1421">
                  <c:v>6.75</c:v>
                </c:pt>
                <c:pt idx="1422">
                  <c:v>6.75</c:v>
                </c:pt>
                <c:pt idx="1423">
                  <c:v>6.75</c:v>
                </c:pt>
                <c:pt idx="1424">
                  <c:v>6.75</c:v>
                </c:pt>
                <c:pt idx="1425">
                  <c:v>6.75</c:v>
                </c:pt>
                <c:pt idx="1426">
                  <c:v>6.75</c:v>
                </c:pt>
                <c:pt idx="1427">
                  <c:v>6.75</c:v>
                </c:pt>
                <c:pt idx="1428">
                  <c:v>6.75</c:v>
                </c:pt>
                <c:pt idx="1429">
                  <c:v>6.75</c:v>
                </c:pt>
                <c:pt idx="1430">
                  <c:v>6.75</c:v>
                </c:pt>
                <c:pt idx="1431">
                  <c:v>6.75</c:v>
                </c:pt>
                <c:pt idx="1432">
                  <c:v>6.75</c:v>
                </c:pt>
                <c:pt idx="1433">
                  <c:v>6.75</c:v>
                </c:pt>
                <c:pt idx="1434">
                  <c:v>6.75</c:v>
                </c:pt>
                <c:pt idx="1435">
                  <c:v>6.75</c:v>
                </c:pt>
                <c:pt idx="1436">
                  <c:v>6.75</c:v>
                </c:pt>
                <c:pt idx="1437">
                  <c:v>6.75</c:v>
                </c:pt>
                <c:pt idx="1438">
                  <c:v>6.75</c:v>
                </c:pt>
                <c:pt idx="1439">
                  <c:v>6.75</c:v>
                </c:pt>
                <c:pt idx="1440">
                  <c:v>6.75</c:v>
                </c:pt>
                <c:pt idx="1441">
                  <c:v>6.75</c:v>
                </c:pt>
                <c:pt idx="1442">
                  <c:v>6.75</c:v>
                </c:pt>
                <c:pt idx="1443">
                  <c:v>6.75</c:v>
                </c:pt>
                <c:pt idx="1444">
                  <c:v>6.75</c:v>
                </c:pt>
                <c:pt idx="1445">
                  <c:v>6.75</c:v>
                </c:pt>
                <c:pt idx="1446">
                  <c:v>6.75</c:v>
                </c:pt>
                <c:pt idx="1447">
                  <c:v>6.75</c:v>
                </c:pt>
                <c:pt idx="1448">
                  <c:v>6.75</c:v>
                </c:pt>
                <c:pt idx="1449">
                  <c:v>6.75</c:v>
                </c:pt>
                <c:pt idx="1450">
                  <c:v>6.75</c:v>
                </c:pt>
                <c:pt idx="1451">
                  <c:v>6.75</c:v>
                </c:pt>
                <c:pt idx="1452">
                  <c:v>6.75</c:v>
                </c:pt>
                <c:pt idx="1453">
                  <c:v>6.75</c:v>
                </c:pt>
                <c:pt idx="1454">
                  <c:v>6.75</c:v>
                </c:pt>
                <c:pt idx="1455">
                  <c:v>6.75</c:v>
                </c:pt>
                <c:pt idx="1456">
                  <c:v>6.75</c:v>
                </c:pt>
                <c:pt idx="1457">
                  <c:v>6.75</c:v>
                </c:pt>
                <c:pt idx="1458">
                  <c:v>6.75</c:v>
                </c:pt>
                <c:pt idx="1459">
                  <c:v>6.75</c:v>
                </c:pt>
                <c:pt idx="1460">
                  <c:v>6.75</c:v>
                </c:pt>
                <c:pt idx="1461">
                  <c:v>6.75</c:v>
                </c:pt>
                <c:pt idx="1462">
                  <c:v>6.75</c:v>
                </c:pt>
                <c:pt idx="1463">
                  <c:v>6.75</c:v>
                </c:pt>
                <c:pt idx="1464">
                  <c:v>6.75</c:v>
                </c:pt>
                <c:pt idx="1465">
                  <c:v>6.75</c:v>
                </c:pt>
                <c:pt idx="1466">
                  <c:v>6.75</c:v>
                </c:pt>
                <c:pt idx="1467">
                  <c:v>6.75</c:v>
                </c:pt>
                <c:pt idx="1468">
                  <c:v>6.75</c:v>
                </c:pt>
                <c:pt idx="1469">
                  <c:v>6.75</c:v>
                </c:pt>
                <c:pt idx="1470">
                  <c:v>6.75</c:v>
                </c:pt>
                <c:pt idx="1471">
                  <c:v>6.75</c:v>
                </c:pt>
                <c:pt idx="1472">
                  <c:v>6.75</c:v>
                </c:pt>
                <c:pt idx="1473">
                  <c:v>6.75</c:v>
                </c:pt>
                <c:pt idx="1474">
                  <c:v>6.75</c:v>
                </c:pt>
                <c:pt idx="1475">
                  <c:v>6.75</c:v>
                </c:pt>
                <c:pt idx="1476">
                  <c:v>6.75</c:v>
                </c:pt>
                <c:pt idx="1477">
                  <c:v>6.75</c:v>
                </c:pt>
                <c:pt idx="1478">
                  <c:v>6.75</c:v>
                </c:pt>
                <c:pt idx="1479">
                  <c:v>6.75</c:v>
                </c:pt>
                <c:pt idx="1480">
                  <c:v>6.75</c:v>
                </c:pt>
                <c:pt idx="1481">
                  <c:v>6.75</c:v>
                </c:pt>
                <c:pt idx="1482">
                  <c:v>6.75</c:v>
                </c:pt>
                <c:pt idx="1483">
                  <c:v>6.75</c:v>
                </c:pt>
                <c:pt idx="1484">
                  <c:v>6.75</c:v>
                </c:pt>
                <c:pt idx="1485">
                  <c:v>6.75</c:v>
                </c:pt>
                <c:pt idx="1486">
                  <c:v>6.75</c:v>
                </c:pt>
                <c:pt idx="1487">
                  <c:v>6.75</c:v>
                </c:pt>
                <c:pt idx="1488">
                  <c:v>6.75</c:v>
                </c:pt>
                <c:pt idx="1489">
                  <c:v>6.75</c:v>
                </c:pt>
                <c:pt idx="1490">
                  <c:v>6.75</c:v>
                </c:pt>
                <c:pt idx="1491">
                  <c:v>6.75</c:v>
                </c:pt>
                <c:pt idx="1492">
                  <c:v>6.75</c:v>
                </c:pt>
                <c:pt idx="1493">
                  <c:v>6.75</c:v>
                </c:pt>
                <c:pt idx="1494">
                  <c:v>6.75</c:v>
                </c:pt>
                <c:pt idx="1495">
                  <c:v>6.75</c:v>
                </c:pt>
                <c:pt idx="1496">
                  <c:v>6.75</c:v>
                </c:pt>
                <c:pt idx="1497">
                  <c:v>6.75</c:v>
                </c:pt>
                <c:pt idx="1498">
                  <c:v>6.75</c:v>
                </c:pt>
                <c:pt idx="1499">
                  <c:v>6.75</c:v>
                </c:pt>
                <c:pt idx="1500">
                  <c:v>6.75</c:v>
                </c:pt>
                <c:pt idx="1501">
                  <c:v>6.75</c:v>
                </c:pt>
                <c:pt idx="1502">
                  <c:v>6.75</c:v>
                </c:pt>
                <c:pt idx="1503">
                  <c:v>6.75</c:v>
                </c:pt>
                <c:pt idx="1504">
                  <c:v>6.75</c:v>
                </c:pt>
                <c:pt idx="1505">
                  <c:v>6.75</c:v>
                </c:pt>
                <c:pt idx="1506">
                  <c:v>6.75</c:v>
                </c:pt>
                <c:pt idx="1507">
                  <c:v>6.75</c:v>
                </c:pt>
                <c:pt idx="1508">
                  <c:v>6.75</c:v>
                </c:pt>
                <c:pt idx="1509">
                  <c:v>6.75</c:v>
                </c:pt>
                <c:pt idx="1510">
                  <c:v>6.75</c:v>
                </c:pt>
                <c:pt idx="1511">
                  <c:v>6.75</c:v>
                </c:pt>
                <c:pt idx="1512">
                  <c:v>6.75</c:v>
                </c:pt>
                <c:pt idx="1513">
                  <c:v>6.75</c:v>
                </c:pt>
                <c:pt idx="1514">
                  <c:v>6.75</c:v>
                </c:pt>
                <c:pt idx="1515">
                  <c:v>6.75</c:v>
                </c:pt>
                <c:pt idx="1516">
                  <c:v>6.75</c:v>
                </c:pt>
                <c:pt idx="1517">
                  <c:v>6.75</c:v>
                </c:pt>
                <c:pt idx="1518">
                  <c:v>6.75</c:v>
                </c:pt>
                <c:pt idx="1519">
                  <c:v>6.75</c:v>
                </c:pt>
                <c:pt idx="1520">
                  <c:v>6.75</c:v>
                </c:pt>
                <c:pt idx="1521">
                  <c:v>6.75</c:v>
                </c:pt>
                <c:pt idx="1522">
                  <c:v>6.75</c:v>
                </c:pt>
                <c:pt idx="1523">
                  <c:v>6.75</c:v>
                </c:pt>
                <c:pt idx="1524">
                  <c:v>6.75</c:v>
                </c:pt>
                <c:pt idx="1525">
                  <c:v>6.75</c:v>
                </c:pt>
                <c:pt idx="1526">
                  <c:v>6.75</c:v>
                </c:pt>
                <c:pt idx="1527">
                  <c:v>6.75</c:v>
                </c:pt>
                <c:pt idx="1528">
                  <c:v>6.75</c:v>
                </c:pt>
                <c:pt idx="1529">
                  <c:v>6.75</c:v>
                </c:pt>
                <c:pt idx="1530">
                  <c:v>7</c:v>
                </c:pt>
                <c:pt idx="1531">
                  <c:v>7</c:v>
                </c:pt>
                <c:pt idx="1532">
                  <c:v>7</c:v>
                </c:pt>
                <c:pt idx="1533">
                  <c:v>7</c:v>
                </c:pt>
                <c:pt idx="1534">
                  <c:v>7</c:v>
                </c:pt>
                <c:pt idx="1535">
                  <c:v>7</c:v>
                </c:pt>
                <c:pt idx="1536">
                  <c:v>7</c:v>
                </c:pt>
                <c:pt idx="1537">
                  <c:v>7</c:v>
                </c:pt>
                <c:pt idx="1538">
                  <c:v>7</c:v>
                </c:pt>
                <c:pt idx="1539">
                  <c:v>7</c:v>
                </c:pt>
                <c:pt idx="1540">
                  <c:v>7</c:v>
                </c:pt>
                <c:pt idx="1541">
                  <c:v>7</c:v>
                </c:pt>
                <c:pt idx="1542">
                  <c:v>7</c:v>
                </c:pt>
                <c:pt idx="1543">
                  <c:v>7</c:v>
                </c:pt>
                <c:pt idx="1544">
                  <c:v>7</c:v>
                </c:pt>
                <c:pt idx="1545">
                  <c:v>7</c:v>
                </c:pt>
                <c:pt idx="1546">
                  <c:v>7</c:v>
                </c:pt>
                <c:pt idx="1547">
                  <c:v>7</c:v>
                </c:pt>
                <c:pt idx="1548">
                  <c:v>7</c:v>
                </c:pt>
                <c:pt idx="1549">
                  <c:v>7</c:v>
                </c:pt>
                <c:pt idx="1550">
                  <c:v>7</c:v>
                </c:pt>
                <c:pt idx="1551">
                  <c:v>7</c:v>
                </c:pt>
                <c:pt idx="1552">
                  <c:v>7</c:v>
                </c:pt>
                <c:pt idx="1553">
                  <c:v>7</c:v>
                </c:pt>
                <c:pt idx="1554">
                  <c:v>7</c:v>
                </c:pt>
                <c:pt idx="1555">
                  <c:v>7</c:v>
                </c:pt>
                <c:pt idx="1556">
                  <c:v>7</c:v>
                </c:pt>
                <c:pt idx="1557">
                  <c:v>7</c:v>
                </c:pt>
                <c:pt idx="1558">
                  <c:v>7</c:v>
                </c:pt>
                <c:pt idx="1559">
                  <c:v>7</c:v>
                </c:pt>
                <c:pt idx="1560">
                  <c:v>7</c:v>
                </c:pt>
                <c:pt idx="1561">
                  <c:v>7</c:v>
                </c:pt>
                <c:pt idx="1562">
                  <c:v>7</c:v>
                </c:pt>
                <c:pt idx="1563">
                  <c:v>7</c:v>
                </c:pt>
                <c:pt idx="1564">
                  <c:v>7</c:v>
                </c:pt>
                <c:pt idx="1565">
                  <c:v>7</c:v>
                </c:pt>
                <c:pt idx="1566">
                  <c:v>7</c:v>
                </c:pt>
                <c:pt idx="1567">
                  <c:v>7</c:v>
                </c:pt>
                <c:pt idx="1568">
                  <c:v>7</c:v>
                </c:pt>
                <c:pt idx="1569">
                  <c:v>7</c:v>
                </c:pt>
                <c:pt idx="1570">
                  <c:v>7</c:v>
                </c:pt>
                <c:pt idx="1571">
                  <c:v>7</c:v>
                </c:pt>
                <c:pt idx="1572">
                  <c:v>7</c:v>
                </c:pt>
                <c:pt idx="1573">
                  <c:v>7</c:v>
                </c:pt>
                <c:pt idx="1574">
                  <c:v>7</c:v>
                </c:pt>
                <c:pt idx="1575">
                  <c:v>7</c:v>
                </c:pt>
                <c:pt idx="1576">
                  <c:v>7</c:v>
                </c:pt>
                <c:pt idx="1577">
                  <c:v>7</c:v>
                </c:pt>
                <c:pt idx="1578">
                  <c:v>7</c:v>
                </c:pt>
                <c:pt idx="1579">
                  <c:v>7</c:v>
                </c:pt>
                <c:pt idx="1580">
                  <c:v>7</c:v>
                </c:pt>
                <c:pt idx="1581">
                  <c:v>7</c:v>
                </c:pt>
                <c:pt idx="1582">
                  <c:v>7</c:v>
                </c:pt>
                <c:pt idx="1583">
                  <c:v>7</c:v>
                </c:pt>
                <c:pt idx="1584">
                  <c:v>7</c:v>
                </c:pt>
                <c:pt idx="1585">
                  <c:v>7</c:v>
                </c:pt>
                <c:pt idx="1586">
                  <c:v>7</c:v>
                </c:pt>
                <c:pt idx="1587">
                  <c:v>7</c:v>
                </c:pt>
                <c:pt idx="1588">
                  <c:v>7</c:v>
                </c:pt>
                <c:pt idx="1589">
                  <c:v>7</c:v>
                </c:pt>
                <c:pt idx="1590">
                  <c:v>7</c:v>
                </c:pt>
                <c:pt idx="1591">
                  <c:v>7</c:v>
                </c:pt>
                <c:pt idx="1592">
                  <c:v>7</c:v>
                </c:pt>
                <c:pt idx="1593">
                  <c:v>7</c:v>
                </c:pt>
                <c:pt idx="1594">
                  <c:v>7</c:v>
                </c:pt>
                <c:pt idx="1595">
                  <c:v>7</c:v>
                </c:pt>
                <c:pt idx="1596">
                  <c:v>7</c:v>
                </c:pt>
                <c:pt idx="1597">
                  <c:v>7</c:v>
                </c:pt>
                <c:pt idx="1598">
                  <c:v>7</c:v>
                </c:pt>
                <c:pt idx="1599">
                  <c:v>7</c:v>
                </c:pt>
                <c:pt idx="1600">
                  <c:v>7</c:v>
                </c:pt>
                <c:pt idx="1601">
                  <c:v>7</c:v>
                </c:pt>
                <c:pt idx="1602">
                  <c:v>7</c:v>
                </c:pt>
                <c:pt idx="1603">
                  <c:v>7</c:v>
                </c:pt>
                <c:pt idx="1604">
                  <c:v>7</c:v>
                </c:pt>
                <c:pt idx="1605">
                  <c:v>7</c:v>
                </c:pt>
                <c:pt idx="1606">
                  <c:v>7</c:v>
                </c:pt>
                <c:pt idx="1607">
                  <c:v>7</c:v>
                </c:pt>
                <c:pt idx="1608">
                  <c:v>7</c:v>
                </c:pt>
                <c:pt idx="1609">
                  <c:v>7</c:v>
                </c:pt>
                <c:pt idx="1610">
                  <c:v>7</c:v>
                </c:pt>
                <c:pt idx="1611">
                  <c:v>7</c:v>
                </c:pt>
                <c:pt idx="1612">
                  <c:v>7</c:v>
                </c:pt>
                <c:pt idx="1613">
                  <c:v>7</c:v>
                </c:pt>
                <c:pt idx="1614">
                  <c:v>7</c:v>
                </c:pt>
                <c:pt idx="1615">
                  <c:v>7</c:v>
                </c:pt>
                <c:pt idx="1616">
                  <c:v>7</c:v>
                </c:pt>
                <c:pt idx="1617">
                  <c:v>7</c:v>
                </c:pt>
                <c:pt idx="1618">
                  <c:v>7</c:v>
                </c:pt>
                <c:pt idx="1619">
                  <c:v>7</c:v>
                </c:pt>
                <c:pt idx="1620">
                  <c:v>7</c:v>
                </c:pt>
                <c:pt idx="1621">
                  <c:v>7</c:v>
                </c:pt>
                <c:pt idx="1622">
                  <c:v>7</c:v>
                </c:pt>
                <c:pt idx="1623">
                  <c:v>7</c:v>
                </c:pt>
                <c:pt idx="1624">
                  <c:v>7</c:v>
                </c:pt>
                <c:pt idx="1625">
                  <c:v>7</c:v>
                </c:pt>
                <c:pt idx="1626">
                  <c:v>7</c:v>
                </c:pt>
                <c:pt idx="1627">
                  <c:v>6.75</c:v>
                </c:pt>
                <c:pt idx="1628">
                  <c:v>6.75</c:v>
                </c:pt>
                <c:pt idx="1629">
                  <c:v>6.75</c:v>
                </c:pt>
                <c:pt idx="1630">
                  <c:v>6.75</c:v>
                </c:pt>
                <c:pt idx="1631">
                  <c:v>6.75</c:v>
                </c:pt>
                <c:pt idx="1632">
                  <c:v>6.75</c:v>
                </c:pt>
                <c:pt idx="1633">
                  <c:v>6.75</c:v>
                </c:pt>
                <c:pt idx="1634">
                  <c:v>6.75</c:v>
                </c:pt>
                <c:pt idx="1635">
                  <c:v>6.75</c:v>
                </c:pt>
                <c:pt idx="1636">
                  <c:v>6.75</c:v>
                </c:pt>
                <c:pt idx="1637">
                  <c:v>6.75</c:v>
                </c:pt>
                <c:pt idx="1638">
                  <c:v>6.75</c:v>
                </c:pt>
                <c:pt idx="1639">
                  <c:v>6.75</c:v>
                </c:pt>
                <c:pt idx="1640">
                  <c:v>6.75</c:v>
                </c:pt>
                <c:pt idx="1641">
                  <c:v>6.75</c:v>
                </c:pt>
                <c:pt idx="1642">
                  <c:v>6.75</c:v>
                </c:pt>
                <c:pt idx="1643">
                  <c:v>6.75</c:v>
                </c:pt>
                <c:pt idx="1644">
                  <c:v>6.75</c:v>
                </c:pt>
                <c:pt idx="1645">
                  <c:v>6.75</c:v>
                </c:pt>
                <c:pt idx="1646">
                  <c:v>6.75</c:v>
                </c:pt>
                <c:pt idx="1647">
                  <c:v>6.75</c:v>
                </c:pt>
                <c:pt idx="1648">
                  <c:v>6.75</c:v>
                </c:pt>
                <c:pt idx="1649">
                  <c:v>6.75</c:v>
                </c:pt>
                <c:pt idx="1650">
                  <c:v>6.75</c:v>
                </c:pt>
                <c:pt idx="1651">
                  <c:v>6.75</c:v>
                </c:pt>
                <c:pt idx="1652">
                  <c:v>6.75</c:v>
                </c:pt>
                <c:pt idx="1653">
                  <c:v>6.75</c:v>
                </c:pt>
                <c:pt idx="1654">
                  <c:v>6.75</c:v>
                </c:pt>
                <c:pt idx="1655">
                  <c:v>6.75</c:v>
                </c:pt>
                <c:pt idx="1656">
                  <c:v>6.75</c:v>
                </c:pt>
                <c:pt idx="1657">
                  <c:v>6.75</c:v>
                </c:pt>
                <c:pt idx="1658">
                  <c:v>6.75</c:v>
                </c:pt>
                <c:pt idx="1659">
                  <c:v>6.75</c:v>
                </c:pt>
                <c:pt idx="1660">
                  <c:v>6.75</c:v>
                </c:pt>
                <c:pt idx="1661">
                  <c:v>6.75</c:v>
                </c:pt>
                <c:pt idx="1662">
                  <c:v>6.75</c:v>
                </c:pt>
                <c:pt idx="1663">
                  <c:v>6.75</c:v>
                </c:pt>
                <c:pt idx="1664">
                  <c:v>6.75</c:v>
                </c:pt>
                <c:pt idx="1665">
                  <c:v>6.75</c:v>
                </c:pt>
                <c:pt idx="1666">
                  <c:v>6.75</c:v>
                </c:pt>
                <c:pt idx="1667">
                  <c:v>6.75</c:v>
                </c:pt>
                <c:pt idx="1668">
                  <c:v>6.75</c:v>
                </c:pt>
                <c:pt idx="1669">
                  <c:v>6.75</c:v>
                </c:pt>
                <c:pt idx="1670">
                  <c:v>6.75</c:v>
                </c:pt>
                <c:pt idx="1671">
                  <c:v>6.75</c:v>
                </c:pt>
                <c:pt idx="1672">
                  <c:v>6.75</c:v>
                </c:pt>
                <c:pt idx="1673">
                  <c:v>6.75</c:v>
                </c:pt>
                <c:pt idx="1674">
                  <c:v>6.75</c:v>
                </c:pt>
                <c:pt idx="1675">
                  <c:v>6.75</c:v>
                </c:pt>
                <c:pt idx="1676">
                  <c:v>6.75</c:v>
                </c:pt>
                <c:pt idx="1677">
                  <c:v>6.75</c:v>
                </c:pt>
                <c:pt idx="1678">
                  <c:v>6.75</c:v>
                </c:pt>
                <c:pt idx="1679">
                  <c:v>6.75</c:v>
                </c:pt>
                <c:pt idx="1680">
                  <c:v>6.75</c:v>
                </c:pt>
                <c:pt idx="1681">
                  <c:v>6.75</c:v>
                </c:pt>
                <c:pt idx="1682">
                  <c:v>6.75</c:v>
                </c:pt>
                <c:pt idx="1683">
                  <c:v>6.75</c:v>
                </c:pt>
                <c:pt idx="1684">
                  <c:v>6.75</c:v>
                </c:pt>
                <c:pt idx="1685">
                  <c:v>6.75</c:v>
                </c:pt>
                <c:pt idx="1686">
                  <c:v>6.75</c:v>
                </c:pt>
                <c:pt idx="1687">
                  <c:v>6.75</c:v>
                </c:pt>
                <c:pt idx="1688">
                  <c:v>6.75</c:v>
                </c:pt>
                <c:pt idx="1689">
                  <c:v>6.75</c:v>
                </c:pt>
                <c:pt idx="1690">
                  <c:v>6.75</c:v>
                </c:pt>
                <c:pt idx="1691">
                  <c:v>6.75</c:v>
                </c:pt>
                <c:pt idx="1692">
                  <c:v>6.75</c:v>
                </c:pt>
                <c:pt idx="1693">
                  <c:v>6.75</c:v>
                </c:pt>
                <c:pt idx="1694">
                  <c:v>6.75</c:v>
                </c:pt>
                <c:pt idx="1695">
                  <c:v>6.75</c:v>
                </c:pt>
                <c:pt idx="1696">
                  <c:v>6.75</c:v>
                </c:pt>
                <c:pt idx="1697">
                  <c:v>6.75</c:v>
                </c:pt>
                <c:pt idx="1698">
                  <c:v>6.75</c:v>
                </c:pt>
                <c:pt idx="1699">
                  <c:v>6.75</c:v>
                </c:pt>
                <c:pt idx="1700">
                  <c:v>6.75</c:v>
                </c:pt>
                <c:pt idx="1701">
                  <c:v>6.75</c:v>
                </c:pt>
                <c:pt idx="1702">
                  <c:v>6.75</c:v>
                </c:pt>
                <c:pt idx="1703">
                  <c:v>6.75</c:v>
                </c:pt>
                <c:pt idx="1704">
                  <c:v>6.75</c:v>
                </c:pt>
                <c:pt idx="1705">
                  <c:v>6.75</c:v>
                </c:pt>
                <c:pt idx="1706">
                  <c:v>6.75</c:v>
                </c:pt>
                <c:pt idx="1707">
                  <c:v>6.75</c:v>
                </c:pt>
                <c:pt idx="1708">
                  <c:v>6.75</c:v>
                </c:pt>
                <c:pt idx="1709">
                  <c:v>6.75</c:v>
                </c:pt>
                <c:pt idx="1710">
                  <c:v>6.75</c:v>
                </c:pt>
                <c:pt idx="1711">
                  <c:v>6.75</c:v>
                </c:pt>
                <c:pt idx="1712">
                  <c:v>6.5</c:v>
                </c:pt>
                <c:pt idx="1713">
                  <c:v>6.5</c:v>
                </c:pt>
                <c:pt idx="1714">
                  <c:v>6.5</c:v>
                </c:pt>
                <c:pt idx="1715">
                  <c:v>6.5</c:v>
                </c:pt>
                <c:pt idx="1716">
                  <c:v>6.5</c:v>
                </c:pt>
                <c:pt idx="1717">
                  <c:v>6.5</c:v>
                </c:pt>
                <c:pt idx="1718">
                  <c:v>6.5</c:v>
                </c:pt>
                <c:pt idx="1719">
                  <c:v>6.5</c:v>
                </c:pt>
                <c:pt idx="1720">
                  <c:v>6.5</c:v>
                </c:pt>
                <c:pt idx="1721">
                  <c:v>6.5</c:v>
                </c:pt>
                <c:pt idx="1722">
                  <c:v>6.5</c:v>
                </c:pt>
                <c:pt idx="1723">
                  <c:v>6.5</c:v>
                </c:pt>
                <c:pt idx="1724">
                  <c:v>6.5</c:v>
                </c:pt>
                <c:pt idx="1725">
                  <c:v>6.5</c:v>
                </c:pt>
                <c:pt idx="1726">
                  <c:v>6.5</c:v>
                </c:pt>
                <c:pt idx="1727">
                  <c:v>6.5</c:v>
                </c:pt>
                <c:pt idx="1728">
                  <c:v>6.5</c:v>
                </c:pt>
                <c:pt idx="1729">
                  <c:v>6.5</c:v>
                </c:pt>
                <c:pt idx="1730">
                  <c:v>6.5</c:v>
                </c:pt>
                <c:pt idx="1731">
                  <c:v>6.5</c:v>
                </c:pt>
                <c:pt idx="1732">
                  <c:v>6.5</c:v>
                </c:pt>
                <c:pt idx="1733">
                  <c:v>6.5</c:v>
                </c:pt>
                <c:pt idx="1734">
                  <c:v>6.5</c:v>
                </c:pt>
                <c:pt idx="1735">
                  <c:v>6.5</c:v>
                </c:pt>
                <c:pt idx="1736">
                  <c:v>6.5</c:v>
                </c:pt>
                <c:pt idx="1737">
                  <c:v>6.5</c:v>
                </c:pt>
                <c:pt idx="1738">
                  <c:v>6.5</c:v>
                </c:pt>
                <c:pt idx="1739">
                  <c:v>6.5</c:v>
                </c:pt>
                <c:pt idx="1740">
                  <c:v>6.5</c:v>
                </c:pt>
                <c:pt idx="1741">
                  <c:v>6.5</c:v>
                </c:pt>
                <c:pt idx="1742">
                  <c:v>6.5</c:v>
                </c:pt>
                <c:pt idx="1743">
                  <c:v>6.5</c:v>
                </c:pt>
                <c:pt idx="1744">
                  <c:v>6.5</c:v>
                </c:pt>
                <c:pt idx="1745">
                  <c:v>6.5</c:v>
                </c:pt>
                <c:pt idx="1746">
                  <c:v>6.5</c:v>
                </c:pt>
                <c:pt idx="1747">
                  <c:v>6.5</c:v>
                </c:pt>
                <c:pt idx="1748">
                  <c:v>6.5</c:v>
                </c:pt>
                <c:pt idx="1749">
                  <c:v>6.5</c:v>
                </c:pt>
                <c:pt idx="1750">
                  <c:v>6.5</c:v>
                </c:pt>
                <c:pt idx="1751">
                  <c:v>6.5</c:v>
                </c:pt>
                <c:pt idx="1752">
                  <c:v>6.5</c:v>
                </c:pt>
                <c:pt idx="1753">
                  <c:v>6.5</c:v>
                </c:pt>
                <c:pt idx="1754">
                  <c:v>6.5</c:v>
                </c:pt>
                <c:pt idx="1755">
                  <c:v>6.5</c:v>
                </c:pt>
                <c:pt idx="1756">
                  <c:v>6.5</c:v>
                </c:pt>
                <c:pt idx="1757">
                  <c:v>6.5</c:v>
                </c:pt>
                <c:pt idx="1758">
                  <c:v>6.5</c:v>
                </c:pt>
                <c:pt idx="1759">
                  <c:v>6.5</c:v>
                </c:pt>
                <c:pt idx="1760">
                  <c:v>6.5</c:v>
                </c:pt>
                <c:pt idx="1761">
                  <c:v>6.5</c:v>
                </c:pt>
                <c:pt idx="1762">
                  <c:v>6.5</c:v>
                </c:pt>
                <c:pt idx="1763">
                  <c:v>6.5</c:v>
                </c:pt>
                <c:pt idx="1764">
                  <c:v>6.5</c:v>
                </c:pt>
                <c:pt idx="1765">
                  <c:v>6.5</c:v>
                </c:pt>
                <c:pt idx="1766">
                  <c:v>6.5</c:v>
                </c:pt>
                <c:pt idx="1767">
                  <c:v>6.5</c:v>
                </c:pt>
                <c:pt idx="1768">
                  <c:v>6.5</c:v>
                </c:pt>
                <c:pt idx="1769">
                  <c:v>6.5</c:v>
                </c:pt>
                <c:pt idx="1770">
                  <c:v>6.5</c:v>
                </c:pt>
                <c:pt idx="1771">
                  <c:v>6.5</c:v>
                </c:pt>
                <c:pt idx="1772">
                  <c:v>6.5</c:v>
                </c:pt>
                <c:pt idx="1773">
                  <c:v>6.5</c:v>
                </c:pt>
                <c:pt idx="1774">
                  <c:v>6.5</c:v>
                </c:pt>
                <c:pt idx="1775">
                  <c:v>6.5</c:v>
                </c:pt>
                <c:pt idx="1776">
                  <c:v>6.5</c:v>
                </c:pt>
                <c:pt idx="1777">
                  <c:v>6.5</c:v>
                </c:pt>
                <c:pt idx="1778">
                  <c:v>6.5</c:v>
                </c:pt>
                <c:pt idx="1779">
                  <c:v>6.5</c:v>
                </c:pt>
                <c:pt idx="1780">
                  <c:v>6.5</c:v>
                </c:pt>
                <c:pt idx="1781">
                  <c:v>6.5</c:v>
                </c:pt>
                <c:pt idx="1782">
                  <c:v>6.5</c:v>
                </c:pt>
                <c:pt idx="1783">
                  <c:v>6.5</c:v>
                </c:pt>
                <c:pt idx="1784">
                  <c:v>6.5</c:v>
                </c:pt>
                <c:pt idx="1785">
                  <c:v>6.5</c:v>
                </c:pt>
                <c:pt idx="1786">
                  <c:v>6.5</c:v>
                </c:pt>
                <c:pt idx="1787">
                  <c:v>6.5</c:v>
                </c:pt>
                <c:pt idx="1788">
                  <c:v>6.5</c:v>
                </c:pt>
                <c:pt idx="1789">
                  <c:v>6.5</c:v>
                </c:pt>
                <c:pt idx="1790">
                  <c:v>6.5</c:v>
                </c:pt>
                <c:pt idx="1791">
                  <c:v>6.5</c:v>
                </c:pt>
                <c:pt idx="1792">
                  <c:v>6.5</c:v>
                </c:pt>
                <c:pt idx="1793">
                  <c:v>6.5</c:v>
                </c:pt>
                <c:pt idx="1794">
                  <c:v>6.5</c:v>
                </c:pt>
                <c:pt idx="1795">
                  <c:v>6.25</c:v>
                </c:pt>
                <c:pt idx="1796">
                  <c:v>6.25</c:v>
                </c:pt>
                <c:pt idx="1797">
                  <c:v>6.25</c:v>
                </c:pt>
                <c:pt idx="1798">
                  <c:v>6.25</c:v>
                </c:pt>
                <c:pt idx="1799">
                  <c:v>6.25</c:v>
                </c:pt>
                <c:pt idx="1800">
                  <c:v>6.25</c:v>
                </c:pt>
                <c:pt idx="1801">
                  <c:v>6.25</c:v>
                </c:pt>
                <c:pt idx="1802">
                  <c:v>6.25</c:v>
                </c:pt>
                <c:pt idx="1803">
                  <c:v>6.25</c:v>
                </c:pt>
                <c:pt idx="1804">
                  <c:v>6.25</c:v>
                </c:pt>
                <c:pt idx="1805">
                  <c:v>6.25</c:v>
                </c:pt>
                <c:pt idx="1806">
                  <c:v>6.25</c:v>
                </c:pt>
                <c:pt idx="1807">
                  <c:v>6.25</c:v>
                </c:pt>
                <c:pt idx="1808">
                  <c:v>6.25</c:v>
                </c:pt>
                <c:pt idx="1809">
                  <c:v>6.25</c:v>
                </c:pt>
                <c:pt idx="1810">
                  <c:v>6.25</c:v>
                </c:pt>
                <c:pt idx="1811">
                  <c:v>6.25</c:v>
                </c:pt>
                <c:pt idx="1812">
                  <c:v>6.25</c:v>
                </c:pt>
                <c:pt idx="1813">
                  <c:v>6.25</c:v>
                </c:pt>
                <c:pt idx="1814">
                  <c:v>6.25</c:v>
                </c:pt>
                <c:pt idx="1815">
                  <c:v>6.25</c:v>
                </c:pt>
                <c:pt idx="1816">
                  <c:v>6.25</c:v>
                </c:pt>
                <c:pt idx="1817">
                  <c:v>6.25</c:v>
                </c:pt>
                <c:pt idx="1818">
                  <c:v>6.25</c:v>
                </c:pt>
                <c:pt idx="1819">
                  <c:v>6.25</c:v>
                </c:pt>
                <c:pt idx="1820">
                  <c:v>6.25</c:v>
                </c:pt>
                <c:pt idx="1821">
                  <c:v>6.25</c:v>
                </c:pt>
                <c:pt idx="1822">
                  <c:v>6.25</c:v>
                </c:pt>
                <c:pt idx="1823">
                  <c:v>6.25</c:v>
                </c:pt>
                <c:pt idx="1824">
                  <c:v>6.25</c:v>
                </c:pt>
                <c:pt idx="1825">
                  <c:v>6.25</c:v>
                </c:pt>
                <c:pt idx="1826">
                  <c:v>6.25</c:v>
                </c:pt>
                <c:pt idx="1827">
                  <c:v>6.25</c:v>
                </c:pt>
                <c:pt idx="1828">
                  <c:v>6.25</c:v>
                </c:pt>
                <c:pt idx="1829">
                  <c:v>6.25</c:v>
                </c:pt>
                <c:pt idx="1830">
                  <c:v>6.25</c:v>
                </c:pt>
                <c:pt idx="1831">
                  <c:v>6.25</c:v>
                </c:pt>
                <c:pt idx="1832">
                  <c:v>6.25</c:v>
                </c:pt>
                <c:pt idx="1833">
                  <c:v>6.25</c:v>
                </c:pt>
                <c:pt idx="1834">
                  <c:v>6.25</c:v>
                </c:pt>
                <c:pt idx="1835">
                  <c:v>6</c:v>
                </c:pt>
                <c:pt idx="1836">
                  <c:v>6</c:v>
                </c:pt>
                <c:pt idx="1837">
                  <c:v>6</c:v>
                </c:pt>
                <c:pt idx="1838">
                  <c:v>6</c:v>
                </c:pt>
                <c:pt idx="1839">
                  <c:v>6</c:v>
                </c:pt>
                <c:pt idx="1840">
                  <c:v>6</c:v>
                </c:pt>
                <c:pt idx="1841">
                  <c:v>6</c:v>
                </c:pt>
                <c:pt idx="1842">
                  <c:v>6</c:v>
                </c:pt>
                <c:pt idx="1843">
                  <c:v>6</c:v>
                </c:pt>
                <c:pt idx="1844">
                  <c:v>6</c:v>
                </c:pt>
                <c:pt idx="1845">
                  <c:v>6</c:v>
                </c:pt>
                <c:pt idx="1846">
                  <c:v>6</c:v>
                </c:pt>
                <c:pt idx="1847">
                  <c:v>6</c:v>
                </c:pt>
                <c:pt idx="1848">
                  <c:v>6</c:v>
                </c:pt>
                <c:pt idx="1849">
                  <c:v>6</c:v>
                </c:pt>
                <c:pt idx="1850">
                  <c:v>6</c:v>
                </c:pt>
                <c:pt idx="1851">
                  <c:v>6</c:v>
                </c:pt>
                <c:pt idx="1852">
                  <c:v>6</c:v>
                </c:pt>
                <c:pt idx="1853">
                  <c:v>6</c:v>
                </c:pt>
                <c:pt idx="1854">
                  <c:v>6</c:v>
                </c:pt>
                <c:pt idx="1855">
                  <c:v>6</c:v>
                </c:pt>
                <c:pt idx="1856">
                  <c:v>6</c:v>
                </c:pt>
                <c:pt idx="1857">
                  <c:v>6</c:v>
                </c:pt>
                <c:pt idx="1858">
                  <c:v>6</c:v>
                </c:pt>
                <c:pt idx="1859">
                  <c:v>6</c:v>
                </c:pt>
                <c:pt idx="1860">
                  <c:v>5.75</c:v>
                </c:pt>
                <c:pt idx="1861">
                  <c:v>5.75</c:v>
                </c:pt>
                <c:pt idx="1862">
                  <c:v>5.75</c:v>
                </c:pt>
                <c:pt idx="1863">
                  <c:v>5.75</c:v>
                </c:pt>
                <c:pt idx="1864">
                  <c:v>5.75</c:v>
                </c:pt>
                <c:pt idx="1865">
                  <c:v>5.75</c:v>
                </c:pt>
                <c:pt idx="1866">
                  <c:v>5.75</c:v>
                </c:pt>
                <c:pt idx="1867">
                  <c:v>5.75</c:v>
                </c:pt>
                <c:pt idx="1868">
                  <c:v>5.75</c:v>
                </c:pt>
                <c:pt idx="1869">
                  <c:v>5.75</c:v>
                </c:pt>
                <c:pt idx="1870">
                  <c:v>5.75</c:v>
                </c:pt>
                <c:pt idx="1871">
                  <c:v>5.75</c:v>
                </c:pt>
                <c:pt idx="1872">
                  <c:v>5.75</c:v>
                </c:pt>
                <c:pt idx="1873">
                  <c:v>5.75</c:v>
                </c:pt>
                <c:pt idx="1874">
                  <c:v>5.75</c:v>
                </c:pt>
                <c:pt idx="1875">
                  <c:v>5.75</c:v>
                </c:pt>
                <c:pt idx="1876">
                  <c:v>5.75</c:v>
                </c:pt>
                <c:pt idx="1877">
                  <c:v>5.75</c:v>
                </c:pt>
                <c:pt idx="1878">
                  <c:v>5.75</c:v>
                </c:pt>
                <c:pt idx="1879">
                  <c:v>5.75</c:v>
                </c:pt>
                <c:pt idx="1880">
                  <c:v>5.5</c:v>
                </c:pt>
                <c:pt idx="1881">
                  <c:v>5.5</c:v>
                </c:pt>
                <c:pt idx="1882">
                  <c:v>5.5</c:v>
                </c:pt>
                <c:pt idx="1883">
                  <c:v>5.5</c:v>
                </c:pt>
                <c:pt idx="1884">
                  <c:v>5.5</c:v>
                </c:pt>
                <c:pt idx="1885">
                  <c:v>5.5</c:v>
                </c:pt>
                <c:pt idx="1886">
                  <c:v>5.5</c:v>
                </c:pt>
                <c:pt idx="1887">
                  <c:v>5.5</c:v>
                </c:pt>
                <c:pt idx="1888">
                  <c:v>5.5</c:v>
                </c:pt>
                <c:pt idx="1889">
                  <c:v>5.5</c:v>
                </c:pt>
                <c:pt idx="1890">
                  <c:v>5.5</c:v>
                </c:pt>
                <c:pt idx="1891">
                  <c:v>5.5</c:v>
                </c:pt>
                <c:pt idx="1892">
                  <c:v>5.5</c:v>
                </c:pt>
                <c:pt idx="1893">
                  <c:v>5.5</c:v>
                </c:pt>
                <c:pt idx="1894">
                  <c:v>5.5</c:v>
                </c:pt>
                <c:pt idx="1895">
                  <c:v>5.5</c:v>
                </c:pt>
                <c:pt idx="1896">
                  <c:v>5.5</c:v>
                </c:pt>
                <c:pt idx="1897">
                  <c:v>5.5</c:v>
                </c:pt>
                <c:pt idx="1898">
                  <c:v>5.5</c:v>
                </c:pt>
                <c:pt idx="1899">
                  <c:v>5.5</c:v>
                </c:pt>
                <c:pt idx="1900">
                  <c:v>5.5</c:v>
                </c:pt>
                <c:pt idx="1901">
                  <c:v>5.5</c:v>
                </c:pt>
                <c:pt idx="1902">
                  <c:v>5.5</c:v>
                </c:pt>
                <c:pt idx="1903">
                  <c:v>5.5</c:v>
                </c:pt>
                <c:pt idx="1904">
                  <c:v>5.5</c:v>
                </c:pt>
                <c:pt idx="1905">
                  <c:v>5.5</c:v>
                </c:pt>
                <c:pt idx="1906">
                  <c:v>5.5</c:v>
                </c:pt>
                <c:pt idx="1907">
                  <c:v>5.5</c:v>
                </c:pt>
                <c:pt idx="1908">
                  <c:v>5.5</c:v>
                </c:pt>
                <c:pt idx="1909">
                  <c:v>5.5</c:v>
                </c:pt>
                <c:pt idx="1910">
                  <c:v>5.5</c:v>
                </c:pt>
                <c:pt idx="1911">
                  <c:v>5.5</c:v>
                </c:pt>
                <c:pt idx="1912">
                  <c:v>5.5</c:v>
                </c:pt>
                <c:pt idx="1913">
                  <c:v>5.5</c:v>
                </c:pt>
                <c:pt idx="1914">
                  <c:v>5.5</c:v>
                </c:pt>
                <c:pt idx="1915">
                  <c:v>5.5</c:v>
                </c:pt>
                <c:pt idx="1916">
                  <c:v>5.5</c:v>
                </c:pt>
                <c:pt idx="1917">
                  <c:v>5.5</c:v>
                </c:pt>
                <c:pt idx="1918">
                  <c:v>5.5</c:v>
                </c:pt>
                <c:pt idx="1919">
                  <c:v>5.5</c:v>
                </c:pt>
                <c:pt idx="1920">
                  <c:v>5.5</c:v>
                </c:pt>
                <c:pt idx="1921">
                  <c:v>5.5</c:v>
                </c:pt>
                <c:pt idx="1922">
                  <c:v>5.5</c:v>
                </c:pt>
                <c:pt idx="1923">
                  <c:v>5.5</c:v>
                </c:pt>
                <c:pt idx="1924">
                  <c:v>5.5</c:v>
                </c:pt>
                <c:pt idx="1925">
                  <c:v>5.5</c:v>
                </c:pt>
                <c:pt idx="1926">
                  <c:v>5.5</c:v>
                </c:pt>
                <c:pt idx="1927">
                  <c:v>5.5</c:v>
                </c:pt>
                <c:pt idx="1928">
                  <c:v>5.5</c:v>
                </c:pt>
                <c:pt idx="1929">
                  <c:v>5.5</c:v>
                </c:pt>
                <c:pt idx="1930">
                  <c:v>5.5</c:v>
                </c:pt>
                <c:pt idx="1931">
                  <c:v>5.5</c:v>
                </c:pt>
                <c:pt idx="1932">
                  <c:v>5.5</c:v>
                </c:pt>
                <c:pt idx="1933">
                  <c:v>5.5</c:v>
                </c:pt>
                <c:pt idx="1934">
                  <c:v>5.5</c:v>
                </c:pt>
                <c:pt idx="1935">
                  <c:v>5.5</c:v>
                </c:pt>
                <c:pt idx="1936">
                  <c:v>5.5</c:v>
                </c:pt>
                <c:pt idx="1937">
                  <c:v>5.5</c:v>
                </c:pt>
                <c:pt idx="1938">
                  <c:v>5.5</c:v>
                </c:pt>
                <c:pt idx="1939">
                  <c:v>5.5</c:v>
                </c:pt>
                <c:pt idx="1940">
                  <c:v>5.5</c:v>
                </c:pt>
                <c:pt idx="1941">
                  <c:v>5.5</c:v>
                </c:pt>
                <c:pt idx="1942">
                  <c:v>5.5</c:v>
                </c:pt>
                <c:pt idx="1943">
                  <c:v>5.5</c:v>
                </c:pt>
                <c:pt idx="1944">
                  <c:v>5.5</c:v>
                </c:pt>
                <c:pt idx="1945">
                  <c:v>5.5</c:v>
                </c:pt>
                <c:pt idx="1946">
                  <c:v>5.5</c:v>
                </c:pt>
                <c:pt idx="1947">
                  <c:v>5.5</c:v>
                </c:pt>
                <c:pt idx="1948">
                  <c:v>5.5</c:v>
                </c:pt>
                <c:pt idx="1949">
                  <c:v>5.5</c:v>
                </c:pt>
                <c:pt idx="1950">
                  <c:v>5.5</c:v>
                </c:pt>
                <c:pt idx="1951">
                  <c:v>5.5</c:v>
                </c:pt>
                <c:pt idx="1952">
                  <c:v>5.5</c:v>
                </c:pt>
                <c:pt idx="1953">
                  <c:v>5.5</c:v>
                </c:pt>
                <c:pt idx="1954">
                  <c:v>5.5</c:v>
                </c:pt>
                <c:pt idx="1955">
                  <c:v>5.5</c:v>
                </c:pt>
                <c:pt idx="1956">
                  <c:v>5.5</c:v>
                </c:pt>
                <c:pt idx="1957">
                  <c:v>5.5</c:v>
                </c:pt>
                <c:pt idx="1958">
                  <c:v>5.5</c:v>
                </c:pt>
                <c:pt idx="1959">
                  <c:v>5.5</c:v>
                </c:pt>
                <c:pt idx="1960">
                  <c:v>5.5</c:v>
                </c:pt>
                <c:pt idx="1961">
                  <c:v>5.5</c:v>
                </c:pt>
                <c:pt idx="1962">
                  <c:v>5.5</c:v>
                </c:pt>
                <c:pt idx="1963">
                  <c:v>5.5</c:v>
                </c:pt>
                <c:pt idx="1964">
                  <c:v>5.5</c:v>
                </c:pt>
                <c:pt idx="1965">
                  <c:v>5.5</c:v>
                </c:pt>
                <c:pt idx="1966">
                  <c:v>5.5</c:v>
                </c:pt>
                <c:pt idx="1967">
                  <c:v>5.5</c:v>
                </c:pt>
                <c:pt idx="1968">
                  <c:v>5.5</c:v>
                </c:pt>
                <c:pt idx="1969">
                  <c:v>5.5</c:v>
                </c:pt>
                <c:pt idx="1970">
                  <c:v>5.5</c:v>
                </c:pt>
                <c:pt idx="1971">
                  <c:v>5.5</c:v>
                </c:pt>
                <c:pt idx="1972">
                  <c:v>5.5</c:v>
                </c:pt>
                <c:pt idx="1973">
                  <c:v>5.5</c:v>
                </c:pt>
                <c:pt idx="1974">
                  <c:v>5.5</c:v>
                </c:pt>
                <c:pt idx="1975">
                  <c:v>5.5</c:v>
                </c:pt>
                <c:pt idx="1976">
                  <c:v>5.5</c:v>
                </c:pt>
                <c:pt idx="1977">
                  <c:v>5.5</c:v>
                </c:pt>
                <c:pt idx="1978">
                  <c:v>5.5</c:v>
                </c:pt>
                <c:pt idx="1979">
                  <c:v>5.5</c:v>
                </c:pt>
                <c:pt idx="1980">
                  <c:v>5.5</c:v>
                </c:pt>
                <c:pt idx="1981">
                  <c:v>5.5</c:v>
                </c:pt>
                <c:pt idx="1982">
                  <c:v>5.5</c:v>
                </c:pt>
                <c:pt idx="1983">
                  <c:v>5.5</c:v>
                </c:pt>
                <c:pt idx="1984">
                  <c:v>5.5</c:v>
                </c:pt>
                <c:pt idx="1985">
                  <c:v>5.5</c:v>
                </c:pt>
                <c:pt idx="1986">
                  <c:v>5.5</c:v>
                </c:pt>
                <c:pt idx="1987">
                  <c:v>5.5</c:v>
                </c:pt>
                <c:pt idx="1988">
                  <c:v>5.5</c:v>
                </c:pt>
                <c:pt idx="1989">
                  <c:v>5.5</c:v>
                </c:pt>
                <c:pt idx="1990">
                  <c:v>5.5</c:v>
                </c:pt>
                <c:pt idx="1991">
                  <c:v>5.5</c:v>
                </c:pt>
                <c:pt idx="1992">
                  <c:v>5.5</c:v>
                </c:pt>
                <c:pt idx="1993">
                  <c:v>5.5</c:v>
                </c:pt>
                <c:pt idx="1994">
                  <c:v>5.5</c:v>
                </c:pt>
                <c:pt idx="1995">
                  <c:v>5.5</c:v>
                </c:pt>
                <c:pt idx="1996">
                  <c:v>5.5</c:v>
                </c:pt>
                <c:pt idx="1997">
                  <c:v>5.5</c:v>
                </c:pt>
                <c:pt idx="1998">
                  <c:v>5.5</c:v>
                </c:pt>
                <c:pt idx="1999">
                  <c:v>5.5</c:v>
                </c:pt>
                <c:pt idx="2000">
                  <c:v>5.5</c:v>
                </c:pt>
                <c:pt idx="2001">
                  <c:v>5.5</c:v>
                </c:pt>
                <c:pt idx="2002">
                  <c:v>5.5</c:v>
                </c:pt>
                <c:pt idx="2003">
                  <c:v>5.5</c:v>
                </c:pt>
                <c:pt idx="2004">
                  <c:v>5.5</c:v>
                </c:pt>
                <c:pt idx="2005">
                  <c:v>5.5</c:v>
                </c:pt>
                <c:pt idx="2006">
                  <c:v>5.5</c:v>
                </c:pt>
                <c:pt idx="2007">
                  <c:v>5.5</c:v>
                </c:pt>
                <c:pt idx="2008">
                  <c:v>5.5</c:v>
                </c:pt>
                <c:pt idx="2009">
                  <c:v>5.5</c:v>
                </c:pt>
                <c:pt idx="2010">
                  <c:v>5.5</c:v>
                </c:pt>
                <c:pt idx="2011">
                  <c:v>5.5</c:v>
                </c:pt>
                <c:pt idx="2012">
                  <c:v>5.5</c:v>
                </c:pt>
                <c:pt idx="2013">
                  <c:v>5.5</c:v>
                </c:pt>
                <c:pt idx="2014">
                  <c:v>5.5</c:v>
                </c:pt>
                <c:pt idx="2015">
                  <c:v>5.5</c:v>
                </c:pt>
                <c:pt idx="2016">
                  <c:v>5.5</c:v>
                </c:pt>
                <c:pt idx="2017">
                  <c:v>5.5</c:v>
                </c:pt>
                <c:pt idx="2018">
                  <c:v>5.5</c:v>
                </c:pt>
                <c:pt idx="2019">
                  <c:v>5.5</c:v>
                </c:pt>
                <c:pt idx="2020">
                  <c:v>5.5</c:v>
                </c:pt>
                <c:pt idx="2021">
                  <c:v>5.5</c:v>
                </c:pt>
                <c:pt idx="2022">
                  <c:v>5.5</c:v>
                </c:pt>
                <c:pt idx="2023">
                  <c:v>5.5</c:v>
                </c:pt>
                <c:pt idx="2024">
                  <c:v>5.5</c:v>
                </c:pt>
                <c:pt idx="2025">
                  <c:v>5.5</c:v>
                </c:pt>
                <c:pt idx="2026">
                  <c:v>5.5</c:v>
                </c:pt>
                <c:pt idx="2027">
                  <c:v>5.5</c:v>
                </c:pt>
                <c:pt idx="2028">
                  <c:v>5.5</c:v>
                </c:pt>
                <c:pt idx="2029">
                  <c:v>5.5</c:v>
                </c:pt>
                <c:pt idx="2030">
                  <c:v>5.5</c:v>
                </c:pt>
                <c:pt idx="2031">
                  <c:v>5.5</c:v>
                </c:pt>
                <c:pt idx="2032">
                  <c:v>5.5</c:v>
                </c:pt>
                <c:pt idx="2033">
                  <c:v>5.5</c:v>
                </c:pt>
                <c:pt idx="2034">
                  <c:v>5.5</c:v>
                </c:pt>
                <c:pt idx="2035">
                  <c:v>5.5</c:v>
                </c:pt>
                <c:pt idx="2036">
                  <c:v>5.5</c:v>
                </c:pt>
                <c:pt idx="2037">
                  <c:v>5.5</c:v>
                </c:pt>
                <c:pt idx="2038">
                  <c:v>5.5</c:v>
                </c:pt>
                <c:pt idx="2039">
                  <c:v>5.5</c:v>
                </c:pt>
                <c:pt idx="2040">
                  <c:v>5.5</c:v>
                </c:pt>
                <c:pt idx="2041">
                  <c:v>5.5</c:v>
                </c:pt>
                <c:pt idx="2042">
                  <c:v>5.5</c:v>
                </c:pt>
                <c:pt idx="2043">
                  <c:v>5.5</c:v>
                </c:pt>
                <c:pt idx="2044">
                  <c:v>5.5</c:v>
                </c:pt>
                <c:pt idx="2045">
                  <c:v>5.5</c:v>
                </c:pt>
                <c:pt idx="2046">
                  <c:v>5.5</c:v>
                </c:pt>
                <c:pt idx="2047">
                  <c:v>5.5</c:v>
                </c:pt>
                <c:pt idx="2048">
                  <c:v>5.5</c:v>
                </c:pt>
                <c:pt idx="2049">
                  <c:v>5.5</c:v>
                </c:pt>
                <c:pt idx="2050">
                  <c:v>5.5</c:v>
                </c:pt>
                <c:pt idx="2051">
                  <c:v>5.5</c:v>
                </c:pt>
                <c:pt idx="2052">
                  <c:v>5.5</c:v>
                </c:pt>
                <c:pt idx="2053">
                  <c:v>5.5</c:v>
                </c:pt>
                <c:pt idx="2054">
                  <c:v>5.5</c:v>
                </c:pt>
                <c:pt idx="2055">
                  <c:v>6</c:v>
                </c:pt>
                <c:pt idx="2056">
                  <c:v>6</c:v>
                </c:pt>
                <c:pt idx="2057">
                  <c:v>6</c:v>
                </c:pt>
                <c:pt idx="2058">
                  <c:v>6</c:v>
                </c:pt>
                <c:pt idx="2059">
                  <c:v>6</c:v>
                </c:pt>
                <c:pt idx="2060">
                  <c:v>6</c:v>
                </c:pt>
                <c:pt idx="2061">
                  <c:v>6</c:v>
                </c:pt>
                <c:pt idx="2062">
                  <c:v>6</c:v>
                </c:pt>
                <c:pt idx="2063">
                  <c:v>6</c:v>
                </c:pt>
                <c:pt idx="2064">
                  <c:v>6</c:v>
                </c:pt>
                <c:pt idx="2065">
                  <c:v>6</c:v>
                </c:pt>
                <c:pt idx="2066">
                  <c:v>6</c:v>
                </c:pt>
                <c:pt idx="2067">
                  <c:v>6</c:v>
                </c:pt>
                <c:pt idx="2068">
                  <c:v>6</c:v>
                </c:pt>
                <c:pt idx="2069">
                  <c:v>6.25</c:v>
                </c:pt>
                <c:pt idx="2070">
                  <c:v>6.25</c:v>
                </c:pt>
                <c:pt idx="2071">
                  <c:v>6.25</c:v>
                </c:pt>
                <c:pt idx="2072">
                  <c:v>6.25</c:v>
                </c:pt>
                <c:pt idx="2073">
                  <c:v>6.25</c:v>
                </c:pt>
                <c:pt idx="2074">
                  <c:v>6.25</c:v>
                </c:pt>
                <c:pt idx="2075">
                  <c:v>6.25</c:v>
                </c:pt>
                <c:pt idx="2076">
                  <c:v>6.5</c:v>
                </c:pt>
                <c:pt idx="2077">
                  <c:v>6.5</c:v>
                </c:pt>
                <c:pt idx="2078">
                  <c:v>6.5</c:v>
                </c:pt>
                <c:pt idx="2079">
                  <c:v>6.5</c:v>
                </c:pt>
                <c:pt idx="2080">
                  <c:v>6.5</c:v>
                </c:pt>
                <c:pt idx="2081">
                  <c:v>6.5</c:v>
                </c:pt>
                <c:pt idx="2082">
                  <c:v>6.5</c:v>
                </c:pt>
                <c:pt idx="2083">
                  <c:v>6.5</c:v>
                </c:pt>
                <c:pt idx="2084">
                  <c:v>6.5</c:v>
                </c:pt>
                <c:pt idx="2085">
                  <c:v>6.5</c:v>
                </c:pt>
                <c:pt idx="2086">
                  <c:v>6.5</c:v>
                </c:pt>
                <c:pt idx="2087">
                  <c:v>6.5</c:v>
                </c:pt>
                <c:pt idx="2088">
                  <c:v>6.5</c:v>
                </c:pt>
                <c:pt idx="2089">
                  <c:v>6.5</c:v>
                </c:pt>
                <c:pt idx="2090">
                  <c:v>6.5</c:v>
                </c:pt>
                <c:pt idx="2091">
                  <c:v>6.5</c:v>
                </c:pt>
                <c:pt idx="2092">
                  <c:v>6.5</c:v>
                </c:pt>
                <c:pt idx="2093">
                  <c:v>6.5</c:v>
                </c:pt>
                <c:pt idx="2094">
                  <c:v>6.5</c:v>
                </c:pt>
                <c:pt idx="2095">
                  <c:v>6.5</c:v>
                </c:pt>
                <c:pt idx="2096">
                  <c:v>6.5</c:v>
                </c:pt>
                <c:pt idx="2097">
                  <c:v>6.5</c:v>
                </c:pt>
                <c:pt idx="2098">
                  <c:v>6.5</c:v>
                </c:pt>
                <c:pt idx="2099">
                  <c:v>6.5</c:v>
                </c:pt>
                <c:pt idx="2100">
                  <c:v>6.5</c:v>
                </c:pt>
                <c:pt idx="2101">
                  <c:v>6.5</c:v>
                </c:pt>
                <c:pt idx="2102">
                  <c:v>6.5</c:v>
                </c:pt>
                <c:pt idx="2103">
                  <c:v>6.5</c:v>
                </c:pt>
                <c:pt idx="2104">
                  <c:v>6.5</c:v>
                </c:pt>
                <c:pt idx="2105">
                  <c:v>6.5</c:v>
                </c:pt>
                <c:pt idx="2106">
                  <c:v>6.5</c:v>
                </c:pt>
                <c:pt idx="2107">
                  <c:v>6.5</c:v>
                </c:pt>
                <c:pt idx="2108">
                  <c:v>6.5</c:v>
                </c:pt>
                <c:pt idx="2109">
                  <c:v>6.5</c:v>
                </c:pt>
                <c:pt idx="2110">
                  <c:v>6.5</c:v>
                </c:pt>
                <c:pt idx="2111">
                  <c:v>6.5</c:v>
                </c:pt>
                <c:pt idx="2112">
                  <c:v>6.5</c:v>
                </c:pt>
                <c:pt idx="2113">
                  <c:v>6.5</c:v>
                </c:pt>
                <c:pt idx="2114">
                  <c:v>6.5</c:v>
                </c:pt>
                <c:pt idx="2115">
                  <c:v>6.5</c:v>
                </c:pt>
                <c:pt idx="2116">
                  <c:v>6.5</c:v>
                </c:pt>
                <c:pt idx="2117">
                  <c:v>6.5</c:v>
                </c:pt>
                <c:pt idx="2118">
                  <c:v>6.5</c:v>
                </c:pt>
                <c:pt idx="2119">
                  <c:v>6.5</c:v>
                </c:pt>
                <c:pt idx="2120">
                  <c:v>6.5</c:v>
                </c:pt>
                <c:pt idx="2121">
                  <c:v>6.5</c:v>
                </c:pt>
                <c:pt idx="2122">
                  <c:v>6.5</c:v>
                </c:pt>
                <c:pt idx="2123">
                  <c:v>6.5</c:v>
                </c:pt>
                <c:pt idx="2124">
                  <c:v>6.5</c:v>
                </c:pt>
                <c:pt idx="2125">
                  <c:v>6.5</c:v>
                </c:pt>
                <c:pt idx="2126">
                  <c:v>6.5</c:v>
                </c:pt>
                <c:pt idx="2127">
                  <c:v>6.5</c:v>
                </c:pt>
                <c:pt idx="2128">
                  <c:v>6.5</c:v>
                </c:pt>
                <c:pt idx="2129">
                  <c:v>6.5</c:v>
                </c:pt>
                <c:pt idx="2130">
                  <c:v>6.5</c:v>
                </c:pt>
                <c:pt idx="2131">
                  <c:v>6.5</c:v>
                </c:pt>
                <c:pt idx="2132">
                  <c:v>6.5</c:v>
                </c:pt>
                <c:pt idx="2133">
                  <c:v>6.5</c:v>
                </c:pt>
                <c:pt idx="2134">
                  <c:v>6.5</c:v>
                </c:pt>
                <c:pt idx="2135">
                  <c:v>6.5</c:v>
                </c:pt>
                <c:pt idx="2136">
                  <c:v>6.5</c:v>
                </c:pt>
                <c:pt idx="2137">
                  <c:v>6.5</c:v>
                </c:pt>
                <c:pt idx="2138">
                  <c:v>6.5</c:v>
                </c:pt>
                <c:pt idx="2139">
                  <c:v>6.5</c:v>
                </c:pt>
                <c:pt idx="2140">
                  <c:v>6.5</c:v>
                </c:pt>
                <c:pt idx="2141">
                  <c:v>6.5</c:v>
                </c:pt>
                <c:pt idx="2142">
                  <c:v>6.5</c:v>
                </c:pt>
                <c:pt idx="2143">
                  <c:v>6.5</c:v>
                </c:pt>
                <c:pt idx="2144">
                  <c:v>6.5</c:v>
                </c:pt>
                <c:pt idx="2145">
                  <c:v>6.5</c:v>
                </c:pt>
                <c:pt idx="2146">
                  <c:v>6.5</c:v>
                </c:pt>
                <c:pt idx="2147">
                  <c:v>6.5</c:v>
                </c:pt>
                <c:pt idx="2148">
                  <c:v>6.5</c:v>
                </c:pt>
                <c:pt idx="2149">
                  <c:v>6.5</c:v>
                </c:pt>
                <c:pt idx="2150">
                  <c:v>6.5</c:v>
                </c:pt>
                <c:pt idx="2151">
                  <c:v>6.5</c:v>
                </c:pt>
                <c:pt idx="2152">
                  <c:v>6.5</c:v>
                </c:pt>
                <c:pt idx="2153">
                  <c:v>6.5</c:v>
                </c:pt>
                <c:pt idx="2154">
                  <c:v>6.5</c:v>
                </c:pt>
                <c:pt idx="2155">
                  <c:v>6.5</c:v>
                </c:pt>
                <c:pt idx="2156">
                  <c:v>6.5</c:v>
                </c:pt>
                <c:pt idx="2157">
                  <c:v>6.5</c:v>
                </c:pt>
                <c:pt idx="2158">
                  <c:v>6.5</c:v>
                </c:pt>
                <c:pt idx="2159">
                  <c:v>6.5</c:v>
                </c:pt>
                <c:pt idx="2160">
                  <c:v>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F01-44F8-9B43-0940E65ED09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Deposit Fasility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2083"/>
              <c:layout>
                <c:manualLayout>
                  <c:x val="3.1515067151206735E-2"/>
                  <c:y val="-1.24579641803120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F01-44F8-9B43-0940E65ED090}"/>
                </c:ext>
              </c:extLst>
            </c:dLbl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Sheet1!$A$2:$A$2162</c:f>
              <c:numCache>
                <c:formatCode>d\-mmm\-yy</c:formatCode>
                <c:ptCount val="2161"/>
                <c:pt idx="0">
                  <c:v>43102</c:v>
                </c:pt>
                <c:pt idx="1">
                  <c:v>43103</c:v>
                </c:pt>
                <c:pt idx="2">
                  <c:v>43104</c:v>
                </c:pt>
                <c:pt idx="3">
                  <c:v>43105</c:v>
                </c:pt>
                <c:pt idx="4">
                  <c:v>43108</c:v>
                </c:pt>
                <c:pt idx="5">
                  <c:v>43109</c:v>
                </c:pt>
                <c:pt idx="6">
                  <c:v>43110</c:v>
                </c:pt>
                <c:pt idx="7">
                  <c:v>43111</c:v>
                </c:pt>
                <c:pt idx="8">
                  <c:v>43112</c:v>
                </c:pt>
                <c:pt idx="9">
                  <c:v>43115</c:v>
                </c:pt>
                <c:pt idx="10">
                  <c:v>43116</c:v>
                </c:pt>
                <c:pt idx="11">
                  <c:v>43117</c:v>
                </c:pt>
                <c:pt idx="12">
                  <c:v>43118</c:v>
                </c:pt>
                <c:pt idx="13">
                  <c:v>43119</c:v>
                </c:pt>
                <c:pt idx="14">
                  <c:v>43122</c:v>
                </c:pt>
                <c:pt idx="15">
                  <c:v>43123</c:v>
                </c:pt>
                <c:pt idx="16">
                  <c:v>43124</c:v>
                </c:pt>
                <c:pt idx="17">
                  <c:v>43125</c:v>
                </c:pt>
                <c:pt idx="18">
                  <c:v>43126</c:v>
                </c:pt>
                <c:pt idx="19">
                  <c:v>43129</c:v>
                </c:pt>
                <c:pt idx="20">
                  <c:v>43130</c:v>
                </c:pt>
                <c:pt idx="21">
                  <c:v>43131</c:v>
                </c:pt>
                <c:pt idx="22">
                  <c:v>43132</c:v>
                </c:pt>
                <c:pt idx="23">
                  <c:v>43133</c:v>
                </c:pt>
                <c:pt idx="24">
                  <c:v>43136</c:v>
                </c:pt>
                <c:pt idx="25">
                  <c:v>43137</c:v>
                </c:pt>
                <c:pt idx="26">
                  <c:v>43138</c:v>
                </c:pt>
                <c:pt idx="27">
                  <c:v>43139</c:v>
                </c:pt>
                <c:pt idx="28">
                  <c:v>43140</c:v>
                </c:pt>
                <c:pt idx="29">
                  <c:v>43143</c:v>
                </c:pt>
                <c:pt idx="30">
                  <c:v>43144</c:v>
                </c:pt>
                <c:pt idx="31">
                  <c:v>43145</c:v>
                </c:pt>
                <c:pt idx="32">
                  <c:v>43146</c:v>
                </c:pt>
                <c:pt idx="33">
                  <c:v>43150</c:v>
                </c:pt>
                <c:pt idx="34">
                  <c:v>43151</c:v>
                </c:pt>
                <c:pt idx="35">
                  <c:v>43152</c:v>
                </c:pt>
                <c:pt idx="36">
                  <c:v>43153</c:v>
                </c:pt>
                <c:pt idx="37">
                  <c:v>43154</c:v>
                </c:pt>
                <c:pt idx="38">
                  <c:v>43157</c:v>
                </c:pt>
                <c:pt idx="39">
                  <c:v>43158</c:v>
                </c:pt>
                <c:pt idx="40">
                  <c:v>43159</c:v>
                </c:pt>
                <c:pt idx="41">
                  <c:v>43160</c:v>
                </c:pt>
                <c:pt idx="42">
                  <c:v>43161</c:v>
                </c:pt>
                <c:pt idx="43">
                  <c:v>43164</c:v>
                </c:pt>
                <c:pt idx="44">
                  <c:v>43165</c:v>
                </c:pt>
                <c:pt idx="45">
                  <c:v>43166</c:v>
                </c:pt>
                <c:pt idx="46">
                  <c:v>43167</c:v>
                </c:pt>
                <c:pt idx="47">
                  <c:v>43168</c:v>
                </c:pt>
                <c:pt idx="48">
                  <c:v>43171</c:v>
                </c:pt>
                <c:pt idx="49">
                  <c:v>43172</c:v>
                </c:pt>
                <c:pt idx="50">
                  <c:v>43173</c:v>
                </c:pt>
                <c:pt idx="51">
                  <c:v>43174</c:v>
                </c:pt>
                <c:pt idx="52">
                  <c:v>43175</c:v>
                </c:pt>
                <c:pt idx="53">
                  <c:v>43178</c:v>
                </c:pt>
                <c:pt idx="54">
                  <c:v>43179</c:v>
                </c:pt>
                <c:pt idx="55">
                  <c:v>43180</c:v>
                </c:pt>
                <c:pt idx="56">
                  <c:v>43181</c:v>
                </c:pt>
                <c:pt idx="57">
                  <c:v>43182</c:v>
                </c:pt>
                <c:pt idx="58">
                  <c:v>43185</c:v>
                </c:pt>
                <c:pt idx="59">
                  <c:v>43186</c:v>
                </c:pt>
                <c:pt idx="60">
                  <c:v>43187</c:v>
                </c:pt>
                <c:pt idx="61">
                  <c:v>43188</c:v>
                </c:pt>
                <c:pt idx="62">
                  <c:v>43192</c:v>
                </c:pt>
                <c:pt idx="63">
                  <c:v>43193</c:v>
                </c:pt>
                <c:pt idx="64">
                  <c:v>43194</c:v>
                </c:pt>
                <c:pt idx="65">
                  <c:v>43195</c:v>
                </c:pt>
                <c:pt idx="66">
                  <c:v>43196</c:v>
                </c:pt>
                <c:pt idx="67">
                  <c:v>43199</c:v>
                </c:pt>
                <c:pt idx="68">
                  <c:v>43200</c:v>
                </c:pt>
                <c:pt idx="69">
                  <c:v>43201</c:v>
                </c:pt>
                <c:pt idx="70">
                  <c:v>43202</c:v>
                </c:pt>
                <c:pt idx="71">
                  <c:v>43203</c:v>
                </c:pt>
                <c:pt idx="72">
                  <c:v>43206</c:v>
                </c:pt>
                <c:pt idx="73">
                  <c:v>43207</c:v>
                </c:pt>
                <c:pt idx="74">
                  <c:v>43208</c:v>
                </c:pt>
                <c:pt idx="75">
                  <c:v>43209</c:v>
                </c:pt>
                <c:pt idx="76">
                  <c:v>43210</c:v>
                </c:pt>
                <c:pt idx="77">
                  <c:v>43213</c:v>
                </c:pt>
                <c:pt idx="78">
                  <c:v>43214</c:v>
                </c:pt>
                <c:pt idx="79">
                  <c:v>43215</c:v>
                </c:pt>
                <c:pt idx="80">
                  <c:v>43216</c:v>
                </c:pt>
                <c:pt idx="81">
                  <c:v>43217</c:v>
                </c:pt>
                <c:pt idx="82">
                  <c:v>43220</c:v>
                </c:pt>
                <c:pt idx="83">
                  <c:v>43222</c:v>
                </c:pt>
                <c:pt idx="84">
                  <c:v>43223</c:v>
                </c:pt>
                <c:pt idx="85">
                  <c:v>43224</c:v>
                </c:pt>
                <c:pt idx="86">
                  <c:v>43227</c:v>
                </c:pt>
                <c:pt idx="87">
                  <c:v>43228</c:v>
                </c:pt>
                <c:pt idx="88">
                  <c:v>43229</c:v>
                </c:pt>
                <c:pt idx="89">
                  <c:v>43231</c:v>
                </c:pt>
                <c:pt idx="90">
                  <c:v>43234</c:v>
                </c:pt>
                <c:pt idx="91">
                  <c:v>43235</c:v>
                </c:pt>
                <c:pt idx="92">
                  <c:v>43236</c:v>
                </c:pt>
                <c:pt idx="93">
                  <c:v>43237</c:v>
                </c:pt>
                <c:pt idx="94">
                  <c:v>43238</c:v>
                </c:pt>
                <c:pt idx="95">
                  <c:v>43241</c:v>
                </c:pt>
                <c:pt idx="96">
                  <c:v>43242</c:v>
                </c:pt>
                <c:pt idx="97">
                  <c:v>43243</c:v>
                </c:pt>
                <c:pt idx="98">
                  <c:v>43244</c:v>
                </c:pt>
                <c:pt idx="99">
                  <c:v>43245</c:v>
                </c:pt>
                <c:pt idx="100">
                  <c:v>43248</c:v>
                </c:pt>
                <c:pt idx="101">
                  <c:v>43250</c:v>
                </c:pt>
                <c:pt idx="102">
                  <c:v>43251</c:v>
                </c:pt>
                <c:pt idx="103">
                  <c:v>43255</c:v>
                </c:pt>
                <c:pt idx="104">
                  <c:v>43256</c:v>
                </c:pt>
                <c:pt idx="105">
                  <c:v>43257</c:v>
                </c:pt>
                <c:pt idx="106">
                  <c:v>43258</c:v>
                </c:pt>
                <c:pt idx="107">
                  <c:v>43259</c:v>
                </c:pt>
                <c:pt idx="108">
                  <c:v>43272</c:v>
                </c:pt>
                <c:pt idx="109">
                  <c:v>43273</c:v>
                </c:pt>
                <c:pt idx="110">
                  <c:v>43276</c:v>
                </c:pt>
                <c:pt idx="111">
                  <c:v>43277</c:v>
                </c:pt>
                <c:pt idx="112">
                  <c:v>43279</c:v>
                </c:pt>
                <c:pt idx="113">
                  <c:v>43280</c:v>
                </c:pt>
                <c:pt idx="114">
                  <c:v>43283</c:v>
                </c:pt>
                <c:pt idx="115">
                  <c:v>43284</c:v>
                </c:pt>
                <c:pt idx="116">
                  <c:v>43285</c:v>
                </c:pt>
                <c:pt idx="117">
                  <c:v>43286</c:v>
                </c:pt>
                <c:pt idx="118">
                  <c:v>43287</c:v>
                </c:pt>
                <c:pt idx="119">
                  <c:v>43290</c:v>
                </c:pt>
                <c:pt idx="120">
                  <c:v>43291</c:v>
                </c:pt>
                <c:pt idx="121">
                  <c:v>43292</c:v>
                </c:pt>
                <c:pt idx="122">
                  <c:v>43293</c:v>
                </c:pt>
                <c:pt idx="123">
                  <c:v>43294</c:v>
                </c:pt>
                <c:pt idx="124">
                  <c:v>43297</c:v>
                </c:pt>
                <c:pt idx="125">
                  <c:v>43298</c:v>
                </c:pt>
                <c:pt idx="126">
                  <c:v>43299</c:v>
                </c:pt>
                <c:pt idx="127">
                  <c:v>43300</c:v>
                </c:pt>
                <c:pt idx="128">
                  <c:v>43301</c:v>
                </c:pt>
                <c:pt idx="129">
                  <c:v>43304</c:v>
                </c:pt>
                <c:pt idx="130">
                  <c:v>43305</c:v>
                </c:pt>
                <c:pt idx="131">
                  <c:v>43306</c:v>
                </c:pt>
                <c:pt idx="132">
                  <c:v>43307</c:v>
                </c:pt>
                <c:pt idx="133">
                  <c:v>43308</c:v>
                </c:pt>
                <c:pt idx="134">
                  <c:v>43311</c:v>
                </c:pt>
                <c:pt idx="135">
                  <c:v>43312</c:v>
                </c:pt>
                <c:pt idx="136">
                  <c:v>43313</c:v>
                </c:pt>
                <c:pt idx="137">
                  <c:v>43314</c:v>
                </c:pt>
                <c:pt idx="138">
                  <c:v>43315</c:v>
                </c:pt>
                <c:pt idx="139">
                  <c:v>43318</c:v>
                </c:pt>
                <c:pt idx="140">
                  <c:v>43319</c:v>
                </c:pt>
                <c:pt idx="141">
                  <c:v>43320</c:v>
                </c:pt>
                <c:pt idx="142">
                  <c:v>43321</c:v>
                </c:pt>
                <c:pt idx="143">
                  <c:v>43322</c:v>
                </c:pt>
                <c:pt idx="144">
                  <c:v>43325</c:v>
                </c:pt>
                <c:pt idx="145">
                  <c:v>43326</c:v>
                </c:pt>
                <c:pt idx="146">
                  <c:v>43327</c:v>
                </c:pt>
                <c:pt idx="147">
                  <c:v>43328</c:v>
                </c:pt>
                <c:pt idx="148">
                  <c:v>43332</c:v>
                </c:pt>
                <c:pt idx="149">
                  <c:v>43333</c:v>
                </c:pt>
                <c:pt idx="150">
                  <c:v>43335</c:v>
                </c:pt>
                <c:pt idx="151">
                  <c:v>43336</c:v>
                </c:pt>
                <c:pt idx="152">
                  <c:v>43339</c:v>
                </c:pt>
                <c:pt idx="153">
                  <c:v>43340</c:v>
                </c:pt>
                <c:pt idx="154">
                  <c:v>43341</c:v>
                </c:pt>
                <c:pt idx="155">
                  <c:v>43342</c:v>
                </c:pt>
                <c:pt idx="156">
                  <c:v>43343</c:v>
                </c:pt>
                <c:pt idx="157">
                  <c:v>43346</c:v>
                </c:pt>
                <c:pt idx="158">
                  <c:v>43347</c:v>
                </c:pt>
                <c:pt idx="159">
                  <c:v>43348</c:v>
                </c:pt>
                <c:pt idx="160">
                  <c:v>43349</c:v>
                </c:pt>
                <c:pt idx="161">
                  <c:v>43350</c:v>
                </c:pt>
                <c:pt idx="162">
                  <c:v>43353</c:v>
                </c:pt>
                <c:pt idx="163">
                  <c:v>43355</c:v>
                </c:pt>
                <c:pt idx="164">
                  <c:v>43356</c:v>
                </c:pt>
                <c:pt idx="165">
                  <c:v>43357</c:v>
                </c:pt>
                <c:pt idx="166">
                  <c:v>43360</c:v>
                </c:pt>
                <c:pt idx="167">
                  <c:v>43361</c:v>
                </c:pt>
                <c:pt idx="168">
                  <c:v>43362</c:v>
                </c:pt>
                <c:pt idx="169">
                  <c:v>43363</c:v>
                </c:pt>
                <c:pt idx="170">
                  <c:v>43364</c:v>
                </c:pt>
                <c:pt idx="171">
                  <c:v>43367</c:v>
                </c:pt>
                <c:pt idx="172">
                  <c:v>43368</c:v>
                </c:pt>
                <c:pt idx="173">
                  <c:v>43369</c:v>
                </c:pt>
                <c:pt idx="174">
                  <c:v>43370</c:v>
                </c:pt>
                <c:pt idx="175">
                  <c:v>43371</c:v>
                </c:pt>
                <c:pt idx="176">
                  <c:v>43374</c:v>
                </c:pt>
                <c:pt idx="177">
                  <c:v>43375</c:v>
                </c:pt>
                <c:pt idx="178">
                  <c:v>43376</c:v>
                </c:pt>
                <c:pt idx="179">
                  <c:v>43377</c:v>
                </c:pt>
                <c:pt idx="180">
                  <c:v>43378</c:v>
                </c:pt>
                <c:pt idx="181">
                  <c:v>43381</c:v>
                </c:pt>
                <c:pt idx="182">
                  <c:v>43382</c:v>
                </c:pt>
                <c:pt idx="183">
                  <c:v>43383</c:v>
                </c:pt>
                <c:pt idx="184">
                  <c:v>43384</c:v>
                </c:pt>
                <c:pt idx="185">
                  <c:v>43385</c:v>
                </c:pt>
                <c:pt idx="186">
                  <c:v>43388</c:v>
                </c:pt>
                <c:pt idx="187">
                  <c:v>43389</c:v>
                </c:pt>
                <c:pt idx="188">
                  <c:v>43390</c:v>
                </c:pt>
                <c:pt idx="189">
                  <c:v>43391</c:v>
                </c:pt>
                <c:pt idx="190">
                  <c:v>43392</c:v>
                </c:pt>
                <c:pt idx="191">
                  <c:v>43395</c:v>
                </c:pt>
                <c:pt idx="192">
                  <c:v>43396</c:v>
                </c:pt>
                <c:pt idx="193">
                  <c:v>43397</c:v>
                </c:pt>
                <c:pt idx="194">
                  <c:v>43398</c:v>
                </c:pt>
                <c:pt idx="195">
                  <c:v>43399</c:v>
                </c:pt>
                <c:pt idx="196">
                  <c:v>43402</c:v>
                </c:pt>
                <c:pt idx="197">
                  <c:v>43403</c:v>
                </c:pt>
                <c:pt idx="198">
                  <c:v>43404</c:v>
                </c:pt>
                <c:pt idx="199">
                  <c:v>43405</c:v>
                </c:pt>
                <c:pt idx="200">
                  <c:v>43406</c:v>
                </c:pt>
                <c:pt idx="201">
                  <c:v>43409</c:v>
                </c:pt>
                <c:pt idx="202">
                  <c:v>43410</c:v>
                </c:pt>
                <c:pt idx="203">
                  <c:v>43411</c:v>
                </c:pt>
                <c:pt idx="204">
                  <c:v>43412</c:v>
                </c:pt>
                <c:pt idx="205">
                  <c:v>43413</c:v>
                </c:pt>
                <c:pt idx="206">
                  <c:v>43416</c:v>
                </c:pt>
                <c:pt idx="207">
                  <c:v>43417</c:v>
                </c:pt>
                <c:pt idx="208">
                  <c:v>43418</c:v>
                </c:pt>
                <c:pt idx="209">
                  <c:v>43419</c:v>
                </c:pt>
                <c:pt idx="210">
                  <c:v>43420</c:v>
                </c:pt>
                <c:pt idx="211">
                  <c:v>43423</c:v>
                </c:pt>
                <c:pt idx="212">
                  <c:v>43425</c:v>
                </c:pt>
                <c:pt idx="213">
                  <c:v>43426</c:v>
                </c:pt>
                <c:pt idx="214">
                  <c:v>43427</c:v>
                </c:pt>
                <c:pt idx="215">
                  <c:v>43430</c:v>
                </c:pt>
                <c:pt idx="216">
                  <c:v>43431</c:v>
                </c:pt>
                <c:pt idx="217">
                  <c:v>43432</c:v>
                </c:pt>
                <c:pt idx="218">
                  <c:v>43433</c:v>
                </c:pt>
                <c:pt idx="219">
                  <c:v>43434</c:v>
                </c:pt>
                <c:pt idx="220">
                  <c:v>43437</c:v>
                </c:pt>
                <c:pt idx="221">
                  <c:v>43438</c:v>
                </c:pt>
                <c:pt idx="222">
                  <c:v>43439</c:v>
                </c:pt>
                <c:pt idx="223">
                  <c:v>43440</c:v>
                </c:pt>
                <c:pt idx="224">
                  <c:v>43441</c:v>
                </c:pt>
                <c:pt idx="225">
                  <c:v>43444</c:v>
                </c:pt>
                <c:pt idx="226">
                  <c:v>43445</c:v>
                </c:pt>
                <c:pt idx="227">
                  <c:v>43446</c:v>
                </c:pt>
                <c:pt idx="228">
                  <c:v>43447</c:v>
                </c:pt>
                <c:pt idx="229">
                  <c:v>43448</c:v>
                </c:pt>
                <c:pt idx="230">
                  <c:v>43451</c:v>
                </c:pt>
                <c:pt idx="231">
                  <c:v>43452</c:v>
                </c:pt>
                <c:pt idx="232">
                  <c:v>43453</c:v>
                </c:pt>
                <c:pt idx="233">
                  <c:v>43454</c:v>
                </c:pt>
                <c:pt idx="234">
                  <c:v>43455</c:v>
                </c:pt>
                <c:pt idx="235">
                  <c:v>43460</c:v>
                </c:pt>
                <c:pt idx="236">
                  <c:v>43461</c:v>
                </c:pt>
                <c:pt idx="237">
                  <c:v>43462</c:v>
                </c:pt>
                <c:pt idx="238">
                  <c:v>43465</c:v>
                </c:pt>
                <c:pt idx="239">
                  <c:v>43467</c:v>
                </c:pt>
                <c:pt idx="240">
                  <c:v>43468</c:v>
                </c:pt>
                <c:pt idx="241">
                  <c:v>43469</c:v>
                </c:pt>
                <c:pt idx="242">
                  <c:v>43472</c:v>
                </c:pt>
                <c:pt idx="243">
                  <c:v>43473</c:v>
                </c:pt>
                <c:pt idx="244">
                  <c:v>43474</c:v>
                </c:pt>
                <c:pt idx="245">
                  <c:v>43475</c:v>
                </c:pt>
                <c:pt idx="246">
                  <c:v>43476</c:v>
                </c:pt>
                <c:pt idx="247">
                  <c:v>43479</c:v>
                </c:pt>
                <c:pt idx="248">
                  <c:v>43480</c:v>
                </c:pt>
                <c:pt idx="249">
                  <c:v>43481</c:v>
                </c:pt>
                <c:pt idx="250">
                  <c:v>43482</c:v>
                </c:pt>
                <c:pt idx="251">
                  <c:v>43483</c:v>
                </c:pt>
                <c:pt idx="252">
                  <c:v>43486</c:v>
                </c:pt>
                <c:pt idx="253">
                  <c:v>43487</c:v>
                </c:pt>
                <c:pt idx="254">
                  <c:v>43488</c:v>
                </c:pt>
                <c:pt idx="255">
                  <c:v>43489</c:v>
                </c:pt>
                <c:pt idx="256">
                  <c:v>43490</c:v>
                </c:pt>
                <c:pt idx="257">
                  <c:v>43493</c:v>
                </c:pt>
                <c:pt idx="258">
                  <c:v>43494</c:v>
                </c:pt>
                <c:pt idx="259">
                  <c:v>43495</c:v>
                </c:pt>
                <c:pt idx="260">
                  <c:v>43496</c:v>
                </c:pt>
                <c:pt idx="261">
                  <c:v>43497</c:v>
                </c:pt>
                <c:pt idx="262">
                  <c:v>43500</c:v>
                </c:pt>
                <c:pt idx="263">
                  <c:v>43502</c:v>
                </c:pt>
                <c:pt idx="264">
                  <c:v>43503</c:v>
                </c:pt>
                <c:pt idx="265">
                  <c:v>43504</c:v>
                </c:pt>
                <c:pt idx="266">
                  <c:v>43507</c:v>
                </c:pt>
                <c:pt idx="267">
                  <c:v>43508</c:v>
                </c:pt>
                <c:pt idx="268">
                  <c:v>43509</c:v>
                </c:pt>
                <c:pt idx="269">
                  <c:v>43510</c:v>
                </c:pt>
                <c:pt idx="270">
                  <c:v>43511</c:v>
                </c:pt>
                <c:pt idx="271">
                  <c:v>43514</c:v>
                </c:pt>
                <c:pt idx="272">
                  <c:v>43515</c:v>
                </c:pt>
                <c:pt idx="273">
                  <c:v>43516</c:v>
                </c:pt>
                <c:pt idx="274">
                  <c:v>43517</c:v>
                </c:pt>
                <c:pt idx="275">
                  <c:v>43518</c:v>
                </c:pt>
                <c:pt idx="276">
                  <c:v>43521</c:v>
                </c:pt>
                <c:pt idx="277">
                  <c:v>43522</c:v>
                </c:pt>
                <c:pt idx="278">
                  <c:v>43523</c:v>
                </c:pt>
                <c:pt idx="279">
                  <c:v>43524</c:v>
                </c:pt>
                <c:pt idx="280">
                  <c:v>43525</c:v>
                </c:pt>
                <c:pt idx="281">
                  <c:v>43528</c:v>
                </c:pt>
                <c:pt idx="282">
                  <c:v>43529</c:v>
                </c:pt>
                <c:pt idx="283">
                  <c:v>43530</c:v>
                </c:pt>
                <c:pt idx="284">
                  <c:v>43532</c:v>
                </c:pt>
                <c:pt idx="285">
                  <c:v>43535</c:v>
                </c:pt>
                <c:pt idx="286">
                  <c:v>43536</c:v>
                </c:pt>
                <c:pt idx="287">
                  <c:v>43537</c:v>
                </c:pt>
                <c:pt idx="288">
                  <c:v>43538</c:v>
                </c:pt>
                <c:pt idx="289">
                  <c:v>43539</c:v>
                </c:pt>
                <c:pt idx="290">
                  <c:v>43542</c:v>
                </c:pt>
                <c:pt idx="291">
                  <c:v>43543</c:v>
                </c:pt>
                <c:pt idx="292">
                  <c:v>43544</c:v>
                </c:pt>
                <c:pt idx="293">
                  <c:v>43545</c:v>
                </c:pt>
                <c:pt idx="294">
                  <c:v>43546</c:v>
                </c:pt>
                <c:pt idx="295">
                  <c:v>43549</c:v>
                </c:pt>
                <c:pt idx="296">
                  <c:v>43550</c:v>
                </c:pt>
                <c:pt idx="297">
                  <c:v>43551</c:v>
                </c:pt>
                <c:pt idx="298">
                  <c:v>43552</c:v>
                </c:pt>
                <c:pt idx="299">
                  <c:v>43553</c:v>
                </c:pt>
                <c:pt idx="300">
                  <c:v>43556</c:v>
                </c:pt>
                <c:pt idx="301">
                  <c:v>43557</c:v>
                </c:pt>
                <c:pt idx="302">
                  <c:v>43559</c:v>
                </c:pt>
                <c:pt idx="303">
                  <c:v>43560</c:v>
                </c:pt>
                <c:pt idx="304">
                  <c:v>43563</c:v>
                </c:pt>
                <c:pt idx="305">
                  <c:v>43564</c:v>
                </c:pt>
                <c:pt idx="306">
                  <c:v>43565</c:v>
                </c:pt>
                <c:pt idx="307">
                  <c:v>43566</c:v>
                </c:pt>
                <c:pt idx="308">
                  <c:v>43567</c:v>
                </c:pt>
                <c:pt idx="309">
                  <c:v>43570</c:v>
                </c:pt>
                <c:pt idx="310">
                  <c:v>43571</c:v>
                </c:pt>
                <c:pt idx="311">
                  <c:v>43573</c:v>
                </c:pt>
                <c:pt idx="312">
                  <c:v>43577</c:v>
                </c:pt>
                <c:pt idx="313">
                  <c:v>43578</c:v>
                </c:pt>
                <c:pt idx="314">
                  <c:v>43579</c:v>
                </c:pt>
                <c:pt idx="315">
                  <c:v>43580</c:v>
                </c:pt>
                <c:pt idx="316">
                  <c:v>43581</c:v>
                </c:pt>
                <c:pt idx="317">
                  <c:v>43584</c:v>
                </c:pt>
                <c:pt idx="318">
                  <c:v>43585</c:v>
                </c:pt>
                <c:pt idx="319">
                  <c:v>43587</c:v>
                </c:pt>
                <c:pt idx="320">
                  <c:v>43588</c:v>
                </c:pt>
                <c:pt idx="321">
                  <c:v>43591</c:v>
                </c:pt>
                <c:pt idx="322">
                  <c:v>43592</c:v>
                </c:pt>
                <c:pt idx="323">
                  <c:v>43593</c:v>
                </c:pt>
                <c:pt idx="324">
                  <c:v>43594</c:v>
                </c:pt>
                <c:pt idx="325">
                  <c:v>43595</c:v>
                </c:pt>
                <c:pt idx="326">
                  <c:v>43598</c:v>
                </c:pt>
                <c:pt idx="327">
                  <c:v>43599</c:v>
                </c:pt>
                <c:pt idx="328">
                  <c:v>43600</c:v>
                </c:pt>
                <c:pt idx="329">
                  <c:v>43601</c:v>
                </c:pt>
                <c:pt idx="330">
                  <c:v>43602</c:v>
                </c:pt>
                <c:pt idx="331">
                  <c:v>43605</c:v>
                </c:pt>
                <c:pt idx="332">
                  <c:v>43606</c:v>
                </c:pt>
                <c:pt idx="333">
                  <c:v>43607</c:v>
                </c:pt>
                <c:pt idx="334">
                  <c:v>43608</c:v>
                </c:pt>
                <c:pt idx="335">
                  <c:v>43609</c:v>
                </c:pt>
                <c:pt idx="336">
                  <c:v>43612</c:v>
                </c:pt>
                <c:pt idx="337">
                  <c:v>43613</c:v>
                </c:pt>
                <c:pt idx="338">
                  <c:v>43614</c:v>
                </c:pt>
                <c:pt idx="339">
                  <c:v>43616</c:v>
                </c:pt>
                <c:pt idx="340">
                  <c:v>43626</c:v>
                </c:pt>
                <c:pt idx="341">
                  <c:v>43627</c:v>
                </c:pt>
                <c:pt idx="342">
                  <c:v>43628</c:v>
                </c:pt>
                <c:pt idx="343">
                  <c:v>43629</c:v>
                </c:pt>
                <c:pt idx="344">
                  <c:v>43630</c:v>
                </c:pt>
                <c:pt idx="345">
                  <c:v>43633</c:v>
                </c:pt>
                <c:pt idx="346">
                  <c:v>43634</c:v>
                </c:pt>
                <c:pt idx="347">
                  <c:v>43635</c:v>
                </c:pt>
                <c:pt idx="348">
                  <c:v>43636</c:v>
                </c:pt>
                <c:pt idx="349">
                  <c:v>43637</c:v>
                </c:pt>
                <c:pt idx="350">
                  <c:v>43640</c:v>
                </c:pt>
                <c:pt idx="351">
                  <c:v>43641</c:v>
                </c:pt>
                <c:pt idx="352">
                  <c:v>43642</c:v>
                </c:pt>
                <c:pt idx="353">
                  <c:v>43643</c:v>
                </c:pt>
                <c:pt idx="354">
                  <c:v>43644</c:v>
                </c:pt>
                <c:pt idx="355">
                  <c:v>43647</c:v>
                </c:pt>
                <c:pt idx="356">
                  <c:v>43648</c:v>
                </c:pt>
                <c:pt idx="357">
                  <c:v>43649</c:v>
                </c:pt>
                <c:pt idx="358">
                  <c:v>43650</c:v>
                </c:pt>
                <c:pt idx="359">
                  <c:v>43651</c:v>
                </c:pt>
                <c:pt idx="360">
                  <c:v>43654</c:v>
                </c:pt>
                <c:pt idx="361">
                  <c:v>43655</c:v>
                </c:pt>
                <c:pt idx="362">
                  <c:v>43656</c:v>
                </c:pt>
                <c:pt idx="363">
                  <c:v>43657</c:v>
                </c:pt>
                <c:pt idx="364">
                  <c:v>43658</c:v>
                </c:pt>
                <c:pt idx="365">
                  <c:v>43661</c:v>
                </c:pt>
                <c:pt idx="366">
                  <c:v>43662</c:v>
                </c:pt>
                <c:pt idx="367">
                  <c:v>43663</c:v>
                </c:pt>
                <c:pt idx="368">
                  <c:v>43664</c:v>
                </c:pt>
                <c:pt idx="369">
                  <c:v>43665</c:v>
                </c:pt>
                <c:pt idx="370">
                  <c:v>43668</c:v>
                </c:pt>
                <c:pt idx="371">
                  <c:v>43669</c:v>
                </c:pt>
                <c:pt idx="372">
                  <c:v>43670</c:v>
                </c:pt>
                <c:pt idx="373">
                  <c:v>43671</c:v>
                </c:pt>
                <c:pt idx="374">
                  <c:v>43672</c:v>
                </c:pt>
                <c:pt idx="375">
                  <c:v>43675</c:v>
                </c:pt>
                <c:pt idx="376">
                  <c:v>43676</c:v>
                </c:pt>
                <c:pt idx="377">
                  <c:v>43677</c:v>
                </c:pt>
                <c:pt idx="378">
                  <c:v>43678</c:v>
                </c:pt>
                <c:pt idx="379">
                  <c:v>43679</c:v>
                </c:pt>
                <c:pt idx="380">
                  <c:v>43682</c:v>
                </c:pt>
                <c:pt idx="381">
                  <c:v>43683</c:v>
                </c:pt>
                <c:pt idx="382">
                  <c:v>43684</c:v>
                </c:pt>
                <c:pt idx="383">
                  <c:v>43685</c:v>
                </c:pt>
                <c:pt idx="384">
                  <c:v>43686</c:v>
                </c:pt>
                <c:pt idx="385">
                  <c:v>43689</c:v>
                </c:pt>
                <c:pt idx="386">
                  <c:v>43690</c:v>
                </c:pt>
                <c:pt idx="387">
                  <c:v>43691</c:v>
                </c:pt>
                <c:pt idx="388">
                  <c:v>43692</c:v>
                </c:pt>
                <c:pt idx="389">
                  <c:v>43693</c:v>
                </c:pt>
                <c:pt idx="390">
                  <c:v>43696</c:v>
                </c:pt>
                <c:pt idx="391">
                  <c:v>43697</c:v>
                </c:pt>
                <c:pt idx="392">
                  <c:v>43698</c:v>
                </c:pt>
                <c:pt idx="393">
                  <c:v>43699</c:v>
                </c:pt>
                <c:pt idx="394">
                  <c:v>43700</c:v>
                </c:pt>
                <c:pt idx="395">
                  <c:v>43703</c:v>
                </c:pt>
                <c:pt idx="396">
                  <c:v>43704</c:v>
                </c:pt>
                <c:pt idx="397">
                  <c:v>43705</c:v>
                </c:pt>
                <c:pt idx="398">
                  <c:v>43706</c:v>
                </c:pt>
                <c:pt idx="399">
                  <c:v>43707</c:v>
                </c:pt>
                <c:pt idx="400">
                  <c:v>43710</c:v>
                </c:pt>
                <c:pt idx="401">
                  <c:v>43711</c:v>
                </c:pt>
                <c:pt idx="402">
                  <c:v>43712</c:v>
                </c:pt>
                <c:pt idx="403">
                  <c:v>43713</c:v>
                </c:pt>
                <c:pt idx="404">
                  <c:v>43714</c:v>
                </c:pt>
                <c:pt idx="405">
                  <c:v>43717</c:v>
                </c:pt>
                <c:pt idx="406">
                  <c:v>43718</c:v>
                </c:pt>
                <c:pt idx="407">
                  <c:v>43719</c:v>
                </c:pt>
                <c:pt idx="408">
                  <c:v>43720</c:v>
                </c:pt>
                <c:pt idx="409">
                  <c:v>43721</c:v>
                </c:pt>
                <c:pt idx="410">
                  <c:v>43724</c:v>
                </c:pt>
                <c:pt idx="411">
                  <c:v>43725</c:v>
                </c:pt>
                <c:pt idx="412">
                  <c:v>43726</c:v>
                </c:pt>
                <c:pt idx="413">
                  <c:v>43727</c:v>
                </c:pt>
                <c:pt idx="414">
                  <c:v>43728</c:v>
                </c:pt>
                <c:pt idx="415">
                  <c:v>43731</c:v>
                </c:pt>
                <c:pt idx="416">
                  <c:v>43732</c:v>
                </c:pt>
                <c:pt idx="417">
                  <c:v>43733</c:v>
                </c:pt>
                <c:pt idx="418">
                  <c:v>43734</c:v>
                </c:pt>
                <c:pt idx="419">
                  <c:v>43735</c:v>
                </c:pt>
                <c:pt idx="420">
                  <c:v>43738</c:v>
                </c:pt>
                <c:pt idx="421">
                  <c:v>43739</c:v>
                </c:pt>
                <c:pt idx="422">
                  <c:v>43740</c:v>
                </c:pt>
                <c:pt idx="423">
                  <c:v>43741</c:v>
                </c:pt>
                <c:pt idx="424">
                  <c:v>43742</c:v>
                </c:pt>
                <c:pt idx="425">
                  <c:v>43745</c:v>
                </c:pt>
                <c:pt idx="426">
                  <c:v>43746</c:v>
                </c:pt>
                <c:pt idx="427">
                  <c:v>43747</c:v>
                </c:pt>
                <c:pt idx="428">
                  <c:v>43748</c:v>
                </c:pt>
                <c:pt idx="429">
                  <c:v>43749</c:v>
                </c:pt>
                <c:pt idx="430">
                  <c:v>43752</c:v>
                </c:pt>
                <c:pt idx="431">
                  <c:v>43753</c:v>
                </c:pt>
                <c:pt idx="432">
                  <c:v>43754</c:v>
                </c:pt>
                <c:pt idx="433">
                  <c:v>43755</c:v>
                </c:pt>
                <c:pt idx="434">
                  <c:v>43756</c:v>
                </c:pt>
                <c:pt idx="435">
                  <c:v>43759</c:v>
                </c:pt>
                <c:pt idx="436">
                  <c:v>43760</c:v>
                </c:pt>
                <c:pt idx="437">
                  <c:v>43761</c:v>
                </c:pt>
                <c:pt idx="438">
                  <c:v>43762</c:v>
                </c:pt>
                <c:pt idx="439">
                  <c:v>43763</c:v>
                </c:pt>
                <c:pt idx="440">
                  <c:v>43766</c:v>
                </c:pt>
                <c:pt idx="441">
                  <c:v>43767</c:v>
                </c:pt>
                <c:pt idx="442">
                  <c:v>43768</c:v>
                </c:pt>
                <c:pt idx="443">
                  <c:v>43769</c:v>
                </c:pt>
                <c:pt idx="444">
                  <c:v>43770</c:v>
                </c:pt>
                <c:pt idx="445">
                  <c:v>43773</c:v>
                </c:pt>
                <c:pt idx="446">
                  <c:v>43774</c:v>
                </c:pt>
                <c:pt idx="447">
                  <c:v>43775</c:v>
                </c:pt>
                <c:pt idx="448">
                  <c:v>43776</c:v>
                </c:pt>
                <c:pt idx="449">
                  <c:v>43777</c:v>
                </c:pt>
                <c:pt idx="450">
                  <c:v>43780</c:v>
                </c:pt>
                <c:pt idx="451">
                  <c:v>43781</c:v>
                </c:pt>
                <c:pt idx="452">
                  <c:v>43782</c:v>
                </c:pt>
                <c:pt idx="453">
                  <c:v>43783</c:v>
                </c:pt>
                <c:pt idx="454">
                  <c:v>43784</c:v>
                </c:pt>
                <c:pt idx="455">
                  <c:v>43787</c:v>
                </c:pt>
                <c:pt idx="456">
                  <c:v>43788</c:v>
                </c:pt>
                <c:pt idx="457">
                  <c:v>43789</c:v>
                </c:pt>
                <c:pt idx="458">
                  <c:v>43790</c:v>
                </c:pt>
                <c:pt idx="459">
                  <c:v>43791</c:v>
                </c:pt>
                <c:pt idx="460">
                  <c:v>43794</c:v>
                </c:pt>
                <c:pt idx="461">
                  <c:v>43795</c:v>
                </c:pt>
                <c:pt idx="462">
                  <c:v>43796</c:v>
                </c:pt>
                <c:pt idx="463">
                  <c:v>43797</c:v>
                </c:pt>
                <c:pt idx="464">
                  <c:v>43798</c:v>
                </c:pt>
                <c:pt idx="465">
                  <c:v>43801</c:v>
                </c:pt>
                <c:pt idx="466">
                  <c:v>43802</c:v>
                </c:pt>
                <c:pt idx="467">
                  <c:v>43803</c:v>
                </c:pt>
                <c:pt idx="468">
                  <c:v>43804</c:v>
                </c:pt>
                <c:pt idx="469">
                  <c:v>43805</c:v>
                </c:pt>
                <c:pt idx="470">
                  <c:v>43808</c:v>
                </c:pt>
                <c:pt idx="471">
                  <c:v>43809</c:v>
                </c:pt>
                <c:pt idx="472">
                  <c:v>43810</c:v>
                </c:pt>
                <c:pt idx="473">
                  <c:v>43811</c:v>
                </c:pt>
                <c:pt idx="474">
                  <c:v>43812</c:v>
                </c:pt>
                <c:pt idx="475">
                  <c:v>43815</c:v>
                </c:pt>
                <c:pt idx="476">
                  <c:v>43816</c:v>
                </c:pt>
                <c:pt idx="477">
                  <c:v>43817</c:v>
                </c:pt>
                <c:pt idx="478">
                  <c:v>43818</c:v>
                </c:pt>
                <c:pt idx="479">
                  <c:v>43819</c:v>
                </c:pt>
                <c:pt idx="480">
                  <c:v>43822</c:v>
                </c:pt>
                <c:pt idx="481">
                  <c:v>43825</c:v>
                </c:pt>
                <c:pt idx="482">
                  <c:v>43826</c:v>
                </c:pt>
                <c:pt idx="483">
                  <c:v>43829</c:v>
                </c:pt>
                <c:pt idx="484">
                  <c:v>43830</c:v>
                </c:pt>
                <c:pt idx="485">
                  <c:v>43832</c:v>
                </c:pt>
                <c:pt idx="486">
                  <c:v>43833</c:v>
                </c:pt>
                <c:pt idx="487">
                  <c:v>43836</c:v>
                </c:pt>
                <c:pt idx="488">
                  <c:v>43837</c:v>
                </c:pt>
                <c:pt idx="489">
                  <c:v>43838</c:v>
                </c:pt>
                <c:pt idx="490">
                  <c:v>43839</c:v>
                </c:pt>
                <c:pt idx="491">
                  <c:v>43840</c:v>
                </c:pt>
                <c:pt idx="492">
                  <c:v>43843</c:v>
                </c:pt>
                <c:pt idx="493">
                  <c:v>43844</c:v>
                </c:pt>
                <c:pt idx="494">
                  <c:v>43845</c:v>
                </c:pt>
                <c:pt idx="495">
                  <c:v>43846</c:v>
                </c:pt>
                <c:pt idx="496">
                  <c:v>43847</c:v>
                </c:pt>
                <c:pt idx="497">
                  <c:v>43850</c:v>
                </c:pt>
                <c:pt idx="498">
                  <c:v>43851</c:v>
                </c:pt>
                <c:pt idx="499">
                  <c:v>43852</c:v>
                </c:pt>
                <c:pt idx="500">
                  <c:v>43853</c:v>
                </c:pt>
                <c:pt idx="501">
                  <c:v>43854</c:v>
                </c:pt>
                <c:pt idx="502">
                  <c:v>43857</c:v>
                </c:pt>
                <c:pt idx="503">
                  <c:v>43858</c:v>
                </c:pt>
                <c:pt idx="504">
                  <c:v>43859</c:v>
                </c:pt>
                <c:pt idx="505">
                  <c:v>43860</c:v>
                </c:pt>
                <c:pt idx="506">
                  <c:v>43861</c:v>
                </c:pt>
                <c:pt idx="507">
                  <c:v>43864</c:v>
                </c:pt>
                <c:pt idx="508">
                  <c:v>43865</c:v>
                </c:pt>
                <c:pt idx="509">
                  <c:v>43866</c:v>
                </c:pt>
                <c:pt idx="510">
                  <c:v>43867</c:v>
                </c:pt>
                <c:pt idx="511">
                  <c:v>43868</c:v>
                </c:pt>
                <c:pt idx="512">
                  <c:v>43871</c:v>
                </c:pt>
                <c:pt idx="513">
                  <c:v>43872</c:v>
                </c:pt>
                <c:pt idx="514">
                  <c:v>43873</c:v>
                </c:pt>
                <c:pt idx="515">
                  <c:v>43874</c:v>
                </c:pt>
                <c:pt idx="516">
                  <c:v>43875</c:v>
                </c:pt>
                <c:pt idx="517">
                  <c:v>43878</c:v>
                </c:pt>
                <c:pt idx="518">
                  <c:v>43879</c:v>
                </c:pt>
                <c:pt idx="519">
                  <c:v>43880</c:v>
                </c:pt>
                <c:pt idx="520">
                  <c:v>43881</c:v>
                </c:pt>
                <c:pt idx="521">
                  <c:v>43882</c:v>
                </c:pt>
                <c:pt idx="522">
                  <c:v>43885</c:v>
                </c:pt>
                <c:pt idx="523">
                  <c:v>43886</c:v>
                </c:pt>
                <c:pt idx="524">
                  <c:v>43887</c:v>
                </c:pt>
                <c:pt idx="525">
                  <c:v>43888</c:v>
                </c:pt>
                <c:pt idx="526">
                  <c:v>43889</c:v>
                </c:pt>
                <c:pt idx="527">
                  <c:v>43892</c:v>
                </c:pt>
                <c:pt idx="528">
                  <c:v>43893</c:v>
                </c:pt>
                <c:pt idx="529">
                  <c:v>43894</c:v>
                </c:pt>
                <c:pt idx="530">
                  <c:v>43895</c:v>
                </c:pt>
                <c:pt idx="531">
                  <c:v>43896</c:v>
                </c:pt>
                <c:pt idx="532">
                  <c:v>43899</c:v>
                </c:pt>
                <c:pt idx="533">
                  <c:v>43900</c:v>
                </c:pt>
                <c:pt idx="534">
                  <c:v>43901</c:v>
                </c:pt>
                <c:pt idx="535">
                  <c:v>43902</c:v>
                </c:pt>
                <c:pt idx="536">
                  <c:v>43903</c:v>
                </c:pt>
                <c:pt idx="537">
                  <c:v>43906</c:v>
                </c:pt>
                <c:pt idx="538">
                  <c:v>43907</c:v>
                </c:pt>
                <c:pt idx="539">
                  <c:v>43908</c:v>
                </c:pt>
                <c:pt idx="540">
                  <c:v>43909</c:v>
                </c:pt>
                <c:pt idx="541">
                  <c:v>43910</c:v>
                </c:pt>
                <c:pt idx="542">
                  <c:v>43913</c:v>
                </c:pt>
                <c:pt idx="543">
                  <c:v>43914</c:v>
                </c:pt>
                <c:pt idx="544">
                  <c:v>43916</c:v>
                </c:pt>
                <c:pt idx="545">
                  <c:v>43917</c:v>
                </c:pt>
                <c:pt idx="546">
                  <c:v>43920</c:v>
                </c:pt>
                <c:pt idx="547">
                  <c:v>43921</c:v>
                </c:pt>
                <c:pt idx="548">
                  <c:v>43922</c:v>
                </c:pt>
                <c:pt idx="549">
                  <c:v>43923</c:v>
                </c:pt>
                <c:pt idx="550">
                  <c:v>43924</c:v>
                </c:pt>
                <c:pt idx="551">
                  <c:v>43927</c:v>
                </c:pt>
                <c:pt idx="552">
                  <c:v>43928</c:v>
                </c:pt>
                <c:pt idx="553">
                  <c:v>43929</c:v>
                </c:pt>
                <c:pt idx="554">
                  <c:v>43930</c:v>
                </c:pt>
                <c:pt idx="555">
                  <c:v>43934</c:v>
                </c:pt>
                <c:pt idx="556">
                  <c:v>43935</c:v>
                </c:pt>
                <c:pt idx="557">
                  <c:v>43936</c:v>
                </c:pt>
                <c:pt idx="558">
                  <c:v>43937</c:v>
                </c:pt>
                <c:pt idx="559">
                  <c:v>43938</c:v>
                </c:pt>
                <c:pt idx="560">
                  <c:v>43941</c:v>
                </c:pt>
                <c:pt idx="561">
                  <c:v>43942</c:v>
                </c:pt>
                <c:pt idx="562">
                  <c:v>43943</c:v>
                </c:pt>
                <c:pt idx="563">
                  <c:v>43944</c:v>
                </c:pt>
                <c:pt idx="564">
                  <c:v>43945</c:v>
                </c:pt>
                <c:pt idx="565">
                  <c:v>43948</c:v>
                </c:pt>
                <c:pt idx="566">
                  <c:v>43949</c:v>
                </c:pt>
                <c:pt idx="567">
                  <c:v>43950</c:v>
                </c:pt>
                <c:pt idx="568">
                  <c:v>43951</c:v>
                </c:pt>
                <c:pt idx="569">
                  <c:v>43955</c:v>
                </c:pt>
                <c:pt idx="570">
                  <c:v>43956</c:v>
                </c:pt>
                <c:pt idx="571">
                  <c:v>43957</c:v>
                </c:pt>
                <c:pt idx="572">
                  <c:v>43959</c:v>
                </c:pt>
                <c:pt idx="573">
                  <c:v>43962</c:v>
                </c:pt>
                <c:pt idx="574">
                  <c:v>43963</c:v>
                </c:pt>
                <c:pt idx="575">
                  <c:v>43964</c:v>
                </c:pt>
                <c:pt idx="576">
                  <c:v>43965</c:v>
                </c:pt>
                <c:pt idx="577">
                  <c:v>43966</c:v>
                </c:pt>
                <c:pt idx="578">
                  <c:v>43969</c:v>
                </c:pt>
                <c:pt idx="579">
                  <c:v>43970</c:v>
                </c:pt>
                <c:pt idx="580">
                  <c:v>43971</c:v>
                </c:pt>
                <c:pt idx="581">
                  <c:v>43973</c:v>
                </c:pt>
                <c:pt idx="582">
                  <c:v>43977</c:v>
                </c:pt>
                <c:pt idx="583">
                  <c:v>43978</c:v>
                </c:pt>
                <c:pt idx="584">
                  <c:v>43979</c:v>
                </c:pt>
                <c:pt idx="585">
                  <c:v>43980</c:v>
                </c:pt>
                <c:pt idx="586">
                  <c:v>43984</c:v>
                </c:pt>
                <c:pt idx="587">
                  <c:v>43985</c:v>
                </c:pt>
                <c:pt idx="588">
                  <c:v>43986</c:v>
                </c:pt>
                <c:pt idx="589">
                  <c:v>43987</c:v>
                </c:pt>
                <c:pt idx="590">
                  <c:v>43990</c:v>
                </c:pt>
                <c:pt idx="591">
                  <c:v>43991</c:v>
                </c:pt>
                <c:pt idx="592">
                  <c:v>43992</c:v>
                </c:pt>
                <c:pt idx="593">
                  <c:v>43993</c:v>
                </c:pt>
                <c:pt idx="594">
                  <c:v>43994</c:v>
                </c:pt>
                <c:pt idx="595">
                  <c:v>43997</c:v>
                </c:pt>
                <c:pt idx="596">
                  <c:v>43998</c:v>
                </c:pt>
                <c:pt idx="597">
                  <c:v>43999</c:v>
                </c:pt>
                <c:pt idx="598">
                  <c:v>44000</c:v>
                </c:pt>
                <c:pt idx="599">
                  <c:v>44001</c:v>
                </c:pt>
                <c:pt idx="600">
                  <c:v>44004</c:v>
                </c:pt>
                <c:pt idx="601">
                  <c:v>44005</c:v>
                </c:pt>
                <c:pt idx="602">
                  <c:v>44006</c:v>
                </c:pt>
                <c:pt idx="603">
                  <c:v>44007</c:v>
                </c:pt>
                <c:pt idx="604">
                  <c:v>44008</c:v>
                </c:pt>
                <c:pt idx="605">
                  <c:v>44011</c:v>
                </c:pt>
                <c:pt idx="606">
                  <c:v>44012</c:v>
                </c:pt>
                <c:pt idx="607">
                  <c:v>44013</c:v>
                </c:pt>
                <c:pt idx="608">
                  <c:v>44014</c:v>
                </c:pt>
                <c:pt idx="609">
                  <c:v>44015</c:v>
                </c:pt>
                <c:pt idx="610">
                  <c:v>44018</c:v>
                </c:pt>
                <c:pt idx="611">
                  <c:v>44019</c:v>
                </c:pt>
                <c:pt idx="612">
                  <c:v>44020</c:v>
                </c:pt>
                <c:pt idx="613">
                  <c:v>44021</c:v>
                </c:pt>
                <c:pt idx="614">
                  <c:v>44022</c:v>
                </c:pt>
                <c:pt idx="615">
                  <c:v>44025</c:v>
                </c:pt>
                <c:pt idx="616">
                  <c:v>44026</c:v>
                </c:pt>
                <c:pt idx="617">
                  <c:v>44027</c:v>
                </c:pt>
                <c:pt idx="618">
                  <c:v>44028</c:v>
                </c:pt>
                <c:pt idx="619">
                  <c:v>44029</c:v>
                </c:pt>
                <c:pt idx="620">
                  <c:v>44032</c:v>
                </c:pt>
                <c:pt idx="621">
                  <c:v>44033</c:v>
                </c:pt>
                <c:pt idx="622">
                  <c:v>44034</c:v>
                </c:pt>
                <c:pt idx="623">
                  <c:v>44035</c:v>
                </c:pt>
                <c:pt idx="624">
                  <c:v>44036</c:v>
                </c:pt>
                <c:pt idx="625">
                  <c:v>44039</c:v>
                </c:pt>
                <c:pt idx="626">
                  <c:v>44040</c:v>
                </c:pt>
                <c:pt idx="627">
                  <c:v>44041</c:v>
                </c:pt>
                <c:pt idx="628">
                  <c:v>44042</c:v>
                </c:pt>
                <c:pt idx="629">
                  <c:v>44046</c:v>
                </c:pt>
                <c:pt idx="630">
                  <c:v>44047</c:v>
                </c:pt>
                <c:pt idx="631">
                  <c:v>44048</c:v>
                </c:pt>
                <c:pt idx="632">
                  <c:v>44049</c:v>
                </c:pt>
                <c:pt idx="633">
                  <c:v>44050</c:v>
                </c:pt>
                <c:pt idx="634">
                  <c:v>44053</c:v>
                </c:pt>
                <c:pt idx="635">
                  <c:v>44054</c:v>
                </c:pt>
                <c:pt idx="636">
                  <c:v>44055</c:v>
                </c:pt>
                <c:pt idx="637">
                  <c:v>44056</c:v>
                </c:pt>
                <c:pt idx="638">
                  <c:v>44057</c:v>
                </c:pt>
                <c:pt idx="639">
                  <c:v>44061</c:v>
                </c:pt>
                <c:pt idx="640">
                  <c:v>44062</c:v>
                </c:pt>
                <c:pt idx="641">
                  <c:v>44067</c:v>
                </c:pt>
                <c:pt idx="642">
                  <c:v>44068</c:v>
                </c:pt>
                <c:pt idx="643">
                  <c:v>44069</c:v>
                </c:pt>
                <c:pt idx="644">
                  <c:v>44070</c:v>
                </c:pt>
                <c:pt idx="645">
                  <c:v>44071</c:v>
                </c:pt>
                <c:pt idx="646">
                  <c:v>44074</c:v>
                </c:pt>
                <c:pt idx="647">
                  <c:v>44075</c:v>
                </c:pt>
                <c:pt idx="648">
                  <c:v>44076</c:v>
                </c:pt>
                <c:pt idx="649">
                  <c:v>44077</c:v>
                </c:pt>
                <c:pt idx="650">
                  <c:v>44078</c:v>
                </c:pt>
                <c:pt idx="651">
                  <c:v>44081</c:v>
                </c:pt>
                <c:pt idx="652">
                  <c:v>44082</c:v>
                </c:pt>
                <c:pt idx="653">
                  <c:v>44083</c:v>
                </c:pt>
                <c:pt idx="654">
                  <c:v>44084</c:v>
                </c:pt>
                <c:pt idx="655">
                  <c:v>44085</c:v>
                </c:pt>
                <c:pt idx="656">
                  <c:v>44088</c:v>
                </c:pt>
                <c:pt idx="657">
                  <c:v>44089</c:v>
                </c:pt>
                <c:pt idx="658">
                  <c:v>44090</c:v>
                </c:pt>
                <c:pt idx="659">
                  <c:v>44091</c:v>
                </c:pt>
                <c:pt idx="660">
                  <c:v>44092</c:v>
                </c:pt>
                <c:pt idx="661">
                  <c:v>44095</c:v>
                </c:pt>
                <c:pt idx="662">
                  <c:v>44096</c:v>
                </c:pt>
                <c:pt idx="663">
                  <c:v>44097</c:v>
                </c:pt>
                <c:pt idx="664">
                  <c:v>44098</c:v>
                </c:pt>
                <c:pt idx="665">
                  <c:v>44099</c:v>
                </c:pt>
                <c:pt idx="666">
                  <c:v>44102</c:v>
                </c:pt>
                <c:pt idx="667">
                  <c:v>44103</c:v>
                </c:pt>
                <c:pt idx="668">
                  <c:v>44104</c:v>
                </c:pt>
                <c:pt idx="669">
                  <c:v>44105</c:v>
                </c:pt>
                <c:pt idx="670">
                  <c:v>44106</c:v>
                </c:pt>
                <c:pt idx="671">
                  <c:v>44109</c:v>
                </c:pt>
                <c:pt idx="672">
                  <c:v>44110</c:v>
                </c:pt>
                <c:pt idx="673">
                  <c:v>44111</c:v>
                </c:pt>
                <c:pt idx="674">
                  <c:v>44112</c:v>
                </c:pt>
                <c:pt idx="675">
                  <c:v>44113</c:v>
                </c:pt>
                <c:pt idx="676">
                  <c:v>44116</c:v>
                </c:pt>
                <c:pt idx="677">
                  <c:v>44117</c:v>
                </c:pt>
                <c:pt idx="678">
                  <c:v>44118</c:v>
                </c:pt>
                <c:pt idx="679">
                  <c:v>44119</c:v>
                </c:pt>
                <c:pt idx="680">
                  <c:v>44120</c:v>
                </c:pt>
                <c:pt idx="681">
                  <c:v>44123</c:v>
                </c:pt>
                <c:pt idx="682">
                  <c:v>44124</c:v>
                </c:pt>
                <c:pt idx="683">
                  <c:v>44125</c:v>
                </c:pt>
                <c:pt idx="684">
                  <c:v>44126</c:v>
                </c:pt>
                <c:pt idx="685">
                  <c:v>44127</c:v>
                </c:pt>
                <c:pt idx="686">
                  <c:v>44130</c:v>
                </c:pt>
                <c:pt idx="687">
                  <c:v>44131</c:v>
                </c:pt>
                <c:pt idx="688">
                  <c:v>44137</c:v>
                </c:pt>
                <c:pt idx="689">
                  <c:v>44138</c:v>
                </c:pt>
                <c:pt idx="690">
                  <c:v>44139</c:v>
                </c:pt>
                <c:pt idx="691">
                  <c:v>44140</c:v>
                </c:pt>
                <c:pt idx="692">
                  <c:v>44141</c:v>
                </c:pt>
                <c:pt idx="693">
                  <c:v>44144</c:v>
                </c:pt>
                <c:pt idx="694">
                  <c:v>44145</c:v>
                </c:pt>
                <c:pt idx="695">
                  <c:v>44146</c:v>
                </c:pt>
                <c:pt idx="696">
                  <c:v>44147</c:v>
                </c:pt>
                <c:pt idx="697">
                  <c:v>44148</c:v>
                </c:pt>
                <c:pt idx="698">
                  <c:v>44151</c:v>
                </c:pt>
                <c:pt idx="699">
                  <c:v>44152</c:v>
                </c:pt>
                <c:pt idx="700">
                  <c:v>44153</c:v>
                </c:pt>
                <c:pt idx="701">
                  <c:v>44154</c:v>
                </c:pt>
                <c:pt idx="702">
                  <c:v>44155</c:v>
                </c:pt>
                <c:pt idx="703">
                  <c:v>44158</c:v>
                </c:pt>
                <c:pt idx="704">
                  <c:v>44159</c:v>
                </c:pt>
                <c:pt idx="705">
                  <c:v>44160</c:v>
                </c:pt>
                <c:pt idx="706">
                  <c:v>44161</c:v>
                </c:pt>
                <c:pt idx="707">
                  <c:v>44162</c:v>
                </c:pt>
                <c:pt idx="708">
                  <c:v>44165</c:v>
                </c:pt>
                <c:pt idx="709">
                  <c:v>44166</c:v>
                </c:pt>
                <c:pt idx="710">
                  <c:v>44167</c:v>
                </c:pt>
                <c:pt idx="711">
                  <c:v>44168</c:v>
                </c:pt>
                <c:pt idx="712">
                  <c:v>44169</c:v>
                </c:pt>
                <c:pt idx="713">
                  <c:v>44172</c:v>
                </c:pt>
                <c:pt idx="714">
                  <c:v>44173</c:v>
                </c:pt>
                <c:pt idx="715">
                  <c:v>44175</c:v>
                </c:pt>
                <c:pt idx="716">
                  <c:v>44176</c:v>
                </c:pt>
                <c:pt idx="717">
                  <c:v>44179</c:v>
                </c:pt>
                <c:pt idx="718">
                  <c:v>44180</c:v>
                </c:pt>
                <c:pt idx="719">
                  <c:v>44181</c:v>
                </c:pt>
                <c:pt idx="720">
                  <c:v>44182</c:v>
                </c:pt>
                <c:pt idx="721">
                  <c:v>44183</c:v>
                </c:pt>
                <c:pt idx="722">
                  <c:v>44186</c:v>
                </c:pt>
                <c:pt idx="723">
                  <c:v>44187</c:v>
                </c:pt>
                <c:pt idx="724">
                  <c:v>44188</c:v>
                </c:pt>
                <c:pt idx="725">
                  <c:v>44193</c:v>
                </c:pt>
                <c:pt idx="726">
                  <c:v>44194</c:v>
                </c:pt>
                <c:pt idx="727">
                  <c:v>44195</c:v>
                </c:pt>
                <c:pt idx="728">
                  <c:v>44200</c:v>
                </c:pt>
                <c:pt idx="729">
                  <c:v>44201</c:v>
                </c:pt>
                <c:pt idx="730">
                  <c:v>44202</c:v>
                </c:pt>
                <c:pt idx="731">
                  <c:v>44203</c:v>
                </c:pt>
                <c:pt idx="732">
                  <c:v>44204</c:v>
                </c:pt>
                <c:pt idx="733">
                  <c:v>44207</c:v>
                </c:pt>
                <c:pt idx="734">
                  <c:v>44208</c:v>
                </c:pt>
                <c:pt idx="735">
                  <c:v>44209</c:v>
                </c:pt>
                <c:pt idx="736">
                  <c:v>44210</c:v>
                </c:pt>
                <c:pt idx="737">
                  <c:v>44211</c:v>
                </c:pt>
                <c:pt idx="738">
                  <c:v>44214</c:v>
                </c:pt>
                <c:pt idx="739">
                  <c:v>44215</c:v>
                </c:pt>
                <c:pt idx="740">
                  <c:v>44216</c:v>
                </c:pt>
                <c:pt idx="741">
                  <c:v>44217</c:v>
                </c:pt>
                <c:pt idx="742">
                  <c:v>44218</c:v>
                </c:pt>
                <c:pt idx="743">
                  <c:v>44221</c:v>
                </c:pt>
                <c:pt idx="744">
                  <c:v>44222</c:v>
                </c:pt>
                <c:pt idx="745">
                  <c:v>44223</c:v>
                </c:pt>
                <c:pt idx="746">
                  <c:v>44224</c:v>
                </c:pt>
                <c:pt idx="747">
                  <c:v>44225</c:v>
                </c:pt>
                <c:pt idx="748">
                  <c:v>44228</c:v>
                </c:pt>
                <c:pt idx="749">
                  <c:v>44229</c:v>
                </c:pt>
                <c:pt idx="750">
                  <c:v>44230</c:v>
                </c:pt>
                <c:pt idx="751">
                  <c:v>44231</c:v>
                </c:pt>
                <c:pt idx="752">
                  <c:v>44232</c:v>
                </c:pt>
                <c:pt idx="753">
                  <c:v>44235</c:v>
                </c:pt>
                <c:pt idx="754">
                  <c:v>44236</c:v>
                </c:pt>
                <c:pt idx="755">
                  <c:v>44237</c:v>
                </c:pt>
                <c:pt idx="756">
                  <c:v>44238</c:v>
                </c:pt>
                <c:pt idx="757">
                  <c:v>44242</c:v>
                </c:pt>
                <c:pt idx="758">
                  <c:v>44243</c:v>
                </c:pt>
                <c:pt idx="759">
                  <c:v>44244</c:v>
                </c:pt>
                <c:pt idx="760">
                  <c:v>44245</c:v>
                </c:pt>
                <c:pt idx="761">
                  <c:v>44246</c:v>
                </c:pt>
                <c:pt idx="762">
                  <c:v>44249</c:v>
                </c:pt>
                <c:pt idx="763">
                  <c:v>44250</c:v>
                </c:pt>
                <c:pt idx="764">
                  <c:v>44251</c:v>
                </c:pt>
                <c:pt idx="765">
                  <c:v>44252</c:v>
                </c:pt>
                <c:pt idx="766">
                  <c:v>44253</c:v>
                </c:pt>
                <c:pt idx="767">
                  <c:v>44256</c:v>
                </c:pt>
                <c:pt idx="768">
                  <c:v>44257</c:v>
                </c:pt>
                <c:pt idx="769">
                  <c:v>44258</c:v>
                </c:pt>
                <c:pt idx="770">
                  <c:v>44259</c:v>
                </c:pt>
                <c:pt idx="771">
                  <c:v>44260</c:v>
                </c:pt>
                <c:pt idx="772">
                  <c:v>44263</c:v>
                </c:pt>
                <c:pt idx="773">
                  <c:v>44264</c:v>
                </c:pt>
                <c:pt idx="774">
                  <c:v>44265</c:v>
                </c:pt>
                <c:pt idx="775">
                  <c:v>44267</c:v>
                </c:pt>
                <c:pt idx="776">
                  <c:v>44270</c:v>
                </c:pt>
                <c:pt idx="777">
                  <c:v>44271</c:v>
                </c:pt>
                <c:pt idx="778">
                  <c:v>44272</c:v>
                </c:pt>
                <c:pt idx="779">
                  <c:v>44273</c:v>
                </c:pt>
                <c:pt idx="780">
                  <c:v>44274</c:v>
                </c:pt>
                <c:pt idx="781">
                  <c:v>44277</c:v>
                </c:pt>
                <c:pt idx="782">
                  <c:v>44278</c:v>
                </c:pt>
                <c:pt idx="783">
                  <c:v>44279</c:v>
                </c:pt>
                <c:pt idx="784">
                  <c:v>44280</c:v>
                </c:pt>
                <c:pt idx="785">
                  <c:v>44281</c:v>
                </c:pt>
                <c:pt idx="786">
                  <c:v>44284</c:v>
                </c:pt>
                <c:pt idx="787">
                  <c:v>44285</c:v>
                </c:pt>
                <c:pt idx="788">
                  <c:v>44286</c:v>
                </c:pt>
                <c:pt idx="789">
                  <c:v>44287</c:v>
                </c:pt>
                <c:pt idx="790">
                  <c:v>44291</c:v>
                </c:pt>
                <c:pt idx="791">
                  <c:v>44292</c:v>
                </c:pt>
                <c:pt idx="792">
                  <c:v>44293</c:v>
                </c:pt>
                <c:pt idx="793">
                  <c:v>44294</c:v>
                </c:pt>
                <c:pt idx="794">
                  <c:v>44295</c:v>
                </c:pt>
                <c:pt idx="795">
                  <c:v>44298</c:v>
                </c:pt>
                <c:pt idx="796">
                  <c:v>44299</c:v>
                </c:pt>
                <c:pt idx="797">
                  <c:v>44300</c:v>
                </c:pt>
                <c:pt idx="798">
                  <c:v>44301</c:v>
                </c:pt>
                <c:pt idx="799">
                  <c:v>44302</c:v>
                </c:pt>
                <c:pt idx="800">
                  <c:v>44305</c:v>
                </c:pt>
                <c:pt idx="801">
                  <c:v>44306</c:v>
                </c:pt>
                <c:pt idx="802">
                  <c:v>44307</c:v>
                </c:pt>
                <c:pt idx="803">
                  <c:v>44308</c:v>
                </c:pt>
                <c:pt idx="804">
                  <c:v>44309</c:v>
                </c:pt>
                <c:pt idx="805">
                  <c:v>44312</c:v>
                </c:pt>
                <c:pt idx="806">
                  <c:v>44313</c:v>
                </c:pt>
                <c:pt idx="807">
                  <c:v>44314</c:v>
                </c:pt>
                <c:pt idx="808">
                  <c:v>44315</c:v>
                </c:pt>
                <c:pt idx="809">
                  <c:v>44316</c:v>
                </c:pt>
                <c:pt idx="810">
                  <c:v>44319</c:v>
                </c:pt>
                <c:pt idx="811">
                  <c:v>44320</c:v>
                </c:pt>
                <c:pt idx="812">
                  <c:v>44321</c:v>
                </c:pt>
                <c:pt idx="813">
                  <c:v>44322</c:v>
                </c:pt>
                <c:pt idx="814">
                  <c:v>44323</c:v>
                </c:pt>
                <c:pt idx="815">
                  <c:v>44326</c:v>
                </c:pt>
                <c:pt idx="816">
                  <c:v>44327</c:v>
                </c:pt>
                <c:pt idx="817">
                  <c:v>44333</c:v>
                </c:pt>
                <c:pt idx="818">
                  <c:v>44334</c:v>
                </c:pt>
                <c:pt idx="819">
                  <c:v>44335</c:v>
                </c:pt>
                <c:pt idx="820">
                  <c:v>44336</c:v>
                </c:pt>
                <c:pt idx="821">
                  <c:v>44337</c:v>
                </c:pt>
                <c:pt idx="822">
                  <c:v>44340</c:v>
                </c:pt>
                <c:pt idx="823">
                  <c:v>44341</c:v>
                </c:pt>
                <c:pt idx="824">
                  <c:v>44343</c:v>
                </c:pt>
                <c:pt idx="825">
                  <c:v>44344</c:v>
                </c:pt>
                <c:pt idx="826">
                  <c:v>44347</c:v>
                </c:pt>
                <c:pt idx="827">
                  <c:v>44349</c:v>
                </c:pt>
                <c:pt idx="828">
                  <c:v>44350</c:v>
                </c:pt>
                <c:pt idx="829">
                  <c:v>44351</c:v>
                </c:pt>
                <c:pt idx="830">
                  <c:v>44354</c:v>
                </c:pt>
                <c:pt idx="831">
                  <c:v>44355</c:v>
                </c:pt>
                <c:pt idx="832">
                  <c:v>44356</c:v>
                </c:pt>
                <c:pt idx="833">
                  <c:v>44357</c:v>
                </c:pt>
                <c:pt idx="834">
                  <c:v>44358</c:v>
                </c:pt>
                <c:pt idx="835">
                  <c:v>44361</c:v>
                </c:pt>
                <c:pt idx="836">
                  <c:v>44362</c:v>
                </c:pt>
                <c:pt idx="837">
                  <c:v>44363</c:v>
                </c:pt>
                <c:pt idx="838">
                  <c:v>44364</c:v>
                </c:pt>
                <c:pt idx="839">
                  <c:v>44365</c:v>
                </c:pt>
                <c:pt idx="840">
                  <c:v>44368</c:v>
                </c:pt>
                <c:pt idx="841">
                  <c:v>44369</c:v>
                </c:pt>
                <c:pt idx="842">
                  <c:v>44370</c:v>
                </c:pt>
                <c:pt idx="843">
                  <c:v>44371</c:v>
                </c:pt>
                <c:pt idx="844">
                  <c:v>44372</c:v>
                </c:pt>
                <c:pt idx="845">
                  <c:v>44375</c:v>
                </c:pt>
                <c:pt idx="846">
                  <c:v>44376</c:v>
                </c:pt>
                <c:pt idx="847">
                  <c:v>44377</c:v>
                </c:pt>
                <c:pt idx="848">
                  <c:v>44378</c:v>
                </c:pt>
                <c:pt idx="849">
                  <c:v>44379</c:v>
                </c:pt>
                <c:pt idx="850">
                  <c:v>44382</c:v>
                </c:pt>
                <c:pt idx="851">
                  <c:v>44383</c:v>
                </c:pt>
                <c:pt idx="852">
                  <c:v>44384</c:v>
                </c:pt>
                <c:pt idx="853">
                  <c:v>44385</c:v>
                </c:pt>
                <c:pt idx="854">
                  <c:v>44386</c:v>
                </c:pt>
                <c:pt idx="855">
                  <c:v>44389</c:v>
                </c:pt>
                <c:pt idx="856">
                  <c:v>44390</c:v>
                </c:pt>
                <c:pt idx="857">
                  <c:v>44391</c:v>
                </c:pt>
                <c:pt idx="858">
                  <c:v>44392</c:v>
                </c:pt>
                <c:pt idx="859">
                  <c:v>44393</c:v>
                </c:pt>
                <c:pt idx="860">
                  <c:v>44396</c:v>
                </c:pt>
                <c:pt idx="861">
                  <c:v>44398</c:v>
                </c:pt>
                <c:pt idx="862">
                  <c:v>44399</c:v>
                </c:pt>
                <c:pt idx="863">
                  <c:v>44400</c:v>
                </c:pt>
                <c:pt idx="864">
                  <c:v>44403</c:v>
                </c:pt>
                <c:pt idx="865">
                  <c:v>44404</c:v>
                </c:pt>
                <c:pt idx="866">
                  <c:v>44405</c:v>
                </c:pt>
                <c:pt idx="867">
                  <c:v>44406</c:v>
                </c:pt>
                <c:pt idx="868">
                  <c:v>44407</c:v>
                </c:pt>
                <c:pt idx="869">
                  <c:v>44410</c:v>
                </c:pt>
                <c:pt idx="870">
                  <c:v>44411</c:v>
                </c:pt>
                <c:pt idx="871">
                  <c:v>44412</c:v>
                </c:pt>
                <c:pt idx="872">
                  <c:v>44413</c:v>
                </c:pt>
                <c:pt idx="873">
                  <c:v>44414</c:v>
                </c:pt>
                <c:pt idx="874">
                  <c:v>44417</c:v>
                </c:pt>
                <c:pt idx="875">
                  <c:v>44418</c:v>
                </c:pt>
                <c:pt idx="876">
                  <c:v>44420</c:v>
                </c:pt>
                <c:pt idx="877">
                  <c:v>44421</c:v>
                </c:pt>
                <c:pt idx="878">
                  <c:v>44424</c:v>
                </c:pt>
                <c:pt idx="879">
                  <c:v>44426</c:v>
                </c:pt>
                <c:pt idx="880">
                  <c:v>44427</c:v>
                </c:pt>
                <c:pt idx="881">
                  <c:v>44428</c:v>
                </c:pt>
                <c:pt idx="882">
                  <c:v>44431</c:v>
                </c:pt>
                <c:pt idx="883">
                  <c:v>44432</c:v>
                </c:pt>
                <c:pt idx="884">
                  <c:v>44433</c:v>
                </c:pt>
                <c:pt idx="885">
                  <c:v>44434</c:v>
                </c:pt>
                <c:pt idx="886">
                  <c:v>44435</c:v>
                </c:pt>
                <c:pt idx="887">
                  <c:v>44438</c:v>
                </c:pt>
                <c:pt idx="888">
                  <c:v>44439</c:v>
                </c:pt>
                <c:pt idx="889">
                  <c:v>44440</c:v>
                </c:pt>
                <c:pt idx="890">
                  <c:v>44441</c:v>
                </c:pt>
                <c:pt idx="891">
                  <c:v>44442</c:v>
                </c:pt>
                <c:pt idx="892">
                  <c:v>44445</c:v>
                </c:pt>
                <c:pt idx="893">
                  <c:v>44446</c:v>
                </c:pt>
                <c:pt idx="894">
                  <c:v>44447</c:v>
                </c:pt>
                <c:pt idx="895">
                  <c:v>44448</c:v>
                </c:pt>
                <c:pt idx="896">
                  <c:v>44449</c:v>
                </c:pt>
                <c:pt idx="897">
                  <c:v>44452</c:v>
                </c:pt>
                <c:pt idx="898">
                  <c:v>44453</c:v>
                </c:pt>
                <c:pt idx="899">
                  <c:v>44454</c:v>
                </c:pt>
                <c:pt idx="900">
                  <c:v>44455</c:v>
                </c:pt>
                <c:pt idx="901">
                  <c:v>44456</c:v>
                </c:pt>
                <c:pt idx="902">
                  <c:v>44459</c:v>
                </c:pt>
                <c:pt idx="903">
                  <c:v>44460</c:v>
                </c:pt>
                <c:pt idx="904">
                  <c:v>44461</c:v>
                </c:pt>
                <c:pt idx="905">
                  <c:v>44462</c:v>
                </c:pt>
                <c:pt idx="906">
                  <c:v>44463</c:v>
                </c:pt>
                <c:pt idx="907">
                  <c:v>44466</c:v>
                </c:pt>
                <c:pt idx="908">
                  <c:v>44467</c:v>
                </c:pt>
                <c:pt idx="909">
                  <c:v>44468</c:v>
                </c:pt>
                <c:pt idx="910">
                  <c:v>44469</c:v>
                </c:pt>
                <c:pt idx="911">
                  <c:v>44470</c:v>
                </c:pt>
                <c:pt idx="912">
                  <c:v>44473</c:v>
                </c:pt>
                <c:pt idx="913">
                  <c:v>44474</c:v>
                </c:pt>
                <c:pt idx="914">
                  <c:v>44475</c:v>
                </c:pt>
                <c:pt idx="915">
                  <c:v>44476</c:v>
                </c:pt>
                <c:pt idx="916">
                  <c:v>44477</c:v>
                </c:pt>
                <c:pt idx="917">
                  <c:v>44480</c:v>
                </c:pt>
                <c:pt idx="918">
                  <c:v>44481</c:v>
                </c:pt>
                <c:pt idx="919">
                  <c:v>44482</c:v>
                </c:pt>
                <c:pt idx="920">
                  <c:v>44483</c:v>
                </c:pt>
                <c:pt idx="921">
                  <c:v>44484</c:v>
                </c:pt>
                <c:pt idx="922">
                  <c:v>44487</c:v>
                </c:pt>
                <c:pt idx="923">
                  <c:v>44488</c:v>
                </c:pt>
                <c:pt idx="924">
                  <c:v>44490</c:v>
                </c:pt>
                <c:pt idx="925">
                  <c:v>44491</c:v>
                </c:pt>
                <c:pt idx="926">
                  <c:v>44494</c:v>
                </c:pt>
                <c:pt idx="927">
                  <c:v>44495</c:v>
                </c:pt>
                <c:pt idx="928">
                  <c:v>44496</c:v>
                </c:pt>
                <c:pt idx="929">
                  <c:v>44497</c:v>
                </c:pt>
                <c:pt idx="930">
                  <c:v>44498</c:v>
                </c:pt>
                <c:pt idx="931">
                  <c:v>44501</c:v>
                </c:pt>
                <c:pt idx="932">
                  <c:v>44502</c:v>
                </c:pt>
                <c:pt idx="933">
                  <c:v>44503</c:v>
                </c:pt>
                <c:pt idx="934">
                  <c:v>44504</c:v>
                </c:pt>
                <c:pt idx="935">
                  <c:v>44505</c:v>
                </c:pt>
                <c:pt idx="936">
                  <c:v>44508</c:v>
                </c:pt>
                <c:pt idx="937">
                  <c:v>44509</c:v>
                </c:pt>
                <c:pt idx="938">
                  <c:v>44510</c:v>
                </c:pt>
                <c:pt idx="939">
                  <c:v>44511</c:v>
                </c:pt>
                <c:pt idx="940">
                  <c:v>44512</c:v>
                </c:pt>
                <c:pt idx="941">
                  <c:v>44515</c:v>
                </c:pt>
                <c:pt idx="942">
                  <c:v>44516</c:v>
                </c:pt>
                <c:pt idx="943">
                  <c:v>44517</c:v>
                </c:pt>
                <c:pt idx="944">
                  <c:v>44518</c:v>
                </c:pt>
                <c:pt idx="945">
                  <c:v>44519</c:v>
                </c:pt>
                <c:pt idx="946">
                  <c:v>44522</c:v>
                </c:pt>
                <c:pt idx="947">
                  <c:v>44523</c:v>
                </c:pt>
                <c:pt idx="948">
                  <c:v>44524</c:v>
                </c:pt>
                <c:pt idx="949">
                  <c:v>44525</c:v>
                </c:pt>
                <c:pt idx="950">
                  <c:v>44526</c:v>
                </c:pt>
                <c:pt idx="951">
                  <c:v>44529</c:v>
                </c:pt>
                <c:pt idx="952">
                  <c:v>44530</c:v>
                </c:pt>
                <c:pt idx="953">
                  <c:v>44531</c:v>
                </c:pt>
                <c:pt idx="954">
                  <c:v>44532</c:v>
                </c:pt>
                <c:pt idx="955">
                  <c:v>44533</c:v>
                </c:pt>
                <c:pt idx="956">
                  <c:v>44536</c:v>
                </c:pt>
                <c:pt idx="957">
                  <c:v>44537</c:v>
                </c:pt>
                <c:pt idx="958">
                  <c:v>44538</c:v>
                </c:pt>
                <c:pt idx="959">
                  <c:v>44539</c:v>
                </c:pt>
                <c:pt idx="960">
                  <c:v>44540</c:v>
                </c:pt>
                <c:pt idx="961">
                  <c:v>44543</c:v>
                </c:pt>
                <c:pt idx="962">
                  <c:v>44544</c:v>
                </c:pt>
                <c:pt idx="963">
                  <c:v>44545</c:v>
                </c:pt>
                <c:pt idx="964">
                  <c:v>44546</c:v>
                </c:pt>
                <c:pt idx="965">
                  <c:v>44547</c:v>
                </c:pt>
                <c:pt idx="966">
                  <c:v>44550</c:v>
                </c:pt>
                <c:pt idx="967">
                  <c:v>44551</c:v>
                </c:pt>
                <c:pt idx="968">
                  <c:v>44552</c:v>
                </c:pt>
                <c:pt idx="969">
                  <c:v>44553</c:v>
                </c:pt>
                <c:pt idx="970">
                  <c:v>44554</c:v>
                </c:pt>
                <c:pt idx="971">
                  <c:v>44557</c:v>
                </c:pt>
                <c:pt idx="972">
                  <c:v>44558</c:v>
                </c:pt>
                <c:pt idx="973">
                  <c:v>44559</c:v>
                </c:pt>
                <c:pt idx="974">
                  <c:v>44560</c:v>
                </c:pt>
                <c:pt idx="975">
                  <c:v>44561</c:v>
                </c:pt>
                <c:pt idx="976">
                  <c:v>44564</c:v>
                </c:pt>
                <c:pt idx="977">
                  <c:v>44565</c:v>
                </c:pt>
                <c:pt idx="978">
                  <c:v>44566</c:v>
                </c:pt>
                <c:pt idx="979">
                  <c:v>44567</c:v>
                </c:pt>
                <c:pt idx="980">
                  <c:v>44568</c:v>
                </c:pt>
                <c:pt idx="981">
                  <c:v>44571</c:v>
                </c:pt>
                <c:pt idx="982">
                  <c:v>44572</c:v>
                </c:pt>
                <c:pt idx="983">
                  <c:v>44573</c:v>
                </c:pt>
                <c:pt idx="984">
                  <c:v>44574</c:v>
                </c:pt>
                <c:pt idx="985">
                  <c:v>44575</c:v>
                </c:pt>
                <c:pt idx="986">
                  <c:v>44578</c:v>
                </c:pt>
                <c:pt idx="987">
                  <c:v>44579</c:v>
                </c:pt>
                <c:pt idx="988">
                  <c:v>44580</c:v>
                </c:pt>
                <c:pt idx="989">
                  <c:v>44581</c:v>
                </c:pt>
                <c:pt idx="990">
                  <c:v>44582</c:v>
                </c:pt>
                <c:pt idx="991">
                  <c:v>44585</c:v>
                </c:pt>
                <c:pt idx="992">
                  <c:v>44586</c:v>
                </c:pt>
                <c:pt idx="993">
                  <c:v>44587</c:v>
                </c:pt>
                <c:pt idx="994">
                  <c:v>44588</c:v>
                </c:pt>
                <c:pt idx="995">
                  <c:v>44589</c:v>
                </c:pt>
                <c:pt idx="996">
                  <c:v>44592</c:v>
                </c:pt>
                <c:pt idx="997">
                  <c:v>44594</c:v>
                </c:pt>
                <c:pt idx="998">
                  <c:v>44595</c:v>
                </c:pt>
                <c:pt idx="999">
                  <c:v>44596</c:v>
                </c:pt>
                <c:pt idx="1000">
                  <c:v>44599</c:v>
                </c:pt>
                <c:pt idx="1001">
                  <c:v>44600</c:v>
                </c:pt>
                <c:pt idx="1002">
                  <c:v>44601</c:v>
                </c:pt>
                <c:pt idx="1003">
                  <c:v>44602</c:v>
                </c:pt>
                <c:pt idx="1004">
                  <c:v>44603</c:v>
                </c:pt>
                <c:pt idx="1005">
                  <c:v>44606</c:v>
                </c:pt>
                <c:pt idx="1006">
                  <c:v>44607</c:v>
                </c:pt>
                <c:pt idx="1007">
                  <c:v>44608</c:v>
                </c:pt>
                <c:pt idx="1008">
                  <c:v>44609</c:v>
                </c:pt>
                <c:pt idx="1009">
                  <c:v>44610</c:v>
                </c:pt>
                <c:pt idx="1010">
                  <c:v>44613</c:v>
                </c:pt>
                <c:pt idx="1011">
                  <c:v>44614</c:v>
                </c:pt>
                <c:pt idx="1012">
                  <c:v>44615</c:v>
                </c:pt>
                <c:pt idx="1013">
                  <c:v>44616</c:v>
                </c:pt>
                <c:pt idx="1014">
                  <c:v>44617</c:v>
                </c:pt>
                <c:pt idx="1015">
                  <c:v>44621</c:v>
                </c:pt>
                <c:pt idx="1016">
                  <c:v>44622</c:v>
                </c:pt>
                <c:pt idx="1017">
                  <c:v>44624</c:v>
                </c:pt>
                <c:pt idx="1018">
                  <c:v>44627</c:v>
                </c:pt>
                <c:pt idx="1019">
                  <c:v>44628</c:v>
                </c:pt>
                <c:pt idx="1020">
                  <c:v>44629</c:v>
                </c:pt>
                <c:pt idx="1021">
                  <c:v>44630</c:v>
                </c:pt>
                <c:pt idx="1022">
                  <c:v>44631</c:v>
                </c:pt>
                <c:pt idx="1023">
                  <c:v>44634</c:v>
                </c:pt>
                <c:pt idx="1024">
                  <c:v>44635</c:v>
                </c:pt>
                <c:pt idx="1025">
                  <c:v>44636</c:v>
                </c:pt>
                <c:pt idx="1026">
                  <c:v>44637</c:v>
                </c:pt>
                <c:pt idx="1027">
                  <c:v>44638</c:v>
                </c:pt>
                <c:pt idx="1028">
                  <c:v>44641</c:v>
                </c:pt>
                <c:pt idx="1029">
                  <c:v>44642</c:v>
                </c:pt>
                <c:pt idx="1030">
                  <c:v>44643</c:v>
                </c:pt>
                <c:pt idx="1031">
                  <c:v>44644</c:v>
                </c:pt>
                <c:pt idx="1032">
                  <c:v>44645</c:v>
                </c:pt>
                <c:pt idx="1033">
                  <c:v>44648</c:v>
                </c:pt>
                <c:pt idx="1034">
                  <c:v>44649</c:v>
                </c:pt>
                <c:pt idx="1035">
                  <c:v>44650</c:v>
                </c:pt>
                <c:pt idx="1036">
                  <c:v>44651</c:v>
                </c:pt>
                <c:pt idx="1037">
                  <c:v>44652</c:v>
                </c:pt>
                <c:pt idx="1038">
                  <c:v>44655</c:v>
                </c:pt>
                <c:pt idx="1039">
                  <c:v>44656</c:v>
                </c:pt>
                <c:pt idx="1040">
                  <c:v>44657</c:v>
                </c:pt>
                <c:pt idx="1041">
                  <c:v>44658</c:v>
                </c:pt>
                <c:pt idx="1042">
                  <c:v>44659</c:v>
                </c:pt>
                <c:pt idx="1043">
                  <c:v>44662</c:v>
                </c:pt>
                <c:pt idx="1044">
                  <c:v>44663</c:v>
                </c:pt>
                <c:pt idx="1045">
                  <c:v>44664</c:v>
                </c:pt>
                <c:pt idx="1046">
                  <c:v>44665</c:v>
                </c:pt>
                <c:pt idx="1047">
                  <c:v>44669</c:v>
                </c:pt>
                <c:pt idx="1048">
                  <c:v>44670</c:v>
                </c:pt>
                <c:pt idx="1049">
                  <c:v>44671</c:v>
                </c:pt>
                <c:pt idx="1050">
                  <c:v>44672</c:v>
                </c:pt>
                <c:pt idx="1051">
                  <c:v>44673</c:v>
                </c:pt>
                <c:pt idx="1052">
                  <c:v>44676</c:v>
                </c:pt>
                <c:pt idx="1053">
                  <c:v>44677</c:v>
                </c:pt>
                <c:pt idx="1054">
                  <c:v>44678</c:v>
                </c:pt>
                <c:pt idx="1055">
                  <c:v>44679</c:v>
                </c:pt>
                <c:pt idx="1056">
                  <c:v>44690</c:v>
                </c:pt>
                <c:pt idx="1057">
                  <c:v>44691</c:v>
                </c:pt>
                <c:pt idx="1058">
                  <c:v>44692</c:v>
                </c:pt>
                <c:pt idx="1059">
                  <c:v>44693</c:v>
                </c:pt>
                <c:pt idx="1060">
                  <c:v>44694</c:v>
                </c:pt>
                <c:pt idx="1061">
                  <c:v>44698</c:v>
                </c:pt>
                <c:pt idx="1062">
                  <c:v>44699</c:v>
                </c:pt>
                <c:pt idx="1063">
                  <c:v>44700</c:v>
                </c:pt>
                <c:pt idx="1064">
                  <c:v>44701</c:v>
                </c:pt>
                <c:pt idx="1065">
                  <c:v>44704</c:v>
                </c:pt>
                <c:pt idx="1066">
                  <c:v>44705</c:v>
                </c:pt>
                <c:pt idx="1067">
                  <c:v>44706</c:v>
                </c:pt>
                <c:pt idx="1068">
                  <c:v>44708</c:v>
                </c:pt>
                <c:pt idx="1069">
                  <c:v>44711</c:v>
                </c:pt>
                <c:pt idx="1070">
                  <c:v>44712</c:v>
                </c:pt>
                <c:pt idx="1071">
                  <c:v>44714</c:v>
                </c:pt>
                <c:pt idx="1072">
                  <c:v>44715</c:v>
                </c:pt>
                <c:pt idx="1073">
                  <c:v>44718</c:v>
                </c:pt>
                <c:pt idx="1074">
                  <c:v>44719</c:v>
                </c:pt>
                <c:pt idx="1075">
                  <c:v>44720</c:v>
                </c:pt>
                <c:pt idx="1076">
                  <c:v>44721</c:v>
                </c:pt>
                <c:pt idx="1077">
                  <c:v>44722</c:v>
                </c:pt>
                <c:pt idx="1078">
                  <c:v>44725</c:v>
                </c:pt>
                <c:pt idx="1079">
                  <c:v>44726</c:v>
                </c:pt>
                <c:pt idx="1080">
                  <c:v>44727</c:v>
                </c:pt>
                <c:pt idx="1081">
                  <c:v>44728</c:v>
                </c:pt>
                <c:pt idx="1082">
                  <c:v>44729</c:v>
                </c:pt>
                <c:pt idx="1083">
                  <c:v>44732</c:v>
                </c:pt>
                <c:pt idx="1084">
                  <c:v>44733</c:v>
                </c:pt>
                <c:pt idx="1085">
                  <c:v>44734</c:v>
                </c:pt>
                <c:pt idx="1086">
                  <c:v>44735</c:v>
                </c:pt>
                <c:pt idx="1087">
                  <c:v>44736</c:v>
                </c:pt>
                <c:pt idx="1088">
                  <c:v>44739</c:v>
                </c:pt>
                <c:pt idx="1089">
                  <c:v>44740</c:v>
                </c:pt>
                <c:pt idx="1090">
                  <c:v>44741</c:v>
                </c:pt>
                <c:pt idx="1091">
                  <c:v>44742</c:v>
                </c:pt>
                <c:pt idx="1092">
                  <c:v>44743</c:v>
                </c:pt>
                <c:pt idx="1093">
                  <c:v>44746</c:v>
                </c:pt>
                <c:pt idx="1094">
                  <c:v>44747</c:v>
                </c:pt>
                <c:pt idx="1095">
                  <c:v>44748</c:v>
                </c:pt>
                <c:pt idx="1096">
                  <c:v>44749</c:v>
                </c:pt>
                <c:pt idx="1097">
                  <c:v>44750</c:v>
                </c:pt>
                <c:pt idx="1098">
                  <c:v>44753</c:v>
                </c:pt>
                <c:pt idx="1099">
                  <c:v>44754</c:v>
                </c:pt>
                <c:pt idx="1100">
                  <c:v>44755</c:v>
                </c:pt>
                <c:pt idx="1101">
                  <c:v>44756</c:v>
                </c:pt>
                <c:pt idx="1102">
                  <c:v>44757</c:v>
                </c:pt>
                <c:pt idx="1103">
                  <c:v>44760</c:v>
                </c:pt>
                <c:pt idx="1104">
                  <c:v>44761</c:v>
                </c:pt>
                <c:pt idx="1105">
                  <c:v>44762</c:v>
                </c:pt>
                <c:pt idx="1106">
                  <c:v>44763</c:v>
                </c:pt>
                <c:pt idx="1107">
                  <c:v>44764</c:v>
                </c:pt>
                <c:pt idx="1108">
                  <c:v>44767</c:v>
                </c:pt>
                <c:pt idx="1109">
                  <c:v>44768</c:v>
                </c:pt>
                <c:pt idx="1110">
                  <c:v>44769</c:v>
                </c:pt>
                <c:pt idx="1111">
                  <c:v>44770</c:v>
                </c:pt>
                <c:pt idx="1112">
                  <c:v>44771</c:v>
                </c:pt>
                <c:pt idx="1113">
                  <c:v>44774</c:v>
                </c:pt>
                <c:pt idx="1114">
                  <c:v>44775</c:v>
                </c:pt>
                <c:pt idx="1115">
                  <c:v>44776</c:v>
                </c:pt>
                <c:pt idx="1116">
                  <c:v>44777</c:v>
                </c:pt>
                <c:pt idx="1117">
                  <c:v>44778</c:v>
                </c:pt>
                <c:pt idx="1118">
                  <c:v>44781</c:v>
                </c:pt>
                <c:pt idx="1119">
                  <c:v>44782</c:v>
                </c:pt>
                <c:pt idx="1120">
                  <c:v>44783</c:v>
                </c:pt>
                <c:pt idx="1121">
                  <c:v>44784</c:v>
                </c:pt>
                <c:pt idx="1122">
                  <c:v>44785</c:v>
                </c:pt>
                <c:pt idx="1123">
                  <c:v>44788</c:v>
                </c:pt>
                <c:pt idx="1124">
                  <c:v>44789</c:v>
                </c:pt>
                <c:pt idx="1125">
                  <c:v>44791</c:v>
                </c:pt>
                <c:pt idx="1126">
                  <c:v>44792</c:v>
                </c:pt>
                <c:pt idx="1127">
                  <c:v>44795</c:v>
                </c:pt>
                <c:pt idx="1128">
                  <c:v>44796</c:v>
                </c:pt>
                <c:pt idx="1129">
                  <c:v>44797</c:v>
                </c:pt>
                <c:pt idx="1130">
                  <c:v>44798</c:v>
                </c:pt>
                <c:pt idx="1131">
                  <c:v>44799</c:v>
                </c:pt>
                <c:pt idx="1132">
                  <c:v>44802</c:v>
                </c:pt>
                <c:pt idx="1133">
                  <c:v>44803</c:v>
                </c:pt>
                <c:pt idx="1134">
                  <c:v>44804</c:v>
                </c:pt>
                <c:pt idx="1135">
                  <c:v>44805</c:v>
                </c:pt>
                <c:pt idx="1136">
                  <c:v>44806</c:v>
                </c:pt>
                <c:pt idx="1137">
                  <c:v>44809</c:v>
                </c:pt>
                <c:pt idx="1138">
                  <c:v>44810</c:v>
                </c:pt>
                <c:pt idx="1139">
                  <c:v>44811</c:v>
                </c:pt>
                <c:pt idx="1140">
                  <c:v>44812</c:v>
                </c:pt>
                <c:pt idx="1141">
                  <c:v>44813</c:v>
                </c:pt>
                <c:pt idx="1142">
                  <c:v>44816</c:v>
                </c:pt>
                <c:pt idx="1143">
                  <c:v>44817</c:v>
                </c:pt>
                <c:pt idx="1144">
                  <c:v>44818</c:v>
                </c:pt>
                <c:pt idx="1145">
                  <c:v>44819</c:v>
                </c:pt>
                <c:pt idx="1146">
                  <c:v>44820</c:v>
                </c:pt>
                <c:pt idx="1147">
                  <c:v>44823</c:v>
                </c:pt>
                <c:pt idx="1148">
                  <c:v>44824</c:v>
                </c:pt>
                <c:pt idx="1149">
                  <c:v>44825</c:v>
                </c:pt>
                <c:pt idx="1150">
                  <c:v>44826</c:v>
                </c:pt>
                <c:pt idx="1151">
                  <c:v>44827</c:v>
                </c:pt>
                <c:pt idx="1152">
                  <c:v>44830</c:v>
                </c:pt>
                <c:pt idx="1153">
                  <c:v>44831</c:v>
                </c:pt>
                <c:pt idx="1154">
                  <c:v>44832</c:v>
                </c:pt>
                <c:pt idx="1155">
                  <c:v>44833</c:v>
                </c:pt>
                <c:pt idx="1156">
                  <c:v>44834</c:v>
                </c:pt>
                <c:pt idx="1157">
                  <c:v>44837</c:v>
                </c:pt>
                <c:pt idx="1158">
                  <c:v>44838</c:v>
                </c:pt>
                <c:pt idx="1159">
                  <c:v>44839</c:v>
                </c:pt>
                <c:pt idx="1160">
                  <c:v>44840</c:v>
                </c:pt>
                <c:pt idx="1161">
                  <c:v>44841</c:v>
                </c:pt>
                <c:pt idx="1162">
                  <c:v>44844</c:v>
                </c:pt>
                <c:pt idx="1163">
                  <c:v>44845</c:v>
                </c:pt>
                <c:pt idx="1164">
                  <c:v>44846</c:v>
                </c:pt>
                <c:pt idx="1165">
                  <c:v>44847</c:v>
                </c:pt>
                <c:pt idx="1166">
                  <c:v>44848</c:v>
                </c:pt>
                <c:pt idx="1167">
                  <c:v>44851</c:v>
                </c:pt>
                <c:pt idx="1168">
                  <c:v>44852</c:v>
                </c:pt>
                <c:pt idx="1169">
                  <c:v>44853</c:v>
                </c:pt>
                <c:pt idx="1170">
                  <c:v>44854</c:v>
                </c:pt>
                <c:pt idx="1171">
                  <c:v>44855</c:v>
                </c:pt>
                <c:pt idx="1172">
                  <c:v>44858</c:v>
                </c:pt>
                <c:pt idx="1173">
                  <c:v>44859</c:v>
                </c:pt>
                <c:pt idx="1174">
                  <c:v>44860</c:v>
                </c:pt>
                <c:pt idx="1175">
                  <c:v>44861</c:v>
                </c:pt>
                <c:pt idx="1176">
                  <c:v>44862</c:v>
                </c:pt>
                <c:pt idx="1177">
                  <c:v>44865</c:v>
                </c:pt>
                <c:pt idx="1178">
                  <c:v>44866</c:v>
                </c:pt>
                <c:pt idx="1179">
                  <c:v>44867</c:v>
                </c:pt>
                <c:pt idx="1180">
                  <c:v>44868</c:v>
                </c:pt>
                <c:pt idx="1181">
                  <c:v>44869</c:v>
                </c:pt>
                <c:pt idx="1182">
                  <c:v>44872</c:v>
                </c:pt>
                <c:pt idx="1183">
                  <c:v>44873</c:v>
                </c:pt>
                <c:pt idx="1184">
                  <c:v>44874</c:v>
                </c:pt>
                <c:pt idx="1185">
                  <c:v>44875</c:v>
                </c:pt>
                <c:pt idx="1186">
                  <c:v>44876</c:v>
                </c:pt>
                <c:pt idx="1187">
                  <c:v>44879</c:v>
                </c:pt>
                <c:pt idx="1188">
                  <c:v>44880</c:v>
                </c:pt>
                <c:pt idx="1189">
                  <c:v>44881</c:v>
                </c:pt>
                <c:pt idx="1190">
                  <c:v>44882</c:v>
                </c:pt>
                <c:pt idx="1191">
                  <c:v>44883</c:v>
                </c:pt>
                <c:pt idx="1192">
                  <c:v>44886</c:v>
                </c:pt>
                <c:pt idx="1193">
                  <c:v>44887</c:v>
                </c:pt>
                <c:pt idx="1194">
                  <c:v>44888</c:v>
                </c:pt>
                <c:pt idx="1195">
                  <c:v>44889</c:v>
                </c:pt>
                <c:pt idx="1196">
                  <c:v>44890</c:v>
                </c:pt>
                <c:pt idx="1197">
                  <c:v>44893</c:v>
                </c:pt>
                <c:pt idx="1198">
                  <c:v>44894</c:v>
                </c:pt>
                <c:pt idx="1199">
                  <c:v>44895</c:v>
                </c:pt>
                <c:pt idx="1200">
                  <c:v>44896</c:v>
                </c:pt>
                <c:pt idx="1201">
                  <c:v>44897</c:v>
                </c:pt>
                <c:pt idx="1202">
                  <c:v>44900</c:v>
                </c:pt>
                <c:pt idx="1203">
                  <c:v>44901</c:v>
                </c:pt>
                <c:pt idx="1204">
                  <c:v>44902</c:v>
                </c:pt>
                <c:pt idx="1205">
                  <c:v>44903</c:v>
                </c:pt>
                <c:pt idx="1206">
                  <c:v>44904</c:v>
                </c:pt>
                <c:pt idx="1207">
                  <c:v>44907</c:v>
                </c:pt>
                <c:pt idx="1208">
                  <c:v>44908</c:v>
                </c:pt>
                <c:pt idx="1209">
                  <c:v>44909</c:v>
                </c:pt>
                <c:pt idx="1210">
                  <c:v>44910</c:v>
                </c:pt>
                <c:pt idx="1211">
                  <c:v>44911</c:v>
                </c:pt>
                <c:pt idx="1212">
                  <c:v>44914</c:v>
                </c:pt>
                <c:pt idx="1213">
                  <c:v>44915</c:v>
                </c:pt>
                <c:pt idx="1214">
                  <c:v>44916</c:v>
                </c:pt>
                <c:pt idx="1215">
                  <c:v>44917</c:v>
                </c:pt>
                <c:pt idx="1216">
                  <c:v>44918</c:v>
                </c:pt>
                <c:pt idx="1217">
                  <c:v>44921</c:v>
                </c:pt>
                <c:pt idx="1218">
                  <c:v>44922</c:v>
                </c:pt>
                <c:pt idx="1219">
                  <c:v>44923</c:v>
                </c:pt>
                <c:pt idx="1220">
                  <c:v>44924</c:v>
                </c:pt>
                <c:pt idx="1221">
                  <c:v>44925</c:v>
                </c:pt>
                <c:pt idx="1222">
                  <c:v>44928</c:v>
                </c:pt>
                <c:pt idx="1223">
                  <c:v>44929</c:v>
                </c:pt>
                <c:pt idx="1224">
                  <c:v>44930</c:v>
                </c:pt>
                <c:pt idx="1225">
                  <c:v>44931</c:v>
                </c:pt>
                <c:pt idx="1226">
                  <c:v>44932</c:v>
                </c:pt>
                <c:pt idx="1227">
                  <c:v>44935</c:v>
                </c:pt>
                <c:pt idx="1228">
                  <c:v>44936</c:v>
                </c:pt>
                <c:pt idx="1229">
                  <c:v>44937</c:v>
                </c:pt>
                <c:pt idx="1230">
                  <c:v>44938</c:v>
                </c:pt>
                <c:pt idx="1231">
                  <c:v>44939</c:v>
                </c:pt>
                <c:pt idx="1232">
                  <c:v>44942</c:v>
                </c:pt>
                <c:pt idx="1233">
                  <c:v>44943</c:v>
                </c:pt>
                <c:pt idx="1234">
                  <c:v>44944</c:v>
                </c:pt>
                <c:pt idx="1235">
                  <c:v>44945</c:v>
                </c:pt>
                <c:pt idx="1236">
                  <c:v>44946</c:v>
                </c:pt>
                <c:pt idx="1237">
                  <c:v>44950</c:v>
                </c:pt>
                <c:pt idx="1238">
                  <c:v>44951</c:v>
                </c:pt>
                <c:pt idx="1239">
                  <c:v>44952</c:v>
                </c:pt>
                <c:pt idx="1240">
                  <c:v>44953</c:v>
                </c:pt>
                <c:pt idx="1241">
                  <c:v>44956</c:v>
                </c:pt>
                <c:pt idx="1242">
                  <c:v>44957</c:v>
                </c:pt>
                <c:pt idx="1243">
                  <c:v>44958</c:v>
                </c:pt>
                <c:pt idx="1244">
                  <c:v>44959</c:v>
                </c:pt>
                <c:pt idx="1245">
                  <c:v>44960</c:v>
                </c:pt>
                <c:pt idx="1246">
                  <c:v>44963</c:v>
                </c:pt>
                <c:pt idx="1247">
                  <c:v>44964</c:v>
                </c:pt>
                <c:pt idx="1248">
                  <c:v>44965</c:v>
                </c:pt>
                <c:pt idx="1249">
                  <c:v>44966</c:v>
                </c:pt>
                <c:pt idx="1250">
                  <c:v>44967</c:v>
                </c:pt>
                <c:pt idx="1251">
                  <c:v>44970</c:v>
                </c:pt>
                <c:pt idx="1252">
                  <c:v>44971</c:v>
                </c:pt>
                <c:pt idx="1253">
                  <c:v>44972</c:v>
                </c:pt>
                <c:pt idx="1254">
                  <c:v>44973</c:v>
                </c:pt>
                <c:pt idx="1255">
                  <c:v>44974</c:v>
                </c:pt>
                <c:pt idx="1256">
                  <c:v>44977</c:v>
                </c:pt>
                <c:pt idx="1257">
                  <c:v>44978</c:v>
                </c:pt>
                <c:pt idx="1258">
                  <c:v>44979</c:v>
                </c:pt>
                <c:pt idx="1259">
                  <c:v>44980</c:v>
                </c:pt>
                <c:pt idx="1260">
                  <c:v>44981</c:v>
                </c:pt>
                <c:pt idx="1261">
                  <c:v>44984</c:v>
                </c:pt>
                <c:pt idx="1262">
                  <c:v>44985</c:v>
                </c:pt>
                <c:pt idx="1263">
                  <c:v>44986</c:v>
                </c:pt>
                <c:pt idx="1264">
                  <c:v>44987</c:v>
                </c:pt>
                <c:pt idx="1265">
                  <c:v>44988</c:v>
                </c:pt>
                <c:pt idx="1266">
                  <c:v>44991</c:v>
                </c:pt>
                <c:pt idx="1267">
                  <c:v>44992</c:v>
                </c:pt>
                <c:pt idx="1268">
                  <c:v>44993</c:v>
                </c:pt>
                <c:pt idx="1269">
                  <c:v>44994</c:v>
                </c:pt>
                <c:pt idx="1270">
                  <c:v>44995</c:v>
                </c:pt>
                <c:pt idx="1271">
                  <c:v>44998</c:v>
                </c:pt>
                <c:pt idx="1272">
                  <c:v>44999</c:v>
                </c:pt>
                <c:pt idx="1273">
                  <c:v>45000</c:v>
                </c:pt>
                <c:pt idx="1274">
                  <c:v>45001</c:v>
                </c:pt>
                <c:pt idx="1275">
                  <c:v>45002</c:v>
                </c:pt>
                <c:pt idx="1276">
                  <c:v>45005</c:v>
                </c:pt>
                <c:pt idx="1277">
                  <c:v>45006</c:v>
                </c:pt>
                <c:pt idx="1278">
                  <c:v>45009</c:v>
                </c:pt>
                <c:pt idx="1279">
                  <c:v>45012</c:v>
                </c:pt>
                <c:pt idx="1280">
                  <c:v>45013</c:v>
                </c:pt>
                <c:pt idx="1281">
                  <c:v>45014</c:v>
                </c:pt>
                <c:pt idx="1282">
                  <c:v>45015</c:v>
                </c:pt>
                <c:pt idx="1283">
                  <c:v>45016</c:v>
                </c:pt>
                <c:pt idx="1284">
                  <c:v>45019</c:v>
                </c:pt>
                <c:pt idx="1285">
                  <c:v>45020</c:v>
                </c:pt>
                <c:pt idx="1286">
                  <c:v>45021</c:v>
                </c:pt>
                <c:pt idx="1287">
                  <c:v>45022</c:v>
                </c:pt>
                <c:pt idx="1288">
                  <c:v>45026</c:v>
                </c:pt>
                <c:pt idx="1289">
                  <c:v>45027</c:v>
                </c:pt>
                <c:pt idx="1290">
                  <c:v>45028</c:v>
                </c:pt>
                <c:pt idx="1291">
                  <c:v>45029</c:v>
                </c:pt>
                <c:pt idx="1292">
                  <c:v>45030</c:v>
                </c:pt>
                <c:pt idx="1293">
                  <c:v>45033</c:v>
                </c:pt>
                <c:pt idx="1294">
                  <c:v>45034</c:v>
                </c:pt>
                <c:pt idx="1295">
                  <c:v>45042</c:v>
                </c:pt>
                <c:pt idx="1296">
                  <c:v>45043</c:v>
                </c:pt>
                <c:pt idx="1297">
                  <c:v>45044</c:v>
                </c:pt>
                <c:pt idx="1298">
                  <c:v>45048</c:v>
                </c:pt>
                <c:pt idx="1299">
                  <c:v>45049</c:v>
                </c:pt>
                <c:pt idx="1300">
                  <c:v>45050</c:v>
                </c:pt>
                <c:pt idx="1301">
                  <c:v>45051</c:v>
                </c:pt>
                <c:pt idx="1302">
                  <c:v>45054</c:v>
                </c:pt>
                <c:pt idx="1303">
                  <c:v>45055</c:v>
                </c:pt>
                <c:pt idx="1304">
                  <c:v>45056</c:v>
                </c:pt>
                <c:pt idx="1305">
                  <c:v>45057</c:v>
                </c:pt>
                <c:pt idx="1306">
                  <c:v>45058</c:v>
                </c:pt>
                <c:pt idx="1307">
                  <c:v>45061</c:v>
                </c:pt>
                <c:pt idx="1308">
                  <c:v>45062</c:v>
                </c:pt>
                <c:pt idx="1309">
                  <c:v>45063</c:v>
                </c:pt>
                <c:pt idx="1310">
                  <c:v>45065</c:v>
                </c:pt>
                <c:pt idx="1311">
                  <c:v>45068</c:v>
                </c:pt>
                <c:pt idx="1312">
                  <c:v>45069</c:v>
                </c:pt>
                <c:pt idx="1313">
                  <c:v>45070</c:v>
                </c:pt>
                <c:pt idx="1314">
                  <c:v>45071</c:v>
                </c:pt>
                <c:pt idx="1315">
                  <c:v>45072</c:v>
                </c:pt>
                <c:pt idx="1316">
                  <c:v>45075</c:v>
                </c:pt>
                <c:pt idx="1317">
                  <c:v>45076</c:v>
                </c:pt>
                <c:pt idx="1318">
                  <c:v>45077</c:v>
                </c:pt>
                <c:pt idx="1319">
                  <c:v>45082</c:v>
                </c:pt>
                <c:pt idx="1320">
                  <c:v>45083</c:v>
                </c:pt>
                <c:pt idx="1321">
                  <c:v>45084</c:v>
                </c:pt>
                <c:pt idx="1322">
                  <c:v>45085</c:v>
                </c:pt>
                <c:pt idx="1323">
                  <c:v>45086</c:v>
                </c:pt>
                <c:pt idx="1324">
                  <c:v>45089</c:v>
                </c:pt>
                <c:pt idx="1325">
                  <c:v>45090</c:v>
                </c:pt>
                <c:pt idx="1326">
                  <c:v>45091</c:v>
                </c:pt>
                <c:pt idx="1327">
                  <c:v>45092</c:v>
                </c:pt>
                <c:pt idx="1328">
                  <c:v>45093</c:v>
                </c:pt>
                <c:pt idx="1329">
                  <c:v>45096</c:v>
                </c:pt>
                <c:pt idx="1330">
                  <c:v>45097</c:v>
                </c:pt>
                <c:pt idx="1331">
                  <c:v>45098</c:v>
                </c:pt>
                <c:pt idx="1332">
                  <c:v>45099</c:v>
                </c:pt>
                <c:pt idx="1333">
                  <c:v>45100</c:v>
                </c:pt>
                <c:pt idx="1334">
                  <c:v>45103</c:v>
                </c:pt>
                <c:pt idx="1335">
                  <c:v>45104</c:v>
                </c:pt>
                <c:pt idx="1336">
                  <c:v>45110</c:v>
                </c:pt>
                <c:pt idx="1337">
                  <c:v>45111</c:v>
                </c:pt>
                <c:pt idx="1338">
                  <c:v>45112</c:v>
                </c:pt>
                <c:pt idx="1339">
                  <c:v>45113</c:v>
                </c:pt>
                <c:pt idx="1340">
                  <c:v>45114</c:v>
                </c:pt>
                <c:pt idx="1341">
                  <c:v>45117</c:v>
                </c:pt>
                <c:pt idx="1342">
                  <c:v>45118</c:v>
                </c:pt>
                <c:pt idx="1343">
                  <c:v>45119</c:v>
                </c:pt>
                <c:pt idx="1344">
                  <c:v>45120</c:v>
                </c:pt>
                <c:pt idx="1345">
                  <c:v>45121</c:v>
                </c:pt>
                <c:pt idx="1346">
                  <c:v>45124</c:v>
                </c:pt>
                <c:pt idx="1347">
                  <c:v>45125</c:v>
                </c:pt>
                <c:pt idx="1348">
                  <c:v>45127</c:v>
                </c:pt>
                <c:pt idx="1349">
                  <c:v>45128</c:v>
                </c:pt>
                <c:pt idx="1350">
                  <c:v>45131</c:v>
                </c:pt>
                <c:pt idx="1351">
                  <c:v>45132</c:v>
                </c:pt>
                <c:pt idx="1352">
                  <c:v>45133</c:v>
                </c:pt>
                <c:pt idx="1353">
                  <c:v>45134</c:v>
                </c:pt>
                <c:pt idx="1354">
                  <c:v>45135</c:v>
                </c:pt>
                <c:pt idx="1355">
                  <c:v>45138</c:v>
                </c:pt>
                <c:pt idx="1356">
                  <c:v>45139</c:v>
                </c:pt>
                <c:pt idx="1357">
                  <c:v>45140</c:v>
                </c:pt>
                <c:pt idx="1358">
                  <c:v>45141</c:v>
                </c:pt>
                <c:pt idx="1359">
                  <c:v>45142</c:v>
                </c:pt>
                <c:pt idx="1360">
                  <c:v>45145</c:v>
                </c:pt>
                <c:pt idx="1361">
                  <c:v>45146</c:v>
                </c:pt>
                <c:pt idx="1362">
                  <c:v>45147</c:v>
                </c:pt>
                <c:pt idx="1363">
                  <c:v>45148</c:v>
                </c:pt>
                <c:pt idx="1364">
                  <c:v>45149</c:v>
                </c:pt>
                <c:pt idx="1365">
                  <c:v>45152</c:v>
                </c:pt>
                <c:pt idx="1366">
                  <c:v>45153</c:v>
                </c:pt>
                <c:pt idx="1367">
                  <c:v>45154</c:v>
                </c:pt>
                <c:pt idx="1368">
                  <c:v>45156</c:v>
                </c:pt>
                <c:pt idx="1369">
                  <c:v>45159</c:v>
                </c:pt>
                <c:pt idx="1370">
                  <c:v>45160</c:v>
                </c:pt>
                <c:pt idx="1371">
                  <c:v>45161</c:v>
                </c:pt>
                <c:pt idx="1372">
                  <c:v>45162</c:v>
                </c:pt>
                <c:pt idx="1373">
                  <c:v>45163</c:v>
                </c:pt>
                <c:pt idx="1374">
                  <c:v>45166</c:v>
                </c:pt>
                <c:pt idx="1375">
                  <c:v>45167</c:v>
                </c:pt>
                <c:pt idx="1376">
                  <c:v>45168</c:v>
                </c:pt>
                <c:pt idx="1377">
                  <c:v>45169</c:v>
                </c:pt>
                <c:pt idx="1378">
                  <c:v>45170</c:v>
                </c:pt>
                <c:pt idx="1379">
                  <c:v>45173</c:v>
                </c:pt>
                <c:pt idx="1380">
                  <c:v>45174</c:v>
                </c:pt>
                <c:pt idx="1381">
                  <c:v>45175</c:v>
                </c:pt>
                <c:pt idx="1382">
                  <c:v>45176</c:v>
                </c:pt>
                <c:pt idx="1383">
                  <c:v>45177</c:v>
                </c:pt>
                <c:pt idx="1384">
                  <c:v>45180</c:v>
                </c:pt>
                <c:pt idx="1385">
                  <c:v>45181</c:v>
                </c:pt>
                <c:pt idx="1386">
                  <c:v>45182</c:v>
                </c:pt>
                <c:pt idx="1387">
                  <c:v>45183</c:v>
                </c:pt>
                <c:pt idx="1388">
                  <c:v>45184</c:v>
                </c:pt>
                <c:pt idx="1389">
                  <c:v>45187</c:v>
                </c:pt>
                <c:pt idx="1390">
                  <c:v>45188</c:v>
                </c:pt>
                <c:pt idx="1391">
                  <c:v>45189</c:v>
                </c:pt>
                <c:pt idx="1392">
                  <c:v>45190</c:v>
                </c:pt>
                <c:pt idx="1393">
                  <c:v>45191</c:v>
                </c:pt>
                <c:pt idx="1394">
                  <c:v>45194</c:v>
                </c:pt>
                <c:pt idx="1395">
                  <c:v>45195</c:v>
                </c:pt>
                <c:pt idx="1396">
                  <c:v>45196</c:v>
                </c:pt>
                <c:pt idx="1397">
                  <c:v>45198</c:v>
                </c:pt>
                <c:pt idx="1398">
                  <c:v>45201</c:v>
                </c:pt>
                <c:pt idx="1399">
                  <c:v>45202</c:v>
                </c:pt>
                <c:pt idx="1400">
                  <c:v>45203</c:v>
                </c:pt>
                <c:pt idx="1401">
                  <c:v>45204</c:v>
                </c:pt>
                <c:pt idx="1402">
                  <c:v>45205</c:v>
                </c:pt>
                <c:pt idx="1403">
                  <c:v>45208</c:v>
                </c:pt>
                <c:pt idx="1404">
                  <c:v>45209</c:v>
                </c:pt>
                <c:pt idx="1405">
                  <c:v>45210</c:v>
                </c:pt>
                <c:pt idx="1406">
                  <c:v>45211</c:v>
                </c:pt>
                <c:pt idx="1407">
                  <c:v>45212</c:v>
                </c:pt>
                <c:pt idx="1408">
                  <c:v>45215</c:v>
                </c:pt>
                <c:pt idx="1409">
                  <c:v>45216</c:v>
                </c:pt>
                <c:pt idx="1410">
                  <c:v>45217</c:v>
                </c:pt>
                <c:pt idx="1411">
                  <c:v>45218</c:v>
                </c:pt>
                <c:pt idx="1412">
                  <c:v>45219</c:v>
                </c:pt>
                <c:pt idx="1413">
                  <c:v>45222</c:v>
                </c:pt>
                <c:pt idx="1414">
                  <c:v>45223</c:v>
                </c:pt>
                <c:pt idx="1415">
                  <c:v>45224</c:v>
                </c:pt>
                <c:pt idx="1416">
                  <c:v>45225</c:v>
                </c:pt>
                <c:pt idx="1417">
                  <c:v>45226</c:v>
                </c:pt>
                <c:pt idx="1418">
                  <c:v>45229</c:v>
                </c:pt>
                <c:pt idx="1419">
                  <c:v>45230</c:v>
                </c:pt>
                <c:pt idx="1420">
                  <c:v>45231</c:v>
                </c:pt>
                <c:pt idx="1421">
                  <c:v>45232</c:v>
                </c:pt>
                <c:pt idx="1422">
                  <c:v>45233</c:v>
                </c:pt>
                <c:pt idx="1423">
                  <c:v>45236</c:v>
                </c:pt>
                <c:pt idx="1424">
                  <c:v>45237</c:v>
                </c:pt>
                <c:pt idx="1425">
                  <c:v>45238</c:v>
                </c:pt>
                <c:pt idx="1426">
                  <c:v>45239</c:v>
                </c:pt>
                <c:pt idx="1427">
                  <c:v>45240</c:v>
                </c:pt>
                <c:pt idx="1428">
                  <c:v>45243</c:v>
                </c:pt>
                <c:pt idx="1429">
                  <c:v>45244</c:v>
                </c:pt>
                <c:pt idx="1430">
                  <c:v>45245</c:v>
                </c:pt>
                <c:pt idx="1431">
                  <c:v>45246</c:v>
                </c:pt>
                <c:pt idx="1432">
                  <c:v>45247</c:v>
                </c:pt>
                <c:pt idx="1433">
                  <c:v>45250</c:v>
                </c:pt>
                <c:pt idx="1434">
                  <c:v>45251</c:v>
                </c:pt>
                <c:pt idx="1435">
                  <c:v>45252</c:v>
                </c:pt>
                <c:pt idx="1436">
                  <c:v>45253</c:v>
                </c:pt>
                <c:pt idx="1437">
                  <c:v>45254</c:v>
                </c:pt>
                <c:pt idx="1438">
                  <c:v>45257</c:v>
                </c:pt>
                <c:pt idx="1439">
                  <c:v>45258</c:v>
                </c:pt>
                <c:pt idx="1440">
                  <c:v>45259</c:v>
                </c:pt>
                <c:pt idx="1441">
                  <c:v>45260</c:v>
                </c:pt>
                <c:pt idx="1442">
                  <c:v>45261</c:v>
                </c:pt>
                <c:pt idx="1443">
                  <c:v>45264</c:v>
                </c:pt>
                <c:pt idx="1444">
                  <c:v>45265</c:v>
                </c:pt>
                <c:pt idx="1445">
                  <c:v>45266</c:v>
                </c:pt>
                <c:pt idx="1446">
                  <c:v>45267</c:v>
                </c:pt>
                <c:pt idx="1447">
                  <c:v>45268</c:v>
                </c:pt>
                <c:pt idx="1448">
                  <c:v>45271</c:v>
                </c:pt>
                <c:pt idx="1449">
                  <c:v>45272</c:v>
                </c:pt>
                <c:pt idx="1450">
                  <c:v>45273</c:v>
                </c:pt>
                <c:pt idx="1451">
                  <c:v>45274</c:v>
                </c:pt>
                <c:pt idx="1452">
                  <c:v>45275</c:v>
                </c:pt>
                <c:pt idx="1453">
                  <c:v>45278</c:v>
                </c:pt>
                <c:pt idx="1454">
                  <c:v>45279</c:v>
                </c:pt>
                <c:pt idx="1455">
                  <c:v>45280</c:v>
                </c:pt>
                <c:pt idx="1456">
                  <c:v>45281</c:v>
                </c:pt>
                <c:pt idx="1457">
                  <c:v>45282</c:v>
                </c:pt>
                <c:pt idx="1458">
                  <c:v>45287</c:v>
                </c:pt>
                <c:pt idx="1459">
                  <c:v>45288</c:v>
                </c:pt>
                <c:pt idx="1460">
                  <c:v>45289</c:v>
                </c:pt>
                <c:pt idx="1461">
                  <c:v>45293</c:v>
                </c:pt>
                <c:pt idx="1462">
                  <c:v>45294</c:v>
                </c:pt>
                <c:pt idx="1463">
                  <c:v>45295</c:v>
                </c:pt>
                <c:pt idx="1464">
                  <c:v>45296</c:v>
                </c:pt>
                <c:pt idx="1465">
                  <c:v>45299</c:v>
                </c:pt>
                <c:pt idx="1466">
                  <c:v>45300</c:v>
                </c:pt>
                <c:pt idx="1467">
                  <c:v>45301</c:v>
                </c:pt>
                <c:pt idx="1468">
                  <c:v>45302</c:v>
                </c:pt>
                <c:pt idx="1469">
                  <c:v>45303</c:v>
                </c:pt>
                <c:pt idx="1470">
                  <c:v>45306</c:v>
                </c:pt>
                <c:pt idx="1471">
                  <c:v>45307</c:v>
                </c:pt>
                <c:pt idx="1472">
                  <c:v>45308</c:v>
                </c:pt>
                <c:pt idx="1473">
                  <c:v>45309</c:v>
                </c:pt>
                <c:pt idx="1474">
                  <c:v>45310</c:v>
                </c:pt>
                <c:pt idx="1475">
                  <c:v>45313</c:v>
                </c:pt>
                <c:pt idx="1476">
                  <c:v>45314</c:v>
                </c:pt>
                <c:pt idx="1477">
                  <c:v>45315</c:v>
                </c:pt>
                <c:pt idx="1478">
                  <c:v>45316</c:v>
                </c:pt>
                <c:pt idx="1479">
                  <c:v>45317</c:v>
                </c:pt>
                <c:pt idx="1480">
                  <c:v>45320</c:v>
                </c:pt>
                <c:pt idx="1481">
                  <c:v>45321</c:v>
                </c:pt>
                <c:pt idx="1482">
                  <c:v>45322</c:v>
                </c:pt>
                <c:pt idx="1483">
                  <c:v>45323</c:v>
                </c:pt>
                <c:pt idx="1484">
                  <c:v>45324</c:v>
                </c:pt>
                <c:pt idx="1485">
                  <c:v>45327</c:v>
                </c:pt>
                <c:pt idx="1486">
                  <c:v>45328</c:v>
                </c:pt>
                <c:pt idx="1487">
                  <c:v>45329</c:v>
                </c:pt>
                <c:pt idx="1488">
                  <c:v>45334</c:v>
                </c:pt>
                <c:pt idx="1489">
                  <c:v>45335</c:v>
                </c:pt>
                <c:pt idx="1490">
                  <c:v>45337</c:v>
                </c:pt>
                <c:pt idx="1491">
                  <c:v>45338</c:v>
                </c:pt>
                <c:pt idx="1492">
                  <c:v>45341</c:v>
                </c:pt>
                <c:pt idx="1493">
                  <c:v>45342</c:v>
                </c:pt>
                <c:pt idx="1494">
                  <c:v>45343</c:v>
                </c:pt>
                <c:pt idx="1495">
                  <c:v>45344</c:v>
                </c:pt>
                <c:pt idx="1496">
                  <c:v>45345</c:v>
                </c:pt>
                <c:pt idx="1497">
                  <c:v>45348</c:v>
                </c:pt>
                <c:pt idx="1498">
                  <c:v>45349</c:v>
                </c:pt>
                <c:pt idx="1499">
                  <c:v>45350</c:v>
                </c:pt>
                <c:pt idx="1500">
                  <c:v>45351</c:v>
                </c:pt>
                <c:pt idx="1501">
                  <c:v>45352</c:v>
                </c:pt>
                <c:pt idx="1502">
                  <c:v>45355</c:v>
                </c:pt>
                <c:pt idx="1503">
                  <c:v>45356</c:v>
                </c:pt>
                <c:pt idx="1504">
                  <c:v>45357</c:v>
                </c:pt>
                <c:pt idx="1505">
                  <c:v>45358</c:v>
                </c:pt>
                <c:pt idx="1506">
                  <c:v>45359</c:v>
                </c:pt>
                <c:pt idx="1507">
                  <c:v>45364</c:v>
                </c:pt>
                <c:pt idx="1508">
                  <c:v>45365</c:v>
                </c:pt>
                <c:pt idx="1509">
                  <c:v>45366</c:v>
                </c:pt>
                <c:pt idx="1510">
                  <c:v>45369</c:v>
                </c:pt>
                <c:pt idx="1511">
                  <c:v>45370</c:v>
                </c:pt>
                <c:pt idx="1512">
                  <c:v>45371</c:v>
                </c:pt>
                <c:pt idx="1513">
                  <c:v>45372</c:v>
                </c:pt>
                <c:pt idx="1514">
                  <c:v>45373</c:v>
                </c:pt>
                <c:pt idx="1515">
                  <c:v>45376</c:v>
                </c:pt>
                <c:pt idx="1516">
                  <c:v>45377</c:v>
                </c:pt>
                <c:pt idx="1517">
                  <c:v>45378</c:v>
                </c:pt>
                <c:pt idx="1518">
                  <c:v>45379</c:v>
                </c:pt>
                <c:pt idx="1519">
                  <c:v>45383</c:v>
                </c:pt>
                <c:pt idx="1520">
                  <c:v>45384</c:v>
                </c:pt>
                <c:pt idx="1521">
                  <c:v>45385</c:v>
                </c:pt>
                <c:pt idx="1522">
                  <c:v>45386</c:v>
                </c:pt>
                <c:pt idx="1523">
                  <c:v>45387</c:v>
                </c:pt>
                <c:pt idx="1524">
                  <c:v>45398</c:v>
                </c:pt>
                <c:pt idx="1525">
                  <c:v>45399</c:v>
                </c:pt>
                <c:pt idx="1526">
                  <c:v>45400</c:v>
                </c:pt>
                <c:pt idx="1527">
                  <c:v>45401</c:v>
                </c:pt>
                <c:pt idx="1528">
                  <c:v>45404</c:v>
                </c:pt>
                <c:pt idx="1529">
                  <c:v>45405</c:v>
                </c:pt>
                <c:pt idx="1530">
                  <c:v>45406</c:v>
                </c:pt>
                <c:pt idx="1531">
                  <c:v>45407</c:v>
                </c:pt>
                <c:pt idx="1532">
                  <c:v>45408</c:v>
                </c:pt>
                <c:pt idx="1533">
                  <c:v>45411</c:v>
                </c:pt>
                <c:pt idx="1534">
                  <c:v>45412</c:v>
                </c:pt>
                <c:pt idx="1535">
                  <c:v>45414</c:v>
                </c:pt>
                <c:pt idx="1536">
                  <c:v>45415</c:v>
                </c:pt>
                <c:pt idx="1537">
                  <c:v>45418</c:v>
                </c:pt>
                <c:pt idx="1538">
                  <c:v>45419</c:v>
                </c:pt>
                <c:pt idx="1539">
                  <c:v>45420</c:v>
                </c:pt>
                <c:pt idx="1540">
                  <c:v>45425</c:v>
                </c:pt>
                <c:pt idx="1541">
                  <c:v>45426</c:v>
                </c:pt>
                <c:pt idx="1542">
                  <c:v>45427</c:v>
                </c:pt>
                <c:pt idx="1543">
                  <c:v>45428</c:v>
                </c:pt>
                <c:pt idx="1544">
                  <c:v>45429</c:v>
                </c:pt>
                <c:pt idx="1545">
                  <c:v>45432</c:v>
                </c:pt>
                <c:pt idx="1546">
                  <c:v>45433</c:v>
                </c:pt>
                <c:pt idx="1547">
                  <c:v>45434</c:v>
                </c:pt>
                <c:pt idx="1548">
                  <c:v>45439</c:v>
                </c:pt>
                <c:pt idx="1549">
                  <c:v>45440</c:v>
                </c:pt>
                <c:pt idx="1550">
                  <c:v>45441</c:v>
                </c:pt>
                <c:pt idx="1551">
                  <c:v>45442</c:v>
                </c:pt>
                <c:pt idx="1552">
                  <c:v>45443</c:v>
                </c:pt>
                <c:pt idx="1553">
                  <c:v>45446</c:v>
                </c:pt>
                <c:pt idx="1554">
                  <c:v>45447</c:v>
                </c:pt>
                <c:pt idx="1555">
                  <c:v>45448</c:v>
                </c:pt>
                <c:pt idx="1556">
                  <c:v>45449</c:v>
                </c:pt>
                <c:pt idx="1557">
                  <c:v>45450</c:v>
                </c:pt>
                <c:pt idx="1558">
                  <c:v>45453</c:v>
                </c:pt>
                <c:pt idx="1559">
                  <c:v>45454</c:v>
                </c:pt>
                <c:pt idx="1560">
                  <c:v>45455</c:v>
                </c:pt>
                <c:pt idx="1561">
                  <c:v>45456</c:v>
                </c:pt>
                <c:pt idx="1562">
                  <c:v>45457</c:v>
                </c:pt>
                <c:pt idx="1563">
                  <c:v>45462</c:v>
                </c:pt>
                <c:pt idx="1564">
                  <c:v>45463</c:v>
                </c:pt>
                <c:pt idx="1565">
                  <c:v>45464</c:v>
                </c:pt>
                <c:pt idx="1566">
                  <c:v>45467</c:v>
                </c:pt>
                <c:pt idx="1567">
                  <c:v>45468</c:v>
                </c:pt>
                <c:pt idx="1568">
                  <c:v>45469</c:v>
                </c:pt>
                <c:pt idx="1569">
                  <c:v>45470</c:v>
                </c:pt>
                <c:pt idx="1570">
                  <c:v>45471</c:v>
                </c:pt>
                <c:pt idx="1571">
                  <c:v>45474</c:v>
                </c:pt>
                <c:pt idx="1572">
                  <c:v>45475</c:v>
                </c:pt>
                <c:pt idx="1573">
                  <c:v>45476</c:v>
                </c:pt>
                <c:pt idx="1574">
                  <c:v>45477</c:v>
                </c:pt>
                <c:pt idx="1575">
                  <c:v>45478</c:v>
                </c:pt>
                <c:pt idx="1576">
                  <c:v>45481</c:v>
                </c:pt>
                <c:pt idx="1577">
                  <c:v>45482</c:v>
                </c:pt>
                <c:pt idx="1578">
                  <c:v>45483</c:v>
                </c:pt>
                <c:pt idx="1579">
                  <c:v>45484</c:v>
                </c:pt>
                <c:pt idx="1580">
                  <c:v>45485</c:v>
                </c:pt>
                <c:pt idx="1581">
                  <c:v>45488</c:v>
                </c:pt>
                <c:pt idx="1582">
                  <c:v>45489</c:v>
                </c:pt>
                <c:pt idx="1583">
                  <c:v>45490</c:v>
                </c:pt>
                <c:pt idx="1584">
                  <c:v>45491</c:v>
                </c:pt>
                <c:pt idx="1585">
                  <c:v>45492</c:v>
                </c:pt>
                <c:pt idx="1586">
                  <c:v>45495</c:v>
                </c:pt>
                <c:pt idx="1587">
                  <c:v>45496</c:v>
                </c:pt>
                <c:pt idx="1588">
                  <c:v>45497</c:v>
                </c:pt>
                <c:pt idx="1589">
                  <c:v>45498</c:v>
                </c:pt>
                <c:pt idx="1590">
                  <c:v>45499</c:v>
                </c:pt>
                <c:pt idx="1591">
                  <c:v>45502</c:v>
                </c:pt>
                <c:pt idx="1592">
                  <c:v>45503</c:v>
                </c:pt>
                <c:pt idx="1593">
                  <c:v>45504</c:v>
                </c:pt>
                <c:pt idx="1594">
                  <c:v>45505</c:v>
                </c:pt>
                <c:pt idx="1595">
                  <c:v>45506</c:v>
                </c:pt>
                <c:pt idx="1596">
                  <c:v>45509</c:v>
                </c:pt>
                <c:pt idx="1597">
                  <c:v>45510</c:v>
                </c:pt>
                <c:pt idx="1598">
                  <c:v>45511</c:v>
                </c:pt>
                <c:pt idx="1599">
                  <c:v>45512</c:v>
                </c:pt>
                <c:pt idx="1600">
                  <c:v>45513</c:v>
                </c:pt>
                <c:pt idx="1601">
                  <c:v>45516</c:v>
                </c:pt>
                <c:pt idx="1602">
                  <c:v>45517</c:v>
                </c:pt>
                <c:pt idx="1603">
                  <c:v>45518</c:v>
                </c:pt>
                <c:pt idx="1604">
                  <c:v>45519</c:v>
                </c:pt>
                <c:pt idx="1605">
                  <c:v>45520</c:v>
                </c:pt>
                <c:pt idx="1606">
                  <c:v>45523</c:v>
                </c:pt>
                <c:pt idx="1607">
                  <c:v>45524</c:v>
                </c:pt>
                <c:pt idx="1608">
                  <c:v>45525</c:v>
                </c:pt>
                <c:pt idx="1609">
                  <c:v>45526</c:v>
                </c:pt>
                <c:pt idx="1610">
                  <c:v>45527</c:v>
                </c:pt>
                <c:pt idx="1611">
                  <c:v>45530</c:v>
                </c:pt>
                <c:pt idx="1612">
                  <c:v>45531</c:v>
                </c:pt>
                <c:pt idx="1613">
                  <c:v>45532</c:v>
                </c:pt>
                <c:pt idx="1614">
                  <c:v>45533</c:v>
                </c:pt>
                <c:pt idx="1615">
                  <c:v>45534</c:v>
                </c:pt>
                <c:pt idx="1616">
                  <c:v>45537</c:v>
                </c:pt>
                <c:pt idx="1617">
                  <c:v>45538</c:v>
                </c:pt>
                <c:pt idx="1618">
                  <c:v>45539</c:v>
                </c:pt>
                <c:pt idx="1619">
                  <c:v>45540</c:v>
                </c:pt>
                <c:pt idx="1620">
                  <c:v>45541</c:v>
                </c:pt>
                <c:pt idx="1621">
                  <c:v>45544</c:v>
                </c:pt>
                <c:pt idx="1622">
                  <c:v>45545</c:v>
                </c:pt>
                <c:pt idx="1623">
                  <c:v>45546</c:v>
                </c:pt>
                <c:pt idx="1624">
                  <c:v>45547</c:v>
                </c:pt>
                <c:pt idx="1625">
                  <c:v>45548</c:v>
                </c:pt>
                <c:pt idx="1626">
                  <c:v>45552</c:v>
                </c:pt>
                <c:pt idx="1627">
                  <c:v>45553</c:v>
                </c:pt>
                <c:pt idx="1628">
                  <c:v>45554</c:v>
                </c:pt>
                <c:pt idx="1629">
                  <c:v>45555</c:v>
                </c:pt>
                <c:pt idx="1630">
                  <c:v>45558</c:v>
                </c:pt>
                <c:pt idx="1631">
                  <c:v>45559</c:v>
                </c:pt>
                <c:pt idx="1632">
                  <c:v>45560</c:v>
                </c:pt>
                <c:pt idx="1633">
                  <c:v>45561</c:v>
                </c:pt>
                <c:pt idx="1634">
                  <c:v>45562</c:v>
                </c:pt>
                <c:pt idx="1635">
                  <c:v>45565</c:v>
                </c:pt>
                <c:pt idx="1636">
                  <c:v>45566</c:v>
                </c:pt>
                <c:pt idx="1637">
                  <c:v>45567</c:v>
                </c:pt>
                <c:pt idx="1638">
                  <c:v>45568</c:v>
                </c:pt>
                <c:pt idx="1639">
                  <c:v>45569</c:v>
                </c:pt>
                <c:pt idx="1640">
                  <c:v>45572</c:v>
                </c:pt>
                <c:pt idx="1641">
                  <c:v>45573</c:v>
                </c:pt>
                <c:pt idx="1642">
                  <c:v>45574</c:v>
                </c:pt>
                <c:pt idx="1643">
                  <c:v>45575</c:v>
                </c:pt>
                <c:pt idx="1644">
                  <c:v>45576</c:v>
                </c:pt>
                <c:pt idx="1645">
                  <c:v>45579</c:v>
                </c:pt>
                <c:pt idx="1646">
                  <c:v>45580</c:v>
                </c:pt>
                <c:pt idx="1647">
                  <c:v>45581</c:v>
                </c:pt>
                <c:pt idx="1648">
                  <c:v>45582</c:v>
                </c:pt>
                <c:pt idx="1649">
                  <c:v>45583</c:v>
                </c:pt>
                <c:pt idx="1650">
                  <c:v>45586</c:v>
                </c:pt>
                <c:pt idx="1651">
                  <c:v>45587</c:v>
                </c:pt>
                <c:pt idx="1652">
                  <c:v>45588</c:v>
                </c:pt>
                <c:pt idx="1653">
                  <c:v>45589</c:v>
                </c:pt>
                <c:pt idx="1654">
                  <c:v>45590</c:v>
                </c:pt>
                <c:pt idx="1655">
                  <c:v>45593</c:v>
                </c:pt>
                <c:pt idx="1656">
                  <c:v>45594</c:v>
                </c:pt>
                <c:pt idx="1657">
                  <c:v>45595</c:v>
                </c:pt>
                <c:pt idx="1658">
                  <c:v>45596</c:v>
                </c:pt>
                <c:pt idx="1659">
                  <c:v>45597</c:v>
                </c:pt>
                <c:pt idx="1660">
                  <c:v>45600</c:v>
                </c:pt>
                <c:pt idx="1661">
                  <c:v>45601</c:v>
                </c:pt>
                <c:pt idx="1662">
                  <c:v>45602</c:v>
                </c:pt>
                <c:pt idx="1663">
                  <c:v>45603</c:v>
                </c:pt>
                <c:pt idx="1664">
                  <c:v>45604</c:v>
                </c:pt>
                <c:pt idx="1665">
                  <c:v>45607</c:v>
                </c:pt>
                <c:pt idx="1666">
                  <c:v>45608</c:v>
                </c:pt>
                <c:pt idx="1667">
                  <c:v>45609</c:v>
                </c:pt>
                <c:pt idx="1668">
                  <c:v>45610</c:v>
                </c:pt>
                <c:pt idx="1669">
                  <c:v>45611</c:v>
                </c:pt>
                <c:pt idx="1670">
                  <c:v>45614</c:v>
                </c:pt>
                <c:pt idx="1671">
                  <c:v>45615</c:v>
                </c:pt>
                <c:pt idx="1672">
                  <c:v>45616</c:v>
                </c:pt>
                <c:pt idx="1673">
                  <c:v>45617</c:v>
                </c:pt>
                <c:pt idx="1674">
                  <c:v>45618</c:v>
                </c:pt>
                <c:pt idx="1675">
                  <c:v>45621</c:v>
                </c:pt>
                <c:pt idx="1676">
                  <c:v>45622</c:v>
                </c:pt>
                <c:pt idx="1677">
                  <c:v>45623</c:v>
                </c:pt>
                <c:pt idx="1678">
                  <c:v>45624</c:v>
                </c:pt>
                <c:pt idx="1679">
                  <c:v>45625</c:v>
                </c:pt>
                <c:pt idx="1680">
                  <c:v>45628</c:v>
                </c:pt>
                <c:pt idx="1681">
                  <c:v>45629</c:v>
                </c:pt>
                <c:pt idx="1682">
                  <c:v>45630</c:v>
                </c:pt>
                <c:pt idx="1683">
                  <c:v>45631</c:v>
                </c:pt>
                <c:pt idx="1684">
                  <c:v>45632</c:v>
                </c:pt>
                <c:pt idx="1685">
                  <c:v>45635</c:v>
                </c:pt>
                <c:pt idx="1686">
                  <c:v>45636</c:v>
                </c:pt>
                <c:pt idx="1687">
                  <c:v>45637</c:v>
                </c:pt>
                <c:pt idx="1688">
                  <c:v>45638</c:v>
                </c:pt>
                <c:pt idx="1689">
                  <c:v>45639</c:v>
                </c:pt>
                <c:pt idx="1690">
                  <c:v>45642</c:v>
                </c:pt>
                <c:pt idx="1691">
                  <c:v>45643</c:v>
                </c:pt>
                <c:pt idx="1692">
                  <c:v>45644</c:v>
                </c:pt>
                <c:pt idx="1693">
                  <c:v>45645</c:v>
                </c:pt>
                <c:pt idx="1694">
                  <c:v>45646</c:v>
                </c:pt>
                <c:pt idx="1695">
                  <c:v>45649</c:v>
                </c:pt>
                <c:pt idx="1696">
                  <c:v>45650</c:v>
                </c:pt>
                <c:pt idx="1697">
                  <c:v>45651</c:v>
                </c:pt>
                <c:pt idx="1698">
                  <c:v>45652</c:v>
                </c:pt>
                <c:pt idx="1699">
                  <c:v>45653</c:v>
                </c:pt>
                <c:pt idx="1700">
                  <c:v>45656</c:v>
                </c:pt>
                <c:pt idx="1701">
                  <c:v>45657</c:v>
                </c:pt>
                <c:pt idx="1702">
                  <c:v>45658</c:v>
                </c:pt>
                <c:pt idx="1703">
                  <c:v>45659</c:v>
                </c:pt>
                <c:pt idx="1704">
                  <c:v>45660</c:v>
                </c:pt>
                <c:pt idx="1705">
                  <c:v>45663</c:v>
                </c:pt>
                <c:pt idx="1706">
                  <c:v>45664</c:v>
                </c:pt>
                <c:pt idx="1707">
                  <c:v>45665</c:v>
                </c:pt>
                <c:pt idx="1708">
                  <c:v>45666</c:v>
                </c:pt>
                <c:pt idx="1709">
                  <c:v>45667</c:v>
                </c:pt>
                <c:pt idx="1710">
                  <c:v>45670</c:v>
                </c:pt>
                <c:pt idx="1711">
                  <c:v>45671</c:v>
                </c:pt>
                <c:pt idx="1712">
                  <c:v>45672</c:v>
                </c:pt>
                <c:pt idx="1713">
                  <c:v>45673</c:v>
                </c:pt>
                <c:pt idx="1714">
                  <c:v>45674</c:v>
                </c:pt>
                <c:pt idx="1715">
                  <c:v>45677</c:v>
                </c:pt>
                <c:pt idx="1716">
                  <c:v>45678</c:v>
                </c:pt>
                <c:pt idx="1717">
                  <c:v>45679</c:v>
                </c:pt>
                <c:pt idx="1718">
                  <c:v>45680</c:v>
                </c:pt>
                <c:pt idx="1719">
                  <c:v>45681</c:v>
                </c:pt>
                <c:pt idx="1720">
                  <c:v>45684</c:v>
                </c:pt>
                <c:pt idx="1721">
                  <c:v>45685</c:v>
                </c:pt>
                <c:pt idx="1722">
                  <c:v>45686</c:v>
                </c:pt>
                <c:pt idx="1723">
                  <c:v>45687</c:v>
                </c:pt>
                <c:pt idx="1724">
                  <c:v>45688</c:v>
                </c:pt>
                <c:pt idx="1725">
                  <c:v>45691</c:v>
                </c:pt>
                <c:pt idx="1726">
                  <c:v>45692</c:v>
                </c:pt>
                <c:pt idx="1727">
                  <c:v>45693</c:v>
                </c:pt>
                <c:pt idx="1728">
                  <c:v>45694</c:v>
                </c:pt>
                <c:pt idx="1729">
                  <c:v>45695</c:v>
                </c:pt>
                <c:pt idx="1730">
                  <c:v>45698</c:v>
                </c:pt>
                <c:pt idx="1731">
                  <c:v>45699</c:v>
                </c:pt>
                <c:pt idx="1732">
                  <c:v>45700</c:v>
                </c:pt>
                <c:pt idx="1733">
                  <c:v>45701</c:v>
                </c:pt>
                <c:pt idx="1734">
                  <c:v>45702</c:v>
                </c:pt>
                <c:pt idx="1735">
                  <c:v>45705</c:v>
                </c:pt>
                <c:pt idx="1736">
                  <c:v>45706</c:v>
                </c:pt>
                <c:pt idx="1737">
                  <c:v>45707</c:v>
                </c:pt>
                <c:pt idx="1738">
                  <c:v>45708</c:v>
                </c:pt>
                <c:pt idx="1739">
                  <c:v>45709</c:v>
                </c:pt>
                <c:pt idx="1740">
                  <c:v>45712</c:v>
                </c:pt>
                <c:pt idx="1741">
                  <c:v>45713</c:v>
                </c:pt>
                <c:pt idx="1742">
                  <c:v>45714</c:v>
                </c:pt>
                <c:pt idx="1743">
                  <c:v>45715</c:v>
                </c:pt>
                <c:pt idx="1744">
                  <c:v>45716</c:v>
                </c:pt>
                <c:pt idx="1745">
                  <c:v>45719</c:v>
                </c:pt>
                <c:pt idx="1746">
                  <c:v>45720</c:v>
                </c:pt>
                <c:pt idx="1747">
                  <c:v>45721</c:v>
                </c:pt>
                <c:pt idx="1748">
                  <c:v>45722</c:v>
                </c:pt>
                <c:pt idx="1749">
                  <c:v>45723</c:v>
                </c:pt>
                <c:pt idx="1750">
                  <c:v>45726</c:v>
                </c:pt>
                <c:pt idx="1751">
                  <c:v>45727</c:v>
                </c:pt>
                <c:pt idx="1752">
                  <c:v>45728</c:v>
                </c:pt>
                <c:pt idx="1753">
                  <c:v>45729</c:v>
                </c:pt>
                <c:pt idx="1754">
                  <c:v>45730</c:v>
                </c:pt>
                <c:pt idx="1755">
                  <c:v>45733</c:v>
                </c:pt>
                <c:pt idx="1756">
                  <c:v>45734</c:v>
                </c:pt>
                <c:pt idx="1757">
                  <c:v>45735</c:v>
                </c:pt>
                <c:pt idx="1758">
                  <c:v>45736</c:v>
                </c:pt>
                <c:pt idx="1759">
                  <c:v>45737</c:v>
                </c:pt>
                <c:pt idx="1760">
                  <c:v>45740</c:v>
                </c:pt>
                <c:pt idx="1761">
                  <c:v>45741</c:v>
                </c:pt>
                <c:pt idx="1762">
                  <c:v>45742</c:v>
                </c:pt>
                <c:pt idx="1763">
                  <c:v>45743</c:v>
                </c:pt>
                <c:pt idx="1764">
                  <c:v>45755</c:v>
                </c:pt>
                <c:pt idx="1765">
                  <c:v>45756</c:v>
                </c:pt>
                <c:pt idx="1766">
                  <c:v>45757</c:v>
                </c:pt>
                <c:pt idx="1767">
                  <c:v>45758</c:v>
                </c:pt>
                <c:pt idx="1768">
                  <c:v>45761</c:v>
                </c:pt>
                <c:pt idx="1769">
                  <c:v>45762</c:v>
                </c:pt>
                <c:pt idx="1770">
                  <c:v>45763</c:v>
                </c:pt>
                <c:pt idx="1771">
                  <c:v>45764</c:v>
                </c:pt>
                <c:pt idx="1772">
                  <c:v>45765</c:v>
                </c:pt>
                <c:pt idx="1773">
                  <c:v>45768</c:v>
                </c:pt>
                <c:pt idx="1774">
                  <c:v>45769</c:v>
                </c:pt>
                <c:pt idx="1775">
                  <c:v>45770</c:v>
                </c:pt>
                <c:pt idx="1776">
                  <c:v>45771</c:v>
                </c:pt>
                <c:pt idx="1777">
                  <c:v>45772</c:v>
                </c:pt>
                <c:pt idx="1778">
                  <c:v>45775</c:v>
                </c:pt>
                <c:pt idx="1779">
                  <c:v>45776</c:v>
                </c:pt>
                <c:pt idx="1780">
                  <c:v>45777</c:v>
                </c:pt>
                <c:pt idx="1781">
                  <c:v>45778</c:v>
                </c:pt>
                <c:pt idx="1782">
                  <c:v>45779</c:v>
                </c:pt>
                <c:pt idx="1783">
                  <c:v>45782</c:v>
                </c:pt>
                <c:pt idx="1784">
                  <c:v>45783</c:v>
                </c:pt>
                <c:pt idx="1785">
                  <c:v>45784</c:v>
                </c:pt>
                <c:pt idx="1786">
                  <c:v>45785</c:v>
                </c:pt>
                <c:pt idx="1787">
                  <c:v>45786</c:v>
                </c:pt>
                <c:pt idx="1788">
                  <c:v>45789</c:v>
                </c:pt>
                <c:pt idx="1789">
                  <c:v>45790</c:v>
                </c:pt>
                <c:pt idx="1790">
                  <c:v>45791</c:v>
                </c:pt>
                <c:pt idx="1791">
                  <c:v>45792</c:v>
                </c:pt>
                <c:pt idx="1792">
                  <c:v>45793</c:v>
                </c:pt>
                <c:pt idx="1793">
                  <c:v>45796</c:v>
                </c:pt>
                <c:pt idx="1794">
                  <c:v>45797</c:v>
                </c:pt>
                <c:pt idx="1795">
                  <c:v>45798</c:v>
                </c:pt>
                <c:pt idx="1796">
                  <c:v>45799</c:v>
                </c:pt>
                <c:pt idx="1797">
                  <c:v>45800</c:v>
                </c:pt>
                <c:pt idx="1798">
                  <c:v>45803</c:v>
                </c:pt>
                <c:pt idx="1799">
                  <c:v>45804</c:v>
                </c:pt>
                <c:pt idx="1800">
                  <c:v>45805</c:v>
                </c:pt>
                <c:pt idx="1801">
                  <c:v>45806</c:v>
                </c:pt>
                <c:pt idx="1802">
                  <c:v>45807</c:v>
                </c:pt>
                <c:pt idx="1803">
                  <c:v>45810</c:v>
                </c:pt>
                <c:pt idx="1804">
                  <c:v>45811</c:v>
                </c:pt>
                <c:pt idx="1805">
                  <c:v>45812</c:v>
                </c:pt>
                <c:pt idx="1806">
                  <c:v>45813</c:v>
                </c:pt>
                <c:pt idx="1807">
                  <c:v>45814</c:v>
                </c:pt>
                <c:pt idx="1808">
                  <c:v>45817</c:v>
                </c:pt>
                <c:pt idx="1809">
                  <c:v>45818</c:v>
                </c:pt>
                <c:pt idx="1810">
                  <c:v>45819</c:v>
                </c:pt>
                <c:pt idx="1811">
                  <c:v>45820</c:v>
                </c:pt>
                <c:pt idx="1812">
                  <c:v>45821</c:v>
                </c:pt>
                <c:pt idx="1813">
                  <c:v>45824</c:v>
                </c:pt>
                <c:pt idx="1814">
                  <c:v>45825</c:v>
                </c:pt>
                <c:pt idx="1815">
                  <c:v>45826</c:v>
                </c:pt>
                <c:pt idx="1816">
                  <c:v>45827</c:v>
                </c:pt>
                <c:pt idx="1817">
                  <c:v>45828</c:v>
                </c:pt>
                <c:pt idx="1818">
                  <c:v>45831</c:v>
                </c:pt>
                <c:pt idx="1819">
                  <c:v>45832</c:v>
                </c:pt>
                <c:pt idx="1820">
                  <c:v>45833</c:v>
                </c:pt>
                <c:pt idx="1821">
                  <c:v>45834</c:v>
                </c:pt>
                <c:pt idx="1822">
                  <c:v>45835</c:v>
                </c:pt>
                <c:pt idx="1823">
                  <c:v>45838</c:v>
                </c:pt>
                <c:pt idx="1824">
                  <c:v>45839</c:v>
                </c:pt>
                <c:pt idx="1825">
                  <c:v>45840</c:v>
                </c:pt>
                <c:pt idx="1826">
                  <c:v>45841</c:v>
                </c:pt>
                <c:pt idx="1827">
                  <c:v>45842</c:v>
                </c:pt>
                <c:pt idx="1828">
                  <c:v>45845</c:v>
                </c:pt>
                <c:pt idx="1829">
                  <c:v>45846</c:v>
                </c:pt>
                <c:pt idx="1830">
                  <c:v>45847</c:v>
                </c:pt>
                <c:pt idx="1831">
                  <c:v>45848</c:v>
                </c:pt>
                <c:pt idx="1832">
                  <c:v>45849</c:v>
                </c:pt>
                <c:pt idx="1833">
                  <c:v>45852</c:v>
                </c:pt>
                <c:pt idx="1834">
                  <c:v>45853</c:v>
                </c:pt>
                <c:pt idx="1835">
                  <c:v>45854</c:v>
                </c:pt>
                <c:pt idx="1836">
                  <c:v>45855</c:v>
                </c:pt>
                <c:pt idx="1837">
                  <c:v>45856</c:v>
                </c:pt>
                <c:pt idx="1838">
                  <c:v>45859</c:v>
                </c:pt>
                <c:pt idx="1839">
                  <c:v>45860</c:v>
                </c:pt>
                <c:pt idx="1840">
                  <c:v>45861</c:v>
                </c:pt>
                <c:pt idx="1841">
                  <c:v>45862</c:v>
                </c:pt>
                <c:pt idx="1842">
                  <c:v>45863</c:v>
                </c:pt>
                <c:pt idx="1843">
                  <c:v>45866</c:v>
                </c:pt>
                <c:pt idx="1844">
                  <c:v>45867</c:v>
                </c:pt>
                <c:pt idx="1845">
                  <c:v>45868</c:v>
                </c:pt>
                <c:pt idx="1846">
                  <c:v>45869</c:v>
                </c:pt>
                <c:pt idx="1847">
                  <c:v>45870</c:v>
                </c:pt>
                <c:pt idx="1848">
                  <c:v>45873</c:v>
                </c:pt>
                <c:pt idx="1849">
                  <c:v>45874</c:v>
                </c:pt>
                <c:pt idx="1850">
                  <c:v>45875</c:v>
                </c:pt>
                <c:pt idx="1851">
                  <c:v>45876</c:v>
                </c:pt>
                <c:pt idx="1852">
                  <c:v>45877</c:v>
                </c:pt>
                <c:pt idx="1853">
                  <c:v>45880</c:v>
                </c:pt>
                <c:pt idx="1854">
                  <c:v>45881</c:v>
                </c:pt>
                <c:pt idx="1855">
                  <c:v>45882</c:v>
                </c:pt>
                <c:pt idx="1856">
                  <c:v>45883</c:v>
                </c:pt>
                <c:pt idx="1857">
                  <c:v>45884</c:v>
                </c:pt>
                <c:pt idx="1858">
                  <c:v>45887</c:v>
                </c:pt>
                <c:pt idx="1859">
                  <c:v>45888</c:v>
                </c:pt>
                <c:pt idx="1860">
                  <c:v>45889</c:v>
                </c:pt>
                <c:pt idx="1861">
                  <c:v>45890</c:v>
                </c:pt>
                <c:pt idx="1862">
                  <c:v>45891</c:v>
                </c:pt>
                <c:pt idx="1863">
                  <c:v>45894</c:v>
                </c:pt>
                <c:pt idx="1864">
                  <c:v>45895</c:v>
                </c:pt>
                <c:pt idx="1865">
                  <c:v>45896</c:v>
                </c:pt>
                <c:pt idx="1866">
                  <c:v>45897</c:v>
                </c:pt>
                <c:pt idx="1867">
                  <c:v>45898</c:v>
                </c:pt>
                <c:pt idx="1868">
                  <c:v>45901</c:v>
                </c:pt>
                <c:pt idx="1869">
                  <c:v>45902</c:v>
                </c:pt>
                <c:pt idx="1870">
                  <c:v>45903</c:v>
                </c:pt>
                <c:pt idx="1871">
                  <c:v>45904</c:v>
                </c:pt>
                <c:pt idx="1872">
                  <c:v>45905</c:v>
                </c:pt>
                <c:pt idx="1873">
                  <c:v>45908</c:v>
                </c:pt>
                <c:pt idx="1874">
                  <c:v>45909</c:v>
                </c:pt>
                <c:pt idx="1875">
                  <c:v>45910</c:v>
                </c:pt>
                <c:pt idx="1876">
                  <c:v>45911</c:v>
                </c:pt>
                <c:pt idx="1877">
                  <c:v>45912</c:v>
                </c:pt>
                <c:pt idx="1878">
                  <c:v>45915</c:v>
                </c:pt>
                <c:pt idx="1879">
                  <c:v>45916</c:v>
                </c:pt>
                <c:pt idx="1880">
                  <c:v>45917</c:v>
                </c:pt>
                <c:pt idx="1881">
                  <c:v>45918</c:v>
                </c:pt>
                <c:pt idx="1882">
                  <c:v>45919</c:v>
                </c:pt>
                <c:pt idx="1883">
                  <c:v>45922</c:v>
                </c:pt>
                <c:pt idx="1884">
                  <c:v>45923</c:v>
                </c:pt>
                <c:pt idx="1885">
                  <c:v>45924</c:v>
                </c:pt>
                <c:pt idx="1886">
                  <c:v>45925</c:v>
                </c:pt>
                <c:pt idx="1887">
                  <c:v>45926</c:v>
                </c:pt>
                <c:pt idx="1888">
                  <c:v>45929</c:v>
                </c:pt>
                <c:pt idx="1889">
                  <c:v>45930</c:v>
                </c:pt>
                <c:pt idx="1890">
                  <c:v>45931</c:v>
                </c:pt>
                <c:pt idx="1891">
                  <c:v>45932</c:v>
                </c:pt>
                <c:pt idx="1892">
                  <c:v>45933</c:v>
                </c:pt>
                <c:pt idx="1893">
                  <c:v>45936</c:v>
                </c:pt>
                <c:pt idx="1894">
                  <c:v>45937</c:v>
                </c:pt>
                <c:pt idx="1895">
                  <c:v>45938</c:v>
                </c:pt>
                <c:pt idx="1896">
                  <c:v>45939</c:v>
                </c:pt>
                <c:pt idx="1897">
                  <c:v>45940</c:v>
                </c:pt>
                <c:pt idx="1898">
                  <c:v>45943</c:v>
                </c:pt>
                <c:pt idx="1899">
                  <c:v>45944</c:v>
                </c:pt>
                <c:pt idx="1900">
                  <c:v>45945</c:v>
                </c:pt>
                <c:pt idx="1901">
                  <c:v>45946</c:v>
                </c:pt>
                <c:pt idx="1902">
                  <c:v>45947</c:v>
                </c:pt>
                <c:pt idx="1903">
                  <c:v>45950</c:v>
                </c:pt>
                <c:pt idx="1904">
                  <c:v>45951</c:v>
                </c:pt>
                <c:pt idx="1905">
                  <c:v>45952</c:v>
                </c:pt>
                <c:pt idx="1906">
                  <c:v>45953</c:v>
                </c:pt>
                <c:pt idx="1907">
                  <c:v>45954</c:v>
                </c:pt>
                <c:pt idx="1908">
                  <c:v>45957</c:v>
                </c:pt>
                <c:pt idx="1909">
                  <c:v>45958</c:v>
                </c:pt>
                <c:pt idx="1910">
                  <c:v>45959</c:v>
                </c:pt>
                <c:pt idx="1911">
                  <c:v>45960</c:v>
                </c:pt>
                <c:pt idx="1912">
                  <c:v>45961</c:v>
                </c:pt>
                <c:pt idx="1913">
                  <c:v>45964</c:v>
                </c:pt>
                <c:pt idx="1914">
                  <c:v>45965</c:v>
                </c:pt>
                <c:pt idx="1915">
                  <c:v>45966</c:v>
                </c:pt>
                <c:pt idx="1916">
                  <c:v>45967</c:v>
                </c:pt>
                <c:pt idx="1917">
                  <c:v>45968</c:v>
                </c:pt>
                <c:pt idx="1918">
                  <c:v>45971</c:v>
                </c:pt>
                <c:pt idx="1919">
                  <c:v>45972</c:v>
                </c:pt>
                <c:pt idx="1920">
                  <c:v>45973</c:v>
                </c:pt>
                <c:pt idx="1921">
                  <c:v>45974</c:v>
                </c:pt>
                <c:pt idx="1922">
                  <c:v>45975</c:v>
                </c:pt>
                <c:pt idx="1923">
                  <c:v>45978</c:v>
                </c:pt>
                <c:pt idx="1924">
                  <c:v>45979</c:v>
                </c:pt>
                <c:pt idx="1925">
                  <c:v>45980</c:v>
                </c:pt>
                <c:pt idx="1926">
                  <c:v>45981</c:v>
                </c:pt>
                <c:pt idx="1927">
                  <c:v>45982</c:v>
                </c:pt>
                <c:pt idx="1928">
                  <c:v>45985</c:v>
                </c:pt>
                <c:pt idx="1929">
                  <c:v>45986</c:v>
                </c:pt>
                <c:pt idx="1930">
                  <c:v>45987</c:v>
                </c:pt>
                <c:pt idx="1931">
                  <c:v>45988</c:v>
                </c:pt>
                <c:pt idx="1932">
                  <c:v>45989</c:v>
                </c:pt>
                <c:pt idx="1933">
                  <c:v>45992</c:v>
                </c:pt>
                <c:pt idx="1934">
                  <c:v>45993</c:v>
                </c:pt>
                <c:pt idx="1935">
                  <c:v>45994</c:v>
                </c:pt>
                <c:pt idx="1936">
                  <c:v>45995</c:v>
                </c:pt>
                <c:pt idx="1937">
                  <c:v>45996</c:v>
                </c:pt>
                <c:pt idx="1938">
                  <c:v>45999</c:v>
                </c:pt>
                <c:pt idx="1939">
                  <c:v>46000</c:v>
                </c:pt>
                <c:pt idx="1940">
                  <c:v>46001</c:v>
                </c:pt>
                <c:pt idx="1941">
                  <c:v>46002</c:v>
                </c:pt>
                <c:pt idx="1942">
                  <c:v>46003</c:v>
                </c:pt>
                <c:pt idx="1943">
                  <c:v>46006</c:v>
                </c:pt>
                <c:pt idx="1944">
                  <c:v>46007</c:v>
                </c:pt>
                <c:pt idx="1945">
                  <c:v>46008</c:v>
                </c:pt>
                <c:pt idx="1946">
                  <c:v>46009</c:v>
                </c:pt>
                <c:pt idx="1947">
                  <c:v>46010</c:v>
                </c:pt>
                <c:pt idx="1948">
                  <c:v>46013</c:v>
                </c:pt>
                <c:pt idx="1949">
                  <c:v>46014</c:v>
                </c:pt>
                <c:pt idx="1950">
                  <c:v>46015</c:v>
                </c:pt>
                <c:pt idx="1951">
                  <c:v>46016</c:v>
                </c:pt>
                <c:pt idx="1952">
                  <c:v>46017</c:v>
                </c:pt>
                <c:pt idx="1953">
                  <c:v>46020</c:v>
                </c:pt>
                <c:pt idx="1954">
                  <c:v>46021</c:v>
                </c:pt>
                <c:pt idx="1955">
                  <c:v>46022</c:v>
                </c:pt>
                <c:pt idx="1956">
                  <c:v>46023</c:v>
                </c:pt>
                <c:pt idx="1957">
                  <c:v>46024</c:v>
                </c:pt>
                <c:pt idx="1958">
                  <c:v>46027</c:v>
                </c:pt>
                <c:pt idx="1959">
                  <c:v>46028</c:v>
                </c:pt>
                <c:pt idx="1960">
                  <c:v>46029</c:v>
                </c:pt>
                <c:pt idx="1961">
                  <c:v>46030</c:v>
                </c:pt>
                <c:pt idx="1962">
                  <c:v>46031</c:v>
                </c:pt>
                <c:pt idx="1963">
                  <c:v>46034</c:v>
                </c:pt>
                <c:pt idx="1964">
                  <c:v>46035</c:v>
                </c:pt>
                <c:pt idx="1965">
                  <c:v>46036</c:v>
                </c:pt>
                <c:pt idx="1966">
                  <c:v>46037</c:v>
                </c:pt>
                <c:pt idx="1967">
                  <c:v>46038</c:v>
                </c:pt>
                <c:pt idx="1968">
                  <c:v>46041</c:v>
                </c:pt>
                <c:pt idx="1969">
                  <c:v>46042</c:v>
                </c:pt>
                <c:pt idx="1970">
                  <c:v>46043</c:v>
                </c:pt>
                <c:pt idx="1971">
                  <c:v>46044</c:v>
                </c:pt>
                <c:pt idx="1972">
                  <c:v>46045</c:v>
                </c:pt>
                <c:pt idx="1973">
                  <c:v>46048</c:v>
                </c:pt>
                <c:pt idx="1974">
                  <c:v>46049</c:v>
                </c:pt>
                <c:pt idx="1975">
                  <c:v>46050</c:v>
                </c:pt>
                <c:pt idx="1976">
                  <c:v>46051</c:v>
                </c:pt>
                <c:pt idx="1977">
                  <c:v>46052</c:v>
                </c:pt>
                <c:pt idx="1978">
                  <c:v>46055</c:v>
                </c:pt>
                <c:pt idx="1979">
                  <c:v>46056</c:v>
                </c:pt>
                <c:pt idx="1980">
                  <c:v>46057</c:v>
                </c:pt>
                <c:pt idx="1981">
                  <c:v>46058</c:v>
                </c:pt>
                <c:pt idx="1982">
                  <c:v>46059</c:v>
                </c:pt>
                <c:pt idx="1983">
                  <c:v>46062</c:v>
                </c:pt>
                <c:pt idx="1984">
                  <c:v>46063</c:v>
                </c:pt>
                <c:pt idx="1985">
                  <c:v>46064</c:v>
                </c:pt>
                <c:pt idx="1986">
                  <c:v>46065</c:v>
                </c:pt>
                <c:pt idx="1987">
                  <c:v>46066</c:v>
                </c:pt>
                <c:pt idx="1988">
                  <c:v>46069</c:v>
                </c:pt>
                <c:pt idx="1989">
                  <c:v>46070</c:v>
                </c:pt>
                <c:pt idx="1990">
                  <c:v>46071</c:v>
                </c:pt>
                <c:pt idx="1991">
                  <c:v>46072</c:v>
                </c:pt>
                <c:pt idx="1992">
                  <c:v>46073</c:v>
                </c:pt>
                <c:pt idx="1993">
                  <c:v>46076</c:v>
                </c:pt>
                <c:pt idx="1994">
                  <c:v>46077</c:v>
                </c:pt>
                <c:pt idx="1995">
                  <c:v>46078</c:v>
                </c:pt>
                <c:pt idx="1996">
                  <c:v>46079</c:v>
                </c:pt>
                <c:pt idx="1997">
                  <c:v>46080</c:v>
                </c:pt>
                <c:pt idx="1998">
                  <c:v>46083</c:v>
                </c:pt>
                <c:pt idx="1999">
                  <c:v>46084</c:v>
                </c:pt>
                <c:pt idx="2000">
                  <c:v>46085</c:v>
                </c:pt>
                <c:pt idx="2001">
                  <c:v>46086</c:v>
                </c:pt>
                <c:pt idx="2002">
                  <c:v>46087</c:v>
                </c:pt>
                <c:pt idx="2003">
                  <c:v>46090</c:v>
                </c:pt>
                <c:pt idx="2004">
                  <c:v>46091</c:v>
                </c:pt>
                <c:pt idx="2005">
                  <c:v>46092</c:v>
                </c:pt>
                <c:pt idx="2006">
                  <c:v>46093</c:v>
                </c:pt>
                <c:pt idx="2007">
                  <c:v>46094</c:v>
                </c:pt>
                <c:pt idx="2008">
                  <c:v>46097</c:v>
                </c:pt>
                <c:pt idx="2009">
                  <c:v>46098</c:v>
                </c:pt>
                <c:pt idx="2010">
                  <c:v>46099</c:v>
                </c:pt>
                <c:pt idx="2011">
                  <c:v>46100</c:v>
                </c:pt>
                <c:pt idx="2012">
                  <c:v>46101</c:v>
                </c:pt>
                <c:pt idx="2013">
                  <c:v>46104</c:v>
                </c:pt>
                <c:pt idx="2014">
                  <c:v>46105</c:v>
                </c:pt>
                <c:pt idx="2015">
                  <c:v>46106</c:v>
                </c:pt>
                <c:pt idx="2016">
                  <c:v>46107</c:v>
                </c:pt>
                <c:pt idx="2017">
                  <c:v>46108</c:v>
                </c:pt>
                <c:pt idx="2018">
                  <c:v>46111</c:v>
                </c:pt>
                <c:pt idx="2019">
                  <c:v>46112</c:v>
                </c:pt>
                <c:pt idx="2020">
                  <c:v>46113</c:v>
                </c:pt>
                <c:pt idx="2021">
                  <c:v>46114</c:v>
                </c:pt>
                <c:pt idx="2022">
                  <c:v>46115</c:v>
                </c:pt>
                <c:pt idx="2023">
                  <c:v>46118</c:v>
                </c:pt>
                <c:pt idx="2024">
                  <c:v>46119</c:v>
                </c:pt>
                <c:pt idx="2025">
                  <c:v>46120</c:v>
                </c:pt>
                <c:pt idx="2026">
                  <c:v>46121</c:v>
                </c:pt>
                <c:pt idx="2027">
                  <c:v>46122</c:v>
                </c:pt>
                <c:pt idx="2028">
                  <c:v>46125</c:v>
                </c:pt>
                <c:pt idx="2029">
                  <c:v>46126</c:v>
                </c:pt>
                <c:pt idx="2030">
                  <c:v>46127</c:v>
                </c:pt>
                <c:pt idx="2031">
                  <c:v>46128</c:v>
                </c:pt>
                <c:pt idx="2032">
                  <c:v>46129</c:v>
                </c:pt>
                <c:pt idx="2033">
                  <c:v>46132</c:v>
                </c:pt>
                <c:pt idx="2034">
                  <c:v>46133</c:v>
                </c:pt>
                <c:pt idx="2035">
                  <c:v>46134</c:v>
                </c:pt>
                <c:pt idx="2036">
                  <c:v>46135</c:v>
                </c:pt>
                <c:pt idx="2037">
                  <c:v>46136</c:v>
                </c:pt>
                <c:pt idx="2038">
                  <c:v>46139</c:v>
                </c:pt>
                <c:pt idx="2039">
                  <c:v>46140</c:v>
                </c:pt>
                <c:pt idx="2040">
                  <c:v>46141</c:v>
                </c:pt>
                <c:pt idx="2041">
                  <c:v>46142</c:v>
                </c:pt>
                <c:pt idx="2042">
                  <c:v>46143</c:v>
                </c:pt>
                <c:pt idx="2043">
                  <c:v>46146</c:v>
                </c:pt>
                <c:pt idx="2044">
                  <c:v>46147</c:v>
                </c:pt>
                <c:pt idx="2045">
                  <c:v>46148</c:v>
                </c:pt>
                <c:pt idx="2046">
                  <c:v>46149</c:v>
                </c:pt>
                <c:pt idx="2047">
                  <c:v>46150</c:v>
                </c:pt>
                <c:pt idx="2048">
                  <c:v>46153</c:v>
                </c:pt>
                <c:pt idx="2049">
                  <c:v>46154</c:v>
                </c:pt>
                <c:pt idx="2050">
                  <c:v>46155</c:v>
                </c:pt>
                <c:pt idx="2051">
                  <c:v>46156</c:v>
                </c:pt>
                <c:pt idx="2052">
                  <c:v>46157</c:v>
                </c:pt>
                <c:pt idx="2053">
                  <c:v>46160</c:v>
                </c:pt>
                <c:pt idx="2054">
                  <c:v>46161</c:v>
                </c:pt>
                <c:pt idx="2055">
                  <c:v>46162</c:v>
                </c:pt>
                <c:pt idx="2056">
                  <c:v>46163</c:v>
                </c:pt>
                <c:pt idx="2057">
                  <c:v>46164</c:v>
                </c:pt>
                <c:pt idx="2058">
                  <c:v>46167</c:v>
                </c:pt>
                <c:pt idx="2059">
                  <c:v>46168</c:v>
                </c:pt>
                <c:pt idx="2060">
                  <c:v>46169</c:v>
                </c:pt>
                <c:pt idx="2061">
                  <c:v>46170</c:v>
                </c:pt>
                <c:pt idx="2062">
                  <c:v>46171</c:v>
                </c:pt>
                <c:pt idx="2063">
                  <c:v>46174</c:v>
                </c:pt>
                <c:pt idx="2064">
                  <c:v>46175</c:v>
                </c:pt>
                <c:pt idx="2065">
                  <c:v>46176</c:v>
                </c:pt>
                <c:pt idx="2066">
                  <c:v>46177</c:v>
                </c:pt>
                <c:pt idx="2067">
                  <c:v>46178</c:v>
                </c:pt>
                <c:pt idx="2068">
                  <c:v>46181</c:v>
                </c:pt>
                <c:pt idx="2069">
                  <c:v>46182</c:v>
                </c:pt>
                <c:pt idx="2070">
                  <c:v>46183</c:v>
                </c:pt>
                <c:pt idx="2071">
                  <c:v>46184</c:v>
                </c:pt>
                <c:pt idx="2072">
                  <c:v>46185</c:v>
                </c:pt>
                <c:pt idx="2073">
                  <c:v>46188</c:v>
                </c:pt>
                <c:pt idx="2074">
                  <c:v>46189</c:v>
                </c:pt>
                <c:pt idx="2075">
                  <c:v>46190</c:v>
                </c:pt>
                <c:pt idx="2076">
                  <c:v>46191</c:v>
                </c:pt>
                <c:pt idx="2077">
                  <c:v>46192</c:v>
                </c:pt>
                <c:pt idx="2078">
                  <c:v>46195</c:v>
                </c:pt>
                <c:pt idx="2079">
                  <c:v>46196</c:v>
                </c:pt>
                <c:pt idx="2080">
                  <c:v>46197</c:v>
                </c:pt>
                <c:pt idx="2081">
                  <c:v>46198</c:v>
                </c:pt>
                <c:pt idx="2082">
                  <c:v>46199</c:v>
                </c:pt>
                <c:pt idx="2083">
                  <c:v>46202</c:v>
                </c:pt>
                <c:pt idx="2084">
                  <c:v>46203</c:v>
                </c:pt>
                <c:pt idx="2085">
                  <c:v>46204</c:v>
                </c:pt>
                <c:pt idx="2086">
                  <c:v>46205</c:v>
                </c:pt>
                <c:pt idx="2087">
                  <c:v>46206</c:v>
                </c:pt>
                <c:pt idx="2088">
                  <c:v>46207</c:v>
                </c:pt>
                <c:pt idx="2089">
                  <c:v>46208</c:v>
                </c:pt>
                <c:pt idx="2090">
                  <c:v>46209</c:v>
                </c:pt>
                <c:pt idx="2091">
                  <c:v>46210</c:v>
                </c:pt>
                <c:pt idx="2092">
                  <c:v>46211</c:v>
                </c:pt>
                <c:pt idx="2093">
                  <c:v>46212</c:v>
                </c:pt>
                <c:pt idx="2094">
                  <c:v>46213</c:v>
                </c:pt>
                <c:pt idx="2095">
                  <c:v>46214</c:v>
                </c:pt>
                <c:pt idx="2096">
                  <c:v>46215</c:v>
                </c:pt>
                <c:pt idx="2097">
                  <c:v>46216</c:v>
                </c:pt>
                <c:pt idx="2098">
                  <c:v>46217</c:v>
                </c:pt>
                <c:pt idx="2099">
                  <c:v>46218</c:v>
                </c:pt>
                <c:pt idx="2100">
                  <c:v>46219</c:v>
                </c:pt>
                <c:pt idx="2101">
                  <c:v>46220</c:v>
                </c:pt>
                <c:pt idx="2102">
                  <c:v>46221</c:v>
                </c:pt>
                <c:pt idx="2103">
                  <c:v>46222</c:v>
                </c:pt>
                <c:pt idx="2104">
                  <c:v>46223</c:v>
                </c:pt>
                <c:pt idx="2105">
                  <c:v>46224</c:v>
                </c:pt>
                <c:pt idx="2106">
                  <c:v>46225</c:v>
                </c:pt>
                <c:pt idx="2107">
                  <c:v>46226</c:v>
                </c:pt>
                <c:pt idx="2108">
                  <c:v>46227</c:v>
                </c:pt>
                <c:pt idx="2109">
                  <c:v>46228</c:v>
                </c:pt>
                <c:pt idx="2110">
                  <c:v>46229</c:v>
                </c:pt>
                <c:pt idx="2111">
                  <c:v>46230</c:v>
                </c:pt>
                <c:pt idx="2112">
                  <c:v>46231</c:v>
                </c:pt>
                <c:pt idx="2113">
                  <c:v>46232</c:v>
                </c:pt>
                <c:pt idx="2114">
                  <c:v>46233</c:v>
                </c:pt>
                <c:pt idx="2115">
                  <c:v>46234</c:v>
                </c:pt>
                <c:pt idx="2116">
                  <c:v>46235</c:v>
                </c:pt>
                <c:pt idx="2117">
                  <c:v>46236</c:v>
                </c:pt>
                <c:pt idx="2118">
                  <c:v>46237</c:v>
                </c:pt>
                <c:pt idx="2119">
                  <c:v>46238</c:v>
                </c:pt>
                <c:pt idx="2120">
                  <c:v>46239</c:v>
                </c:pt>
                <c:pt idx="2121">
                  <c:v>46240</c:v>
                </c:pt>
                <c:pt idx="2122">
                  <c:v>46241</c:v>
                </c:pt>
                <c:pt idx="2123">
                  <c:v>46242</c:v>
                </c:pt>
                <c:pt idx="2124">
                  <c:v>46243</c:v>
                </c:pt>
                <c:pt idx="2125">
                  <c:v>46244</c:v>
                </c:pt>
                <c:pt idx="2126">
                  <c:v>46245</c:v>
                </c:pt>
                <c:pt idx="2127">
                  <c:v>46246</c:v>
                </c:pt>
                <c:pt idx="2128">
                  <c:v>46247</c:v>
                </c:pt>
                <c:pt idx="2129">
                  <c:v>46248</c:v>
                </c:pt>
                <c:pt idx="2130">
                  <c:v>46249</c:v>
                </c:pt>
                <c:pt idx="2131">
                  <c:v>46250</c:v>
                </c:pt>
                <c:pt idx="2132">
                  <c:v>46251</c:v>
                </c:pt>
                <c:pt idx="2133">
                  <c:v>46252</c:v>
                </c:pt>
                <c:pt idx="2134">
                  <c:v>46253</c:v>
                </c:pt>
                <c:pt idx="2135">
                  <c:v>46254</c:v>
                </c:pt>
                <c:pt idx="2136">
                  <c:v>46255</c:v>
                </c:pt>
                <c:pt idx="2137">
                  <c:v>46256</c:v>
                </c:pt>
                <c:pt idx="2138">
                  <c:v>46257</c:v>
                </c:pt>
                <c:pt idx="2139">
                  <c:v>46258</c:v>
                </c:pt>
                <c:pt idx="2140">
                  <c:v>46259</c:v>
                </c:pt>
                <c:pt idx="2141">
                  <c:v>46260</c:v>
                </c:pt>
                <c:pt idx="2142">
                  <c:v>46261</c:v>
                </c:pt>
                <c:pt idx="2143">
                  <c:v>46262</c:v>
                </c:pt>
                <c:pt idx="2144">
                  <c:v>46265</c:v>
                </c:pt>
                <c:pt idx="2145">
                  <c:v>46266</c:v>
                </c:pt>
                <c:pt idx="2146">
                  <c:v>46267</c:v>
                </c:pt>
                <c:pt idx="2147">
                  <c:v>46268</c:v>
                </c:pt>
                <c:pt idx="2148">
                  <c:v>46269</c:v>
                </c:pt>
                <c:pt idx="2149">
                  <c:v>46272</c:v>
                </c:pt>
                <c:pt idx="2150">
                  <c:v>46273</c:v>
                </c:pt>
                <c:pt idx="2151">
                  <c:v>46274</c:v>
                </c:pt>
                <c:pt idx="2152">
                  <c:v>46275</c:v>
                </c:pt>
                <c:pt idx="2153">
                  <c:v>46276</c:v>
                </c:pt>
                <c:pt idx="2154">
                  <c:v>46279</c:v>
                </c:pt>
                <c:pt idx="2155">
                  <c:v>46280</c:v>
                </c:pt>
                <c:pt idx="2156">
                  <c:v>46281</c:v>
                </c:pt>
                <c:pt idx="2157">
                  <c:v>46282</c:v>
                </c:pt>
                <c:pt idx="2158">
                  <c:v>46283</c:v>
                </c:pt>
                <c:pt idx="2159">
                  <c:v>46286</c:v>
                </c:pt>
                <c:pt idx="2160">
                  <c:v>46287</c:v>
                </c:pt>
              </c:numCache>
            </c:numRef>
          </c:cat>
          <c:val>
            <c:numRef>
              <c:f>Sheet1!$E$2:$E$2162</c:f>
              <c:numCache>
                <c:formatCode>_(* #,##0.00_);_(* \(#,##0.00\);_(* "-"_);_(@_)</c:formatCode>
                <c:ptCount val="2161"/>
                <c:pt idx="0">
                  <c:v>3.5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3.5</c:v>
                </c:pt>
                <c:pt idx="6">
                  <c:v>3.5</c:v>
                </c:pt>
                <c:pt idx="7">
                  <c:v>3.5</c:v>
                </c:pt>
                <c:pt idx="8">
                  <c:v>3.5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3.5</c:v>
                </c:pt>
                <c:pt idx="13">
                  <c:v>3.5</c:v>
                </c:pt>
                <c:pt idx="14">
                  <c:v>3.5</c:v>
                </c:pt>
                <c:pt idx="15">
                  <c:v>3.5</c:v>
                </c:pt>
                <c:pt idx="16">
                  <c:v>3.5</c:v>
                </c:pt>
                <c:pt idx="17">
                  <c:v>3.5</c:v>
                </c:pt>
                <c:pt idx="18">
                  <c:v>3.5</c:v>
                </c:pt>
                <c:pt idx="19">
                  <c:v>3.5</c:v>
                </c:pt>
                <c:pt idx="20">
                  <c:v>3.5</c:v>
                </c:pt>
                <c:pt idx="21">
                  <c:v>3.5</c:v>
                </c:pt>
                <c:pt idx="22">
                  <c:v>3.5</c:v>
                </c:pt>
                <c:pt idx="23">
                  <c:v>3.5</c:v>
                </c:pt>
                <c:pt idx="24">
                  <c:v>3.5</c:v>
                </c:pt>
                <c:pt idx="25">
                  <c:v>3.5</c:v>
                </c:pt>
                <c:pt idx="26">
                  <c:v>3.5</c:v>
                </c:pt>
                <c:pt idx="27">
                  <c:v>3.5</c:v>
                </c:pt>
                <c:pt idx="28">
                  <c:v>3.5</c:v>
                </c:pt>
                <c:pt idx="29">
                  <c:v>3.5</c:v>
                </c:pt>
                <c:pt idx="30">
                  <c:v>3.5</c:v>
                </c:pt>
                <c:pt idx="31">
                  <c:v>3.5</c:v>
                </c:pt>
                <c:pt idx="32">
                  <c:v>3.5</c:v>
                </c:pt>
                <c:pt idx="33">
                  <c:v>3.5</c:v>
                </c:pt>
                <c:pt idx="34">
                  <c:v>3.5</c:v>
                </c:pt>
                <c:pt idx="35">
                  <c:v>3.5</c:v>
                </c:pt>
                <c:pt idx="36">
                  <c:v>3.5</c:v>
                </c:pt>
                <c:pt idx="37">
                  <c:v>3.5</c:v>
                </c:pt>
                <c:pt idx="38">
                  <c:v>3.5</c:v>
                </c:pt>
                <c:pt idx="39">
                  <c:v>3.5</c:v>
                </c:pt>
                <c:pt idx="40">
                  <c:v>3.5</c:v>
                </c:pt>
                <c:pt idx="41">
                  <c:v>3.5</c:v>
                </c:pt>
                <c:pt idx="42">
                  <c:v>3.5</c:v>
                </c:pt>
                <c:pt idx="43">
                  <c:v>3.5</c:v>
                </c:pt>
                <c:pt idx="44">
                  <c:v>3.5</c:v>
                </c:pt>
                <c:pt idx="45">
                  <c:v>3.5</c:v>
                </c:pt>
                <c:pt idx="46">
                  <c:v>3.5</c:v>
                </c:pt>
                <c:pt idx="47">
                  <c:v>3.5</c:v>
                </c:pt>
                <c:pt idx="48">
                  <c:v>3.5</c:v>
                </c:pt>
                <c:pt idx="49">
                  <c:v>3.5</c:v>
                </c:pt>
                <c:pt idx="50">
                  <c:v>3.5</c:v>
                </c:pt>
                <c:pt idx="51">
                  <c:v>3.5</c:v>
                </c:pt>
                <c:pt idx="52">
                  <c:v>3.5</c:v>
                </c:pt>
                <c:pt idx="53">
                  <c:v>3.5</c:v>
                </c:pt>
                <c:pt idx="54">
                  <c:v>3.5</c:v>
                </c:pt>
                <c:pt idx="55">
                  <c:v>3.5</c:v>
                </c:pt>
                <c:pt idx="56">
                  <c:v>3.5</c:v>
                </c:pt>
                <c:pt idx="57">
                  <c:v>3.5</c:v>
                </c:pt>
                <c:pt idx="58">
                  <c:v>3.5</c:v>
                </c:pt>
                <c:pt idx="59">
                  <c:v>3.5</c:v>
                </c:pt>
                <c:pt idx="60">
                  <c:v>3.5</c:v>
                </c:pt>
                <c:pt idx="61">
                  <c:v>3.5</c:v>
                </c:pt>
                <c:pt idx="62">
                  <c:v>3.5</c:v>
                </c:pt>
                <c:pt idx="63">
                  <c:v>3.5</c:v>
                </c:pt>
                <c:pt idx="64">
                  <c:v>3.5</c:v>
                </c:pt>
                <c:pt idx="65">
                  <c:v>3.5</c:v>
                </c:pt>
                <c:pt idx="66">
                  <c:v>3.5</c:v>
                </c:pt>
                <c:pt idx="67">
                  <c:v>3.5</c:v>
                </c:pt>
                <c:pt idx="68">
                  <c:v>3.5</c:v>
                </c:pt>
                <c:pt idx="69">
                  <c:v>3.5</c:v>
                </c:pt>
                <c:pt idx="70">
                  <c:v>3.5</c:v>
                </c:pt>
                <c:pt idx="71">
                  <c:v>3.5</c:v>
                </c:pt>
                <c:pt idx="72">
                  <c:v>3.5</c:v>
                </c:pt>
                <c:pt idx="73">
                  <c:v>3.5</c:v>
                </c:pt>
                <c:pt idx="74">
                  <c:v>3.5</c:v>
                </c:pt>
                <c:pt idx="75">
                  <c:v>3.5</c:v>
                </c:pt>
                <c:pt idx="76">
                  <c:v>3.5</c:v>
                </c:pt>
                <c:pt idx="77">
                  <c:v>3.5</c:v>
                </c:pt>
                <c:pt idx="78">
                  <c:v>3.5</c:v>
                </c:pt>
                <c:pt idx="79">
                  <c:v>3.5</c:v>
                </c:pt>
                <c:pt idx="80">
                  <c:v>3.5</c:v>
                </c:pt>
                <c:pt idx="81">
                  <c:v>3.5</c:v>
                </c:pt>
                <c:pt idx="82">
                  <c:v>3.5</c:v>
                </c:pt>
                <c:pt idx="83">
                  <c:v>3.5</c:v>
                </c:pt>
                <c:pt idx="84">
                  <c:v>3.5</c:v>
                </c:pt>
                <c:pt idx="85">
                  <c:v>3.5</c:v>
                </c:pt>
                <c:pt idx="86">
                  <c:v>3.5</c:v>
                </c:pt>
                <c:pt idx="87">
                  <c:v>3.5</c:v>
                </c:pt>
                <c:pt idx="88">
                  <c:v>3.5</c:v>
                </c:pt>
                <c:pt idx="89">
                  <c:v>3.5</c:v>
                </c:pt>
                <c:pt idx="90">
                  <c:v>3.5</c:v>
                </c:pt>
                <c:pt idx="91">
                  <c:v>3.5</c:v>
                </c:pt>
                <c:pt idx="92">
                  <c:v>3.5</c:v>
                </c:pt>
                <c:pt idx="93">
                  <c:v>3.5</c:v>
                </c:pt>
                <c:pt idx="94">
                  <c:v>3.75</c:v>
                </c:pt>
                <c:pt idx="95">
                  <c:v>3.75</c:v>
                </c:pt>
                <c:pt idx="96">
                  <c:v>3.75</c:v>
                </c:pt>
                <c:pt idx="97">
                  <c:v>3.75</c:v>
                </c:pt>
                <c:pt idx="98">
                  <c:v>3.75</c:v>
                </c:pt>
                <c:pt idx="99">
                  <c:v>3.75</c:v>
                </c:pt>
                <c:pt idx="100">
                  <c:v>3.75</c:v>
                </c:pt>
                <c:pt idx="101">
                  <c:v>3.75</c:v>
                </c:pt>
                <c:pt idx="102">
                  <c:v>4</c:v>
                </c:pt>
                <c:pt idx="103">
                  <c:v>4</c:v>
                </c:pt>
                <c:pt idx="104">
                  <c:v>4</c:v>
                </c:pt>
                <c:pt idx="105">
                  <c:v>4</c:v>
                </c:pt>
                <c:pt idx="106">
                  <c:v>4</c:v>
                </c:pt>
                <c:pt idx="107">
                  <c:v>4</c:v>
                </c:pt>
                <c:pt idx="108">
                  <c:v>4</c:v>
                </c:pt>
                <c:pt idx="109">
                  <c:v>4</c:v>
                </c:pt>
                <c:pt idx="110">
                  <c:v>4</c:v>
                </c:pt>
                <c:pt idx="111">
                  <c:v>4</c:v>
                </c:pt>
                <c:pt idx="112">
                  <c:v>4</c:v>
                </c:pt>
                <c:pt idx="113">
                  <c:v>4.5</c:v>
                </c:pt>
                <c:pt idx="114">
                  <c:v>4.5</c:v>
                </c:pt>
                <c:pt idx="115">
                  <c:v>4.5</c:v>
                </c:pt>
                <c:pt idx="116">
                  <c:v>4.5</c:v>
                </c:pt>
                <c:pt idx="117">
                  <c:v>4.5</c:v>
                </c:pt>
                <c:pt idx="118">
                  <c:v>4.5</c:v>
                </c:pt>
                <c:pt idx="119">
                  <c:v>4.5</c:v>
                </c:pt>
                <c:pt idx="120">
                  <c:v>4.5</c:v>
                </c:pt>
                <c:pt idx="121">
                  <c:v>4.5</c:v>
                </c:pt>
                <c:pt idx="122">
                  <c:v>4.5</c:v>
                </c:pt>
                <c:pt idx="123">
                  <c:v>4.5</c:v>
                </c:pt>
                <c:pt idx="124">
                  <c:v>4.5</c:v>
                </c:pt>
                <c:pt idx="125">
                  <c:v>4.5</c:v>
                </c:pt>
                <c:pt idx="126">
                  <c:v>4.5</c:v>
                </c:pt>
                <c:pt idx="127">
                  <c:v>4.5</c:v>
                </c:pt>
                <c:pt idx="128">
                  <c:v>4.5</c:v>
                </c:pt>
                <c:pt idx="129">
                  <c:v>4.5</c:v>
                </c:pt>
                <c:pt idx="130">
                  <c:v>4.5</c:v>
                </c:pt>
                <c:pt idx="131">
                  <c:v>4.5</c:v>
                </c:pt>
                <c:pt idx="132">
                  <c:v>4.5</c:v>
                </c:pt>
                <c:pt idx="133">
                  <c:v>4.5</c:v>
                </c:pt>
                <c:pt idx="134">
                  <c:v>4.5</c:v>
                </c:pt>
                <c:pt idx="135">
                  <c:v>4.5</c:v>
                </c:pt>
                <c:pt idx="136">
                  <c:v>4.5</c:v>
                </c:pt>
                <c:pt idx="137">
                  <c:v>4.5</c:v>
                </c:pt>
                <c:pt idx="138">
                  <c:v>4.5</c:v>
                </c:pt>
                <c:pt idx="139">
                  <c:v>4.5</c:v>
                </c:pt>
                <c:pt idx="140">
                  <c:v>4.5</c:v>
                </c:pt>
                <c:pt idx="141">
                  <c:v>4.5</c:v>
                </c:pt>
                <c:pt idx="142">
                  <c:v>4.5</c:v>
                </c:pt>
                <c:pt idx="143">
                  <c:v>4.5</c:v>
                </c:pt>
                <c:pt idx="144">
                  <c:v>4.5</c:v>
                </c:pt>
                <c:pt idx="145">
                  <c:v>4.5</c:v>
                </c:pt>
                <c:pt idx="146">
                  <c:v>4.75</c:v>
                </c:pt>
                <c:pt idx="147">
                  <c:v>4.75</c:v>
                </c:pt>
                <c:pt idx="148">
                  <c:v>4.75</c:v>
                </c:pt>
                <c:pt idx="149">
                  <c:v>4.75</c:v>
                </c:pt>
                <c:pt idx="150">
                  <c:v>4.75</c:v>
                </c:pt>
                <c:pt idx="151">
                  <c:v>4.75</c:v>
                </c:pt>
                <c:pt idx="152">
                  <c:v>4.75</c:v>
                </c:pt>
                <c:pt idx="153">
                  <c:v>4.75</c:v>
                </c:pt>
                <c:pt idx="154">
                  <c:v>4.75</c:v>
                </c:pt>
                <c:pt idx="155">
                  <c:v>4.75</c:v>
                </c:pt>
                <c:pt idx="156">
                  <c:v>4.75</c:v>
                </c:pt>
                <c:pt idx="157">
                  <c:v>4.75</c:v>
                </c:pt>
                <c:pt idx="158">
                  <c:v>4.75</c:v>
                </c:pt>
                <c:pt idx="159">
                  <c:v>4.75</c:v>
                </c:pt>
                <c:pt idx="160">
                  <c:v>4.75</c:v>
                </c:pt>
                <c:pt idx="161">
                  <c:v>4.75</c:v>
                </c:pt>
                <c:pt idx="162">
                  <c:v>4.75</c:v>
                </c:pt>
                <c:pt idx="163">
                  <c:v>4.75</c:v>
                </c:pt>
                <c:pt idx="164">
                  <c:v>4.75</c:v>
                </c:pt>
                <c:pt idx="165">
                  <c:v>4.75</c:v>
                </c:pt>
                <c:pt idx="166">
                  <c:v>4.75</c:v>
                </c:pt>
                <c:pt idx="167">
                  <c:v>4.75</c:v>
                </c:pt>
                <c:pt idx="168">
                  <c:v>4.75</c:v>
                </c:pt>
                <c:pt idx="169">
                  <c:v>4.75</c:v>
                </c:pt>
                <c:pt idx="170">
                  <c:v>4.75</c:v>
                </c:pt>
                <c:pt idx="171">
                  <c:v>4.75</c:v>
                </c:pt>
                <c:pt idx="172">
                  <c:v>4.75</c:v>
                </c:pt>
                <c:pt idx="173">
                  <c:v>4.75</c:v>
                </c:pt>
                <c:pt idx="174">
                  <c:v>5</c:v>
                </c:pt>
                <c:pt idx="175">
                  <c:v>5</c:v>
                </c:pt>
                <c:pt idx="176">
                  <c:v>5</c:v>
                </c:pt>
                <c:pt idx="177">
                  <c:v>5</c:v>
                </c:pt>
                <c:pt idx="178">
                  <c:v>5</c:v>
                </c:pt>
                <c:pt idx="179">
                  <c:v>5</c:v>
                </c:pt>
                <c:pt idx="180">
                  <c:v>5</c:v>
                </c:pt>
                <c:pt idx="181">
                  <c:v>5</c:v>
                </c:pt>
                <c:pt idx="182">
                  <c:v>5</c:v>
                </c:pt>
                <c:pt idx="183">
                  <c:v>5</c:v>
                </c:pt>
                <c:pt idx="184">
                  <c:v>5</c:v>
                </c:pt>
                <c:pt idx="185">
                  <c:v>5</c:v>
                </c:pt>
                <c:pt idx="186">
                  <c:v>5</c:v>
                </c:pt>
                <c:pt idx="187">
                  <c:v>5</c:v>
                </c:pt>
                <c:pt idx="188">
                  <c:v>5</c:v>
                </c:pt>
                <c:pt idx="189">
                  <c:v>5</c:v>
                </c:pt>
                <c:pt idx="190">
                  <c:v>5</c:v>
                </c:pt>
                <c:pt idx="191">
                  <c:v>5</c:v>
                </c:pt>
                <c:pt idx="192">
                  <c:v>5</c:v>
                </c:pt>
                <c:pt idx="193">
                  <c:v>5</c:v>
                </c:pt>
                <c:pt idx="194">
                  <c:v>5</c:v>
                </c:pt>
                <c:pt idx="195">
                  <c:v>5</c:v>
                </c:pt>
                <c:pt idx="196">
                  <c:v>5</c:v>
                </c:pt>
                <c:pt idx="197">
                  <c:v>5</c:v>
                </c:pt>
                <c:pt idx="198">
                  <c:v>5</c:v>
                </c:pt>
                <c:pt idx="199">
                  <c:v>5</c:v>
                </c:pt>
                <c:pt idx="200">
                  <c:v>5</c:v>
                </c:pt>
                <c:pt idx="201">
                  <c:v>5</c:v>
                </c:pt>
                <c:pt idx="202">
                  <c:v>5</c:v>
                </c:pt>
                <c:pt idx="203">
                  <c:v>5</c:v>
                </c:pt>
                <c:pt idx="204">
                  <c:v>5</c:v>
                </c:pt>
                <c:pt idx="205">
                  <c:v>5</c:v>
                </c:pt>
                <c:pt idx="206">
                  <c:v>5</c:v>
                </c:pt>
                <c:pt idx="207">
                  <c:v>5</c:v>
                </c:pt>
                <c:pt idx="208">
                  <c:v>5</c:v>
                </c:pt>
                <c:pt idx="209">
                  <c:v>5.25</c:v>
                </c:pt>
                <c:pt idx="210">
                  <c:v>5.25</c:v>
                </c:pt>
                <c:pt idx="211">
                  <c:v>5.25</c:v>
                </c:pt>
                <c:pt idx="212">
                  <c:v>5.25</c:v>
                </c:pt>
                <c:pt idx="213">
                  <c:v>5.25</c:v>
                </c:pt>
                <c:pt idx="214">
                  <c:v>5.25</c:v>
                </c:pt>
                <c:pt idx="215">
                  <c:v>5.25</c:v>
                </c:pt>
                <c:pt idx="216">
                  <c:v>5.25</c:v>
                </c:pt>
                <c:pt idx="217">
                  <c:v>5.25</c:v>
                </c:pt>
                <c:pt idx="218">
                  <c:v>5.25</c:v>
                </c:pt>
                <c:pt idx="219">
                  <c:v>5.25</c:v>
                </c:pt>
                <c:pt idx="220">
                  <c:v>5.25</c:v>
                </c:pt>
                <c:pt idx="221">
                  <c:v>5.25</c:v>
                </c:pt>
                <c:pt idx="222">
                  <c:v>5.25</c:v>
                </c:pt>
                <c:pt idx="223">
                  <c:v>5.25</c:v>
                </c:pt>
                <c:pt idx="224">
                  <c:v>5.25</c:v>
                </c:pt>
                <c:pt idx="225">
                  <c:v>5.25</c:v>
                </c:pt>
                <c:pt idx="226">
                  <c:v>5.25</c:v>
                </c:pt>
                <c:pt idx="227">
                  <c:v>5.25</c:v>
                </c:pt>
                <c:pt idx="228">
                  <c:v>5.25</c:v>
                </c:pt>
                <c:pt idx="229">
                  <c:v>5.25</c:v>
                </c:pt>
                <c:pt idx="230">
                  <c:v>5.25</c:v>
                </c:pt>
                <c:pt idx="231">
                  <c:v>5.25</c:v>
                </c:pt>
                <c:pt idx="232">
                  <c:v>5.25</c:v>
                </c:pt>
                <c:pt idx="233">
                  <c:v>5.25</c:v>
                </c:pt>
                <c:pt idx="234">
                  <c:v>5.25</c:v>
                </c:pt>
                <c:pt idx="235">
                  <c:v>5.25</c:v>
                </c:pt>
                <c:pt idx="236">
                  <c:v>5.25</c:v>
                </c:pt>
                <c:pt idx="237">
                  <c:v>5.25</c:v>
                </c:pt>
                <c:pt idx="238">
                  <c:v>5.25</c:v>
                </c:pt>
                <c:pt idx="239">
                  <c:v>5.25</c:v>
                </c:pt>
                <c:pt idx="240">
                  <c:v>5.25</c:v>
                </c:pt>
                <c:pt idx="241">
                  <c:v>5.25</c:v>
                </c:pt>
                <c:pt idx="242">
                  <c:v>5.25</c:v>
                </c:pt>
                <c:pt idx="243">
                  <c:v>5.25</c:v>
                </c:pt>
                <c:pt idx="244">
                  <c:v>5.25</c:v>
                </c:pt>
                <c:pt idx="245">
                  <c:v>5.25</c:v>
                </c:pt>
                <c:pt idx="246">
                  <c:v>5.25</c:v>
                </c:pt>
                <c:pt idx="247">
                  <c:v>5.25</c:v>
                </c:pt>
                <c:pt idx="248">
                  <c:v>5.25</c:v>
                </c:pt>
                <c:pt idx="249">
                  <c:v>5.25</c:v>
                </c:pt>
                <c:pt idx="250">
                  <c:v>5.25</c:v>
                </c:pt>
                <c:pt idx="251">
                  <c:v>5.25</c:v>
                </c:pt>
                <c:pt idx="252">
                  <c:v>5.25</c:v>
                </c:pt>
                <c:pt idx="253">
                  <c:v>5.25</c:v>
                </c:pt>
                <c:pt idx="254">
                  <c:v>5.25</c:v>
                </c:pt>
                <c:pt idx="255">
                  <c:v>5.25</c:v>
                </c:pt>
                <c:pt idx="256">
                  <c:v>5.25</c:v>
                </c:pt>
                <c:pt idx="257">
                  <c:v>5.25</c:v>
                </c:pt>
                <c:pt idx="258">
                  <c:v>5.25</c:v>
                </c:pt>
                <c:pt idx="259">
                  <c:v>5.25</c:v>
                </c:pt>
                <c:pt idx="260">
                  <c:v>5.25</c:v>
                </c:pt>
                <c:pt idx="261">
                  <c:v>5.25</c:v>
                </c:pt>
                <c:pt idx="262">
                  <c:v>5.25</c:v>
                </c:pt>
                <c:pt idx="263">
                  <c:v>5.25</c:v>
                </c:pt>
                <c:pt idx="264">
                  <c:v>5.25</c:v>
                </c:pt>
                <c:pt idx="265">
                  <c:v>5.25</c:v>
                </c:pt>
                <c:pt idx="266">
                  <c:v>5.25</c:v>
                </c:pt>
                <c:pt idx="267">
                  <c:v>5.25</c:v>
                </c:pt>
                <c:pt idx="268">
                  <c:v>5.25</c:v>
                </c:pt>
                <c:pt idx="269">
                  <c:v>5.25</c:v>
                </c:pt>
                <c:pt idx="270">
                  <c:v>5.25</c:v>
                </c:pt>
                <c:pt idx="271">
                  <c:v>5.25</c:v>
                </c:pt>
                <c:pt idx="272">
                  <c:v>5.25</c:v>
                </c:pt>
                <c:pt idx="273">
                  <c:v>5.25</c:v>
                </c:pt>
                <c:pt idx="274">
                  <c:v>5.25</c:v>
                </c:pt>
                <c:pt idx="275">
                  <c:v>5.25</c:v>
                </c:pt>
                <c:pt idx="276">
                  <c:v>5.25</c:v>
                </c:pt>
                <c:pt idx="277">
                  <c:v>5.25</c:v>
                </c:pt>
                <c:pt idx="278">
                  <c:v>5.25</c:v>
                </c:pt>
                <c:pt idx="279">
                  <c:v>5.25</c:v>
                </c:pt>
                <c:pt idx="280">
                  <c:v>5.25</c:v>
                </c:pt>
                <c:pt idx="281">
                  <c:v>5.25</c:v>
                </c:pt>
                <c:pt idx="282">
                  <c:v>5.25</c:v>
                </c:pt>
                <c:pt idx="283">
                  <c:v>5.25</c:v>
                </c:pt>
                <c:pt idx="284">
                  <c:v>5.25</c:v>
                </c:pt>
                <c:pt idx="285">
                  <c:v>5.25</c:v>
                </c:pt>
                <c:pt idx="286">
                  <c:v>5.25</c:v>
                </c:pt>
                <c:pt idx="287">
                  <c:v>5.25</c:v>
                </c:pt>
                <c:pt idx="288">
                  <c:v>5.25</c:v>
                </c:pt>
                <c:pt idx="289">
                  <c:v>5.25</c:v>
                </c:pt>
                <c:pt idx="290">
                  <c:v>5.25</c:v>
                </c:pt>
                <c:pt idx="291">
                  <c:v>5.25</c:v>
                </c:pt>
                <c:pt idx="292">
                  <c:v>5.25</c:v>
                </c:pt>
                <c:pt idx="293">
                  <c:v>5.25</c:v>
                </c:pt>
                <c:pt idx="294">
                  <c:v>5.25</c:v>
                </c:pt>
                <c:pt idx="295">
                  <c:v>5.25</c:v>
                </c:pt>
                <c:pt idx="296">
                  <c:v>5.25</c:v>
                </c:pt>
                <c:pt idx="297">
                  <c:v>5.25</c:v>
                </c:pt>
                <c:pt idx="298">
                  <c:v>5.25</c:v>
                </c:pt>
                <c:pt idx="299">
                  <c:v>5.25</c:v>
                </c:pt>
                <c:pt idx="300">
                  <c:v>5.25</c:v>
                </c:pt>
                <c:pt idx="301">
                  <c:v>5.25</c:v>
                </c:pt>
                <c:pt idx="302">
                  <c:v>5.25</c:v>
                </c:pt>
                <c:pt idx="303">
                  <c:v>5.25</c:v>
                </c:pt>
                <c:pt idx="304">
                  <c:v>5.25</c:v>
                </c:pt>
                <c:pt idx="305">
                  <c:v>5.25</c:v>
                </c:pt>
                <c:pt idx="306">
                  <c:v>5.25</c:v>
                </c:pt>
                <c:pt idx="307">
                  <c:v>5.25</c:v>
                </c:pt>
                <c:pt idx="308">
                  <c:v>5.25</c:v>
                </c:pt>
                <c:pt idx="309">
                  <c:v>5.25</c:v>
                </c:pt>
                <c:pt idx="310">
                  <c:v>5.25</c:v>
                </c:pt>
                <c:pt idx="311">
                  <c:v>5.25</c:v>
                </c:pt>
                <c:pt idx="312">
                  <c:v>5.25</c:v>
                </c:pt>
                <c:pt idx="313">
                  <c:v>5.25</c:v>
                </c:pt>
                <c:pt idx="314">
                  <c:v>5.25</c:v>
                </c:pt>
                <c:pt idx="315">
                  <c:v>5.25</c:v>
                </c:pt>
                <c:pt idx="316">
                  <c:v>5.25</c:v>
                </c:pt>
                <c:pt idx="317">
                  <c:v>5.25</c:v>
                </c:pt>
                <c:pt idx="318">
                  <c:v>5.25</c:v>
                </c:pt>
                <c:pt idx="319">
                  <c:v>5.25</c:v>
                </c:pt>
                <c:pt idx="320">
                  <c:v>5.25</c:v>
                </c:pt>
                <c:pt idx="321">
                  <c:v>5.25</c:v>
                </c:pt>
                <c:pt idx="322">
                  <c:v>5.25</c:v>
                </c:pt>
                <c:pt idx="323">
                  <c:v>5.25</c:v>
                </c:pt>
                <c:pt idx="324">
                  <c:v>5.25</c:v>
                </c:pt>
                <c:pt idx="325">
                  <c:v>5.25</c:v>
                </c:pt>
                <c:pt idx="326">
                  <c:v>5.25</c:v>
                </c:pt>
                <c:pt idx="327">
                  <c:v>5.25</c:v>
                </c:pt>
                <c:pt idx="328">
                  <c:v>5.25</c:v>
                </c:pt>
                <c:pt idx="329">
                  <c:v>5.25</c:v>
                </c:pt>
                <c:pt idx="330">
                  <c:v>5.25</c:v>
                </c:pt>
                <c:pt idx="331">
                  <c:v>5.25</c:v>
                </c:pt>
                <c:pt idx="332">
                  <c:v>5.25</c:v>
                </c:pt>
                <c:pt idx="333">
                  <c:v>5.25</c:v>
                </c:pt>
                <c:pt idx="334">
                  <c:v>5.25</c:v>
                </c:pt>
                <c:pt idx="335">
                  <c:v>5.25</c:v>
                </c:pt>
                <c:pt idx="336">
                  <c:v>5.25</c:v>
                </c:pt>
                <c:pt idx="337">
                  <c:v>5.25</c:v>
                </c:pt>
                <c:pt idx="338">
                  <c:v>5.25</c:v>
                </c:pt>
                <c:pt idx="339">
                  <c:v>5.25</c:v>
                </c:pt>
                <c:pt idx="340">
                  <c:v>5.25</c:v>
                </c:pt>
                <c:pt idx="341">
                  <c:v>5.25</c:v>
                </c:pt>
                <c:pt idx="342">
                  <c:v>5.25</c:v>
                </c:pt>
                <c:pt idx="343">
                  <c:v>5.25</c:v>
                </c:pt>
                <c:pt idx="344">
                  <c:v>5.25</c:v>
                </c:pt>
                <c:pt idx="345">
                  <c:v>5.25</c:v>
                </c:pt>
                <c:pt idx="346">
                  <c:v>5.25</c:v>
                </c:pt>
                <c:pt idx="347">
                  <c:v>5.25</c:v>
                </c:pt>
                <c:pt idx="348">
                  <c:v>5.25</c:v>
                </c:pt>
                <c:pt idx="349">
                  <c:v>5.25</c:v>
                </c:pt>
                <c:pt idx="350">
                  <c:v>5.25</c:v>
                </c:pt>
                <c:pt idx="351">
                  <c:v>5.25</c:v>
                </c:pt>
                <c:pt idx="352">
                  <c:v>5.25</c:v>
                </c:pt>
                <c:pt idx="353">
                  <c:v>5.25</c:v>
                </c:pt>
                <c:pt idx="354">
                  <c:v>5.25</c:v>
                </c:pt>
                <c:pt idx="355">
                  <c:v>5.25</c:v>
                </c:pt>
                <c:pt idx="356">
                  <c:v>5.25</c:v>
                </c:pt>
                <c:pt idx="357">
                  <c:v>5.25</c:v>
                </c:pt>
                <c:pt idx="358">
                  <c:v>5.25</c:v>
                </c:pt>
                <c:pt idx="359">
                  <c:v>5.25</c:v>
                </c:pt>
                <c:pt idx="360">
                  <c:v>5.25</c:v>
                </c:pt>
                <c:pt idx="361">
                  <c:v>5.25</c:v>
                </c:pt>
                <c:pt idx="362">
                  <c:v>5.25</c:v>
                </c:pt>
                <c:pt idx="363">
                  <c:v>5.25</c:v>
                </c:pt>
                <c:pt idx="364">
                  <c:v>5.25</c:v>
                </c:pt>
                <c:pt idx="365">
                  <c:v>5.25</c:v>
                </c:pt>
                <c:pt idx="366">
                  <c:v>5.25</c:v>
                </c:pt>
                <c:pt idx="367">
                  <c:v>5.25</c:v>
                </c:pt>
                <c:pt idx="368">
                  <c:v>5</c:v>
                </c:pt>
                <c:pt idx="369">
                  <c:v>5</c:v>
                </c:pt>
                <c:pt idx="370">
                  <c:v>5</c:v>
                </c:pt>
                <c:pt idx="371">
                  <c:v>5</c:v>
                </c:pt>
                <c:pt idx="372">
                  <c:v>5</c:v>
                </c:pt>
                <c:pt idx="373">
                  <c:v>5</c:v>
                </c:pt>
                <c:pt idx="374">
                  <c:v>5</c:v>
                </c:pt>
                <c:pt idx="375">
                  <c:v>5</c:v>
                </c:pt>
                <c:pt idx="376">
                  <c:v>5</c:v>
                </c:pt>
                <c:pt idx="377">
                  <c:v>5</c:v>
                </c:pt>
                <c:pt idx="378">
                  <c:v>5</c:v>
                </c:pt>
                <c:pt idx="379">
                  <c:v>5</c:v>
                </c:pt>
                <c:pt idx="380">
                  <c:v>5</c:v>
                </c:pt>
                <c:pt idx="381">
                  <c:v>5</c:v>
                </c:pt>
                <c:pt idx="382">
                  <c:v>5</c:v>
                </c:pt>
                <c:pt idx="383">
                  <c:v>5</c:v>
                </c:pt>
                <c:pt idx="384">
                  <c:v>5</c:v>
                </c:pt>
                <c:pt idx="385">
                  <c:v>5</c:v>
                </c:pt>
                <c:pt idx="386">
                  <c:v>5</c:v>
                </c:pt>
                <c:pt idx="387">
                  <c:v>5</c:v>
                </c:pt>
                <c:pt idx="388">
                  <c:v>5</c:v>
                </c:pt>
                <c:pt idx="389">
                  <c:v>5</c:v>
                </c:pt>
                <c:pt idx="390">
                  <c:v>5</c:v>
                </c:pt>
                <c:pt idx="391">
                  <c:v>5</c:v>
                </c:pt>
                <c:pt idx="392">
                  <c:v>5</c:v>
                </c:pt>
                <c:pt idx="393">
                  <c:v>4.75</c:v>
                </c:pt>
                <c:pt idx="394">
                  <c:v>4.75</c:v>
                </c:pt>
                <c:pt idx="395">
                  <c:v>4.75</c:v>
                </c:pt>
                <c:pt idx="396">
                  <c:v>4.75</c:v>
                </c:pt>
                <c:pt idx="397">
                  <c:v>4.75</c:v>
                </c:pt>
                <c:pt idx="398">
                  <c:v>4.75</c:v>
                </c:pt>
                <c:pt idx="399">
                  <c:v>4.75</c:v>
                </c:pt>
                <c:pt idx="400">
                  <c:v>4.75</c:v>
                </c:pt>
                <c:pt idx="401">
                  <c:v>4.75</c:v>
                </c:pt>
                <c:pt idx="402">
                  <c:v>4.75</c:v>
                </c:pt>
                <c:pt idx="403">
                  <c:v>4.75</c:v>
                </c:pt>
                <c:pt idx="404">
                  <c:v>4.75</c:v>
                </c:pt>
                <c:pt idx="405">
                  <c:v>4.75</c:v>
                </c:pt>
                <c:pt idx="406">
                  <c:v>4.75</c:v>
                </c:pt>
                <c:pt idx="407">
                  <c:v>4.75</c:v>
                </c:pt>
                <c:pt idx="408">
                  <c:v>4.75</c:v>
                </c:pt>
                <c:pt idx="409">
                  <c:v>4.75</c:v>
                </c:pt>
                <c:pt idx="410">
                  <c:v>4.75</c:v>
                </c:pt>
                <c:pt idx="411">
                  <c:v>4.75</c:v>
                </c:pt>
                <c:pt idx="412">
                  <c:v>4.75</c:v>
                </c:pt>
                <c:pt idx="413">
                  <c:v>4.5</c:v>
                </c:pt>
                <c:pt idx="414">
                  <c:v>4.5</c:v>
                </c:pt>
                <c:pt idx="415">
                  <c:v>4.5</c:v>
                </c:pt>
                <c:pt idx="416">
                  <c:v>4.5</c:v>
                </c:pt>
                <c:pt idx="417">
                  <c:v>4.5</c:v>
                </c:pt>
                <c:pt idx="418">
                  <c:v>4.5</c:v>
                </c:pt>
                <c:pt idx="419">
                  <c:v>4.5</c:v>
                </c:pt>
                <c:pt idx="420">
                  <c:v>4.5</c:v>
                </c:pt>
                <c:pt idx="421">
                  <c:v>4.5</c:v>
                </c:pt>
                <c:pt idx="422">
                  <c:v>4.5</c:v>
                </c:pt>
                <c:pt idx="423">
                  <c:v>4.5</c:v>
                </c:pt>
                <c:pt idx="424">
                  <c:v>4.5</c:v>
                </c:pt>
                <c:pt idx="425">
                  <c:v>4.5</c:v>
                </c:pt>
                <c:pt idx="426">
                  <c:v>4.5</c:v>
                </c:pt>
                <c:pt idx="427">
                  <c:v>4.5</c:v>
                </c:pt>
                <c:pt idx="428">
                  <c:v>4.5</c:v>
                </c:pt>
                <c:pt idx="429">
                  <c:v>4.5</c:v>
                </c:pt>
                <c:pt idx="430">
                  <c:v>4.5</c:v>
                </c:pt>
                <c:pt idx="431">
                  <c:v>4.5</c:v>
                </c:pt>
                <c:pt idx="432">
                  <c:v>4.5</c:v>
                </c:pt>
                <c:pt idx="433">
                  <c:v>4.5</c:v>
                </c:pt>
                <c:pt idx="434">
                  <c:v>4.5</c:v>
                </c:pt>
                <c:pt idx="435">
                  <c:v>4.5</c:v>
                </c:pt>
                <c:pt idx="436">
                  <c:v>4.5</c:v>
                </c:pt>
                <c:pt idx="437">
                  <c:v>4.5</c:v>
                </c:pt>
                <c:pt idx="438">
                  <c:v>4.25</c:v>
                </c:pt>
                <c:pt idx="439">
                  <c:v>4.25</c:v>
                </c:pt>
                <c:pt idx="440">
                  <c:v>4.25</c:v>
                </c:pt>
                <c:pt idx="441">
                  <c:v>4.25</c:v>
                </c:pt>
                <c:pt idx="442">
                  <c:v>4.25</c:v>
                </c:pt>
                <c:pt idx="443">
                  <c:v>4.25</c:v>
                </c:pt>
                <c:pt idx="444">
                  <c:v>4.25</c:v>
                </c:pt>
                <c:pt idx="445">
                  <c:v>4.25</c:v>
                </c:pt>
                <c:pt idx="446">
                  <c:v>4.25</c:v>
                </c:pt>
                <c:pt idx="447">
                  <c:v>4.25</c:v>
                </c:pt>
                <c:pt idx="448">
                  <c:v>4.25</c:v>
                </c:pt>
                <c:pt idx="449">
                  <c:v>4.25</c:v>
                </c:pt>
                <c:pt idx="450">
                  <c:v>4.25</c:v>
                </c:pt>
                <c:pt idx="451">
                  <c:v>4.25</c:v>
                </c:pt>
                <c:pt idx="452">
                  <c:v>4.25</c:v>
                </c:pt>
                <c:pt idx="453">
                  <c:v>4.25</c:v>
                </c:pt>
                <c:pt idx="454">
                  <c:v>4.25</c:v>
                </c:pt>
                <c:pt idx="455">
                  <c:v>4.25</c:v>
                </c:pt>
                <c:pt idx="456">
                  <c:v>4.25</c:v>
                </c:pt>
                <c:pt idx="457">
                  <c:v>4.25</c:v>
                </c:pt>
                <c:pt idx="458">
                  <c:v>4.25</c:v>
                </c:pt>
                <c:pt idx="459">
                  <c:v>4.25</c:v>
                </c:pt>
                <c:pt idx="460">
                  <c:v>4.25</c:v>
                </c:pt>
                <c:pt idx="461">
                  <c:v>4.25</c:v>
                </c:pt>
                <c:pt idx="462">
                  <c:v>4.25</c:v>
                </c:pt>
                <c:pt idx="463">
                  <c:v>4.25</c:v>
                </c:pt>
                <c:pt idx="464">
                  <c:v>4.25</c:v>
                </c:pt>
                <c:pt idx="465">
                  <c:v>4.25</c:v>
                </c:pt>
                <c:pt idx="466">
                  <c:v>4.25</c:v>
                </c:pt>
                <c:pt idx="467">
                  <c:v>4.25</c:v>
                </c:pt>
                <c:pt idx="468">
                  <c:v>4.25</c:v>
                </c:pt>
                <c:pt idx="469">
                  <c:v>4.25</c:v>
                </c:pt>
                <c:pt idx="470">
                  <c:v>4.25</c:v>
                </c:pt>
                <c:pt idx="471">
                  <c:v>4.25</c:v>
                </c:pt>
                <c:pt idx="472">
                  <c:v>4.25</c:v>
                </c:pt>
                <c:pt idx="473">
                  <c:v>4.25</c:v>
                </c:pt>
                <c:pt idx="474">
                  <c:v>4.25</c:v>
                </c:pt>
                <c:pt idx="475">
                  <c:v>4.25</c:v>
                </c:pt>
                <c:pt idx="476">
                  <c:v>4.25</c:v>
                </c:pt>
                <c:pt idx="477">
                  <c:v>4.25</c:v>
                </c:pt>
                <c:pt idx="478">
                  <c:v>4.25</c:v>
                </c:pt>
                <c:pt idx="479">
                  <c:v>4.25</c:v>
                </c:pt>
                <c:pt idx="480">
                  <c:v>4.25</c:v>
                </c:pt>
                <c:pt idx="481">
                  <c:v>4.25</c:v>
                </c:pt>
                <c:pt idx="482">
                  <c:v>4.25</c:v>
                </c:pt>
                <c:pt idx="483">
                  <c:v>4.25</c:v>
                </c:pt>
                <c:pt idx="484">
                  <c:v>4.25</c:v>
                </c:pt>
                <c:pt idx="485">
                  <c:v>4.25</c:v>
                </c:pt>
                <c:pt idx="486">
                  <c:v>4.25</c:v>
                </c:pt>
                <c:pt idx="487">
                  <c:v>4.25</c:v>
                </c:pt>
                <c:pt idx="488">
                  <c:v>4.25</c:v>
                </c:pt>
                <c:pt idx="489">
                  <c:v>4.25</c:v>
                </c:pt>
                <c:pt idx="490">
                  <c:v>4.25</c:v>
                </c:pt>
                <c:pt idx="491">
                  <c:v>4.25</c:v>
                </c:pt>
                <c:pt idx="492">
                  <c:v>4.25</c:v>
                </c:pt>
                <c:pt idx="493">
                  <c:v>4.25</c:v>
                </c:pt>
                <c:pt idx="494">
                  <c:v>4.25</c:v>
                </c:pt>
                <c:pt idx="495">
                  <c:v>4.25</c:v>
                </c:pt>
                <c:pt idx="496">
                  <c:v>4.25</c:v>
                </c:pt>
                <c:pt idx="497">
                  <c:v>4.25</c:v>
                </c:pt>
                <c:pt idx="498">
                  <c:v>4.25</c:v>
                </c:pt>
                <c:pt idx="499">
                  <c:v>4.25</c:v>
                </c:pt>
                <c:pt idx="500">
                  <c:v>4.25</c:v>
                </c:pt>
                <c:pt idx="501">
                  <c:v>4.25</c:v>
                </c:pt>
                <c:pt idx="502">
                  <c:v>4.25</c:v>
                </c:pt>
                <c:pt idx="503">
                  <c:v>4.25</c:v>
                </c:pt>
                <c:pt idx="504">
                  <c:v>4.25</c:v>
                </c:pt>
                <c:pt idx="505">
                  <c:v>4.25</c:v>
                </c:pt>
                <c:pt idx="506">
                  <c:v>4.25</c:v>
                </c:pt>
                <c:pt idx="507">
                  <c:v>4.25</c:v>
                </c:pt>
                <c:pt idx="508">
                  <c:v>4.25</c:v>
                </c:pt>
                <c:pt idx="509">
                  <c:v>4.25</c:v>
                </c:pt>
                <c:pt idx="510">
                  <c:v>4.25</c:v>
                </c:pt>
                <c:pt idx="511">
                  <c:v>4.25</c:v>
                </c:pt>
                <c:pt idx="512">
                  <c:v>4.25</c:v>
                </c:pt>
                <c:pt idx="513">
                  <c:v>4.25</c:v>
                </c:pt>
                <c:pt idx="514">
                  <c:v>4.25</c:v>
                </c:pt>
                <c:pt idx="515">
                  <c:v>4.25</c:v>
                </c:pt>
                <c:pt idx="516">
                  <c:v>4.25</c:v>
                </c:pt>
                <c:pt idx="517">
                  <c:v>4.25</c:v>
                </c:pt>
                <c:pt idx="518">
                  <c:v>4.25</c:v>
                </c:pt>
                <c:pt idx="519">
                  <c:v>4.25</c:v>
                </c:pt>
                <c:pt idx="520">
                  <c:v>4</c:v>
                </c:pt>
                <c:pt idx="521">
                  <c:v>4</c:v>
                </c:pt>
                <c:pt idx="522">
                  <c:v>4</c:v>
                </c:pt>
                <c:pt idx="523">
                  <c:v>4</c:v>
                </c:pt>
                <c:pt idx="524">
                  <c:v>4</c:v>
                </c:pt>
                <c:pt idx="525">
                  <c:v>4</c:v>
                </c:pt>
                <c:pt idx="526">
                  <c:v>4</c:v>
                </c:pt>
                <c:pt idx="527">
                  <c:v>4</c:v>
                </c:pt>
                <c:pt idx="528">
                  <c:v>4</c:v>
                </c:pt>
                <c:pt idx="529">
                  <c:v>4</c:v>
                </c:pt>
                <c:pt idx="530">
                  <c:v>4</c:v>
                </c:pt>
                <c:pt idx="531">
                  <c:v>4</c:v>
                </c:pt>
                <c:pt idx="532">
                  <c:v>4</c:v>
                </c:pt>
                <c:pt idx="533">
                  <c:v>4</c:v>
                </c:pt>
                <c:pt idx="534">
                  <c:v>4</c:v>
                </c:pt>
                <c:pt idx="535">
                  <c:v>4</c:v>
                </c:pt>
                <c:pt idx="536">
                  <c:v>4</c:v>
                </c:pt>
                <c:pt idx="537">
                  <c:v>4</c:v>
                </c:pt>
                <c:pt idx="538">
                  <c:v>4</c:v>
                </c:pt>
                <c:pt idx="539">
                  <c:v>4</c:v>
                </c:pt>
                <c:pt idx="540">
                  <c:v>3.75</c:v>
                </c:pt>
                <c:pt idx="541">
                  <c:v>3.75</c:v>
                </c:pt>
                <c:pt idx="542">
                  <c:v>3.75</c:v>
                </c:pt>
                <c:pt idx="543">
                  <c:v>3.75</c:v>
                </c:pt>
                <c:pt idx="544">
                  <c:v>3.75</c:v>
                </c:pt>
                <c:pt idx="545">
                  <c:v>3.75</c:v>
                </c:pt>
                <c:pt idx="546">
                  <c:v>3.75</c:v>
                </c:pt>
                <c:pt idx="547">
                  <c:v>3.75</c:v>
                </c:pt>
                <c:pt idx="548">
                  <c:v>3.75</c:v>
                </c:pt>
                <c:pt idx="549">
                  <c:v>3.75</c:v>
                </c:pt>
                <c:pt idx="550">
                  <c:v>3.75</c:v>
                </c:pt>
                <c:pt idx="551">
                  <c:v>3.75</c:v>
                </c:pt>
                <c:pt idx="552">
                  <c:v>3.75</c:v>
                </c:pt>
                <c:pt idx="553">
                  <c:v>3.75</c:v>
                </c:pt>
                <c:pt idx="554">
                  <c:v>3.75</c:v>
                </c:pt>
                <c:pt idx="555">
                  <c:v>3.75</c:v>
                </c:pt>
                <c:pt idx="556">
                  <c:v>3.75</c:v>
                </c:pt>
                <c:pt idx="557">
                  <c:v>3.75</c:v>
                </c:pt>
                <c:pt idx="558">
                  <c:v>3.75</c:v>
                </c:pt>
                <c:pt idx="559">
                  <c:v>3.75</c:v>
                </c:pt>
                <c:pt idx="560">
                  <c:v>3.75</c:v>
                </c:pt>
                <c:pt idx="561">
                  <c:v>3.75</c:v>
                </c:pt>
                <c:pt idx="562">
                  <c:v>3.75</c:v>
                </c:pt>
                <c:pt idx="563">
                  <c:v>3.75</c:v>
                </c:pt>
                <c:pt idx="564">
                  <c:v>3.75</c:v>
                </c:pt>
                <c:pt idx="565">
                  <c:v>3.75</c:v>
                </c:pt>
                <c:pt idx="566">
                  <c:v>3.75</c:v>
                </c:pt>
                <c:pt idx="567">
                  <c:v>3.75</c:v>
                </c:pt>
                <c:pt idx="568">
                  <c:v>3.75</c:v>
                </c:pt>
                <c:pt idx="569">
                  <c:v>3.75</c:v>
                </c:pt>
                <c:pt idx="570">
                  <c:v>3.75</c:v>
                </c:pt>
                <c:pt idx="571">
                  <c:v>3.75</c:v>
                </c:pt>
                <c:pt idx="572">
                  <c:v>3.75</c:v>
                </c:pt>
                <c:pt idx="573">
                  <c:v>3.75</c:v>
                </c:pt>
                <c:pt idx="574">
                  <c:v>3.75</c:v>
                </c:pt>
                <c:pt idx="575">
                  <c:v>3.75</c:v>
                </c:pt>
                <c:pt idx="576">
                  <c:v>3.75</c:v>
                </c:pt>
                <c:pt idx="577">
                  <c:v>3.75</c:v>
                </c:pt>
                <c:pt idx="578">
                  <c:v>3.75</c:v>
                </c:pt>
                <c:pt idx="579">
                  <c:v>3.75</c:v>
                </c:pt>
                <c:pt idx="580">
                  <c:v>3.75</c:v>
                </c:pt>
                <c:pt idx="581">
                  <c:v>3.75</c:v>
                </c:pt>
                <c:pt idx="582">
                  <c:v>3.75</c:v>
                </c:pt>
                <c:pt idx="583">
                  <c:v>3.75</c:v>
                </c:pt>
                <c:pt idx="584">
                  <c:v>3.75</c:v>
                </c:pt>
                <c:pt idx="585">
                  <c:v>3.75</c:v>
                </c:pt>
                <c:pt idx="586">
                  <c:v>3.75</c:v>
                </c:pt>
                <c:pt idx="587">
                  <c:v>3.75</c:v>
                </c:pt>
                <c:pt idx="588">
                  <c:v>3.75</c:v>
                </c:pt>
                <c:pt idx="589">
                  <c:v>3.75</c:v>
                </c:pt>
                <c:pt idx="590">
                  <c:v>3.75</c:v>
                </c:pt>
                <c:pt idx="591">
                  <c:v>3.75</c:v>
                </c:pt>
                <c:pt idx="592">
                  <c:v>3.75</c:v>
                </c:pt>
                <c:pt idx="593">
                  <c:v>3.75</c:v>
                </c:pt>
                <c:pt idx="594">
                  <c:v>3.75</c:v>
                </c:pt>
                <c:pt idx="595">
                  <c:v>3.75</c:v>
                </c:pt>
                <c:pt idx="596">
                  <c:v>3.75</c:v>
                </c:pt>
                <c:pt idx="597">
                  <c:v>3.75</c:v>
                </c:pt>
                <c:pt idx="598">
                  <c:v>3.5</c:v>
                </c:pt>
                <c:pt idx="599">
                  <c:v>3.5</c:v>
                </c:pt>
                <c:pt idx="600">
                  <c:v>3.5</c:v>
                </c:pt>
                <c:pt idx="601">
                  <c:v>3.5</c:v>
                </c:pt>
                <c:pt idx="602">
                  <c:v>3.5</c:v>
                </c:pt>
                <c:pt idx="603">
                  <c:v>3.5</c:v>
                </c:pt>
                <c:pt idx="604">
                  <c:v>3.5</c:v>
                </c:pt>
                <c:pt idx="605">
                  <c:v>3.5</c:v>
                </c:pt>
                <c:pt idx="606">
                  <c:v>3.5</c:v>
                </c:pt>
                <c:pt idx="607">
                  <c:v>3.5</c:v>
                </c:pt>
                <c:pt idx="608">
                  <c:v>3.5</c:v>
                </c:pt>
                <c:pt idx="609">
                  <c:v>3.5</c:v>
                </c:pt>
                <c:pt idx="610">
                  <c:v>3.5</c:v>
                </c:pt>
                <c:pt idx="611">
                  <c:v>3.5</c:v>
                </c:pt>
                <c:pt idx="612">
                  <c:v>3.5</c:v>
                </c:pt>
                <c:pt idx="613">
                  <c:v>3.5</c:v>
                </c:pt>
                <c:pt idx="614">
                  <c:v>3.5</c:v>
                </c:pt>
                <c:pt idx="615">
                  <c:v>3.5</c:v>
                </c:pt>
                <c:pt idx="616">
                  <c:v>3.5</c:v>
                </c:pt>
                <c:pt idx="617">
                  <c:v>3.5</c:v>
                </c:pt>
                <c:pt idx="618">
                  <c:v>3.25</c:v>
                </c:pt>
                <c:pt idx="619">
                  <c:v>3.25</c:v>
                </c:pt>
                <c:pt idx="620">
                  <c:v>3.25</c:v>
                </c:pt>
                <c:pt idx="621">
                  <c:v>3.25</c:v>
                </c:pt>
                <c:pt idx="622">
                  <c:v>3.25</c:v>
                </c:pt>
                <c:pt idx="623">
                  <c:v>3.25</c:v>
                </c:pt>
                <c:pt idx="624">
                  <c:v>3.25</c:v>
                </c:pt>
                <c:pt idx="625">
                  <c:v>3.25</c:v>
                </c:pt>
                <c:pt idx="626">
                  <c:v>3.25</c:v>
                </c:pt>
                <c:pt idx="627">
                  <c:v>3.25</c:v>
                </c:pt>
                <c:pt idx="628">
                  <c:v>3.25</c:v>
                </c:pt>
                <c:pt idx="629">
                  <c:v>3.25</c:v>
                </c:pt>
                <c:pt idx="630">
                  <c:v>3.25</c:v>
                </c:pt>
                <c:pt idx="631">
                  <c:v>3.25</c:v>
                </c:pt>
                <c:pt idx="632">
                  <c:v>3.25</c:v>
                </c:pt>
                <c:pt idx="633">
                  <c:v>3.25</c:v>
                </c:pt>
                <c:pt idx="634">
                  <c:v>3.25</c:v>
                </c:pt>
                <c:pt idx="635">
                  <c:v>3.25</c:v>
                </c:pt>
                <c:pt idx="636">
                  <c:v>3.25</c:v>
                </c:pt>
                <c:pt idx="637">
                  <c:v>3.25</c:v>
                </c:pt>
                <c:pt idx="638">
                  <c:v>3.25</c:v>
                </c:pt>
                <c:pt idx="639">
                  <c:v>3.25</c:v>
                </c:pt>
                <c:pt idx="640">
                  <c:v>3.25</c:v>
                </c:pt>
                <c:pt idx="641">
                  <c:v>3.25</c:v>
                </c:pt>
                <c:pt idx="642">
                  <c:v>3.25</c:v>
                </c:pt>
                <c:pt idx="643">
                  <c:v>3.25</c:v>
                </c:pt>
                <c:pt idx="644">
                  <c:v>3.25</c:v>
                </c:pt>
                <c:pt idx="645">
                  <c:v>3.25</c:v>
                </c:pt>
                <c:pt idx="646">
                  <c:v>3.25</c:v>
                </c:pt>
                <c:pt idx="647">
                  <c:v>3.25</c:v>
                </c:pt>
                <c:pt idx="648">
                  <c:v>3.25</c:v>
                </c:pt>
                <c:pt idx="649">
                  <c:v>3.25</c:v>
                </c:pt>
                <c:pt idx="650">
                  <c:v>3.25</c:v>
                </c:pt>
                <c:pt idx="651">
                  <c:v>3.25</c:v>
                </c:pt>
                <c:pt idx="652">
                  <c:v>3.25</c:v>
                </c:pt>
                <c:pt idx="653">
                  <c:v>3.25</c:v>
                </c:pt>
                <c:pt idx="654">
                  <c:v>3.25</c:v>
                </c:pt>
                <c:pt idx="655">
                  <c:v>3.25</c:v>
                </c:pt>
                <c:pt idx="656">
                  <c:v>3.25</c:v>
                </c:pt>
                <c:pt idx="657">
                  <c:v>3.25</c:v>
                </c:pt>
                <c:pt idx="658">
                  <c:v>3.25</c:v>
                </c:pt>
                <c:pt idx="659">
                  <c:v>3.25</c:v>
                </c:pt>
                <c:pt idx="660">
                  <c:v>3.25</c:v>
                </c:pt>
                <c:pt idx="661">
                  <c:v>3.25</c:v>
                </c:pt>
                <c:pt idx="662">
                  <c:v>3.25</c:v>
                </c:pt>
                <c:pt idx="663">
                  <c:v>3.25</c:v>
                </c:pt>
                <c:pt idx="664">
                  <c:v>3.25</c:v>
                </c:pt>
                <c:pt idx="665">
                  <c:v>3.25</c:v>
                </c:pt>
                <c:pt idx="666">
                  <c:v>3.25</c:v>
                </c:pt>
                <c:pt idx="667">
                  <c:v>3.25</c:v>
                </c:pt>
                <c:pt idx="668">
                  <c:v>3.25</c:v>
                </c:pt>
                <c:pt idx="669">
                  <c:v>3.25</c:v>
                </c:pt>
                <c:pt idx="670">
                  <c:v>3.25</c:v>
                </c:pt>
                <c:pt idx="671">
                  <c:v>3.25</c:v>
                </c:pt>
                <c:pt idx="672">
                  <c:v>3.25</c:v>
                </c:pt>
                <c:pt idx="673">
                  <c:v>3.25</c:v>
                </c:pt>
                <c:pt idx="674">
                  <c:v>3.25</c:v>
                </c:pt>
                <c:pt idx="675">
                  <c:v>3.25</c:v>
                </c:pt>
                <c:pt idx="676">
                  <c:v>3.25</c:v>
                </c:pt>
                <c:pt idx="677">
                  <c:v>3.25</c:v>
                </c:pt>
                <c:pt idx="678">
                  <c:v>3.25</c:v>
                </c:pt>
                <c:pt idx="679">
                  <c:v>3.25</c:v>
                </c:pt>
                <c:pt idx="680">
                  <c:v>3.25</c:v>
                </c:pt>
                <c:pt idx="681">
                  <c:v>3.25</c:v>
                </c:pt>
                <c:pt idx="682">
                  <c:v>3.25</c:v>
                </c:pt>
                <c:pt idx="683">
                  <c:v>3.25</c:v>
                </c:pt>
                <c:pt idx="684">
                  <c:v>3.25</c:v>
                </c:pt>
                <c:pt idx="685">
                  <c:v>3.25</c:v>
                </c:pt>
                <c:pt idx="686">
                  <c:v>3.25</c:v>
                </c:pt>
                <c:pt idx="687">
                  <c:v>3.25</c:v>
                </c:pt>
                <c:pt idx="688">
                  <c:v>3.25</c:v>
                </c:pt>
                <c:pt idx="689">
                  <c:v>3.25</c:v>
                </c:pt>
                <c:pt idx="690">
                  <c:v>3.25</c:v>
                </c:pt>
                <c:pt idx="691">
                  <c:v>3.25</c:v>
                </c:pt>
                <c:pt idx="692">
                  <c:v>3.25</c:v>
                </c:pt>
                <c:pt idx="693">
                  <c:v>3.25</c:v>
                </c:pt>
                <c:pt idx="694">
                  <c:v>3.25</c:v>
                </c:pt>
                <c:pt idx="695">
                  <c:v>3.25</c:v>
                </c:pt>
                <c:pt idx="696">
                  <c:v>3.25</c:v>
                </c:pt>
                <c:pt idx="697">
                  <c:v>3.25</c:v>
                </c:pt>
                <c:pt idx="698">
                  <c:v>3.25</c:v>
                </c:pt>
                <c:pt idx="699">
                  <c:v>3.25</c:v>
                </c:pt>
                <c:pt idx="700">
                  <c:v>3.25</c:v>
                </c:pt>
                <c:pt idx="701">
                  <c:v>3</c:v>
                </c:pt>
                <c:pt idx="702">
                  <c:v>3</c:v>
                </c:pt>
                <c:pt idx="703">
                  <c:v>3</c:v>
                </c:pt>
                <c:pt idx="704">
                  <c:v>3</c:v>
                </c:pt>
                <c:pt idx="705">
                  <c:v>3</c:v>
                </c:pt>
                <c:pt idx="706">
                  <c:v>3</c:v>
                </c:pt>
                <c:pt idx="707">
                  <c:v>3</c:v>
                </c:pt>
                <c:pt idx="708">
                  <c:v>3</c:v>
                </c:pt>
                <c:pt idx="709">
                  <c:v>3</c:v>
                </c:pt>
                <c:pt idx="710">
                  <c:v>3</c:v>
                </c:pt>
                <c:pt idx="711">
                  <c:v>3</c:v>
                </c:pt>
                <c:pt idx="712">
                  <c:v>3</c:v>
                </c:pt>
                <c:pt idx="713">
                  <c:v>3</c:v>
                </c:pt>
                <c:pt idx="714">
                  <c:v>3</c:v>
                </c:pt>
                <c:pt idx="715">
                  <c:v>3</c:v>
                </c:pt>
                <c:pt idx="716">
                  <c:v>3</c:v>
                </c:pt>
                <c:pt idx="717">
                  <c:v>3</c:v>
                </c:pt>
                <c:pt idx="718">
                  <c:v>3</c:v>
                </c:pt>
                <c:pt idx="719">
                  <c:v>3</c:v>
                </c:pt>
                <c:pt idx="720">
                  <c:v>3</c:v>
                </c:pt>
                <c:pt idx="721">
                  <c:v>3</c:v>
                </c:pt>
                <c:pt idx="722">
                  <c:v>3</c:v>
                </c:pt>
                <c:pt idx="723">
                  <c:v>3</c:v>
                </c:pt>
                <c:pt idx="724">
                  <c:v>3</c:v>
                </c:pt>
                <c:pt idx="725">
                  <c:v>3</c:v>
                </c:pt>
                <c:pt idx="726">
                  <c:v>3</c:v>
                </c:pt>
                <c:pt idx="727">
                  <c:v>3</c:v>
                </c:pt>
                <c:pt idx="728">
                  <c:v>3</c:v>
                </c:pt>
                <c:pt idx="729">
                  <c:v>3</c:v>
                </c:pt>
                <c:pt idx="730">
                  <c:v>3</c:v>
                </c:pt>
                <c:pt idx="731">
                  <c:v>3</c:v>
                </c:pt>
                <c:pt idx="732">
                  <c:v>3</c:v>
                </c:pt>
                <c:pt idx="733">
                  <c:v>3</c:v>
                </c:pt>
                <c:pt idx="734">
                  <c:v>3</c:v>
                </c:pt>
                <c:pt idx="735">
                  <c:v>3</c:v>
                </c:pt>
                <c:pt idx="736">
                  <c:v>3</c:v>
                </c:pt>
                <c:pt idx="737">
                  <c:v>3</c:v>
                </c:pt>
                <c:pt idx="738">
                  <c:v>3</c:v>
                </c:pt>
                <c:pt idx="739">
                  <c:v>3</c:v>
                </c:pt>
                <c:pt idx="740">
                  <c:v>3</c:v>
                </c:pt>
                <c:pt idx="741">
                  <c:v>3</c:v>
                </c:pt>
                <c:pt idx="742">
                  <c:v>3</c:v>
                </c:pt>
                <c:pt idx="743">
                  <c:v>3</c:v>
                </c:pt>
                <c:pt idx="744">
                  <c:v>3</c:v>
                </c:pt>
                <c:pt idx="745">
                  <c:v>3</c:v>
                </c:pt>
                <c:pt idx="746">
                  <c:v>3</c:v>
                </c:pt>
                <c:pt idx="747">
                  <c:v>3</c:v>
                </c:pt>
                <c:pt idx="748">
                  <c:v>3</c:v>
                </c:pt>
                <c:pt idx="749">
                  <c:v>3</c:v>
                </c:pt>
                <c:pt idx="750">
                  <c:v>3</c:v>
                </c:pt>
                <c:pt idx="751">
                  <c:v>3</c:v>
                </c:pt>
                <c:pt idx="752">
                  <c:v>3</c:v>
                </c:pt>
                <c:pt idx="753">
                  <c:v>3</c:v>
                </c:pt>
                <c:pt idx="754">
                  <c:v>3</c:v>
                </c:pt>
                <c:pt idx="755">
                  <c:v>3</c:v>
                </c:pt>
                <c:pt idx="756">
                  <c:v>3</c:v>
                </c:pt>
                <c:pt idx="757">
                  <c:v>3</c:v>
                </c:pt>
                <c:pt idx="758">
                  <c:v>3</c:v>
                </c:pt>
                <c:pt idx="759">
                  <c:v>3</c:v>
                </c:pt>
                <c:pt idx="760">
                  <c:v>2.75</c:v>
                </c:pt>
                <c:pt idx="761">
                  <c:v>2.75</c:v>
                </c:pt>
                <c:pt idx="762">
                  <c:v>2.75</c:v>
                </c:pt>
                <c:pt idx="763">
                  <c:v>2.75</c:v>
                </c:pt>
                <c:pt idx="764">
                  <c:v>2.75</c:v>
                </c:pt>
                <c:pt idx="765">
                  <c:v>2.75</c:v>
                </c:pt>
                <c:pt idx="766">
                  <c:v>2.75</c:v>
                </c:pt>
                <c:pt idx="767">
                  <c:v>2.75</c:v>
                </c:pt>
                <c:pt idx="768">
                  <c:v>2.75</c:v>
                </c:pt>
                <c:pt idx="769">
                  <c:v>2.75</c:v>
                </c:pt>
                <c:pt idx="770">
                  <c:v>2.75</c:v>
                </c:pt>
                <c:pt idx="771">
                  <c:v>2.75</c:v>
                </c:pt>
                <c:pt idx="772">
                  <c:v>2.75</c:v>
                </c:pt>
                <c:pt idx="773">
                  <c:v>2.75</c:v>
                </c:pt>
                <c:pt idx="774">
                  <c:v>2.75</c:v>
                </c:pt>
                <c:pt idx="775">
                  <c:v>2.75</c:v>
                </c:pt>
                <c:pt idx="776">
                  <c:v>2.75</c:v>
                </c:pt>
                <c:pt idx="777">
                  <c:v>2.75</c:v>
                </c:pt>
                <c:pt idx="778">
                  <c:v>2.75</c:v>
                </c:pt>
                <c:pt idx="779">
                  <c:v>2.75</c:v>
                </c:pt>
                <c:pt idx="780">
                  <c:v>2.75</c:v>
                </c:pt>
                <c:pt idx="781">
                  <c:v>2.75</c:v>
                </c:pt>
                <c:pt idx="782">
                  <c:v>2.75</c:v>
                </c:pt>
                <c:pt idx="783">
                  <c:v>2.75</c:v>
                </c:pt>
                <c:pt idx="784">
                  <c:v>2.75</c:v>
                </c:pt>
                <c:pt idx="785">
                  <c:v>2.75</c:v>
                </c:pt>
                <c:pt idx="786">
                  <c:v>2.75</c:v>
                </c:pt>
                <c:pt idx="787">
                  <c:v>2.75</c:v>
                </c:pt>
                <c:pt idx="788">
                  <c:v>2.75</c:v>
                </c:pt>
                <c:pt idx="789">
                  <c:v>2.75</c:v>
                </c:pt>
                <c:pt idx="790">
                  <c:v>2.75</c:v>
                </c:pt>
                <c:pt idx="791">
                  <c:v>2.75</c:v>
                </c:pt>
                <c:pt idx="792">
                  <c:v>2.75</c:v>
                </c:pt>
                <c:pt idx="793">
                  <c:v>2.75</c:v>
                </c:pt>
                <c:pt idx="794">
                  <c:v>2.75</c:v>
                </c:pt>
                <c:pt idx="795">
                  <c:v>2.75</c:v>
                </c:pt>
                <c:pt idx="796">
                  <c:v>2.75</c:v>
                </c:pt>
                <c:pt idx="797">
                  <c:v>2.75</c:v>
                </c:pt>
                <c:pt idx="798">
                  <c:v>2.75</c:v>
                </c:pt>
                <c:pt idx="799">
                  <c:v>2.75</c:v>
                </c:pt>
                <c:pt idx="800">
                  <c:v>2.75</c:v>
                </c:pt>
                <c:pt idx="801">
                  <c:v>2.75</c:v>
                </c:pt>
                <c:pt idx="802">
                  <c:v>2.75</c:v>
                </c:pt>
                <c:pt idx="803">
                  <c:v>2.75</c:v>
                </c:pt>
                <c:pt idx="804">
                  <c:v>2.75</c:v>
                </c:pt>
                <c:pt idx="805">
                  <c:v>2.75</c:v>
                </c:pt>
                <c:pt idx="806">
                  <c:v>2.75</c:v>
                </c:pt>
                <c:pt idx="807">
                  <c:v>2.75</c:v>
                </c:pt>
                <c:pt idx="808">
                  <c:v>2.75</c:v>
                </c:pt>
                <c:pt idx="809">
                  <c:v>2.75</c:v>
                </c:pt>
                <c:pt idx="810">
                  <c:v>2.75</c:v>
                </c:pt>
                <c:pt idx="811">
                  <c:v>2.75</c:v>
                </c:pt>
                <c:pt idx="812">
                  <c:v>2.75</c:v>
                </c:pt>
                <c:pt idx="813">
                  <c:v>2.75</c:v>
                </c:pt>
                <c:pt idx="814">
                  <c:v>2.75</c:v>
                </c:pt>
                <c:pt idx="815">
                  <c:v>2.75</c:v>
                </c:pt>
                <c:pt idx="816">
                  <c:v>2.75</c:v>
                </c:pt>
                <c:pt idx="817">
                  <c:v>2.75</c:v>
                </c:pt>
                <c:pt idx="818">
                  <c:v>2.75</c:v>
                </c:pt>
                <c:pt idx="819">
                  <c:v>2.75</c:v>
                </c:pt>
                <c:pt idx="820">
                  <c:v>2.75</c:v>
                </c:pt>
                <c:pt idx="821">
                  <c:v>2.75</c:v>
                </c:pt>
                <c:pt idx="822">
                  <c:v>2.75</c:v>
                </c:pt>
                <c:pt idx="823">
                  <c:v>2.75</c:v>
                </c:pt>
                <c:pt idx="824">
                  <c:v>2.75</c:v>
                </c:pt>
                <c:pt idx="825">
                  <c:v>2.75</c:v>
                </c:pt>
                <c:pt idx="826">
                  <c:v>2.75</c:v>
                </c:pt>
                <c:pt idx="827">
                  <c:v>2.75</c:v>
                </c:pt>
                <c:pt idx="828">
                  <c:v>2.75</c:v>
                </c:pt>
                <c:pt idx="829">
                  <c:v>2.75</c:v>
                </c:pt>
                <c:pt idx="830">
                  <c:v>2.75</c:v>
                </c:pt>
                <c:pt idx="831">
                  <c:v>2.75</c:v>
                </c:pt>
                <c:pt idx="832">
                  <c:v>2.75</c:v>
                </c:pt>
                <c:pt idx="833">
                  <c:v>2.75</c:v>
                </c:pt>
                <c:pt idx="834">
                  <c:v>2.75</c:v>
                </c:pt>
                <c:pt idx="835">
                  <c:v>2.75</c:v>
                </c:pt>
                <c:pt idx="836">
                  <c:v>2.75</c:v>
                </c:pt>
                <c:pt idx="837">
                  <c:v>2.75</c:v>
                </c:pt>
                <c:pt idx="838">
                  <c:v>2.75</c:v>
                </c:pt>
                <c:pt idx="839">
                  <c:v>2.75</c:v>
                </c:pt>
                <c:pt idx="840">
                  <c:v>2.75</c:v>
                </c:pt>
                <c:pt idx="841">
                  <c:v>2.75</c:v>
                </c:pt>
                <c:pt idx="842">
                  <c:v>2.75</c:v>
                </c:pt>
                <c:pt idx="843">
                  <c:v>2.75</c:v>
                </c:pt>
                <c:pt idx="844">
                  <c:v>2.75</c:v>
                </c:pt>
                <c:pt idx="845">
                  <c:v>2.75</c:v>
                </c:pt>
                <c:pt idx="846">
                  <c:v>2.75</c:v>
                </c:pt>
                <c:pt idx="847">
                  <c:v>2.75</c:v>
                </c:pt>
                <c:pt idx="848">
                  <c:v>2.75</c:v>
                </c:pt>
                <c:pt idx="849">
                  <c:v>2.75</c:v>
                </c:pt>
                <c:pt idx="850">
                  <c:v>2.75</c:v>
                </c:pt>
                <c:pt idx="851">
                  <c:v>2.75</c:v>
                </c:pt>
                <c:pt idx="852">
                  <c:v>2.75</c:v>
                </c:pt>
                <c:pt idx="853">
                  <c:v>2.75</c:v>
                </c:pt>
                <c:pt idx="854">
                  <c:v>2.75</c:v>
                </c:pt>
                <c:pt idx="855">
                  <c:v>2.75</c:v>
                </c:pt>
                <c:pt idx="856">
                  <c:v>2.75</c:v>
                </c:pt>
                <c:pt idx="857">
                  <c:v>2.75</c:v>
                </c:pt>
                <c:pt idx="858">
                  <c:v>2.75</c:v>
                </c:pt>
                <c:pt idx="859">
                  <c:v>2.75</c:v>
                </c:pt>
                <c:pt idx="860">
                  <c:v>2.75</c:v>
                </c:pt>
                <c:pt idx="861">
                  <c:v>2.75</c:v>
                </c:pt>
                <c:pt idx="862">
                  <c:v>2.75</c:v>
                </c:pt>
                <c:pt idx="863">
                  <c:v>2.75</c:v>
                </c:pt>
                <c:pt idx="864">
                  <c:v>2.75</c:v>
                </c:pt>
                <c:pt idx="865">
                  <c:v>2.75</c:v>
                </c:pt>
                <c:pt idx="866">
                  <c:v>2.75</c:v>
                </c:pt>
                <c:pt idx="867">
                  <c:v>2.75</c:v>
                </c:pt>
                <c:pt idx="868">
                  <c:v>2.75</c:v>
                </c:pt>
                <c:pt idx="869">
                  <c:v>2.75</c:v>
                </c:pt>
                <c:pt idx="870">
                  <c:v>2.75</c:v>
                </c:pt>
                <c:pt idx="871">
                  <c:v>2.75</c:v>
                </c:pt>
                <c:pt idx="872">
                  <c:v>2.75</c:v>
                </c:pt>
                <c:pt idx="873">
                  <c:v>2.75</c:v>
                </c:pt>
                <c:pt idx="874">
                  <c:v>2.75</c:v>
                </c:pt>
                <c:pt idx="875">
                  <c:v>2.75</c:v>
                </c:pt>
                <c:pt idx="876">
                  <c:v>2.75</c:v>
                </c:pt>
                <c:pt idx="877">
                  <c:v>2.75</c:v>
                </c:pt>
                <c:pt idx="878">
                  <c:v>2.75</c:v>
                </c:pt>
                <c:pt idx="879">
                  <c:v>2.75</c:v>
                </c:pt>
                <c:pt idx="880">
                  <c:v>2.75</c:v>
                </c:pt>
                <c:pt idx="881">
                  <c:v>2.75</c:v>
                </c:pt>
                <c:pt idx="882">
                  <c:v>2.75</c:v>
                </c:pt>
                <c:pt idx="883">
                  <c:v>2.75</c:v>
                </c:pt>
                <c:pt idx="884">
                  <c:v>2.75</c:v>
                </c:pt>
                <c:pt idx="885">
                  <c:v>2.75</c:v>
                </c:pt>
                <c:pt idx="886">
                  <c:v>2.75</c:v>
                </c:pt>
                <c:pt idx="887">
                  <c:v>2.75</c:v>
                </c:pt>
                <c:pt idx="888">
                  <c:v>2.75</c:v>
                </c:pt>
                <c:pt idx="889">
                  <c:v>2.75</c:v>
                </c:pt>
                <c:pt idx="890">
                  <c:v>2.75</c:v>
                </c:pt>
                <c:pt idx="891">
                  <c:v>2.75</c:v>
                </c:pt>
                <c:pt idx="892">
                  <c:v>2.75</c:v>
                </c:pt>
                <c:pt idx="893">
                  <c:v>2.75</c:v>
                </c:pt>
                <c:pt idx="894">
                  <c:v>2.75</c:v>
                </c:pt>
                <c:pt idx="895">
                  <c:v>2.75</c:v>
                </c:pt>
                <c:pt idx="896">
                  <c:v>2.75</c:v>
                </c:pt>
                <c:pt idx="897">
                  <c:v>2.75</c:v>
                </c:pt>
                <c:pt idx="898">
                  <c:v>2.75</c:v>
                </c:pt>
                <c:pt idx="899">
                  <c:v>2.75</c:v>
                </c:pt>
                <c:pt idx="900">
                  <c:v>2.75</c:v>
                </c:pt>
                <c:pt idx="901">
                  <c:v>2.75</c:v>
                </c:pt>
                <c:pt idx="902">
                  <c:v>2.75</c:v>
                </c:pt>
                <c:pt idx="903">
                  <c:v>2.75</c:v>
                </c:pt>
                <c:pt idx="904">
                  <c:v>2.75</c:v>
                </c:pt>
                <c:pt idx="905">
                  <c:v>2.75</c:v>
                </c:pt>
                <c:pt idx="906">
                  <c:v>2.75</c:v>
                </c:pt>
                <c:pt idx="907">
                  <c:v>2.75</c:v>
                </c:pt>
                <c:pt idx="908">
                  <c:v>2.75</c:v>
                </c:pt>
                <c:pt idx="909">
                  <c:v>2.75</c:v>
                </c:pt>
                <c:pt idx="910">
                  <c:v>2.75</c:v>
                </c:pt>
                <c:pt idx="911">
                  <c:v>2.75</c:v>
                </c:pt>
                <c:pt idx="912">
                  <c:v>2.75</c:v>
                </c:pt>
                <c:pt idx="913">
                  <c:v>2.75</c:v>
                </c:pt>
                <c:pt idx="914">
                  <c:v>2.75</c:v>
                </c:pt>
                <c:pt idx="915">
                  <c:v>2.75</c:v>
                </c:pt>
                <c:pt idx="916">
                  <c:v>2.75</c:v>
                </c:pt>
                <c:pt idx="917">
                  <c:v>2.75</c:v>
                </c:pt>
                <c:pt idx="918">
                  <c:v>2.75</c:v>
                </c:pt>
                <c:pt idx="919">
                  <c:v>2.75</c:v>
                </c:pt>
                <c:pt idx="920">
                  <c:v>2.75</c:v>
                </c:pt>
                <c:pt idx="921">
                  <c:v>2.75</c:v>
                </c:pt>
                <c:pt idx="922">
                  <c:v>2.75</c:v>
                </c:pt>
                <c:pt idx="923">
                  <c:v>2.75</c:v>
                </c:pt>
                <c:pt idx="924">
                  <c:v>2.75</c:v>
                </c:pt>
                <c:pt idx="925">
                  <c:v>2.75</c:v>
                </c:pt>
                <c:pt idx="926">
                  <c:v>2.75</c:v>
                </c:pt>
                <c:pt idx="927">
                  <c:v>2.75</c:v>
                </c:pt>
                <c:pt idx="928">
                  <c:v>2.75</c:v>
                </c:pt>
                <c:pt idx="929">
                  <c:v>2.75</c:v>
                </c:pt>
                <c:pt idx="930">
                  <c:v>2.75</c:v>
                </c:pt>
                <c:pt idx="931">
                  <c:v>2.75</c:v>
                </c:pt>
                <c:pt idx="932">
                  <c:v>2.75</c:v>
                </c:pt>
                <c:pt idx="933">
                  <c:v>2.75</c:v>
                </c:pt>
                <c:pt idx="934">
                  <c:v>2.75</c:v>
                </c:pt>
                <c:pt idx="935">
                  <c:v>2.75</c:v>
                </c:pt>
                <c:pt idx="936">
                  <c:v>2.75</c:v>
                </c:pt>
                <c:pt idx="937">
                  <c:v>2.75</c:v>
                </c:pt>
                <c:pt idx="938">
                  <c:v>2.75</c:v>
                </c:pt>
                <c:pt idx="939">
                  <c:v>2.75</c:v>
                </c:pt>
                <c:pt idx="940">
                  <c:v>2.75</c:v>
                </c:pt>
                <c:pt idx="941">
                  <c:v>2.75</c:v>
                </c:pt>
                <c:pt idx="942">
                  <c:v>2.75</c:v>
                </c:pt>
                <c:pt idx="943">
                  <c:v>2.75</c:v>
                </c:pt>
                <c:pt idx="944">
                  <c:v>2.75</c:v>
                </c:pt>
                <c:pt idx="945">
                  <c:v>2.75</c:v>
                </c:pt>
                <c:pt idx="946">
                  <c:v>2.75</c:v>
                </c:pt>
                <c:pt idx="947">
                  <c:v>2.75</c:v>
                </c:pt>
                <c:pt idx="948">
                  <c:v>2.75</c:v>
                </c:pt>
                <c:pt idx="949">
                  <c:v>2.75</c:v>
                </c:pt>
                <c:pt idx="950">
                  <c:v>2.75</c:v>
                </c:pt>
                <c:pt idx="951">
                  <c:v>2.75</c:v>
                </c:pt>
                <c:pt idx="952">
                  <c:v>2.75</c:v>
                </c:pt>
                <c:pt idx="953">
                  <c:v>2.75</c:v>
                </c:pt>
                <c:pt idx="954">
                  <c:v>2.75</c:v>
                </c:pt>
                <c:pt idx="955">
                  <c:v>2.75</c:v>
                </c:pt>
                <c:pt idx="956">
                  <c:v>2.75</c:v>
                </c:pt>
                <c:pt idx="957">
                  <c:v>2.75</c:v>
                </c:pt>
                <c:pt idx="958">
                  <c:v>2.75</c:v>
                </c:pt>
                <c:pt idx="959">
                  <c:v>2.75</c:v>
                </c:pt>
                <c:pt idx="960">
                  <c:v>2.75</c:v>
                </c:pt>
                <c:pt idx="961">
                  <c:v>2.75</c:v>
                </c:pt>
                <c:pt idx="962">
                  <c:v>2.75</c:v>
                </c:pt>
                <c:pt idx="963">
                  <c:v>2.75</c:v>
                </c:pt>
                <c:pt idx="964">
                  <c:v>2.75</c:v>
                </c:pt>
                <c:pt idx="965">
                  <c:v>2.75</c:v>
                </c:pt>
                <c:pt idx="966">
                  <c:v>2.75</c:v>
                </c:pt>
                <c:pt idx="967">
                  <c:v>2.75</c:v>
                </c:pt>
                <c:pt idx="968">
                  <c:v>2.75</c:v>
                </c:pt>
                <c:pt idx="969">
                  <c:v>2.75</c:v>
                </c:pt>
                <c:pt idx="970">
                  <c:v>2.75</c:v>
                </c:pt>
                <c:pt idx="971">
                  <c:v>2.75</c:v>
                </c:pt>
                <c:pt idx="972">
                  <c:v>2.75</c:v>
                </c:pt>
                <c:pt idx="973">
                  <c:v>2.75</c:v>
                </c:pt>
                <c:pt idx="974">
                  <c:v>2.75</c:v>
                </c:pt>
                <c:pt idx="975">
                  <c:v>2.75</c:v>
                </c:pt>
                <c:pt idx="976">
                  <c:v>2.75</c:v>
                </c:pt>
                <c:pt idx="977">
                  <c:v>2.75</c:v>
                </c:pt>
                <c:pt idx="978">
                  <c:v>2.75</c:v>
                </c:pt>
                <c:pt idx="979">
                  <c:v>2.75</c:v>
                </c:pt>
                <c:pt idx="980">
                  <c:v>2.75</c:v>
                </c:pt>
                <c:pt idx="981">
                  <c:v>2.75</c:v>
                </c:pt>
                <c:pt idx="982">
                  <c:v>2.75</c:v>
                </c:pt>
                <c:pt idx="983">
                  <c:v>2.75</c:v>
                </c:pt>
                <c:pt idx="984">
                  <c:v>2.75</c:v>
                </c:pt>
                <c:pt idx="985">
                  <c:v>2.75</c:v>
                </c:pt>
                <c:pt idx="986">
                  <c:v>2.75</c:v>
                </c:pt>
                <c:pt idx="987">
                  <c:v>2.75</c:v>
                </c:pt>
                <c:pt idx="988">
                  <c:v>2.75</c:v>
                </c:pt>
                <c:pt idx="989">
                  <c:v>2.75</c:v>
                </c:pt>
                <c:pt idx="990">
                  <c:v>2.75</c:v>
                </c:pt>
                <c:pt idx="991">
                  <c:v>2.75</c:v>
                </c:pt>
                <c:pt idx="992">
                  <c:v>2.75</c:v>
                </c:pt>
                <c:pt idx="993">
                  <c:v>2.75</c:v>
                </c:pt>
                <c:pt idx="994">
                  <c:v>2.75</c:v>
                </c:pt>
                <c:pt idx="995">
                  <c:v>2.75</c:v>
                </c:pt>
                <c:pt idx="996">
                  <c:v>2.75</c:v>
                </c:pt>
                <c:pt idx="997">
                  <c:v>2.75</c:v>
                </c:pt>
                <c:pt idx="998">
                  <c:v>2.75</c:v>
                </c:pt>
                <c:pt idx="999">
                  <c:v>2.75</c:v>
                </c:pt>
                <c:pt idx="1000">
                  <c:v>2.75</c:v>
                </c:pt>
                <c:pt idx="1001">
                  <c:v>2.75</c:v>
                </c:pt>
                <c:pt idx="1002">
                  <c:v>2.75</c:v>
                </c:pt>
                <c:pt idx="1003">
                  <c:v>2.75</c:v>
                </c:pt>
                <c:pt idx="1004">
                  <c:v>2.75</c:v>
                </c:pt>
                <c:pt idx="1005">
                  <c:v>2.75</c:v>
                </c:pt>
                <c:pt idx="1006">
                  <c:v>2.75</c:v>
                </c:pt>
                <c:pt idx="1007">
                  <c:v>2.75</c:v>
                </c:pt>
                <c:pt idx="1008">
                  <c:v>2.75</c:v>
                </c:pt>
                <c:pt idx="1009">
                  <c:v>2.75</c:v>
                </c:pt>
                <c:pt idx="1010">
                  <c:v>2.75</c:v>
                </c:pt>
                <c:pt idx="1011">
                  <c:v>2.75</c:v>
                </c:pt>
                <c:pt idx="1012">
                  <c:v>2.75</c:v>
                </c:pt>
                <c:pt idx="1013">
                  <c:v>2.75</c:v>
                </c:pt>
                <c:pt idx="1014">
                  <c:v>2.75</c:v>
                </c:pt>
                <c:pt idx="1015">
                  <c:v>2.75</c:v>
                </c:pt>
                <c:pt idx="1016">
                  <c:v>2.75</c:v>
                </c:pt>
                <c:pt idx="1017">
                  <c:v>2.75</c:v>
                </c:pt>
                <c:pt idx="1018">
                  <c:v>2.75</c:v>
                </c:pt>
                <c:pt idx="1019">
                  <c:v>2.75</c:v>
                </c:pt>
                <c:pt idx="1020">
                  <c:v>2.75</c:v>
                </c:pt>
                <c:pt idx="1021">
                  <c:v>2.75</c:v>
                </c:pt>
                <c:pt idx="1022">
                  <c:v>2.75</c:v>
                </c:pt>
                <c:pt idx="1023">
                  <c:v>2.75</c:v>
                </c:pt>
                <c:pt idx="1024">
                  <c:v>2.75</c:v>
                </c:pt>
                <c:pt idx="1025">
                  <c:v>2.75</c:v>
                </c:pt>
                <c:pt idx="1026">
                  <c:v>2.75</c:v>
                </c:pt>
                <c:pt idx="1027">
                  <c:v>2.75</c:v>
                </c:pt>
                <c:pt idx="1028">
                  <c:v>2.75</c:v>
                </c:pt>
                <c:pt idx="1029">
                  <c:v>2.75</c:v>
                </c:pt>
                <c:pt idx="1030">
                  <c:v>2.75</c:v>
                </c:pt>
                <c:pt idx="1031">
                  <c:v>2.75</c:v>
                </c:pt>
                <c:pt idx="1032">
                  <c:v>2.75</c:v>
                </c:pt>
                <c:pt idx="1033">
                  <c:v>2.75</c:v>
                </c:pt>
                <c:pt idx="1034">
                  <c:v>2.75</c:v>
                </c:pt>
                <c:pt idx="1035">
                  <c:v>2.75</c:v>
                </c:pt>
                <c:pt idx="1036">
                  <c:v>2.75</c:v>
                </c:pt>
                <c:pt idx="1037">
                  <c:v>2.75</c:v>
                </c:pt>
                <c:pt idx="1038">
                  <c:v>2.75</c:v>
                </c:pt>
                <c:pt idx="1039">
                  <c:v>2.75</c:v>
                </c:pt>
                <c:pt idx="1040">
                  <c:v>2.75</c:v>
                </c:pt>
                <c:pt idx="1041">
                  <c:v>2.75</c:v>
                </c:pt>
                <c:pt idx="1042">
                  <c:v>2.75</c:v>
                </c:pt>
                <c:pt idx="1043">
                  <c:v>2.75</c:v>
                </c:pt>
                <c:pt idx="1044">
                  <c:v>2.75</c:v>
                </c:pt>
                <c:pt idx="1045">
                  <c:v>2.75</c:v>
                </c:pt>
                <c:pt idx="1046">
                  <c:v>2.75</c:v>
                </c:pt>
                <c:pt idx="1047">
                  <c:v>2.75</c:v>
                </c:pt>
                <c:pt idx="1048">
                  <c:v>2.75</c:v>
                </c:pt>
                <c:pt idx="1049">
                  <c:v>2.75</c:v>
                </c:pt>
                <c:pt idx="1050">
                  <c:v>2.75</c:v>
                </c:pt>
                <c:pt idx="1051">
                  <c:v>2.75</c:v>
                </c:pt>
                <c:pt idx="1052">
                  <c:v>2.75</c:v>
                </c:pt>
                <c:pt idx="1053">
                  <c:v>2.75</c:v>
                </c:pt>
                <c:pt idx="1054">
                  <c:v>2.75</c:v>
                </c:pt>
                <c:pt idx="1055">
                  <c:v>2.75</c:v>
                </c:pt>
                <c:pt idx="1056">
                  <c:v>2.75</c:v>
                </c:pt>
                <c:pt idx="1057">
                  <c:v>2.75</c:v>
                </c:pt>
                <c:pt idx="1058">
                  <c:v>2.75</c:v>
                </c:pt>
                <c:pt idx="1059">
                  <c:v>2.75</c:v>
                </c:pt>
                <c:pt idx="1060">
                  <c:v>2.75</c:v>
                </c:pt>
                <c:pt idx="1061">
                  <c:v>2.75</c:v>
                </c:pt>
                <c:pt idx="1062">
                  <c:v>2.75</c:v>
                </c:pt>
                <c:pt idx="1063">
                  <c:v>2.75</c:v>
                </c:pt>
                <c:pt idx="1064">
                  <c:v>2.75</c:v>
                </c:pt>
                <c:pt idx="1065">
                  <c:v>2.75</c:v>
                </c:pt>
                <c:pt idx="1066">
                  <c:v>2.75</c:v>
                </c:pt>
                <c:pt idx="1067">
                  <c:v>2.75</c:v>
                </c:pt>
                <c:pt idx="1068">
                  <c:v>2.75</c:v>
                </c:pt>
                <c:pt idx="1069">
                  <c:v>2.75</c:v>
                </c:pt>
                <c:pt idx="1070">
                  <c:v>2.75</c:v>
                </c:pt>
                <c:pt idx="1071">
                  <c:v>2.75</c:v>
                </c:pt>
                <c:pt idx="1072">
                  <c:v>2.75</c:v>
                </c:pt>
                <c:pt idx="1073">
                  <c:v>2.75</c:v>
                </c:pt>
                <c:pt idx="1074">
                  <c:v>2.75</c:v>
                </c:pt>
                <c:pt idx="1075">
                  <c:v>2.75</c:v>
                </c:pt>
                <c:pt idx="1076">
                  <c:v>2.75</c:v>
                </c:pt>
                <c:pt idx="1077">
                  <c:v>2.75</c:v>
                </c:pt>
                <c:pt idx="1078">
                  <c:v>2.75</c:v>
                </c:pt>
                <c:pt idx="1079">
                  <c:v>2.75</c:v>
                </c:pt>
                <c:pt idx="1080">
                  <c:v>2.75</c:v>
                </c:pt>
                <c:pt idx="1081">
                  <c:v>2.75</c:v>
                </c:pt>
                <c:pt idx="1082">
                  <c:v>2.75</c:v>
                </c:pt>
                <c:pt idx="1083">
                  <c:v>2.75</c:v>
                </c:pt>
                <c:pt idx="1084">
                  <c:v>2.75</c:v>
                </c:pt>
                <c:pt idx="1085">
                  <c:v>2.75</c:v>
                </c:pt>
                <c:pt idx="1086">
                  <c:v>2.75</c:v>
                </c:pt>
                <c:pt idx="1087">
                  <c:v>2.75</c:v>
                </c:pt>
                <c:pt idx="1088">
                  <c:v>2.75</c:v>
                </c:pt>
                <c:pt idx="1089">
                  <c:v>2.75</c:v>
                </c:pt>
                <c:pt idx="1090">
                  <c:v>2.75</c:v>
                </c:pt>
                <c:pt idx="1091">
                  <c:v>2.75</c:v>
                </c:pt>
                <c:pt idx="1092">
                  <c:v>2.75</c:v>
                </c:pt>
                <c:pt idx="1093">
                  <c:v>2.75</c:v>
                </c:pt>
                <c:pt idx="1094">
                  <c:v>2.75</c:v>
                </c:pt>
                <c:pt idx="1095">
                  <c:v>2.75</c:v>
                </c:pt>
                <c:pt idx="1096">
                  <c:v>2.75</c:v>
                </c:pt>
                <c:pt idx="1097">
                  <c:v>2.75</c:v>
                </c:pt>
                <c:pt idx="1098">
                  <c:v>2.75</c:v>
                </c:pt>
                <c:pt idx="1099">
                  <c:v>2.75</c:v>
                </c:pt>
                <c:pt idx="1100">
                  <c:v>2.75</c:v>
                </c:pt>
                <c:pt idx="1101">
                  <c:v>2.75</c:v>
                </c:pt>
                <c:pt idx="1102">
                  <c:v>2.75</c:v>
                </c:pt>
                <c:pt idx="1103">
                  <c:v>2.75</c:v>
                </c:pt>
                <c:pt idx="1104">
                  <c:v>2.75</c:v>
                </c:pt>
                <c:pt idx="1105">
                  <c:v>2.75</c:v>
                </c:pt>
                <c:pt idx="1106">
                  <c:v>2.75</c:v>
                </c:pt>
                <c:pt idx="1107">
                  <c:v>2.75</c:v>
                </c:pt>
                <c:pt idx="1108">
                  <c:v>2.75</c:v>
                </c:pt>
                <c:pt idx="1109">
                  <c:v>2.75</c:v>
                </c:pt>
                <c:pt idx="1110">
                  <c:v>2.75</c:v>
                </c:pt>
                <c:pt idx="1111">
                  <c:v>2.75</c:v>
                </c:pt>
                <c:pt idx="1112">
                  <c:v>2.75</c:v>
                </c:pt>
                <c:pt idx="1113">
                  <c:v>2.75</c:v>
                </c:pt>
                <c:pt idx="1114">
                  <c:v>2.75</c:v>
                </c:pt>
                <c:pt idx="1115">
                  <c:v>2.75</c:v>
                </c:pt>
                <c:pt idx="1116">
                  <c:v>2.75</c:v>
                </c:pt>
                <c:pt idx="1117">
                  <c:v>2.75</c:v>
                </c:pt>
                <c:pt idx="1118">
                  <c:v>2.75</c:v>
                </c:pt>
                <c:pt idx="1119">
                  <c:v>2.75</c:v>
                </c:pt>
                <c:pt idx="1120">
                  <c:v>2.75</c:v>
                </c:pt>
                <c:pt idx="1121">
                  <c:v>2.75</c:v>
                </c:pt>
                <c:pt idx="1122">
                  <c:v>2.75</c:v>
                </c:pt>
                <c:pt idx="1123">
                  <c:v>2.75</c:v>
                </c:pt>
                <c:pt idx="1124">
                  <c:v>2.75</c:v>
                </c:pt>
                <c:pt idx="1125">
                  <c:v>2.75</c:v>
                </c:pt>
                <c:pt idx="1126">
                  <c:v>2.75</c:v>
                </c:pt>
                <c:pt idx="1127">
                  <c:v>2.75</c:v>
                </c:pt>
                <c:pt idx="1128">
                  <c:v>3</c:v>
                </c:pt>
                <c:pt idx="1129">
                  <c:v>3</c:v>
                </c:pt>
                <c:pt idx="1130">
                  <c:v>3</c:v>
                </c:pt>
                <c:pt idx="1131">
                  <c:v>3</c:v>
                </c:pt>
                <c:pt idx="1132">
                  <c:v>3</c:v>
                </c:pt>
                <c:pt idx="1133">
                  <c:v>3</c:v>
                </c:pt>
                <c:pt idx="1134">
                  <c:v>3</c:v>
                </c:pt>
                <c:pt idx="1135">
                  <c:v>3</c:v>
                </c:pt>
                <c:pt idx="1136">
                  <c:v>3</c:v>
                </c:pt>
                <c:pt idx="1137">
                  <c:v>3</c:v>
                </c:pt>
                <c:pt idx="1138">
                  <c:v>3</c:v>
                </c:pt>
                <c:pt idx="1139">
                  <c:v>3</c:v>
                </c:pt>
                <c:pt idx="1140">
                  <c:v>3</c:v>
                </c:pt>
                <c:pt idx="1141">
                  <c:v>3</c:v>
                </c:pt>
                <c:pt idx="1142">
                  <c:v>3</c:v>
                </c:pt>
                <c:pt idx="1143">
                  <c:v>3</c:v>
                </c:pt>
                <c:pt idx="1144">
                  <c:v>3</c:v>
                </c:pt>
                <c:pt idx="1145">
                  <c:v>3</c:v>
                </c:pt>
                <c:pt idx="1146">
                  <c:v>3</c:v>
                </c:pt>
                <c:pt idx="1147">
                  <c:v>3</c:v>
                </c:pt>
                <c:pt idx="1148">
                  <c:v>3</c:v>
                </c:pt>
                <c:pt idx="1149">
                  <c:v>3</c:v>
                </c:pt>
                <c:pt idx="1150">
                  <c:v>3.5</c:v>
                </c:pt>
                <c:pt idx="1151">
                  <c:v>3.5</c:v>
                </c:pt>
                <c:pt idx="1152">
                  <c:v>3.5</c:v>
                </c:pt>
                <c:pt idx="1153">
                  <c:v>3.5</c:v>
                </c:pt>
                <c:pt idx="1154">
                  <c:v>3.5</c:v>
                </c:pt>
                <c:pt idx="1155">
                  <c:v>3.5</c:v>
                </c:pt>
                <c:pt idx="1156">
                  <c:v>3.5</c:v>
                </c:pt>
                <c:pt idx="1157">
                  <c:v>3.5</c:v>
                </c:pt>
                <c:pt idx="1158">
                  <c:v>3.5</c:v>
                </c:pt>
                <c:pt idx="1159">
                  <c:v>3.5</c:v>
                </c:pt>
                <c:pt idx="1160">
                  <c:v>3.5</c:v>
                </c:pt>
                <c:pt idx="1161">
                  <c:v>3.5</c:v>
                </c:pt>
                <c:pt idx="1162">
                  <c:v>3.5</c:v>
                </c:pt>
                <c:pt idx="1163">
                  <c:v>3.5</c:v>
                </c:pt>
                <c:pt idx="1164">
                  <c:v>3.5</c:v>
                </c:pt>
                <c:pt idx="1165">
                  <c:v>3.5</c:v>
                </c:pt>
                <c:pt idx="1166">
                  <c:v>3.5</c:v>
                </c:pt>
                <c:pt idx="1167">
                  <c:v>3.5</c:v>
                </c:pt>
                <c:pt idx="1168">
                  <c:v>3.5</c:v>
                </c:pt>
                <c:pt idx="1169">
                  <c:v>3.5</c:v>
                </c:pt>
                <c:pt idx="1170">
                  <c:v>4</c:v>
                </c:pt>
                <c:pt idx="1171">
                  <c:v>4</c:v>
                </c:pt>
                <c:pt idx="1172">
                  <c:v>4</c:v>
                </c:pt>
                <c:pt idx="1173">
                  <c:v>4</c:v>
                </c:pt>
                <c:pt idx="1174">
                  <c:v>4</c:v>
                </c:pt>
                <c:pt idx="1175">
                  <c:v>4</c:v>
                </c:pt>
                <c:pt idx="1176">
                  <c:v>4</c:v>
                </c:pt>
                <c:pt idx="1177">
                  <c:v>4</c:v>
                </c:pt>
                <c:pt idx="1178">
                  <c:v>4</c:v>
                </c:pt>
                <c:pt idx="1179">
                  <c:v>4</c:v>
                </c:pt>
                <c:pt idx="1180">
                  <c:v>4</c:v>
                </c:pt>
                <c:pt idx="1181">
                  <c:v>4</c:v>
                </c:pt>
                <c:pt idx="1182">
                  <c:v>4</c:v>
                </c:pt>
                <c:pt idx="1183">
                  <c:v>4</c:v>
                </c:pt>
                <c:pt idx="1184">
                  <c:v>4</c:v>
                </c:pt>
                <c:pt idx="1185">
                  <c:v>4</c:v>
                </c:pt>
                <c:pt idx="1186">
                  <c:v>4</c:v>
                </c:pt>
                <c:pt idx="1187">
                  <c:v>4</c:v>
                </c:pt>
                <c:pt idx="1188">
                  <c:v>4</c:v>
                </c:pt>
                <c:pt idx="1189">
                  <c:v>4</c:v>
                </c:pt>
                <c:pt idx="1190">
                  <c:v>4.5</c:v>
                </c:pt>
                <c:pt idx="1191">
                  <c:v>4.5</c:v>
                </c:pt>
                <c:pt idx="1192">
                  <c:v>4.5</c:v>
                </c:pt>
                <c:pt idx="1193">
                  <c:v>4.5</c:v>
                </c:pt>
                <c:pt idx="1194">
                  <c:v>4.5</c:v>
                </c:pt>
                <c:pt idx="1195">
                  <c:v>4.5</c:v>
                </c:pt>
                <c:pt idx="1196">
                  <c:v>4.5</c:v>
                </c:pt>
                <c:pt idx="1197">
                  <c:v>4.5</c:v>
                </c:pt>
                <c:pt idx="1198">
                  <c:v>4.5</c:v>
                </c:pt>
                <c:pt idx="1199">
                  <c:v>4.5</c:v>
                </c:pt>
                <c:pt idx="1200">
                  <c:v>4.5</c:v>
                </c:pt>
                <c:pt idx="1201">
                  <c:v>4.5</c:v>
                </c:pt>
                <c:pt idx="1202">
                  <c:v>4.5</c:v>
                </c:pt>
                <c:pt idx="1203">
                  <c:v>4.5</c:v>
                </c:pt>
                <c:pt idx="1204">
                  <c:v>4.5</c:v>
                </c:pt>
                <c:pt idx="1205">
                  <c:v>4.5</c:v>
                </c:pt>
                <c:pt idx="1206">
                  <c:v>4.5</c:v>
                </c:pt>
                <c:pt idx="1207">
                  <c:v>4.5</c:v>
                </c:pt>
                <c:pt idx="1208">
                  <c:v>4.5</c:v>
                </c:pt>
                <c:pt idx="1209">
                  <c:v>4.5</c:v>
                </c:pt>
                <c:pt idx="1210">
                  <c:v>4.5</c:v>
                </c:pt>
                <c:pt idx="1211">
                  <c:v>4.5</c:v>
                </c:pt>
                <c:pt idx="1212">
                  <c:v>4.5</c:v>
                </c:pt>
                <c:pt idx="1213">
                  <c:v>4.5</c:v>
                </c:pt>
                <c:pt idx="1214">
                  <c:v>4.5</c:v>
                </c:pt>
                <c:pt idx="1215">
                  <c:v>4.75</c:v>
                </c:pt>
                <c:pt idx="1216">
                  <c:v>4.75</c:v>
                </c:pt>
                <c:pt idx="1217">
                  <c:v>4.75</c:v>
                </c:pt>
                <c:pt idx="1218">
                  <c:v>4.75</c:v>
                </c:pt>
                <c:pt idx="1219">
                  <c:v>4.75</c:v>
                </c:pt>
                <c:pt idx="1220">
                  <c:v>4.75</c:v>
                </c:pt>
                <c:pt idx="1221">
                  <c:v>4.75</c:v>
                </c:pt>
                <c:pt idx="1222">
                  <c:v>4.75</c:v>
                </c:pt>
                <c:pt idx="1223">
                  <c:v>4.75</c:v>
                </c:pt>
                <c:pt idx="1224">
                  <c:v>4.75</c:v>
                </c:pt>
                <c:pt idx="1225">
                  <c:v>4.75</c:v>
                </c:pt>
                <c:pt idx="1226">
                  <c:v>4.75</c:v>
                </c:pt>
                <c:pt idx="1227">
                  <c:v>4.75</c:v>
                </c:pt>
                <c:pt idx="1228">
                  <c:v>4.75</c:v>
                </c:pt>
                <c:pt idx="1229">
                  <c:v>4.75</c:v>
                </c:pt>
                <c:pt idx="1230">
                  <c:v>4.75</c:v>
                </c:pt>
                <c:pt idx="1231">
                  <c:v>4.75</c:v>
                </c:pt>
                <c:pt idx="1232">
                  <c:v>4.75</c:v>
                </c:pt>
                <c:pt idx="1233">
                  <c:v>4.75</c:v>
                </c:pt>
                <c:pt idx="1234">
                  <c:v>4.75</c:v>
                </c:pt>
                <c:pt idx="1235">
                  <c:v>5</c:v>
                </c:pt>
                <c:pt idx="1236">
                  <c:v>5</c:v>
                </c:pt>
                <c:pt idx="1237">
                  <c:v>5</c:v>
                </c:pt>
                <c:pt idx="1238">
                  <c:v>5</c:v>
                </c:pt>
                <c:pt idx="1239">
                  <c:v>5</c:v>
                </c:pt>
                <c:pt idx="1240">
                  <c:v>5</c:v>
                </c:pt>
                <c:pt idx="1241">
                  <c:v>5</c:v>
                </c:pt>
                <c:pt idx="1242">
                  <c:v>5</c:v>
                </c:pt>
                <c:pt idx="1243">
                  <c:v>5</c:v>
                </c:pt>
                <c:pt idx="1244">
                  <c:v>5</c:v>
                </c:pt>
                <c:pt idx="1245">
                  <c:v>5</c:v>
                </c:pt>
                <c:pt idx="1246">
                  <c:v>5</c:v>
                </c:pt>
                <c:pt idx="1247">
                  <c:v>5</c:v>
                </c:pt>
                <c:pt idx="1248">
                  <c:v>5</c:v>
                </c:pt>
                <c:pt idx="1249">
                  <c:v>5</c:v>
                </c:pt>
                <c:pt idx="1250">
                  <c:v>5</c:v>
                </c:pt>
                <c:pt idx="1251">
                  <c:v>5</c:v>
                </c:pt>
                <c:pt idx="1252">
                  <c:v>5</c:v>
                </c:pt>
                <c:pt idx="1253">
                  <c:v>5</c:v>
                </c:pt>
                <c:pt idx="1254">
                  <c:v>5</c:v>
                </c:pt>
                <c:pt idx="1255">
                  <c:v>5</c:v>
                </c:pt>
                <c:pt idx="1256">
                  <c:v>5</c:v>
                </c:pt>
                <c:pt idx="1257">
                  <c:v>5</c:v>
                </c:pt>
                <c:pt idx="1258">
                  <c:v>5</c:v>
                </c:pt>
                <c:pt idx="1259">
                  <c:v>5</c:v>
                </c:pt>
                <c:pt idx="1260">
                  <c:v>5</c:v>
                </c:pt>
                <c:pt idx="1261">
                  <c:v>5</c:v>
                </c:pt>
                <c:pt idx="1262">
                  <c:v>5</c:v>
                </c:pt>
                <c:pt idx="1263">
                  <c:v>5</c:v>
                </c:pt>
                <c:pt idx="1264">
                  <c:v>5</c:v>
                </c:pt>
                <c:pt idx="1265">
                  <c:v>5</c:v>
                </c:pt>
                <c:pt idx="1266">
                  <c:v>5</c:v>
                </c:pt>
                <c:pt idx="1267">
                  <c:v>5</c:v>
                </c:pt>
                <c:pt idx="1268">
                  <c:v>5</c:v>
                </c:pt>
                <c:pt idx="1269">
                  <c:v>5</c:v>
                </c:pt>
                <c:pt idx="1270">
                  <c:v>5</c:v>
                </c:pt>
                <c:pt idx="1271">
                  <c:v>5</c:v>
                </c:pt>
                <c:pt idx="1272">
                  <c:v>5</c:v>
                </c:pt>
                <c:pt idx="1273">
                  <c:v>5</c:v>
                </c:pt>
                <c:pt idx="1274">
                  <c:v>5</c:v>
                </c:pt>
                <c:pt idx="1275">
                  <c:v>5</c:v>
                </c:pt>
                <c:pt idx="1276">
                  <c:v>5</c:v>
                </c:pt>
                <c:pt idx="1277">
                  <c:v>5</c:v>
                </c:pt>
                <c:pt idx="1278">
                  <c:v>5</c:v>
                </c:pt>
                <c:pt idx="1279">
                  <c:v>5</c:v>
                </c:pt>
                <c:pt idx="1280">
                  <c:v>5</c:v>
                </c:pt>
                <c:pt idx="1281">
                  <c:v>5</c:v>
                </c:pt>
                <c:pt idx="1282">
                  <c:v>5</c:v>
                </c:pt>
                <c:pt idx="1283">
                  <c:v>5</c:v>
                </c:pt>
                <c:pt idx="1284">
                  <c:v>5</c:v>
                </c:pt>
                <c:pt idx="1285">
                  <c:v>5</c:v>
                </c:pt>
                <c:pt idx="1286">
                  <c:v>5</c:v>
                </c:pt>
                <c:pt idx="1287">
                  <c:v>5</c:v>
                </c:pt>
                <c:pt idx="1288">
                  <c:v>5</c:v>
                </c:pt>
                <c:pt idx="1289">
                  <c:v>5</c:v>
                </c:pt>
                <c:pt idx="1290">
                  <c:v>5</c:v>
                </c:pt>
                <c:pt idx="1291">
                  <c:v>5</c:v>
                </c:pt>
                <c:pt idx="1292">
                  <c:v>5</c:v>
                </c:pt>
                <c:pt idx="1293">
                  <c:v>5</c:v>
                </c:pt>
                <c:pt idx="1294">
                  <c:v>5</c:v>
                </c:pt>
                <c:pt idx="1295">
                  <c:v>5</c:v>
                </c:pt>
                <c:pt idx="1296">
                  <c:v>5</c:v>
                </c:pt>
                <c:pt idx="1297">
                  <c:v>5</c:v>
                </c:pt>
                <c:pt idx="1298">
                  <c:v>5</c:v>
                </c:pt>
                <c:pt idx="1299">
                  <c:v>5</c:v>
                </c:pt>
                <c:pt idx="1300">
                  <c:v>5</c:v>
                </c:pt>
                <c:pt idx="1301">
                  <c:v>5</c:v>
                </c:pt>
                <c:pt idx="1302">
                  <c:v>5</c:v>
                </c:pt>
                <c:pt idx="1303">
                  <c:v>5</c:v>
                </c:pt>
                <c:pt idx="1304">
                  <c:v>5</c:v>
                </c:pt>
                <c:pt idx="1305">
                  <c:v>5</c:v>
                </c:pt>
                <c:pt idx="1306">
                  <c:v>5</c:v>
                </c:pt>
                <c:pt idx="1307">
                  <c:v>5</c:v>
                </c:pt>
                <c:pt idx="1308">
                  <c:v>5</c:v>
                </c:pt>
                <c:pt idx="1309">
                  <c:v>5</c:v>
                </c:pt>
                <c:pt idx="1310">
                  <c:v>5</c:v>
                </c:pt>
                <c:pt idx="1311">
                  <c:v>5</c:v>
                </c:pt>
                <c:pt idx="1312">
                  <c:v>5</c:v>
                </c:pt>
                <c:pt idx="1313">
                  <c:v>5</c:v>
                </c:pt>
                <c:pt idx="1314">
                  <c:v>5</c:v>
                </c:pt>
                <c:pt idx="1315">
                  <c:v>5</c:v>
                </c:pt>
                <c:pt idx="1316">
                  <c:v>5</c:v>
                </c:pt>
                <c:pt idx="1317">
                  <c:v>5</c:v>
                </c:pt>
                <c:pt idx="1318">
                  <c:v>5</c:v>
                </c:pt>
                <c:pt idx="1319">
                  <c:v>5</c:v>
                </c:pt>
                <c:pt idx="1320">
                  <c:v>5</c:v>
                </c:pt>
                <c:pt idx="1321">
                  <c:v>5</c:v>
                </c:pt>
                <c:pt idx="1322">
                  <c:v>5</c:v>
                </c:pt>
                <c:pt idx="1323">
                  <c:v>5</c:v>
                </c:pt>
                <c:pt idx="1324">
                  <c:v>5</c:v>
                </c:pt>
                <c:pt idx="1325">
                  <c:v>5</c:v>
                </c:pt>
                <c:pt idx="1326">
                  <c:v>5</c:v>
                </c:pt>
                <c:pt idx="1327">
                  <c:v>5</c:v>
                </c:pt>
                <c:pt idx="1328">
                  <c:v>5</c:v>
                </c:pt>
                <c:pt idx="1329">
                  <c:v>5</c:v>
                </c:pt>
                <c:pt idx="1330">
                  <c:v>5</c:v>
                </c:pt>
                <c:pt idx="1331">
                  <c:v>5</c:v>
                </c:pt>
                <c:pt idx="1332">
                  <c:v>5</c:v>
                </c:pt>
                <c:pt idx="1333">
                  <c:v>5</c:v>
                </c:pt>
                <c:pt idx="1334">
                  <c:v>5</c:v>
                </c:pt>
                <c:pt idx="1335">
                  <c:v>5</c:v>
                </c:pt>
                <c:pt idx="1336">
                  <c:v>5</c:v>
                </c:pt>
                <c:pt idx="1337">
                  <c:v>5</c:v>
                </c:pt>
                <c:pt idx="1338">
                  <c:v>5</c:v>
                </c:pt>
                <c:pt idx="1339">
                  <c:v>5</c:v>
                </c:pt>
                <c:pt idx="1340">
                  <c:v>5</c:v>
                </c:pt>
                <c:pt idx="1341">
                  <c:v>5</c:v>
                </c:pt>
                <c:pt idx="1342">
                  <c:v>5</c:v>
                </c:pt>
                <c:pt idx="1343">
                  <c:v>5</c:v>
                </c:pt>
                <c:pt idx="1344">
                  <c:v>5</c:v>
                </c:pt>
                <c:pt idx="1345">
                  <c:v>5</c:v>
                </c:pt>
                <c:pt idx="1346">
                  <c:v>5</c:v>
                </c:pt>
                <c:pt idx="1347">
                  <c:v>5</c:v>
                </c:pt>
                <c:pt idx="1348">
                  <c:v>5</c:v>
                </c:pt>
                <c:pt idx="1349">
                  <c:v>5</c:v>
                </c:pt>
                <c:pt idx="1350">
                  <c:v>5</c:v>
                </c:pt>
                <c:pt idx="1351">
                  <c:v>5</c:v>
                </c:pt>
                <c:pt idx="1352">
                  <c:v>5</c:v>
                </c:pt>
                <c:pt idx="1353">
                  <c:v>5</c:v>
                </c:pt>
                <c:pt idx="1354">
                  <c:v>5</c:v>
                </c:pt>
                <c:pt idx="1355">
                  <c:v>5</c:v>
                </c:pt>
                <c:pt idx="1356">
                  <c:v>5</c:v>
                </c:pt>
                <c:pt idx="1357">
                  <c:v>5</c:v>
                </c:pt>
                <c:pt idx="1358">
                  <c:v>5</c:v>
                </c:pt>
                <c:pt idx="1359">
                  <c:v>5</c:v>
                </c:pt>
                <c:pt idx="1360">
                  <c:v>5</c:v>
                </c:pt>
                <c:pt idx="1361">
                  <c:v>5</c:v>
                </c:pt>
                <c:pt idx="1362">
                  <c:v>5</c:v>
                </c:pt>
                <c:pt idx="1363">
                  <c:v>5</c:v>
                </c:pt>
                <c:pt idx="1364">
                  <c:v>5</c:v>
                </c:pt>
                <c:pt idx="1365">
                  <c:v>5</c:v>
                </c:pt>
                <c:pt idx="1366">
                  <c:v>5</c:v>
                </c:pt>
                <c:pt idx="1367">
                  <c:v>5</c:v>
                </c:pt>
                <c:pt idx="1368">
                  <c:v>5</c:v>
                </c:pt>
                <c:pt idx="1369">
                  <c:v>5</c:v>
                </c:pt>
                <c:pt idx="1370">
                  <c:v>5</c:v>
                </c:pt>
                <c:pt idx="1371">
                  <c:v>5</c:v>
                </c:pt>
                <c:pt idx="1372">
                  <c:v>5</c:v>
                </c:pt>
                <c:pt idx="1373">
                  <c:v>5</c:v>
                </c:pt>
                <c:pt idx="1374">
                  <c:v>5</c:v>
                </c:pt>
                <c:pt idx="1375">
                  <c:v>5</c:v>
                </c:pt>
                <c:pt idx="1376">
                  <c:v>5</c:v>
                </c:pt>
                <c:pt idx="1377">
                  <c:v>5</c:v>
                </c:pt>
                <c:pt idx="1378">
                  <c:v>5</c:v>
                </c:pt>
                <c:pt idx="1379">
                  <c:v>5</c:v>
                </c:pt>
                <c:pt idx="1380">
                  <c:v>5</c:v>
                </c:pt>
                <c:pt idx="1381">
                  <c:v>5</c:v>
                </c:pt>
                <c:pt idx="1382">
                  <c:v>5</c:v>
                </c:pt>
                <c:pt idx="1383">
                  <c:v>5</c:v>
                </c:pt>
                <c:pt idx="1384">
                  <c:v>5</c:v>
                </c:pt>
                <c:pt idx="1385">
                  <c:v>5</c:v>
                </c:pt>
                <c:pt idx="1386">
                  <c:v>5</c:v>
                </c:pt>
                <c:pt idx="1387">
                  <c:v>5</c:v>
                </c:pt>
                <c:pt idx="1388">
                  <c:v>5</c:v>
                </c:pt>
                <c:pt idx="1389">
                  <c:v>5</c:v>
                </c:pt>
                <c:pt idx="1390">
                  <c:v>5</c:v>
                </c:pt>
                <c:pt idx="1391">
                  <c:v>5</c:v>
                </c:pt>
                <c:pt idx="1392">
                  <c:v>5</c:v>
                </c:pt>
                <c:pt idx="1393">
                  <c:v>5</c:v>
                </c:pt>
                <c:pt idx="1394">
                  <c:v>5</c:v>
                </c:pt>
                <c:pt idx="1395">
                  <c:v>5</c:v>
                </c:pt>
                <c:pt idx="1396">
                  <c:v>5</c:v>
                </c:pt>
                <c:pt idx="1397">
                  <c:v>5</c:v>
                </c:pt>
                <c:pt idx="1398">
                  <c:v>5</c:v>
                </c:pt>
                <c:pt idx="1399">
                  <c:v>5</c:v>
                </c:pt>
                <c:pt idx="1400">
                  <c:v>5</c:v>
                </c:pt>
                <c:pt idx="1401">
                  <c:v>5</c:v>
                </c:pt>
                <c:pt idx="1402">
                  <c:v>5</c:v>
                </c:pt>
                <c:pt idx="1403">
                  <c:v>5</c:v>
                </c:pt>
                <c:pt idx="1404">
                  <c:v>5</c:v>
                </c:pt>
                <c:pt idx="1405">
                  <c:v>5</c:v>
                </c:pt>
                <c:pt idx="1406">
                  <c:v>5</c:v>
                </c:pt>
                <c:pt idx="1407">
                  <c:v>5</c:v>
                </c:pt>
                <c:pt idx="1408">
                  <c:v>5</c:v>
                </c:pt>
                <c:pt idx="1409">
                  <c:v>5</c:v>
                </c:pt>
                <c:pt idx="1410">
                  <c:v>5</c:v>
                </c:pt>
                <c:pt idx="1411">
                  <c:v>5.25</c:v>
                </c:pt>
                <c:pt idx="1412">
                  <c:v>5.25</c:v>
                </c:pt>
                <c:pt idx="1413">
                  <c:v>5.25</c:v>
                </c:pt>
                <c:pt idx="1414">
                  <c:v>5.25</c:v>
                </c:pt>
                <c:pt idx="1415">
                  <c:v>5.25</c:v>
                </c:pt>
                <c:pt idx="1416">
                  <c:v>5.25</c:v>
                </c:pt>
                <c:pt idx="1417">
                  <c:v>5.25</c:v>
                </c:pt>
                <c:pt idx="1418">
                  <c:v>5.25</c:v>
                </c:pt>
                <c:pt idx="1419">
                  <c:v>5.25</c:v>
                </c:pt>
                <c:pt idx="1420">
                  <c:v>5.25</c:v>
                </c:pt>
                <c:pt idx="1421">
                  <c:v>5.25</c:v>
                </c:pt>
                <c:pt idx="1422">
                  <c:v>5.25</c:v>
                </c:pt>
                <c:pt idx="1423">
                  <c:v>5.25</c:v>
                </c:pt>
                <c:pt idx="1424">
                  <c:v>5.25</c:v>
                </c:pt>
                <c:pt idx="1425">
                  <c:v>5.25</c:v>
                </c:pt>
                <c:pt idx="1426">
                  <c:v>5.25</c:v>
                </c:pt>
                <c:pt idx="1427">
                  <c:v>5.25</c:v>
                </c:pt>
                <c:pt idx="1428">
                  <c:v>5.25</c:v>
                </c:pt>
                <c:pt idx="1429">
                  <c:v>5.25</c:v>
                </c:pt>
                <c:pt idx="1430">
                  <c:v>5.25</c:v>
                </c:pt>
                <c:pt idx="1431">
                  <c:v>5.25</c:v>
                </c:pt>
                <c:pt idx="1432">
                  <c:v>5.25</c:v>
                </c:pt>
                <c:pt idx="1433">
                  <c:v>5.25</c:v>
                </c:pt>
                <c:pt idx="1434">
                  <c:v>5.25</c:v>
                </c:pt>
                <c:pt idx="1435">
                  <c:v>5.25</c:v>
                </c:pt>
                <c:pt idx="1436">
                  <c:v>5.25</c:v>
                </c:pt>
                <c:pt idx="1437">
                  <c:v>5.25</c:v>
                </c:pt>
                <c:pt idx="1438">
                  <c:v>5.25</c:v>
                </c:pt>
                <c:pt idx="1439">
                  <c:v>5.25</c:v>
                </c:pt>
                <c:pt idx="1440">
                  <c:v>5.25</c:v>
                </c:pt>
                <c:pt idx="1441">
                  <c:v>5.25</c:v>
                </c:pt>
                <c:pt idx="1442">
                  <c:v>5.25</c:v>
                </c:pt>
                <c:pt idx="1443">
                  <c:v>5.25</c:v>
                </c:pt>
                <c:pt idx="1444">
                  <c:v>5.25</c:v>
                </c:pt>
                <c:pt idx="1445">
                  <c:v>5.25</c:v>
                </c:pt>
                <c:pt idx="1446">
                  <c:v>5.25</c:v>
                </c:pt>
                <c:pt idx="1447">
                  <c:v>5.25</c:v>
                </c:pt>
                <c:pt idx="1448">
                  <c:v>5.25</c:v>
                </c:pt>
                <c:pt idx="1449">
                  <c:v>5.25</c:v>
                </c:pt>
                <c:pt idx="1450">
                  <c:v>5.25</c:v>
                </c:pt>
                <c:pt idx="1451">
                  <c:v>5.25</c:v>
                </c:pt>
                <c:pt idx="1452">
                  <c:v>5.25</c:v>
                </c:pt>
                <c:pt idx="1453">
                  <c:v>5.25</c:v>
                </c:pt>
                <c:pt idx="1454">
                  <c:v>5.25</c:v>
                </c:pt>
                <c:pt idx="1455">
                  <c:v>5.25</c:v>
                </c:pt>
                <c:pt idx="1456">
                  <c:v>5.25</c:v>
                </c:pt>
                <c:pt idx="1457">
                  <c:v>5.25</c:v>
                </c:pt>
                <c:pt idx="1458">
                  <c:v>5.25</c:v>
                </c:pt>
                <c:pt idx="1459">
                  <c:v>5.25</c:v>
                </c:pt>
                <c:pt idx="1460">
                  <c:v>5.25</c:v>
                </c:pt>
                <c:pt idx="1461">
                  <c:v>5.25</c:v>
                </c:pt>
                <c:pt idx="1462">
                  <c:v>5.25</c:v>
                </c:pt>
                <c:pt idx="1463">
                  <c:v>5.25</c:v>
                </c:pt>
                <c:pt idx="1464">
                  <c:v>5.25</c:v>
                </c:pt>
                <c:pt idx="1465">
                  <c:v>5.25</c:v>
                </c:pt>
                <c:pt idx="1466">
                  <c:v>5.25</c:v>
                </c:pt>
                <c:pt idx="1467">
                  <c:v>5.25</c:v>
                </c:pt>
                <c:pt idx="1468">
                  <c:v>5.25</c:v>
                </c:pt>
                <c:pt idx="1469">
                  <c:v>5.25</c:v>
                </c:pt>
                <c:pt idx="1470">
                  <c:v>5.25</c:v>
                </c:pt>
                <c:pt idx="1471">
                  <c:v>5.25</c:v>
                </c:pt>
                <c:pt idx="1472">
                  <c:v>5.25</c:v>
                </c:pt>
                <c:pt idx="1473">
                  <c:v>5.25</c:v>
                </c:pt>
                <c:pt idx="1474">
                  <c:v>5.25</c:v>
                </c:pt>
                <c:pt idx="1475">
                  <c:v>5.25</c:v>
                </c:pt>
                <c:pt idx="1476">
                  <c:v>5.25</c:v>
                </c:pt>
                <c:pt idx="1477">
                  <c:v>5.25</c:v>
                </c:pt>
                <c:pt idx="1478">
                  <c:v>5.25</c:v>
                </c:pt>
                <c:pt idx="1479">
                  <c:v>5.25</c:v>
                </c:pt>
                <c:pt idx="1480">
                  <c:v>5.25</c:v>
                </c:pt>
                <c:pt idx="1481">
                  <c:v>5.25</c:v>
                </c:pt>
                <c:pt idx="1482">
                  <c:v>5.25</c:v>
                </c:pt>
                <c:pt idx="1483">
                  <c:v>5.25</c:v>
                </c:pt>
                <c:pt idx="1484">
                  <c:v>5.25</c:v>
                </c:pt>
                <c:pt idx="1485">
                  <c:v>5.25</c:v>
                </c:pt>
                <c:pt idx="1486">
                  <c:v>5.25</c:v>
                </c:pt>
                <c:pt idx="1487">
                  <c:v>5.25</c:v>
                </c:pt>
                <c:pt idx="1488">
                  <c:v>5.25</c:v>
                </c:pt>
                <c:pt idx="1489">
                  <c:v>5.25</c:v>
                </c:pt>
                <c:pt idx="1490">
                  <c:v>5.25</c:v>
                </c:pt>
                <c:pt idx="1491">
                  <c:v>5.25</c:v>
                </c:pt>
                <c:pt idx="1492">
                  <c:v>5.25</c:v>
                </c:pt>
                <c:pt idx="1493">
                  <c:v>5.25</c:v>
                </c:pt>
                <c:pt idx="1494">
                  <c:v>5.25</c:v>
                </c:pt>
                <c:pt idx="1495">
                  <c:v>5.25</c:v>
                </c:pt>
                <c:pt idx="1496">
                  <c:v>5.25</c:v>
                </c:pt>
                <c:pt idx="1497">
                  <c:v>5.25</c:v>
                </c:pt>
                <c:pt idx="1498">
                  <c:v>5.25</c:v>
                </c:pt>
                <c:pt idx="1499">
                  <c:v>5.25</c:v>
                </c:pt>
                <c:pt idx="1500">
                  <c:v>5.25</c:v>
                </c:pt>
                <c:pt idx="1501">
                  <c:v>5.25</c:v>
                </c:pt>
                <c:pt idx="1502">
                  <c:v>5.25</c:v>
                </c:pt>
                <c:pt idx="1503">
                  <c:v>5.25</c:v>
                </c:pt>
                <c:pt idx="1504">
                  <c:v>5.25</c:v>
                </c:pt>
                <c:pt idx="1505">
                  <c:v>5.25</c:v>
                </c:pt>
                <c:pt idx="1506">
                  <c:v>5.25</c:v>
                </c:pt>
                <c:pt idx="1507">
                  <c:v>5.25</c:v>
                </c:pt>
                <c:pt idx="1508">
                  <c:v>5.25</c:v>
                </c:pt>
                <c:pt idx="1509">
                  <c:v>5.25</c:v>
                </c:pt>
                <c:pt idx="1510">
                  <c:v>5.25</c:v>
                </c:pt>
                <c:pt idx="1511">
                  <c:v>5.25</c:v>
                </c:pt>
                <c:pt idx="1512">
                  <c:v>5.25</c:v>
                </c:pt>
                <c:pt idx="1513">
                  <c:v>5.25</c:v>
                </c:pt>
                <c:pt idx="1514">
                  <c:v>5.25</c:v>
                </c:pt>
                <c:pt idx="1515">
                  <c:v>5.25</c:v>
                </c:pt>
                <c:pt idx="1516">
                  <c:v>5.25</c:v>
                </c:pt>
                <c:pt idx="1517">
                  <c:v>5.25</c:v>
                </c:pt>
                <c:pt idx="1518">
                  <c:v>5.25</c:v>
                </c:pt>
                <c:pt idx="1519">
                  <c:v>5.25</c:v>
                </c:pt>
                <c:pt idx="1520">
                  <c:v>5.25</c:v>
                </c:pt>
                <c:pt idx="1521">
                  <c:v>5.25</c:v>
                </c:pt>
                <c:pt idx="1522">
                  <c:v>5.25</c:v>
                </c:pt>
                <c:pt idx="1523">
                  <c:v>5.25</c:v>
                </c:pt>
                <c:pt idx="1524">
                  <c:v>5.25</c:v>
                </c:pt>
                <c:pt idx="1525">
                  <c:v>5.25</c:v>
                </c:pt>
                <c:pt idx="1526">
                  <c:v>5.25</c:v>
                </c:pt>
                <c:pt idx="1527">
                  <c:v>5.25</c:v>
                </c:pt>
                <c:pt idx="1528">
                  <c:v>5.25</c:v>
                </c:pt>
                <c:pt idx="1529">
                  <c:v>5.25</c:v>
                </c:pt>
                <c:pt idx="1530">
                  <c:v>5.5</c:v>
                </c:pt>
                <c:pt idx="1531">
                  <c:v>5.5</c:v>
                </c:pt>
                <c:pt idx="1532">
                  <c:v>5.5</c:v>
                </c:pt>
                <c:pt idx="1533">
                  <c:v>5.5</c:v>
                </c:pt>
                <c:pt idx="1534">
                  <c:v>5.5</c:v>
                </c:pt>
                <c:pt idx="1535">
                  <c:v>5.5</c:v>
                </c:pt>
                <c:pt idx="1536">
                  <c:v>5.5</c:v>
                </c:pt>
                <c:pt idx="1537">
                  <c:v>5.5</c:v>
                </c:pt>
                <c:pt idx="1538">
                  <c:v>5.5</c:v>
                </c:pt>
                <c:pt idx="1539">
                  <c:v>5.5</c:v>
                </c:pt>
                <c:pt idx="1540">
                  <c:v>5.5</c:v>
                </c:pt>
                <c:pt idx="1541">
                  <c:v>5.5</c:v>
                </c:pt>
                <c:pt idx="1542">
                  <c:v>5.5</c:v>
                </c:pt>
                <c:pt idx="1543">
                  <c:v>5.5</c:v>
                </c:pt>
                <c:pt idx="1544">
                  <c:v>5.5</c:v>
                </c:pt>
                <c:pt idx="1545">
                  <c:v>5.5</c:v>
                </c:pt>
                <c:pt idx="1546">
                  <c:v>5.5</c:v>
                </c:pt>
                <c:pt idx="1547">
                  <c:v>5.5</c:v>
                </c:pt>
                <c:pt idx="1548">
                  <c:v>5.5</c:v>
                </c:pt>
                <c:pt idx="1549">
                  <c:v>5.5</c:v>
                </c:pt>
                <c:pt idx="1550">
                  <c:v>5.5</c:v>
                </c:pt>
                <c:pt idx="1551">
                  <c:v>5.5</c:v>
                </c:pt>
                <c:pt idx="1552">
                  <c:v>5.5</c:v>
                </c:pt>
                <c:pt idx="1553">
                  <c:v>5.5</c:v>
                </c:pt>
                <c:pt idx="1554">
                  <c:v>5.5</c:v>
                </c:pt>
                <c:pt idx="1555">
                  <c:v>5.5</c:v>
                </c:pt>
                <c:pt idx="1556">
                  <c:v>5.5</c:v>
                </c:pt>
                <c:pt idx="1557">
                  <c:v>5.5</c:v>
                </c:pt>
                <c:pt idx="1558">
                  <c:v>5.5</c:v>
                </c:pt>
                <c:pt idx="1559">
                  <c:v>5.5</c:v>
                </c:pt>
                <c:pt idx="1560">
                  <c:v>5.5</c:v>
                </c:pt>
                <c:pt idx="1561">
                  <c:v>5.5</c:v>
                </c:pt>
                <c:pt idx="1562">
                  <c:v>5.5</c:v>
                </c:pt>
                <c:pt idx="1563">
                  <c:v>5.5</c:v>
                </c:pt>
                <c:pt idx="1564">
                  <c:v>5.5</c:v>
                </c:pt>
                <c:pt idx="1565">
                  <c:v>5.5</c:v>
                </c:pt>
                <c:pt idx="1566">
                  <c:v>5.5</c:v>
                </c:pt>
                <c:pt idx="1567">
                  <c:v>5.5</c:v>
                </c:pt>
                <c:pt idx="1568">
                  <c:v>5.5</c:v>
                </c:pt>
                <c:pt idx="1569">
                  <c:v>5.5</c:v>
                </c:pt>
                <c:pt idx="1570">
                  <c:v>5.5</c:v>
                </c:pt>
                <c:pt idx="1571">
                  <c:v>5.5</c:v>
                </c:pt>
                <c:pt idx="1572">
                  <c:v>5.5</c:v>
                </c:pt>
                <c:pt idx="1573">
                  <c:v>5.5</c:v>
                </c:pt>
                <c:pt idx="1574">
                  <c:v>5.5</c:v>
                </c:pt>
                <c:pt idx="1575">
                  <c:v>5.5</c:v>
                </c:pt>
                <c:pt idx="1576">
                  <c:v>5.5</c:v>
                </c:pt>
                <c:pt idx="1577">
                  <c:v>5.5</c:v>
                </c:pt>
                <c:pt idx="1578">
                  <c:v>5.5</c:v>
                </c:pt>
                <c:pt idx="1579">
                  <c:v>5.5</c:v>
                </c:pt>
                <c:pt idx="1580">
                  <c:v>5.5</c:v>
                </c:pt>
                <c:pt idx="1581">
                  <c:v>5.5</c:v>
                </c:pt>
                <c:pt idx="1582">
                  <c:v>5.5</c:v>
                </c:pt>
                <c:pt idx="1583">
                  <c:v>5.5</c:v>
                </c:pt>
                <c:pt idx="1584">
                  <c:v>5.5</c:v>
                </c:pt>
                <c:pt idx="1585">
                  <c:v>5.5</c:v>
                </c:pt>
                <c:pt idx="1586">
                  <c:v>5.5</c:v>
                </c:pt>
                <c:pt idx="1587">
                  <c:v>5.5</c:v>
                </c:pt>
                <c:pt idx="1588">
                  <c:v>5.5</c:v>
                </c:pt>
                <c:pt idx="1589">
                  <c:v>5.5</c:v>
                </c:pt>
                <c:pt idx="1590">
                  <c:v>5.5</c:v>
                </c:pt>
                <c:pt idx="1591">
                  <c:v>5.5</c:v>
                </c:pt>
                <c:pt idx="1592">
                  <c:v>5.5</c:v>
                </c:pt>
                <c:pt idx="1593">
                  <c:v>5.5</c:v>
                </c:pt>
                <c:pt idx="1594">
                  <c:v>5.5</c:v>
                </c:pt>
                <c:pt idx="1595">
                  <c:v>5.5</c:v>
                </c:pt>
                <c:pt idx="1596">
                  <c:v>5.5</c:v>
                </c:pt>
                <c:pt idx="1597">
                  <c:v>5.5</c:v>
                </c:pt>
                <c:pt idx="1598">
                  <c:v>5.5</c:v>
                </c:pt>
                <c:pt idx="1599">
                  <c:v>5.5</c:v>
                </c:pt>
                <c:pt idx="1600">
                  <c:v>5.5</c:v>
                </c:pt>
                <c:pt idx="1601">
                  <c:v>5.5</c:v>
                </c:pt>
                <c:pt idx="1602">
                  <c:v>5.5</c:v>
                </c:pt>
                <c:pt idx="1603">
                  <c:v>5.5</c:v>
                </c:pt>
                <c:pt idx="1604">
                  <c:v>5.5</c:v>
                </c:pt>
                <c:pt idx="1605">
                  <c:v>5.5</c:v>
                </c:pt>
                <c:pt idx="1606">
                  <c:v>5.5</c:v>
                </c:pt>
                <c:pt idx="1607">
                  <c:v>5.5</c:v>
                </c:pt>
                <c:pt idx="1608">
                  <c:v>5.5</c:v>
                </c:pt>
                <c:pt idx="1609">
                  <c:v>5.5</c:v>
                </c:pt>
                <c:pt idx="1610">
                  <c:v>5.5</c:v>
                </c:pt>
                <c:pt idx="1611">
                  <c:v>5.5</c:v>
                </c:pt>
                <c:pt idx="1612">
                  <c:v>5.5</c:v>
                </c:pt>
                <c:pt idx="1613">
                  <c:v>5.5</c:v>
                </c:pt>
                <c:pt idx="1614">
                  <c:v>5.5</c:v>
                </c:pt>
                <c:pt idx="1615">
                  <c:v>5.5</c:v>
                </c:pt>
                <c:pt idx="1616">
                  <c:v>5.5</c:v>
                </c:pt>
                <c:pt idx="1617">
                  <c:v>5.5</c:v>
                </c:pt>
                <c:pt idx="1618">
                  <c:v>5.5</c:v>
                </c:pt>
                <c:pt idx="1619">
                  <c:v>5.5</c:v>
                </c:pt>
                <c:pt idx="1620">
                  <c:v>5.5</c:v>
                </c:pt>
                <c:pt idx="1621">
                  <c:v>5.5</c:v>
                </c:pt>
                <c:pt idx="1622">
                  <c:v>5.5</c:v>
                </c:pt>
                <c:pt idx="1623">
                  <c:v>5.5</c:v>
                </c:pt>
                <c:pt idx="1624">
                  <c:v>5.5</c:v>
                </c:pt>
                <c:pt idx="1625">
                  <c:v>5.5</c:v>
                </c:pt>
                <c:pt idx="1626">
                  <c:v>5.5</c:v>
                </c:pt>
                <c:pt idx="1627">
                  <c:v>5.25</c:v>
                </c:pt>
                <c:pt idx="1628">
                  <c:v>5.25</c:v>
                </c:pt>
                <c:pt idx="1629">
                  <c:v>5.25</c:v>
                </c:pt>
                <c:pt idx="1630">
                  <c:v>5.25</c:v>
                </c:pt>
                <c:pt idx="1631">
                  <c:v>5.25</c:v>
                </c:pt>
                <c:pt idx="1632">
                  <c:v>5.25</c:v>
                </c:pt>
                <c:pt idx="1633">
                  <c:v>5.25</c:v>
                </c:pt>
                <c:pt idx="1634">
                  <c:v>5.25</c:v>
                </c:pt>
                <c:pt idx="1635">
                  <c:v>5.25</c:v>
                </c:pt>
                <c:pt idx="1636">
                  <c:v>5.25</c:v>
                </c:pt>
                <c:pt idx="1637">
                  <c:v>5.25</c:v>
                </c:pt>
                <c:pt idx="1638">
                  <c:v>5.25</c:v>
                </c:pt>
                <c:pt idx="1639">
                  <c:v>5.25</c:v>
                </c:pt>
                <c:pt idx="1640">
                  <c:v>5.25</c:v>
                </c:pt>
                <c:pt idx="1641">
                  <c:v>5.25</c:v>
                </c:pt>
                <c:pt idx="1642">
                  <c:v>5.25</c:v>
                </c:pt>
                <c:pt idx="1643">
                  <c:v>5.25</c:v>
                </c:pt>
                <c:pt idx="1644">
                  <c:v>5.25</c:v>
                </c:pt>
                <c:pt idx="1645">
                  <c:v>5.25</c:v>
                </c:pt>
                <c:pt idx="1646">
                  <c:v>5.25</c:v>
                </c:pt>
                <c:pt idx="1647">
                  <c:v>5.25</c:v>
                </c:pt>
                <c:pt idx="1648">
                  <c:v>5.25</c:v>
                </c:pt>
                <c:pt idx="1649">
                  <c:v>5.25</c:v>
                </c:pt>
                <c:pt idx="1650">
                  <c:v>5.25</c:v>
                </c:pt>
                <c:pt idx="1651">
                  <c:v>5.25</c:v>
                </c:pt>
                <c:pt idx="1652">
                  <c:v>5.25</c:v>
                </c:pt>
                <c:pt idx="1653">
                  <c:v>5.25</c:v>
                </c:pt>
                <c:pt idx="1654">
                  <c:v>5.25</c:v>
                </c:pt>
                <c:pt idx="1655">
                  <c:v>5.25</c:v>
                </c:pt>
                <c:pt idx="1656">
                  <c:v>5.25</c:v>
                </c:pt>
                <c:pt idx="1657">
                  <c:v>5.25</c:v>
                </c:pt>
                <c:pt idx="1658">
                  <c:v>5.25</c:v>
                </c:pt>
                <c:pt idx="1659">
                  <c:v>5.25</c:v>
                </c:pt>
                <c:pt idx="1660">
                  <c:v>5.25</c:v>
                </c:pt>
                <c:pt idx="1661">
                  <c:v>5.25</c:v>
                </c:pt>
                <c:pt idx="1662">
                  <c:v>5.25</c:v>
                </c:pt>
                <c:pt idx="1663">
                  <c:v>5.25</c:v>
                </c:pt>
                <c:pt idx="1664">
                  <c:v>5.25</c:v>
                </c:pt>
                <c:pt idx="1665">
                  <c:v>5.25</c:v>
                </c:pt>
                <c:pt idx="1666">
                  <c:v>5.25</c:v>
                </c:pt>
                <c:pt idx="1667">
                  <c:v>5.25</c:v>
                </c:pt>
                <c:pt idx="1668">
                  <c:v>5.25</c:v>
                </c:pt>
                <c:pt idx="1669">
                  <c:v>5.25</c:v>
                </c:pt>
                <c:pt idx="1670">
                  <c:v>5.25</c:v>
                </c:pt>
                <c:pt idx="1671">
                  <c:v>5.25</c:v>
                </c:pt>
                <c:pt idx="1672">
                  <c:v>5.25</c:v>
                </c:pt>
                <c:pt idx="1673">
                  <c:v>5.25</c:v>
                </c:pt>
                <c:pt idx="1674">
                  <c:v>5.25</c:v>
                </c:pt>
                <c:pt idx="1675">
                  <c:v>5.25</c:v>
                </c:pt>
                <c:pt idx="1676">
                  <c:v>5.25</c:v>
                </c:pt>
                <c:pt idx="1677">
                  <c:v>5.25</c:v>
                </c:pt>
                <c:pt idx="1678">
                  <c:v>5.25</c:v>
                </c:pt>
                <c:pt idx="1679">
                  <c:v>5.25</c:v>
                </c:pt>
                <c:pt idx="1680">
                  <c:v>5.25</c:v>
                </c:pt>
                <c:pt idx="1681">
                  <c:v>5.25</c:v>
                </c:pt>
                <c:pt idx="1682">
                  <c:v>5.25</c:v>
                </c:pt>
                <c:pt idx="1683">
                  <c:v>5.25</c:v>
                </c:pt>
                <c:pt idx="1684">
                  <c:v>5.25</c:v>
                </c:pt>
                <c:pt idx="1685">
                  <c:v>5.25</c:v>
                </c:pt>
                <c:pt idx="1686">
                  <c:v>5.25</c:v>
                </c:pt>
                <c:pt idx="1687">
                  <c:v>5.25</c:v>
                </c:pt>
                <c:pt idx="1688">
                  <c:v>5.25</c:v>
                </c:pt>
                <c:pt idx="1689">
                  <c:v>5.25</c:v>
                </c:pt>
                <c:pt idx="1690">
                  <c:v>5.25</c:v>
                </c:pt>
                <c:pt idx="1691">
                  <c:v>5.25</c:v>
                </c:pt>
                <c:pt idx="1692">
                  <c:v>5.25</c:v>
                </c:pt>
                <c:pt idx="1693">
                  <c:v>5.25</c:v>
                </c:pt>
                <c:pt idx="1694">
                  <c:v>5.25</c:v>
                </c:pt>
                <c:pt idx="1695">
                  <c:v>5.25</c:v>
                </c:pt>
                <c:pt idx="1696">
                  <c:v>5.25</c:v>
                </c:pt>
                <c:pt idx="1697">
                  <c:v>5.25</c:v>
                </c:pt>
                <c:pt idx="1698">
                  <c:v>5.25</c:v>
                </c:pt>
                <c:pt idx="1699">
                  <c:v>5.25</c:v>
                </c:pt>
                <c:pt idx="1700">
                  <c:v>5.25</c:v>
                </c:pt>
                <c:pt idx="1701">
                  <c:v>5.25</c:v>
                </c:pt>
                <c:pt idx="1702">
                  <c:v>5.25</c:v>
                </c:pt>
                <c:pt idx="1703">
                  <c:v>5.25</c:v>
                </c:pt>
                <c:pt idx="1704">
                  <c:v>5.25</c:v>
                </c:pt>
                <c:pt idx="1705">
                  <c:v>5.25</c:v>
                </c:pt>
                <c:pt idx="1706">
                  <c:v>5.25</c:v>
                </c:pt>
                <c:pt idx="1707">
                  <c:v>5.25</c:v>
                </c:pt>
                <c:pt idx="1708">
                  <c:v>5.25</c:v>
                </c:pt>
                <c:pt idx="1709">
                  <c:v>5.25</c:v>
                </c:pt>
                <c:pt idx="1710">
                  <c:v>5.25</c:v>
                </c:pt>
                <c:pt idx="1711">
                  <c:v>5.25</c:v>
                </c:pt>
                <c:pt idx="1712">
                  <c:v>5</c:v>
                </c:pt>
                <c:pt idx="1713">
                  <c:v>5</c:v>
                </c:pt>
                <c:pt idx="1714">
                  <c:v>5</c:v>
                </c:pt>
                <c:pt idx="1715">
                  <c:v>5</c:v>
                </c:pt>
                <c:pt idx="1716">
                  <c:v>5</c:v>
                </c:pt>
                <c:pt idx="1717">
                  <c:v>5</c:v>
                </c:pt>
                <c:pt idx="1718">
                  <c:v>5</c:v>
                </c:pt>
                <c:pt idx="1719">
                  <c:v>5</c:v>
                </c:pt>
                <c:pt idx="1720">
                  <c:v>5</c:v>
                </c:pt>
                <c:pt idx="1721">
                  <c:v>5</c:v>
                </c:pt>
                <c:pt idx="1722">
                  <c:v>5</c:v>
                </c:pt>
                <c:pt idx="1723">
                  <c:v>5</c:v>
                </c:pt>
                <c:pt idx="1724">
                  <c:v>5</c:v>
                </c:pt>
                <c:pt idx="1725">
                  <c:v>5</c:v>
                </c:pt>
                <c:pt idx="1726">
                  <c:v>5</c:v>
                </c:pt>
                <c:pt idx="1727">
                  <c:v>5</c:v>
                </c:pt>
                <c:pt idx="1728">
                  <c:v>5</c:v>
                </c:pt>
                <c:pt idx="1729">
                  <c:v>5</c:v>
                </c:pt>
                <c:pt idx="1730">
                  <c:v>5</c:v>
                </c:pt>
                <c:pt idx="1731">
                  <c:v>5</c:v>
                </c:pt>
                <c:pt idx="1732">
                  <c:v>5</c:v>
                </c:pt>
                <c:pt idx="1733">
                  <c:v>5</c:v>
                </c:pt>
                <c:pt idx="1734">
                  <c:v>5</c:v>
                </c:pt>
                <c:pt idx="1735">
                  <c:v>5</c:v>
                </c:pt>
                <c:pt idx="1736">
                  <c:v>5</c:v>
                </c:pt>
                <c:pt idx="1737">
                  <c:v>5</c:v>
                </c:pt>
                <c:pt idx="1738">
                  <c:v>5</c:v>
                </c:pt>
                <c:pt idx="1739">
                  <c:v>5</c:v>
                </c:pt>
                <c:pt idx="1740">
                  <c:v>5</c:v>
                </c:pt>
                <c:pt idx="1741">
                  <c:v>5</c:v>
                </c:pt>
                <c:pt idx="1742">
                  <c:v>5</c:v>
                </c:pt>
                <c:pt idx="1743">
                  <c:v>5</c:v>
                </c:pt>
                <c:pt idx="1744">
                  <c:v>5</c:v>
                </c:pt>
                <c:pt idx="1745">
                  <c:v>5</c:v>
                </c:pt>
                <c:pt idx="1746">
                  <c:v>5</c:v>
                </c:pt>
                <c:pt idx="1747">
                  <c:v>5</c:v>
                </c:pt>
                <c:pt idx="1748">
                  <c:v>5</c:v>
                </c:pt>
                <c:pt idx="1749">
                  <c:v>5</c:v>
                </c:pt>
                <c:pt idx="1750">
                  <c:v>5</c:v>
                </c:pt>
                <c:pt idx="1751">
                  <c:v>5</c:v>
                </c:pt>
                <c:pt idx="1752">
                  <c:v>5</c:v>
                </c:pt>
                <c:pt idx="1753">
                  <c:v>5</c:v>
                </c:pt>
                <c:pt idx="1754">
                  <c:v>5</c:v>
                </c:pt>
                <c:pt idx="1755">
                  <c:v>5</c:v>
                </c:pt>
                <c:pt idx="1756">
                  <c:v>5</c:v>
                </c:pt>
                <c:pt idx="1757">
                  <c:v>5</c:v>
                </c:pt>
                <c:pt idx="1758">
                  <c:v>5</c:v>
                </c:pt>
                <c:pt idx="1759">
                  <c:v>5</c:v>
                </c:pt>
                <c:pt idx="1760">
                  <c:v>5</c:v>
                </c:pt>
                <c:pt idx="1761">
                  <c:v>5</c:v>
                </c:pt>
                <c:pt idx="1762">
                  <c:v>5</c:v>
                </c:pt>
                <c:pt idx="1763">
                  <c:v>5</c:v>
                </c:pt>
                <c:pt idx="1764">
                  <c:v>5</c:v>
                </c:pt>
                <c:pt idx="1765">
                  <c:v>5</c:v>
                </c:pt>
                <c:pt idx="1766">
                  <c:v>5</c:v>
                </c:pt>
                <c:pt idx="1767">
                  <c:v>5</c:v>
                </c:pt>
                <c:pt idx="1768">
                  <c:v>5</c:v>
                </c:pt>
                <c:pt idx="1769">
                  <c:v>5</c:v>
                </c:pt>
                <c:pt idx="1770">
                  <c:v>5</c:v>
                </c:pt>
                <c:pt idx="1771">
                  <c:v>5</c:v>
                </c:pt>
                <c:pt idx="1772">
                  <c:v>5</c:v>
                </c:pt>
                <c:pt idx="1773">
                  <c:v>5</c:v>
                </c:pt>
                <c:pt idx="1774">
                  <c:v>5</c:v>
                </c:pt>
                <c:pt idx="1775">
                  <c:v>5</c:v>
                </c:pt>
                <c:pt idx="1776">
                  <c:v>5</c:v>
                </c:pt>
                <c:pt idx="1777">
                  <c:v>5</c:v>
                </c:pt>
                <c:pt idx="1778">
                  <c:v>5</c:v>
                </c:pt>
                <c:pt idx="1779">
                  <c:v>5</c:v>
                </c:pt>
                <c:pt idx="1780">
                  <c:v>5</c:v>
                </c:pt>
                <c:pt idx="1781">
                  <c:v>5</c:v>
                </c:pt>
                <c:pt idx="1782">
                  <c:v>5</c:v>
                </c:pt>
                <c:pt idx="1783">
                  <c:v>5</c:v>
                </c:pt>
                <c:pt idx="1784">
                  <c:v>5</c:v>
                </c:pt>
                <c:pt idx="1785">
                  <c:v>5</c:v>
                </c:pt>
                <c:pt idx="1786">
                  <c:v>5</c:v>
                </c:pt>
                <c:pt idx="1787">
                  <c:v>5</c:v>
                </c:pt>
                <c:pt idx="1788">
                  <c:v>5</c:v>
                </c:pt>
                <c:pt idx="1789">
                  <c:v>5</c:v>
                </c:pt>
                <c:pt idx="1790">
                  <c:v>5</c:v>
                </c:pt>
                <c:pt idx="1791">
                  <c:v>5</c:v>
                </c:pt>
                <c:pt idx="1792">
                  <c:v>5</c:v>
                </c:pt>
                <c:pt idx="1793">
                  <c:v>5</c:v>
                </c:pt>
                <c:pt idx="1794">
                  <c:v>5</c:v>
                </c:pt>
                <c:pt idx="1795">
                  <c:v>4.75</c:v>
                </c:pt>
                <c:pt idx="1796">
                  <c:v>4.75</c:v>
                </c:pt>
                <c:pt idx="1797">
                  <c:v>4.75</c:v>
                </c:pt>
                <c:pt idx="1798">
                  <c:v>4.75</c:v>
                </c:pt>
                <c:pt idx="1799">
                  <c:v>4.75</c:v>
                </c:pt>
                <c:pt idx="1800">
                  <c:v>4.75</c:v>
                </c:pt>
                <c:pt idx="1801">
                  <c:v>4.75</c:v>
                </c:pt>
                <c:pt idx="1802">
                  <c:v>4.75</c:v>
                </c:pt>
                <c:pt idx="1803">
                  <c:v>4.75</c:v>
                </c:pt>
                <c:pt idx="1804">
                  <c:v>4.75</c:v>
                </c:pt>
                <c:pt idx="1805">
                  <c:v>4.75</c:v>
                </c:pt>
                <c:pt idx="1806">
                  <c:v>4.75</c:v>
                </c:pt>
                <c:pt idx="1807">
                  <c:v>4.75</c:v>
                </c:pt>
                <c:pt idx="1808">
                  <c:v>4.75</c:v>
                </c:pt>
                <c:pt idx="1809">
                  <c:v>4.75</c:v>
                </c:pt>
                <c:pt idx="1810">
                  <c:v>4.75</c:v>
                </c:pt>
                <c:pt idx="1811">
                  <c:v>4.75</c:v>
                </c:pt>
                <c:pt idx="1812">
                  <c:v>4.75</c:v>
                </c:pt>
                <c:pt idx="1813">
                  <c:v>4.75</c:v>
                </c:pt>
                <c:pt idx="1814">
                  <c:v>4.75</c:v>
                </c:pt>
                <c:pt idx="1815">
                  <c:v>4.75</c:v>
                </c:pt>
                <c:pt idx="1816">
                  <c:v>4.75</c:v>
                </c:pt>
                <c:pt idx="1817">
                  <c:v>4.75</c:v>
                </c:pt>
                <c:pt idx="1818">
                  <c:v>4.75</c:v>
                </c:pt>
                <c:pt idx="1819">
                  <c:v>4.75</c:v>
                </c:pt>
                <c:pt idx="1820">
                  <c:v>4.75</c:v>
                </c:pt>
                <c:pt idx="1821">
                  <c:v>4.75</c:v>
                </c:pt>
                <c:pt idx="1822">
                  <c:v>4.75</c:v>
                </c:pt>
                <c:pt idx="1823">
                  <c:v>4.75</c:v>
                </c:pt>
                <c:pt idx="1824">
                  <c:v>4.75</c:v>
                </c:pt>
                <c:pt idx="1825">
                  <c:v>4.75</c:v>
                </c:pt>
                <c:pt idx="1826">
                  <c:v>4.75</c:v>
                </c:pt>
                <c:pt idx="1827">
                  <c:v>4.75</c:v>
                </c:pt>
                <c:pt idx="1828">
                  <c:v>4.75</c:v>
                </c:pt>
                <c:pt idx="1829">
                  <c:v>4.75</c:v>
                </c:pt>
                <c:pt idx="1830">
                  <c:v>4.75</c:v>
                </c:pt>
                <c:pt idx="1831">
                  <c:v>4.75</c:v>
                </c:pt>
                <c:pt idx="1832">
                  <c:v>4.75</c:v>
                </c:pt>
                <c:pt idx="1833">
                  <c:v>4.75</c:v>
                </c:pt>
                <c:pt idx="1834">
                  <c:v>4.75</c:v>
                </c:pt>
                <c:pt idx="1835">
                  <c:v>4.5</c:v>
                </c:pt>
                <c:pt idx="1836">
                  <c:v>4.5</c:v>
                </c:pt>
                <c:pt idx="1837">
                  <c:v>4.5</c:v>
                </c:pt>
                <c:pt idx="1838">
                  <c:v>4.5</c:v>
                </c:pt>
                <c:pt idx="1839">
                  <c:v>4.5</c:v>
                </c:pt>
                <c:pt idx="1840">
                  <c:v>4.5</c:v>
                </c:pt>
                <c:pt idx="1841">
                  <c:v>4.5</c:v>
                </c:pt>
                <c:pt idx="1842">
                  <c:v>4.5</c:v>
                </c:pt>
                <c:pt idx="1843">
                  <c:v>4.5</c:v>
                </c:pt>
                <c:pt idx="1844">
                  <c:v>4.5</c:v>
                </c:pt>
                <c:pt idx="1845">
                  <c:v>4.5</c:v>
                </c:pt>
                <c:pt idx="1846">
                  <c:v>4.5</c:v>
                </c:pt>
                <c:pt idx="1847">
                  <c:v>4.5</c:v>
                </c:pt>
                <c:pt idx="1848">
                  <c:v>4.5</c:v>
                </c:pt>
                <c:pt idx="1849">
                  <c:v>4.5</c:v>
                </c:pt>
                <c:pt idx="1850">
                  <c:v>4.5</c:v>
                </c:pt>
                <c:pt idx="1851">
                  <c:v>4.5</c:v>
                </c:pt>
                <c:pt idx="1852">
                  <c:v>4.5</c:v>
                </c:pt>
                <c:pt idx="1853">
                  <c:v>4.5</c:v>
                </c:pt>
                <c:pt idx="1854">
                  <c:v>4.5</c:v>
                </c:pt>
                <c:pt idx="1855">
                  <c:v>4.5</c:v>
                </c:pt>
                <c:pt idx="1856">
                  <c:v>4.5</c:v>
                </c:pt>
                <c:pt idx="1857">
                  <c:v>4.5</c:v>
                </c:pt>
                <c:pt idx="1858">
                  <c:v>4.5</c:v>
                </c:pt>
                <c:pt idx="1859">
                  <c:v>4.5</c:v>
                </c:pt>
                <c:pt idx="1860">
                  <c:v>4.25</c:v>
                </c:pt>
                <c:pt idx="1861">
                  <c:v>4.25</c:v>
                </c:pt>
                <c:pt idx="1862">
                  <c:v>4.25</c:v>
                </c:pt>
                <c:pt idx="1863">
                  <c:v>4.25</c:v>
                </c:pt>
                <c:pt idx="1864">
                  <c:v>4.25</c:v>
                </c:pt>
                <c:pt idx="1865">
                  <c:v>4.25</c:v>
                </c:pt>
                <c:pt idx="1866">
                  <c:v>4.25</c:v>
                </c:pt>
                <c:pt idx="1867">
                  <c:v>4.25</c:v>
                </c:pt>
                <c:pt idx="1868">
                  <c:v>4.25</c:v>
                </c:pt>
                <c:pt idx="1869">
                  <c:v>4.25</c:v>
                </c:pt>
                <c:pt idx="1870">
                  <c:v>4.25</c:v>
                </c:pt>
                <c:pt idx="1871">
                  <c:v>4.25</c:v>
                </c:pt>
                <c:pt idx="1872">
                  <c:v>4.25</c:v>
                </c:pt>
                <c:pt idx="1873">
                  <c:v>4.25</c:v>
                </c:pt>
                <c:pt idx="1874">
                  <c:v>4.25</c:v>
                </c:pt>
                <c:pt idx="1875">
                  <c:v>4.25</c:v>
                </c:pt>
                <c:pt idx="1876">
                  <c:v>4.25</c:v>
                </c:pt>
                <c:pt idx="1877">
                  <c:v>4.25</c:v>
                </c:pt>
                <c:pt idx="1878">
                  <c:v>4.25</c:v>
                </c:pt>
                <c:pt idx="1879">
                  <c:v>4.25</c:v>
                </c:pt>
                <c:pt idx="1880">
                  <c:v>3.75</c:v>
                </c:pt>
                <c:pt idx="1881">
                  <c:v>3.75</c:v>
                </c:pt>
                <c:pt idx="1882">
                  <c:v>3.75</c:v>
                </c:pt>
                <c:pt idx="1883">
                  <c:v>3.75</c:v>
                </c:pt>
                <c:pt idx="1884">
                  <c:v>3.75</c:v>
                </c:pt>
                <c:pt idx="1885">
                  <c:v>3.75</c:v>
                </c:pt>
                <c:pt idx="1886">
                  <c:v>3.75</c:v>
                </c:pt>
                <c:pt idx="1887">
                  <c:v>3.75</c:v>
                </c:pt>
                <c:pt idx="1888">
                  <c:v>3.75</c:v>
                </c:pt>
                <c:pt idx="1889">
                  <c:v>3.75</c:v>
                </c:pt>
                <c:pt idx="1890">
                  <c:v>3.75</c:v>
                </c:pt>
                <c:pt idx="1891">
                  <c:v>3.75</c:v>
                </c:pt>
                <c:pt idx="1892">
                  <c:v>3.75</c:v>
                </c:pt>
                <c:pt idx="1893">
                  <c:v>3.75</c:v>
                </c:pt>
                <c:pt idx="1894">
                  <c:v>3.75</c:v>
                </c:pt>
                <c:pt idx="1895">
                  <c:v>3.75</c:v>
                </c:pt>
                <c:pt idx="1896">
                  <c:v>3.75</c:v>
                </c:pt>
                <c:pt idx="1897">
                  <c:v>3.75</c:v>
                </c:pt>
                <c:pt idx="1898">
                  <c:v>3.75</c:v>
                </c:pt>
                <c:pt idx="1899">
                  <c:v>3.75</c:v>
                </c:pt>
                <c:pt idx="1900">
                  <c:v>3.75</c:v>
                </c:pt>
                <c:pt idx="1901">
                  <c:v>3.75</c:v>
                </c:pt>
                <c:pt idx="1902">
                  <c:v>3.75</c:v>
                </c:pt>
                <c:pt idx="1903">
                  <c:v>3.75</c:v>
                </c:pt>
                <c:pt idx="1904">
                  <c:v>3.75</c:v>
                </c:pt>
                <c:pt idx="1905">
                  <c:v>3.75</c:v>
                </c:pt>
                <c:pt idx="1906">
                  <c:v>3.75</c:v>
                </c:pt>
                <c:pt idx="1907">
                  <c:v>3.75</c:v>
                </c:pt>
                <c:pt idx="1908">
                  <c:v>3.75</c:v>
                </c:pt>
                <c:pt idx="1909">
                  <c:v>3.75</c:v>
                </c:pt>
                <c:pt idx="1910">
                  <c:v>3.75</c:v>
                </c:pt>
                <c:pt idx="1911">
                  <c:v>3.75</c:v>
                </c:pt>
                <c:pt idx="1912">
                  <c:v>3.75</c:v>
                </c:pt>
                <c:pt idx="1913">
                  <c:v>3.75</c:v>
                </c:pt>
                <c:pt idx="1914">
                  <c:v>3.75</c:v>
                </c:pt>
                <c:pt idx="1915">
                  <c:v>3.75</c:v>
                </c:pt>
                <c:pt idx="1916">
                  <c:v>3.75</c:v>
                </c:pt>
                <c:pt idx="1917">
                  <c:v>3.75</c:v>
                </c:pt>
                <c:pt idx="1918">
                  <c:v>3.75</c:v>
                </c:pt>
                <c:pt idx="1919">
                  <c:v>3.75</c:v>
                </c:pt>
                <c:pt idx="1920">
                  <c:v>3.75</c:v>
                </c:pt>
                <c:pt idx="1921">
                  <c:v>3.75</c:v>
                </c:pt>
                <c:pt idx="1922">
                  <c:v>3.75</c:v>
                </c:pt>
                <c:pt idx="1923">
                  <c:v>3.75</c:v>
                </c:pt>
                <c:pt idx="1924">
                  <c:v>3.75</c:v>
                </c:pt>
                <c:pt idx="1925">
                  <c:v>3.75</c:v>
                </c:pt>
                <c:pt idx="1926">
                  <c:v>3.75</c:v>
                </c:pt>
                <c:pt idx="1927">
                  <c:v>3.75</c:v>
                </c:pt>
                <c:pt idx="1928">
                  <c:v>3.75</c:v>
                </c:pt>
                <c:pt idx="1929">
                  <c:v>3.75</c:v>
                </c:pt>
                <c:pt idx="1930">
                  <c:v>3.75</c:v>
                </c:pt>
                <c:pt idx="1931">
                  <c:v>3.75</c:v>
                </c:pt>
                <c:pt idx="1932">
                  <c:v>3.75</c:v>
                </c:pt>
                <c:pt idx="1933">
                  <c:v>3.75</c:v>
                </c:pt>
                <c:pt idx="1934">
                  <c:v>3.75</c:v>
                </c:pt>
                <c:pt idx="1935">
                  <c:v>3.75</c:v>
                </c:pt>
                <c:pt idx="1936">
                  <c:v>3.75</c:v>
                </c:pt>
                <c:pt idx="1937">
                  <c:v>3.75</c:v>
                </c:pt>
                <c:pt idx="1938">
                  <c:v>3.75</c:v>
                </c:pt>
                <c:pt idx="1939">
                  <c:v>3.75</c:v>
                </c:pt>
                <c:pt idx="1940">
                  <c:v>3.75</c:v>
                </c:pt>
                <c:pt idx="1941">
                  <c:v>3.75</c:v>
                </c:pt>
                <c:pt idx="1942">
                  <c:v>3.75</c:v>
                </c:pt>
                <c:pt idx="1943">
                  <c:v>3.75</c:v>
                </c:pt>
                <c:pt idx="1944">
                  <c:v>3.75</c:v>
                </c:pt>
                <c:pt idx="1945">
                  <c:v>3.75</c:v>
                </c:pt>
                <c:pt idx="1946">
                  <c:v>3.75</c:v>
                </c:pt>
                <c:pt idx="1947">
                  <c:v>3.75</c:v>
                </c:pt>
                <c:pt idx="1948">
                  <c:v>3.75</c:v>
                </c:pt>
                <c:pt idx="1949">
                  <c:v>3.75</c:v>
                </c:pt>
                <c:pt idx="1950">
                  <c:v>3.75</c:v>
                </c:pt>
                <c:pt idx="1951">
                  <c:v>3.75</c:v>
                </c:pt>
                <c:pt idx="1952">
                  <c:v>3.75</c:v>
                </c:pt>
                <c:pt idx="1953">
                  <c:v>3.75</c:v>
                </c:pt>
                <c:pt idx="1954">
                  <c:v>3.75</c:v>
                </c:pt>
                <c:pt idx="1955">
                  <c:v>3.75</c:v>
                </c:pt>
                <c:pt idx="1956">
                  <c:v>3.75</c:v>
                </c:pt>
                <c:pt idx="1957">
                  <c:v>3.75</c:v>
                </c:pt>
                <c:pt idx="1958">
                  <c:v>3.75</c:v>
                </c:pt>
                <c:pt idx="1959">
                  <c:v>3.75</c:v>
                </c:pt>
                <c:pt idx="1960">
                  <c:v>3.75</c:v>
                </c:pt>
                <c:pt idx="1961">
                  <c:v>3.75</c:v>
                </c:pt>
                <c:pt idx="1962">
                  <c:v>3.75</c:v>
                </c:pt>
                <c:pt idx="1963">
                  <c:v>3.75</c:v>
                </c:pt>
                <c:pt idx="1964">
                  <c:v>3.75</c:v>
                </c:pt>
                <c:pt idx="1965">
                  <c:v>3.75</c:v>
                </c:pt>
                <c:pt idx="1966">
                  <c:v>3.75</c:v>
                </c:pt>
                <c:pt idx="1967">
                  <c:v>3.75</c:v>
                </c:pt>
                <c:pt idx="1968">
                  <c:v>3.75</c:v>
                </c:pt>
                <c:pt idx="1969">
                  <c:v>3.75</c:v>
                </c:pt>
                <c:pt idx="1970">
                  <c:v>3.75</c:v>
                </c:pt>
                <c:pt idx="1971">
                  <c:v>3.75</c:v>
                </c:pt>
                <c:pt idx="1972">
                  <c:v>3.75</c:v>
                </c:pt>
                <c:pt idx="1973">
                  <c:v>3.75</c:v>
                </c:pt>
                <c:pt idx="1974">
                  <c:v>3.75</c:v>
                </c:pt>
                <c:pt idx="1975">
                  <c:v>3.75</c:v>
                </c:pt>
                <c:pt idx="1976">
                  <c:v>3.75</c:v>
                </c:pt>
                <c:pt idx="1977">
                  <c:v>3.75</c:v>
                </c:pt>
                <c:pt idx="1978">
                  <c:v>3.75</c:v>
                </c:pt>
                <c:pt idx="1979">
                  <c:v>3.75</c:v>
                </c:pt>
                <c:pt idx="1980">
                  <c:v>3.75</c:v>
                </c:pt>
                <c:pt idx="1981">
                  <c:v>3.75</c:v>
                </c:pt>
                <c:pt idx="1982">
                  <c:v>3.75</c:v>
                </c:pt>
                <c:pt idx="1983">
                  <c:v>3.75</c:v>
                </c:pt>
                <c:pt idx="1984">
                  <c:v>3.75</c:v>
                </c:pt>
                <c:pt idx="1985">
                  <c:v>3.75</c:v>
                </c:pt>
                <c:pt idx="1986">
                  <c:v>3.75</c:v>
                </c:pt>
                <c:pt idx="1987">
                  <c:v>3.75</c:v>
                </c:pt>
                <c:pt idx="1988">
                  <c:v>3.75</c:v>
                </c:pt>
                <c:pt idx="1989">
                  <c:v>3.75</c:v>
                </c:pt>
                <c:pt idx="1990">
                  <c:v>3.75</c:v>
                </c:pt>
                <c:pt idx="1991">
                  <c:v>3.75</c:v>
                </c:pt>
                <c:pt idx="1992">
                  <c:v>3.75</c:v>
                </c:pt>
                <c:pt idx="1993">
                  <c:v>3.75</c:v>
                </c:pt>
                <c:pt idx="1994">
                  <c:v>3.75</c:v>
                </c:pt>
                <c:pt idx="1995">
                  <c:v>3.75</c:v>
                </c:pt>
                <c:pt idx="1996">
                  <c:v>3.75</c:v>
                </c:pt>
                <c:pt idx="1997">
                  <c:v>3.75</c:v>
                </c:pt>
                <c:pt idx="1998">
                  <c:v>3.75</c:v>
                </c:pt>
                <c:pt idx="1999">
                  <c:v>3.75</c:v>
                </c:pt>
                <c:pt idx="2000">
                  <c:v>3.75</c:v>
                </c:pt>
                <c:pt idx="2001">
                  <c:v>3.75</c:v>
                </c:pt>
                <c:pt idx="2002">
                  <c:v>3.75</c:v>
                </c:pt>
                <c:pt idx="2003">
                  <c:v>3.75</c:v>
                </c:pt>
                <c:pt idx="2004">
                  <c:v>3.75</c:v>
                </c:pt>
                <c:pt idx="2005">
                  <c:v>3.75</c:v>
                </c:pt>
                <c:pt idx="2006">
                  <c:v>3.75</c:v>
                </c:pt>
                <c:pt idx="2007">
                  <c:v>3.75</c:v>
                </c:pt>
                <c:pt idx="2008">
                  <c:v>3.75</c:v>
                </c:pt>
                <c:pt idx="2009">
                  <c:v>3.75</c:v>
                </c:pt>
                <c:pt idx="2010">
                  <c:v>3.75</c:v>
                </c:pt>
                <c:pt idx="2011">
                  <c:v>3.75</c:v>
                </c:pt>
                <c:pt idx="2012">
                  <c:v>3.75</c:v>
                </c:pt>
                <c:pt idx="2013">
                  <c:v>3.75</c:v>
                </c:pt>
                <c:pt idx="2014">
                  <c:v>3.75</c:v>
                </c:pt>
                <c:pt idx="2015">
                  <c:v>3.75</c:v>
                </c:pt>
                <c:pt idx="2016">
                  <c:v>3.75</c:v>
                </c:pt>
                <c:pt idx="2017">
                  <c:v>3.75</c:v>
                </c:pt>
                <c:pt idx="2018">
                  <c:v>3.75</c:v>
                </c:pt>
                <c:pt idx="2019">
                  <c:v>3.75</c:v>
                </c:pt>
                <c:pt idx="2020">
                  <c:v>3.75</c:v>
                </c:pt>
                <c:pt idx="2021">
                  <c:v>3.75</c:v>
                </c:pt>
                <c:pt idx="2022">
                  <c:v>3.75</c:v>
                </c:pt>
                <c:pt idx="2023">
                  <c:v>3.75</c:v>
                </c:pt>
                <c:pt idx="2024">
                  <c:v>3.75</c:v>
                </c:pt>
                <c:pt idx="2025">
                  <c:v>3.75</c:v>
                </c:pt>
                <c:pt idx="2026">
                  <c:v>3.75</c:v>
                </c:pt>
                <c:pt idx="2027">
                  <c:v>3.75</c:v>
                </c:pt>
                <c:pt idx="2028">
                  <c:v>3.75</c:v>
                </c:pt>
                <c:pt idx="2029">
                  <c:v>3.75</c:v>
                </c:pt>
                <c:pt idx="2030">
                  <c:v>3.75</c:v>
                </c:pt>
                <c:pt idx="2031">
                  <c:v>3.75</c:v>
                </c:pt>
                <c:pt idx="2032">
                  <c:v>3.75</c:v>
                </c:pt>
                <c:pt idx="2033">
                  <c:v>3.75</c:v>
                </c:pt>
                <c:pt idx="2034">
                  <c:v>3.75</c:v>
                </c:pt>
                <c:pt idx="2035">
                  <c:v>3.75</c:v>
                </c:pt>
                <c:pt idx="2036">
                  <c:v>3.75</c:v>
                </c:pt>
                <c:pt idx="2037">
                  <c:v>3.75</c:v>
                </c:pt>
                <c:pt idx="2038">
                  <c:v>3.75</c:v>
                </c:pt>
                <c:pt idx="2039">
                  <c:v>3.75</c:v>
                </c:pt>
                <c:pt idx="2040">
                  <c:v>3.75</c:v>
                </c:pt>
                <c:pt idx="2041">
                  <c:v>3.75</c:v>
                </c:pt>
                <c:pt idx="2042">
                  <c:v>3.75</c:v>
                </c:pt>
                <c:pt idx="2043">
                  <c:v>3.75</c:v>
                </c:pt>
                <c:pt idx="2044">
                  <c:v>3.75</c:v>
                </c:pt>
                <c:pt idx="2045">
                  <c:v>3.75</c:v>
                </c:pt>
                <c:pt idx="2046">
                  <c:v>3.75</c:v>
                </c:pt>
                <c:pt idx="2047">
                  <c:v>3.75</c:v>
                </c:pt>
                <c:pt idx="2048">
                  <c:v>3.75</c:v>
                </c:pt>
                <c:pt idx="2049">
                  <c:v>3.75</c:v>
                </c:pt>
                <c:pt idx="2050">
                  <c:v>3.75</c:v>
                </c:pt>
                <c:pt idx="2051">
                  <c:v>3.75</c:v>
                </c:pt>
                <c:pt idx="2052">
                  <c:v>3.75</c:v>
                </c:pt>
                <c:pt idx="2053">
                  <c:v>3.75</c:v>
                </c:pt>
                <c:pt idx="2054">
                  <c:v>3.75</c:v>
                </c:pt>
                <c:pt idx="2055">
                  <c:v>4.25</c:v>
                </c:pt>
                <c:pt idx="2056">
                  <c:v>4.25</c:v>
                </c:pt>
                <c:pt idx="2057">
                  <c:v>4.25</c:v>
                </c:pt>
                <c:pt idx="2058">
                  <c:v>4.25</c:v>
                </c:pt>
                <c:pt idx="2059">
                  <c:v>4.25</c:v>
                </c:pt>
                <c:pt idx="2060">
                  <c:v>4.25</c:v>
                </c:pt>
                <c:pt idx="2061">
                  <c:v>4.25</c:v>
                </c:pt>
                <c:pt idx="2062">
                  <c:v>4.25</c:v>
                </c:pt>
                <c:pt idx="2063">
                  <c:v>4.25</c:v>
                </c:pt>
                <c:pt idx="2064">
                  <c:v>4.25</c:v>
                </c:pt>
                <c:pt idx="2065">
                  <c:v>4.25</c:v>
                </c:pt>
                <c:pt idx="2066">
                  <c:v>4.25</c:v>
                </c:pt>
                <c:pt idx="2067">
                  <c:v>4.25</c:v>
                </c:pt>
                <c:pt idx="2068">
                  <c:v>4.25</c:v>
                </c:pt>
                <c:pt idx="2069">
                  <c:v>4.5</c:v>
                </c:pt>
                <c:pt idx="2070">
                  <c:v>4.5</c:v>
                </c:pt>
                <c:pt idx="2071">
                  <c:v>4.5</c:v>
                </c:pt>
                <c:pt idx="2072">
                  <c:v>4.5</c:v>
                </c:pt>
                <c:pt idx="2073">
                  <c:v>4.5</c:v>
                </c:pt>
                <c:pt idx="2074">
                  <c:v>4.5</c:v>
                </c:pt>
                <c:pt idx="2075">
                  <c:v>4.5</c:v>
                </c:pt>
                <c:pt idx="2076">
                  <c:v>4.75</c:v>
                </c:pt>
                <c:pt idx="2077">
                  <c:v>4.75</c:v>
                </c:pt>
                <c:pt idx="2078">
                  <c:v>4.75</c:v>
                </c:pt>
                <c:pt idx="2079">
                  <c:v>4.75</c:v>
                </c:pt>
                <c:pt idx="2080">
                  <c:v>4.75</c:v>
                </c:pt>
                <c:pt idx="2081">
                  <c:v>4.75</c:v>
                </c:pt>
                <c:pt idx="2082">
                  <c:v>4.75</c:v>
                </c:pt>
                <c:pt idx="2083">
                  <c:v>4.75</c:v>
                </c:pt>
                <c:pt idx="2084">
                  <c:v>4.75</c:v>
                </c:pt>
                <c:pt idx="2085">
                  <c:v>4.75</c:v>
                </c:pt>
                <c:pt idx="2086">
                  <c:v>4.75</c:v>
                </c:pt>
                <c:pt idx="2087">
                  <c:v>4.75</c:v>
                </c:pt>
                <c:pt idx="2088">
                  <c:v>4.75</c:v>
                </c:pt>
                <c:pt idx="2089">
                  <c:v>4.75</c:v>
                </c:pt>
                <c:pt idx="2090">
                  <c:v>4.75</c:v>
                </c:pt>
                <c:pt idx="2091">
                  <c:v>4.75</c:v>
                </c:pt>
                <c:pt idx="2092">
                  <c:v>4.75</c:v>
                </c:pt>
                <c:pt idx="2093">
                  <c:v>4.75</c:v>
                </c:pt>
                <c:pt idx="2094">
                  <c:v>4.75</c:v>
                </c:pt>
                <c:pt idx="2095">
                  <c:v>4.75</c:v>
                </c:pt>
                <c:pt idx="2096">
                  <c:v>4.75</c:v>
                </c:pt>
                <c:pt idx="2097">
                  <c:v>4.75</c:v>
                </c:pt>
                <c:pt idx="2098">
                  <c:v>4.75</c:v>
                </c:pt>
                <c:pt idx="2099">
                  <c:v>4.75</c:v>
                </c:pt>
                <c:pt idx="2100">
                  <c:v>4.75</c:v>
                </c:pt>
                <c:pt idx="2101">
                  <c:v>4.75</c:v>
                </c:pt>
                <c:pt idx="2102">
                  <c:v>4.75</c:v>
                </c:pt>
                <c:pt idx="2103">
                  <c:v>4.75</c:v>
                </c:pt>
                <c:pt idx="2104">
                  <c:v>4.75</c:v>
                </c:pt>
                <c:pt idx="2105">
                  <c:v>4.75</c:v>
                </c:pt>
                <c:pt idx="2106">
                  <c:v>4.75</c:v>
                </c:pt>
                <c:pt idx="2107">
                  <c:v>4.75</c:v>
                </c:pt>
                <c:pt idx="2108">
                  <c:v>4.75</c:v>
                </c:pt>
                <c:pt idx="2109">
                  <c:v>4.75</c:v>
                </c:pt>
                <c:pt idx="2110">
                  <c:v>4.75</c:v>
                </c:pt>
                <c:pt idx="2111">
                  <c:v>4.75</c:v>
                </c:pt>
                <c:pt idx="2112">
                  <c:v>4.75</c:v>
                </c:pt>
                <c:pt idx="2113">
                  <c:v>4.75</c:v>
                </c:pt>
                <c:pt idx="2114">
                  <c:v>4.75</c:v>
                </c:pt>
                <c:pt idx="2115">
                  <c:v>4.75</c:v>
                </c:pt>
                <c:pt idx="2116">
                  <c:v>4.75</c:v>
                </c:pt>
                <c:pt idx="2117">
                  <c:v>4.75</c:v>
                </c:pt>
                <c:pt idx="2118">
                  <c:v>4.75</c:v>
                </c:pt>
                <c:pt idx="2119">
                  <c:v>4.75</c:v>
                </c:pt>
                <c:pt idx="2120">
                  <c:v>4.75</c:v>
                </c:pt>
                <c:pt idx="2121">
                  <c:v>4.75</c:v>
                </c:pt>
                <c:pt idx="2122">
                  <c:v>4.75</c:v>
                </c:pt>
                <c:pt idx="2123">
                  <c:v>4.75</c:v>
                </c:pt>
                <c:pt idx="2124">
                  <c:v>4.75</c:v>
                </c:pt>
                <c:pt idx="2125">
                  <c:v>4.75</c:v>
                </c:pt>
                <c:pt idx="2126">
                  <c:v>4.75</c:v>
                </c:pt>
                <c:pt idx="2127">
                  <c:v>4.75</c:v>
                </c:pt>
                <c:pt idx="2128">
                  <c:v>4.75</c:v>
                </c:pt>
                <c:pt idx="2129">
                  <c:v>4.75</c:v>
                </c:pt>
                <c:pt idx="2130">
                  <c:v>4.75</c:v>
                </c:pt>
                <c:pt idx="2131">
                  <c:v>4.75</c:v>
                </c:pt>
                <c:pt idx="2132">
                  <c:v>4.75</c:v>
                </c:pt>
                <c:pt idx="2133">
                  <c:v>4.75</c:v>
                </c:pt>
                <c:pt idx="2134">
                  <c:v>4.75</c:v>
                </c:pt>
                <c:pt idx="2135">
                  <c:v>4.75</c:v>
                </c:pt>
                <c:pt idx="2136">
                  <c:v>4.75</c:v>
                </c:pt>
                <c:pt idx="2137">
                  <c:v>4.75</c:v>
                </c:pt>
                <c:pt idx="2138">
                  <c:v>4.75</c:v>
                </c:pt>
                <c:pt idx="2139">
                  <c:v>4.75</c:v>
                </c:pt>
                <c:pt idx="2140">
                  <c:v>4.75</c:v>
                </c:pt>
                <c:pt idx="2141">
                  <c:v>4.75</c:v>
                </c:pt>
                <c:pt idx="2142">
                  <c:v>4.75</c:v>
                </c:pt>
                <c:pt idx="2143">
                  <c:v>4.75</c:v>
                </c:pt>
                <c:pt idx="2144">
                  <c:v>4.75</c:v>
                </c:pt>
                <c:pt idx="2145">
                  <c:v>4.75</c:v>
                </c:pt>
                <c:pt idx="2146">
                  <c:v>4.75</c:v>
                </c:pt>
                <c:pt idx="2147">
                  <c:v>4.75</c:v>
                </c:pt>
                <c:pt idx="2148">
                  <c:v>4.75</c:v>
                </c:pt>
                <c:pt idx="2149">
                  <c:v>4.75</c:v>
                </c:pt>
                <c:pt idx="2150">
                  <c:v>4.75</c:v>
                </c:pt>
                <c:pt idx="2151">
                  <c:v>4.75</c:v>
                </c:pt>
                <c:pt idx="2152">
                  <c:v>4.75</c:v>
                </c:pt>
                <c:pt idx="2153">
                  <c:v>4.75</c:v>
                </c:pt>
                <c:pt idx="2154">
                  <c:v>4.75</c:v>
                </c:pt>
                <c:pt idx="2155">
                  <c:v>4.75</c:v>
                </c:pt>
                <c:pt idx="2156">
                  <c:v>4.75</c:v>
                </c:pt>
                <c:pt idx="2157">
                  <c:v>4.75</c:v>
                </c:pt>
                <c:pt idx="2158">
                  <c:v>4.75</c:v>
                </c:pt>
                <c:pt idx="2159">
                  <c:v>4.75</c:v>
                </c:pt>
                <c:pt idx="2160">
                  <c:v>4.75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0F01-44F8-9B43-0940E65ED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18472832"/>
        <c:axId val="1418471936"/>
      </c:lineChart>
      <c:dateAx>
        <c:axId val="1418472832"/>
        <c:scaling>
          <c:orientation val="minMax"/>
          <c:min val="45840"/>
        </c:scaling>
        <c:delete val="0"/>
        <c:axPos val="b"/>
        <c:numFmt formatCode="[$-409]mmm\-yy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418471936"/>
        <c:crosses val="autoZero"/>
        <c:auto val="1"/>
        <c:lblOffset val="100"/>
        <c:baseTimeUnit val="days"/>
        <c:majorUnit val="1"/>
        <c:majorTimeUnit val="months"/>
      </c:dateAx>
      <c:valAx>
        <c:axId val="1418471936"/>
        <c:scaling>
          <c:orientation val="minMax"/>
          <c:min val="2"/>
        </c:scaling>
        <c:delete val="0"/>
        <c:axPos val="l"/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418472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800117608385432"/>
          <c:y val="0.20667039571683232"/>
          <c:w val="0.66903510531492782"/>
          <c:h val="9.57203426045761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 err="1">
                <a:solidFill>
                  <a:schemeClr val="tx1"/>
                </a:solidFill>
              </a:rPr>
              <a:t>Aliran</a:t>
            </a:r>
            <a:r>
              <a:rPr lang="en-US" b="1">
                <a:solidFill>
                  <a:schemeClr val="tx1"/>
                </a:solidFill>
              </a:rPr>
              <a:t> Modal Asing di SBN, </a:t>
            </a:r>
          </a:p>
          <a:p>
            <a:pPr>
              <a:defRPr/>
            </a:pPr>
            <a:r>
              <a:rPr lang="en-US" b="1">
                <a:solidFill>
                  <a:schemeClr val="tx1"/>
                </a:solidFill>
              </a:rPr>
              <a:t>Saham &amp; SRBI </a:t>
            </a: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(Rp </a:t>
            </a:r>
            <a:r>
              <a:rPr lang="en-US" err="1">
                <a:solidFill>
                  <a:schemeClr val="tx1"/>
                </a:solidFill>
              </a:rPr>
              <a:t>Triliun</a:t>
            </a:r>
            <a:r>
              <a:rPr lang="en-US">
                <a:solidFill>
                  <a:schemeClr val="tx1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2370213724659641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45667228144093"/>
          <c:y val="0.22720123713066381"/>
          <c:w val="0.79335350335019506"/>
          <c:h val="0.6536705372486271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Saham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4"/>
              <c:layout>
                <c:manualLayout>
                  <c:x val="8.3830994602604125E-2"/>
                  <c:y val="3.7895162436345727E-2"/>
                </c:manualLayout>
              </c:layout>
              <c:spPr>
                <a:solidFill>
                  <a:schemeClr val="accent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782-4C3D-8228-EFC6B030A2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Sheet1!$A$8:$A$22</c:f>
              <c:strCache>
                <c:ptCount val="15"/>
                <c:pt idx="0">
                  <c:v>Jul-25</c:v>
                </c:pt>
                <c:pt idx="1">
                  <c:v>Aug-25</c:v>
                </c:pt>
                <c:pt idx="2">
                  <c:v>Sep-25</c:v>
                </c:pt>
                <c:pt idx="3">
                  <c:v>Oct-25</c:v>
                </c:pt>
                <c:pt idx="4">
                  <c:v>Nov-25</c:v>
                </c:pt>
                <c:pt idx="5">
                  <c:v>Dec-25</c:v>
                </c:pt>
                <c:pt idx="6">
                  <c:v>Jan-26</c:v>
                </c:pt>
                <c:pt idx="7">
                  <c:v>Feb-26</c:v>
                </c:pt>
                <c:pt idx="8">
                  <c:v>Mar-26</c:v>
                </c:pt>
                <c:pt idx="9">
                  <c:v>Apr-26</c:v>
                </c:pt>
                <c:pt idx="10">
                  <c:v>May-26</c:v>
                </c:pt>
                <c:pt idx="11">
                  <c:v>Jun-26</c:v>
                </c:pt>
                <c:pt idx="12">
                  <c:v>Jul-26</c:v>
                </c:pt>
                <c:pt idx="13">
                  <c:v>Aug-26</c:v>
                </c:pt>
                <c:pt idx="14">
                  <c:v>Sep-26*</c:v>
                </c:pt>
              </c:strCache>
            </c:strRef>
          </c:cat>
          <c:val>
            <c:numRef>
              <c:f>Sheet1!$B$8:$B$22</c:f>
              <c:numCache>
                <c:formatCode>_(* #,##0.0_);_(* \(#,##0.0\);_(* "-"_);_(@_)</c:formatCode>
                <c:ptCount val="15"/>
                <c:pt idx="0">
                  <c:v>-8.3382675516300004</c:v>
                </c:pt>
                <c:pt idx="1">
                  <c:v>10.958495609939993</c:v>
                </c:pt>
                <c:pt idx="2">
                  <c:v>-3.7974617064500054</c:v>
                </c:pt>
                <c:pt idx="3">
                  <c:v>12.961502050340002</c:v>
                </c:pt>
                <c:pt idx="4">
                  <c:v>12.204022630730003</c:v>
                </c:pt>
                <c:pt idx="5">
                  <c:v>12.239358250799997</c:v>
                </c:pt>
                <c:pt idx="6">
                  <c:v>-9.9</c:v>
                </c:pt>
                <c:pt idx="7">
                  <c:v>0.4</c:v>
                </c:pt>
                <c:pt idx="8">
                  <c:v>-23.3</c:v>
                </c:pt>
                <c:pt idx="9" formatCode="_-* #,##0.0_-;\-* #,##0.0_-;_-* &quot;-&quot;_-;_-@_-">
                  <c:v>-17</c:v>
                </c:pt>
                <c:pt idx="10" formatCode="#,##0.00;\(#,##0.00\);&quot;-&quot;">
                  <c:v>-4.0974003209999994</c:v>
                </c:pt>
                <c:pt idx="11" formatCode="#,##0.00;\(#,##0.00\);&quot;-&quot;">
                  <c:v>-19.634420246999994</c:v>
                </c:pt>
                <c:pt idx="12" formatCode="#,##0.00;\(#,##0.00\);&quot;-&quot;">
                  <c:v>1.6185909780000001</c:v>
                </c:pt>
                <c:pt idx="13" formatCode="#,##0.00;\(#,##0.00\);&quot;-&quot;">
                  <c:v>1.1924938109999992</c:v>
                </c:pt>
                <c:pt idx="14" formatCode="#,##0.00;\(#,##0.00\);&quot;-&quot;">
                  <c:v>-8.6300000000000008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69-4222-ACAA-9C5C566FC7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Sheet1!$A$8:$A$22</c:f>
              <c:strCache>
                <c:ptCount val="15"/>
                <c:pt idx="0">
                  <c:v>Jul-25</c:v>
                </c:pt>
                <c:pt idx="1">
                  <c:v>Aug-25</c:v>
                </c:pt>
                <c:pt idx="2">
                  <c:v>Sep-25</c:v>
                </c:pt>
                <c:pt idx="3">
                  <c:v>Oct-25</c:v>
                </c:pt>
                <c:pt idx="4">
                  <c:v>Nov-25</c:v>
                </c:pt>
                <c:pt idx="5">
                  <c:v>Dec-25</c:v>
                </c:pt>
                <c:pt idx="6">
                  <c:v>Jan-26</c:v>
                </c:pt>
                <c:pt idx="7">
                  <c:v>Feb-26</c:v>
                </c:pt>
                <c:pt idx="8">
                  <c:v>Mar-26</c:v>
                </c:pt>
                <c:pt idx="9">
                  <c:v>Apr-26</c:v>
                </c:pt>
                <c:pt idx="10">
                  <c:v>May-26</c:v>
                </c:pt>
                <c:pt idx="11">
                  <c:v>Jun-26</c:v>
                </c:pt>
                <c:pt idx="12">
                  <c:v>Jul-26</c:v>
                </c:pt>
                <c:pt idx="13">
                  <c:v>Aug-26</c:v>
                </c:pt>
                <c:pt idx="14">
                  <c:v>Sep-26*</c:v>
                </c:pt>
              </c:strCache>
            </c:strRef>
          </c:cat>
          <c:val>
            <c:numRef>
              <c:f>Sheet1!$C$8:$C$22</c:f>
              <c:numCache>
                <c:formatCode>_(* #,##0.0_);_(* \(#,##0.0\);_(* "-"_);_(@_)</c:formatCode>
                <c:ptCount val="15"/>
                <c:pt idx="0">
                  <c:v>17.03</c:v>
                </c:pt>
                <c:pt idx="1">
                  <c:v>18.14</c:v>
                </c:pt>
                <c:pt idx="2">
                  <c:v>-45.76</c:v>
                </c:pt>
                <c:pt idx="3">
                  <c:v>-30</c:v>
                </c:pt>
                <c:pt idx="4">
                  <c:v>-5.93</c:v>
                </c:pt>
                <c:pt idx="5">
                  <c:v>6.49</c:v>
                </c:pt>
                <c:pt idx="6">
                  <c:v>0.1</c:v>
                </c:pt>
                <c:pt idx="7">
                  <c:v>-3.4</c:v>
                </c:pt>
                <c:pt idx="8">
                  <c:v>-21.8</c:v>
                </c:pt>
                <c:pt idx="9" formatCode="_-* #,##0.0_-;\-* #,##0.0_-;_-* &quot;-&quot;_-;_-@_-">
                  <c:v>13.3</c:v>
                </c:pt>
                <c:pt idx="10" formatCode="#,##0.00;\(#,##0.00\);\-">
                  <c:v>-3.6999833700000004</c:v>
                </c:pt>
                <c:pt idx="11" formatCode="#,##0.00;\(#,##0.00\);\-">
                  <c:v>5.7401112599999982</c:v>
                </c:pt>
                <c:pt idx="12" formatCode="#,##0.00;\(#,##0.00\);\-">
                  <c:v>6.7901103500000017</c:v>
                </c:pt>
                <c:pt idx="13" formatCode="#,##0.00;\(#,##0.00\);\-">
                  <c:v>15.34995318</c:v>
                </c:pt>
                <c:pt idx="14" formatCode="#,##0.00;\(#,##0.00\);\-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69-4222-ACAA-9C5C566FC7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SRBI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14"/>
              <c:layout>
                <c:manualLayout>
                  <c:x val="8.0477754818499836E-2"/>
                  <c:y val="7.105342956814806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782-4C3D-8228-EFC6B030A295}"/>
                </c:ext>
              </c:extLst>
            </c:dLbl>
            <c:spPr>
              <a:solidFill>
                <a:schemeClr val="accent3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Sheet1!$A$8:$A$22</c:f>
              <c:strCache>
                <c:ptCount val="15"/>
                <c:pt idx="0">
                  <c:v>Jul-25</c:v>
                </c:pt>
                <c:pt idx="1">
                  <c:v>Aug-25</c:v>
                </c:pt>
                <c:pt idx="2">
                  <c:v>Sep-25</c:v>
                </c:pt>
                <c:pt idx="3">
                  <c:v>Oct-25</c:v>
                </c:pt>
                <c:pt idx="4">
                  <c:v>Nov-25</c:v>
                </c:pt>
                <c:pt idx="5">
                  <c:v>Dec-25</c:v>
                </c:pt>
                <c:pt idx="6">
                  <c:v>Jan-26</c:v>
                </c:pt>
                <c:pt idx="7">
                  <c:v>Feb-26</c:v>
                </c:pt>
                <c:pt idx="8">
                  <c:v>Mar-26</c:v>
                </c:pt>
                <c:pt idx="9">
                  <c:v>Apr-26</c:v>
                </c:pt>
                <c:pt idx="10">
                  <c:v>May-26</c:v>
                </c:pt>
                <c:pt idx="11">
                  <c:v>Jun-26</c:v>
                </c:pt>
                <c:pt idx="12">
                  <c:v>Jul-26</c:v>
                </c:pt>
                <c:pt idx="13">
                  <c:v>Aug-26</c:v>
                </c:pt>
                <c:pt idx="14">
                  <c:v>Sep-26*</c:v>
                </c:pt>
              </c:strCache>
            </c:strRef>
          </c:cat>
          <c:val>
            <c:numRef>
              <c:f>Sheet1!$D$8:$D$22</c:f>
              <c:numCache>
                <c:formatCode>_(* #,##0.0_);_(* \(#,##0.0\);_(* "-"?_);_(@_)</c:formatCode>
                <c:ptCount val="15"/>
                <c:pt idx="0">
                  <c:v>-43.282888000000014</c:v>
                </c:pt>
                <c:pt idx="1">
                  <c:v>-24.253225999999998</c:v>
                </c:pt>
                <c:pt idx="2">
                  <c:v>-31.699451999999994</c:v>
                </c:pt>
                <c:pt idx="3">
                  <c:v>-4.0330090000000069</c:v>
                </c:pt>
                <c:pt idx="4">
                  <c:v>-0.13171699999999475</c:v>
                </c:pt>
                <c:pt idx="5">
                  <c:v>27.396185000000003</c:v>
                </c:pt>
                <c:pt idx="6">
                  <c:v>7.8448339999999916</c:v>
                </c:pt>
                <c:pt idx="7">
                  <c:v>28.893466000000018</c:v>
                </c:pt>
                <c:pt idx="8">
                  <c:v>-6.8849069999999983</c:v>
                </c:pt>
                <c:pt idx="9">
                  <c:v>48.263423999999986</c:v>
                </c:pt>
                <c:pt idx="10" formatCode="#,##0.0;\(#,##0.0\);\-">
                  <c:v>24.313370999999989</c:v>
                </c:pt>
                <c:pt idx="11" formatCode="#,##0.0;\(#,##0.0\);\-">
                  <c:v>76.671083000000039</c:v>
                </c:pt>
                <c:pt idx="12" formatCode="#,##0.0;\(#,##0.0\);\-">
                  <c:v>-6.0928540000000453</c:v>
                </c:pt>
                <c:pt idx="13" formatCode="#,##0.0;\(#,##0.0\);\-">
                  <c:v>7.5974459999999908</c:v>
                </c:pt>
                <c:pt idx="14" formatCode="_(* #,##0.0_);_(* \(#,##0.0\);_(* &quot;-&quot;_);_(@_)">
                  <c:v>-7.94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69-4222-ACAA-9C5C566F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585306176"/>
        <c:axId val="1584892544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14"/>
              <c:layout>
                <c:manualLayout>
                  <c:x val="6.7064795682082066E-3"/>
                  <c:y val="3.7895162436345553E-2"/>
                </c:manualLayout>
              </c:layout>
              <c:spPr>
                <a:solidFill>
                  <a:srgbClr val="C0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782-4C3D-8228-EFC6B030A29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Sheet1!$A$8:$A$22</c:f>
              <c:strCache>
                <c:ptCount val="15"/>
                <c:pt idx="0">
                  <c:v>Jul-25</c:v>
                </c:pt>
                <c:pt idx="1">
                  <c:v>Aug-25</c:v>
                </c:pt>
                <c:pt idx="2">
                  <c:v>Sep-25</c:v>
                </c:pt>
                <c:pt idx="3">
                  <c:v>Oct-25</c:v>
                </c:pt>
                <c:pt idx="4">
                  <c:v>Nov-25</c:v>
                </c:pt>
                <c:pt idx="5">
                  <c:v>Dec-25</c:v>
                </c:pt>
                <c:pt idx="6">
                  <c:v>Jan-26</c:v>
                </c:pt>
                <c:pt idx="7">
                  <c:v>Feb-26</c:v>
                </c:pt>
                <c:pt idx="8">
                  <c:v>Mar-26</c:v>
                </c:pt>
                <c:pt idx="9">
                  <c:v>Apr-26</c:v>
                </c:pt>
                <c:pt idx="10">
                  <c:v>May-26</c:v>
                </c:pt>
                <c:pt idx="11">
                  <c:v>Jun-26</c:v>
                </c:pt>
                <c:pt idx="12">
                  <c:v>Jul-26</c:v>
                </c:pt>
                <c:pt idx="13">
                  <c:v>Aug-26</c:v>
                </c:pt>
                <c:pt idx="14">
                  <c:v>Sep-26*</c:v>
                </c:pt>
              </c:strCache>
            </c:strRef>
          </c:cat>
          <c:val>
            <c:numRef>
              <c:f>Sheet1!$E$8:$E$22</c:f>
              <c:numCache>
                <c:formatCode>_(* #,##0.0_);_(* \(#,##0.0\);_(* "-"_);_(@_)</c:formatCode>
                <c:ptCount val="15"/>
                <c:pt idx="0">
                  <c:v>-34.59115555163001</c:v>
                </c:pt>
                <c:pt idx="1">
                  <c:v>4.8452696099399972</c:v>
                </c:pt>
                <c:pt idx="2">
                  <c:v>-81.256913706450007</c:v>
                </c:pt>
                <c:pt idx="3">
                  <c:v>-21.071506949660005</c:v>
                </c:pt>
                <c:pt idx="4">
                  <c:v>6.142305630730009</c:v>
                </c:pt>
                <c:pt idx="5">
                  <c:v>46.1255432508</c:v>
                </c:pt>
                <c:pt idx="6">
                  <c:v>-1.9551660000000091</c:v>
                </c:pt>
                <c:pt idx="7">
                  <c:v>25.893466000000018</c:v>
                </c:pt>
                <c:pt idx="8">
                  <c:v>-51.984907</c:v>
                </c:pt>
                <c:pt idx="9">
                  <c:v>44.563423999999983</c:v>
                </c:pt>
                <c:pt idx="10">
                  <c:v>16.515987308999989</c:v>
                </c:pt>
                <c:pt idx="11">
                  <c:v>62.776774013000043</c:v>
                </c:pt>
                <c:pt idx="12">
                  <c:v>2.3158473279999559</c:v>
                </c:pt>
                <c:pt idx="13">
                  <c:v>24.139892990999989</c:v>
                </c:pt>
                <c:pt idx="14">
                  <c:v>-16.190000000000001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3369-4222-ACAA-9C5C566F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5306176"/>
        <c:axId val="1584892544"/>
      </c:lineChart>
      <c:dateAx>
        <c:axId val="1585306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584892544"/>
        <c:crosses val="autoZero"/>
        <c:auto val="0"/>
        <c:lblOffset val="100"/>
        <c:baseTimeUnit val="months"/>
        <c:majorUnit val="1"/>
      </c:dateAx>
      <c:valAx>
        <c:axId val="1584892544"/>
        <c:scaling>
          <c:orientation val="minMax"/>
          <c:max val="130"/>
          <c:min val="-12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585306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9.503900055500078E-2"/>
          <c:y val="0.15338831613069506"/>
          <c:w val="0.75291665852559897"/>
          <c:h val="5.04959696214356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 err="1">
                <a:solidFill>
                  <a:schemeClr val="tx1"/>
                </a:solidFill>
              </a:rPr>
              <a:t>Aliran</a:t>
            </a:r>
            <a:r>
              <a:rPr lang="en-US" b="1">
                <a:solidFill>
                  <a:schemeClr val="tx1"/>
                </a:solidFill>
              </a:rPr>
              <a:t> Modal Asing di SBN, </a:t>
            </a:r>
          </a:p>
          <a:p>
            <a:pPr>
              <a:defRPr/>
            </a:pPr>
            <a:r>
              <a:rPr lang="en-US" b="1">
                <a:solidFill>
                  <a:schemeClr val="tx1"/>
                </a:solidFill>
              </a:rPr>
              <a:t>Saham &amp; SRBI </a:t>
            </a: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(Rp </a:t>
            </a:r>
            <a:r>
              <a:rPr lang="en-US" err="1">
                <a:solidFill>
                  <a:schemeClr val="tx1"/>
                </a:solidFill>
              </a:rPr>
              <a:t>Triliun</a:t>
            </a:r>
            <a:r>
              <a:rPr lang="en-US">
                <a:solidFill>
                  <a:schemeClr val="tx1"/>
                </a:solidFill>
              </a:rPr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FI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SBN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'[Flow Asing (SBN Saham SRBI).xlsx]Tahunan'!$A$2:$A$13</c:f>
              <c:numCache>
                <c:formatCode>General</c:formatCod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numCache>
            </c:numRef>
          </c:cat>
          <c:val>
            <c:numRef>
              <c:f>'[Flow Asing (SBN Saham SRBI).xlsx]Tahunan'!$B$2:$B$13</c:f>
              <c:numCache>
                <c:formatCode>_-* #,##0.0_-;\-* #,##0.0_-;_-* "-"??_-;_-@_-</c:formatCode>
                <c:ptCount val="12"/>
                <c:pt idx="0">
                  <c:v>97.170999999999935</c:v>
                </c:pt>
                <c:pt idx="1">
                  <c:v>107.28700000000003</c:v>
                </c:pt>
                <c:pt idx="2">
                  <c:v>170.34199999999998</c:v>
                </c:pt>
                <c:pt idx="3">
                  <c:v>57.100999999999999</c:v>
                </c:pt>
                <c:pt idx="4">
                  <c:v>168.60899999999992</c:v>
                </c:pt>
                <c:pt idx="5">
                  <c:v>-87.949999999999932</c:v>
                </c:pt>
                <c:pt idx="6">
                  <c:v>-82.569999999999936</c:v>
                </c:pt>
                <c:pt idx="7">
                  <c:v>-129.14999999999998</c:v>
                </c:pt>
                <c:pt idx="8">
                  <c:v>79.8599999999999</c:v>
                </c:pt>
                <c:pt idx="9">
                  <c:v>35.466000000000008</c:v>
                </c:pt>
                <c:pt idx="10">
                  <c:v>1.8140000000000782</c:v>
                </c:pt>
                <c:pt idx="11">
                  <c:v>35.460000000000036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D4-479F-AA05-DC1151E5951E}"/>
            </c:ext>
          </c:extLst>
        </c:ser>
        <c:ser>
          <c:idx val="1"/>
          <c:order val="1"/>
          <c:tx>
            <c:v>Saham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'[Flow Asing (SBN Saham SRBI).xlsx]Tahunan'!$A$2:$A$13</c:f>
              <c:numCache>
                <c:formatCode>General</c:formatCod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numCache>
            </c:numRef>
          </c:cat>
          <c:val>
            <c:numRef>
              <c:f>'[Flow Asing (SBN Saham SRBI).xlsx]Tahunan'!$C$2:$C$13</c:f>
              <c:numCache>
                <c:formatCode>_-* #,##0.0_-;\-* #,##0.0_-;_-* "-"??_-;_-@_-</c:formatCode>
                <c:ptCount val="12"/>
                <c:pt idx="0">
                  <c:v>-22.589038000000002</c:v>
                </c:pt>
                <c:pt idx="1">
                  <c:v>16.169491000000008</c:v>
                </c:pt>
                <c:pt idx="2">
                  <c:v>-39.869161999999996</c:v>
                </c:pt>
                <c:pt idx="3">
                  <c:v>-50.745842000000039</c:v>
                </c:pt>
                <c:pt idx="4">
                  <c:v>49.195188999999928</c:v>
                </c:pt>
                <c:pt idx="5">
                  <c:v>-47.813230000000004</c:v>
                </c:pt>
                <c:pt idx="6">
                  <c:v>37.974532999999987</c:v>
                </c:pt>
                <c:pt idx="7">
                  <c:v>60.575416999999902</c:v>
                </c:pt>
                <c:pt idx="8">
                  <c:v>-6.1881299999999868</c:v>
                </c:pt>
                <c:pt idx="9">
                  <c:v>16.529030999999989</c:v>
                </c:pt>
                <c:pt idx="10">
                  <c:v>-17.341827000000045</c:v>
                </c:pt>
                <c:pt idx="11">
                  <c:v>-85.66407199999999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D4-479F-AA05-DC1151E5951E}"/>
            </c:ext>
          </c:extLst>
        </c:ser>
        <c:ser>
          <c:idx val="3"/>
          <c:order val="2"/>
          <c:tx>
            <c:strRef>
              <c:f>'[Flow Asing (SBN Saham SRBI).xlsx]Tahunan'!$D$1</c:f>
              <c:strCache>
                <c:ptCount val="1"/>
                <c:pt idx="0">
                  <c:v>SRBI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'[Flow Asing (SBN Saham SRBI).xlsx]Tahunan'!$D$2:$D$13</c:f>
              <c:numCache>
                <c:formatCode>General</c:formatCode>
                <c:ptCount val="12"/>
                <c:pt idx="8" formatCode="_-* #,##0.0_-;\-* #,##0.0_-;_-* &quot;-&quot;??_-;_-@_-">
                  <c:v>62.174132</c:v>
                </c:pt>
                <c:pt idx="9" formatCode="_-* #,##0.0_-;\-* #,##0.0_-;_-* &quot;-&quot;??_-;_-@_-">
                  <c:v>161.99299600000001</c:v>
                </c:pt>
                <c:pt idx="10" formatCode="_-* #,##0.0_-;\-* #,##0.0_-;_-* &quot;-&quot;??_-;_-@_-">
                  <c:v>-110.11312799999999</c:v>
                </c:pt>
                <c:pt idx="11" formatCode="_-* #,##0.0_-;\-* #,##0.0_-;_-* &quot;-&quot;??_-;_-@_-">
                  <c:v>180.60586299999997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D4-479F-AA05-DC1151E595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364467296"/>
        <c:axId val="1364467776"/>
      </c:barChart>
      <c:lineChart>
        <c:grouping val="standard"/>
        <c:varyColors val="0"/>
        <c:ser>
          <c:idx val="2"/>
          <c:order val="3"/>
          <c:tx>
            <c:v>Total</c:v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layout>
                <c:manualLayout>
                  <c:x val="0"/>
                  <c:y val="-3.3457547772504481E-2"/>
                </c:manualLayout>
              </c:layout>
              <c:spPr>
                <a:solidFill>
                  <a:srgbClr val="C0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AD4-479F-AA05-DC1151E5951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'[Flow Asing (SBN Saham SRBI).xlsx]Tahunan'!$A$2:$A$13</c:f>
              <c:numCache>
                <c:formatCode>General</c:formatCod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numCache>
            </c:numRef>
          </c:cat>
          <c:val>
            <c:numRef>
              <c:f>'[Flow Asing (SBN Saham SRBI).xlsx]Tahunan'!$E$2:$E$13</c:f>
              <c:numCache>
                <c:formatCode>_-* #,##0.0_-;\-* #,##0.0_-;_-* "-"??_-;_-@_-</c:formatCode>
                <c:ptCount val="12"/>
                <c:pt idx="0">
                  <c:v>74.581961999999933</c:v>
                </c:pt>
                <c:pt idx="1">
                  <c:v>123.45649100000004</c:v>
                </c:pt>
                <c:pt idx="2">
                  <c:v>130.472838</c:v>
                </c:pt>
                <c:pt idx="3">
                  <c:v>6.3551579999999603</c:v>
                </c:pt>
                <c:pt idx="4">
                  <c:v>217.80418899999984</c:v>
                </c:pt>
                <c:pt idx="5">
                  <c:v>-135.76322999999994</c:v>
                </c:pt>
                <c:pt idx="6">
                  <c:v>-44.59546699999995</c:v>
                </c:pt>
                <c:pt idx="7">
                  <c:v>-68.574583000000075</c:v>
                </c:pt>
                <c:pt idx="8">
                  <c:v>135.84600199999991</c:v>
                </c:pt>
                <c:pt idx="9">
                  <c:v>213.98802699999999</c:v>
                </c:pt>
                <c:pt idx="10">
                  <c:v>-125.64095499999996</c:v>
                </c:pt>
                <c:pt idx="11">
                  <c:v>130.401791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EAD4-479F-AA05-DC1151E595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4467296"/>
        <c:axId val="1364467776"/>
      </c:lineChart>
      <c:catAx>
        <c:axId val="1364467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FI"/>
          </a:p>
        </c:txPr>
        <c:crossAx val="1364467776"/>
        <c:crosses val="autoZero"/>
        <c:auto val="1"/>
        <c:lblAlgn val="ctr"/>
        <c:lblOffset val="100"/>
        <c:noMultiLvlLbl val="0"/>
      </c:catAx>
      <c:valAx>
        <c:axId val="13644677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364467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FI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>
                <a:solidFill>
                  <a:schemeClr val="tx1"/>
                </a:solidFill>
              </a:rPr>
              <a:t>Nilai </a:t>
            </a:r>
            <a:r>
              <a:rPr lang="en-US" b="1" err="1">
                <a:solidFill>
                  <a:schemeClr val="tx1"/>
                </a:solidFill>
              </a:rPr>
              <a:t>Tukar</a:t>
            </a:r>
            <a:r>
              <a:rPr lang="en-US" b="1">
                <a:solidFill>
                  <a:schemeClr val="tx1"/>
                </a:solidFill>
              </a:rPr>
              <a:t> Rupiah</a:t>
            </a: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(Rp/USD)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98674256505956"/>
          <c:y val="0.13236336538119062"/>
          <c:w val="0.64617344694670198"/>
          <c:h val="0.7627145200101795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62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307-45A7-B2F3-E0365C6315E5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Sheet1!$A$2:$A$1632</c:f>
              <c:numCache>
                <c:formatCode>m/d/yyyy</c:formatCode>
                <c:ptCount val="1631"/>
                <c:pt idx="0">
                  <c:v>43832</c:v>
                </c:pt>
                <c:pt idx="1">
                  <c:v>43833</c:v>
                </c:pt>
                <c:pt idx="2">
                  <c:v>43836</c:v>
                </c:pt>
                <c:pt idx="3">
                  <c:v>43837</c:v>
                </c:pt>
                <c:pt idx="4">
                  <c:v>43838</c:v>
                </c:pt>
                <c:pt idx="5">
                  <c:v>43839</c:v>
                </c:pt>
                <c:pt idx="6">
                  <c:v>43840</c:v>
                </c:pt>
                <c:pt idx="7">
                  <c:v>43843</c:v>
                </c:pt>
                <c:pt idx="8">
                  <c:v>43844</c:v>
                </c:pt>
                <c:pt idx="9">
                  <c:v>43845</c:v>
                </c:pt>
                <c:pt idx="10">
                  <c:v>43846</c:v>
                </c:pt>
                <c:pt idx="11">
                  <c:v>43847</c:v>
                </c:pt>
                <c:pt idx="12">
                  <c:v>43850</c:v>
                </c:pt>
                <c:pt idx="13">
                  <c:v>43851</c:v>
                </c:pt>
                <c:pt idx="14">
                  <c:v>43852</c:v>
                </c:pt>
                <c:pt idx="15">
                  <c:v>43853</c:v>
                </c:pt>
                <c:pt idx="16">
                  <c:v>43854</c:v>
                </c:pt>
                <c:pt idx="17">
                  <c:v>43857</c:v>
                </c:pt>
                <c:pt idx="18">
                  <c:v>43858</c:v>
                </c:pt>
                <c:pt idx="19">
                  <c:v>43859</c:v>
                </c:pt>
                <c:pt idx="20">
                  <c:v>43860</c:v>
                </c:pt>
                <c:pt idx="21">
                  <c:v>43861</c:v>
                </c:pt>
                <c:pt idx="22">
                  <c:v>43864</c:v>
                </c:pt>
                <c:pt idx="23">
                  <c:v>43865</c:v>
                </c:pt>
                <c:pt idx="24">
                  <c:v>43866</c:v>
                </c:pt>
                <c:pt idx="25">
                  <c:v>43867</c:v>
                </c:pt>
                <c:pt idx="26">
                  <c:v>43868</c:v>
                </c:pt>
                <c:pt idx="27">
                  <c:v>43871</c:v>
                </c:pt>
                <c:pt idx="28">
                  <c:v>43872</c:v>
                </c:pt>
                <c:pt idx="29">
                  <c:v>43873</c:v>
                </c:pt>
                <c:pt idx="30">
                  <c:v>43874</c:v>
                </c:pt>
                <c:pt idx="31">
                  <c:v>43875</c:v>
                </c:pt>
                <c:pt idx="32">
                  <c:v>43878</c:v>
                </c:pt>
                <c:pt idx="33">
                  <c:v>43879</c:v>
                </c:pt>
                <c:pt idx="34">
                  <c:v>43880</c:v>
                </c:pt>
                <c:pt idx="35">
                  <c:v>43881</c:v>
                </c:pt>
                <c:pt idx="36">
                  <c:v>43882</c:v>
                </c:pt>
                <c:pt idx="37">
                  <c:v>43885</c:v>
                </c:pt>
                <c:pt idx="38">
                  <c:v>43886</c:v>
                </c:pt>
                <c:pt idx="39">
                  <c:v>43887</c:v>
                </c:pt>
                <c:pt idx="40">
                  <c:v>43888</c:v>
                </c:pt>
                <c:pt idx="41">
                  <c:v>43889</c:v>
                </c:pt>
                <c:pt idx="42">
                  <c:v>43892</c:v>
                </c:pt>
                <c:pt idx="43">
                  <c:v>43893</c:v>
                </c:pt>
                <c:pt idx="44">
                  <c:v>43894</c:v>
                </c:pt>
                <c:pt idx="45">
                  <c:v>43895</c:v>
                </c:pt>
                <c:pt idx="46">
                  <c:v>43896</c:v>
                </c:pt>
                <c:pt idx="47">
                  <c:v>43899</c:v>
                </c:pt>
                <c:pt idx="48">
                  <c:v>43900</c:v>
                </c:pt>
                <c:pt idx="49">
                  <c:v>43901</c:v>
                </c:pt>
                <c:pt idx="50">
                  <c:v>43902</c:v>
                </c:pt>
                <c:pt idx="51">
                  <c:v>43903</c:v>
                </c:pt>
                <c:pt idx="52">
                  <c:v>43906</c:v>
                </c:pt>
                <c:pt idx="53">
                  <c:v>43907</c:v>
                </c:pt>
                <c:pt idx="54">
                  <c:v>43908</c:v>
                </c:pt>
                <c:pt idx="55">
                  <c:v>43909</c:v>
                </c:pt>
                <c:pt idx="56">
                  <c:v>43910</c:v>
                </c:pt>
                <c:pt idx="57">
                  <c:v>43913</c:v>
                </c:pt>
                <c:pt idx="58">
                  <c:v>43914</c:v>
                </c:pt>
                <c:pt idx="59">
                  <c:v>43916</c:v>
                </c:pt>
                <c:pt idx="60">
                  <c:v>43917</c:v>
                </c:pt>
                <c:pt idx="61">
                  <c:v>43920</c:v>
                </c:pt>
                <c:pt idx="62">
                  <c:v>43921</c:v>
                </c:pt>
                <c:pt idx="63">
                  <c:v>43922</c:v>
                </c:pt>
                <c:pt idx="64">
                  <c:v>43923</c:v>
                </c:pt>
                <c:pt idx="65">
                  <c:v>43924</c:v>
                </c:pt>
                <c:pt idx="66">
                  <c:v>43927</c:v>
                </c:pt>
                <c:pt idx="67">
                  <c:v>43928</c:v>
                </c:pt>
                <c:pt idx="68">
                  <c:v>43929</c:v>
                </c:pt>
                <c:pt idx="69">
                  <c:v>43930</c:v>
                </c:pt>
                <c:pt idx="70">
                  <c:v>43934</c:v>
                </c:pt>
                <c:pt idx="71">
                  <c:v>43935</c:v>
                </c:pt>
                <c:pt idx="72">
                  <c:v>43936</c:v>
                </c:pt>
                <c:pt idx="73">
                  <c:v>43937</c:v>
                </c:pt>
                <c:pt idx="74">
                  <c:v>43938</c:v>
                </c:pt>
                <c:pt idx="75">
                  <c:v>43941</c:v>
                </c:pt>
                <c:pt idx="76">
                  <c:v>43942</c:v>
                </c:pt>
                <c:pt idx="77">
                  <c:v>43943</c:v>
                </c:pt>
                <c:pt idx="78">
                  <c:v>43944</c:v>
                </c:pt>
                <c:pt idx="79">
                  <c:v>43945</c:v>
                </c:pt>
                <c:pt idx="80">
                  <c:v>43948</c:v>
                </c:pt>
                <c:pt idx="81">
                  <c:v>43949</c:v>
                </c:pt>
                <c:pt idx="82">
                  <c:v>43950</c:v>
                </c:pt>
                <c:pt idx="83">
                  <c:v>43951</c:v>
                </c:pt>
                <c:pt idx="84">
                  <c:v>43955</c:v>
                </c:pt>
                <c:pt idx="85">
                  <c:v>43956</c:v>
                </c:pt>
                <c:pt idx="86">
                  <c:v>43957</c:v>
                </c:pt>
                <c:pt idx="87">
                  <c:v>43959</c:v>
                </c:pt>
                <c:pt idx="88">
                  <c:v>43962</c:v>
                </c:pt>
                <c:pt idx="89">
                  <c:v>43963</c:v>
                </c:pt>
                <c:pt idx="90">
                  <c:v>43964</c:v>
                </c:pt>
                <c:pt idx="91">
                  <c:v>43965</c:v>
                </c:pt>
                <c:pt idx="92">
                  <c:v>43966</c:v>
                </c:pt>
                <c:pt idx="93">
                  <c:v>43969</c:v>
                </c:pt>
                <c:pt idx="94">
                  <c:v>43970</c:v>
                </c:pt>
                <c:pt idx="95">
                  <c:v>43971</c:v>
                </c:pt>
                <c:pt idx="96">
                  <c:v>43977</c:v>
                </c:pt>
                <c:pt idx="97">
                  <c:v>43978</c:v>
                </c:pt>
                <c:pt idx="98">
                  <c:v>43979</c:v>
                </c:pt>
                <c:pt idx="99">
                  <c:v>43980</c:v>
                </c:pt>
                <c:pt idx="100">
                  <c:v>43984</c:v>
                </c:pt>
                <c:pt idx="101">
                  <c:v>43985</c:v>
                </c:pt>
                <c:pt idx="102">
                  <c:v>43986</c:v>
                </c:pt>
                <c:pt idx="103">
                  <c:v>43987</c:v>
                </c:pt>
                <c:pt idx="104">
                  <c:v>43990</c:v>
                </c:pt>
                <c:pt idx="105">
                  <c:v>43991</c:v>
                </c:pt>
                <c:pt idx="106">
                  <c:v>43992</c:v>
                </c:pt>
                <c:pt idx="107">
                  <c:v>43993</c:v>
                </c:pt>
                <c:pt idx="108">
                  <c:v>43994</c:v>
                </c:pt>
                <c:pt idx="109">
                  <c:v>43997</c:v>
                </c:pt>
                <c:pt idx="110">
                  <c:v>43998</c:v>
                </c:pt>
                <c:pt idx="111">
                  <c:v>43999</c:v>
                </c:pt>
                <c:pt idx="112">
                  <c:v>44000</c:v>
                </c:pt>
                <c:pt idx="113">
                  <c:v>44001</c:v>
                </c:pt>
                <c:pt idx="114">
                  <c:v>44004</c:v>
                </c:pt>
                <c:pt idx="115">
                  <c:v>44005</c:v>
                </c:pt>
                <c:pt idx="116">
                  <c:v>44006</c:v>
                </c:pt>
                <c:pt idx="117">
                  <c:v>44007</c:v>
                </c:pt>
                <c:pt idx="118">
                  <c:v>44008</c:v>
                </c:pt>
                <c:pt idx="119">
                  <c:v>44011</c:v>
                </c:pt>
                <c:pt idx="120">
                  <c:v>44012</c:v>
                </c:pt>
                <c:pt idx="121">
                  <c:v>44013</c:v>
                </c:pt>
                <c:pt idx="122">
                  <c:v>44014</c:v>
                </c:pt>
                <c:pt idx="123">
                  <c:v>44015</c:v>
                </c:pt>
                <c:pt idx="124">
                  <c:v>44018</c:v>
                </c:pt>
                <c:pt idx="125">
                  <c:v>44019</c:v>
                </c:pt>
                <c:pt idx="126">
                  <c:v>44020</c:v>
                </c:pt>
                <c:pt idx="127">
                  <c:v>44021</c:v>
                </c:pt>
                <c:pt idx="128">
                  <c:v>44022</c:v>
                </c:pt>
                <c:pt idx="129">
                  <c:v>44025</c:v>
                </c:pt>
                <c:pt idx="130">
                  <c:v>44026</c:v>
                </c:pt>
                <c:pt idx="131">
                  <c:v>44027</c:v>
                </c:pt>
                <c:pt idx="132">
                  <c:v>44028</c:v>
                </c:pt>
                <c:pt idx="133">
                  <c:v>44029</c:v>
                </c:pt>
                <c:pt idx="134">
                  <c:v>44032</c:v>
                </c:pt>
                <c:pt idx="135">
                  <c:v>44033</c:v>
                </c:pt>
                <c:pt idx="136">
                  <c:v>44034</c:v>
                </c:pt>
                <c:pt idx="137">
                  <c:v>44035</c:v>
                </c:pt>
                <c:pt idx="138">
                  <c:v>44036</c:v>
                </c:pt>
                <c:pt idx="139">
                  <c:v>44039</c:v>
                </c:pt>
                <c:pt idx="140">
                  <c:v>44040</c:v>
                </c:pt>
                <c:pt idx="141">
                  <c:v>44041</c:v>
                </c:pt>
                <c:pt idx="142">
                  <c:v>44042</c:v>
                </c:pt>
                <c:pt idx="143">
                  <c:v>44046</c:v>
                </c:pt>
                <c:pt idx="144">
                  <c:v>44047</c:v>
                </c:pt>
                <c:pt idx="145">
                  <c:v>44048</c:v>
                </c:pt>
                <c:pt idx="146">
                  <c:v>44049</c:v>
                </c:pt>
                <c:pt idx="147">
                  <c:v>44050</c:v>
                </c:pt>
                <c:pt idx="148">
                  <c:v>44053</c:v>
                </c:pt>
                <c:pt idx="149">
                  <c:v>44054</c:v>
                </c:pt>
                <c:pt idx="150">
                  <c:v>44055</c:v>
                </c:pt>
                <c:pt idx="151">
                  <c:v>44056</c:v>
                </c:pt>
                <c:pt idx="152">
                  <c:v>44057</c:v>
                </c:pt>
                <c:pt idx="153">
                  <c:v>44061</c:v>
                </c:pt>
                <c:pt idx="154">
                  <c:v>44062</c:v>
                </c:pt>
                <c:pt idx="155">
                  <c:v>44067</c:v>
                </c:pt>
                <c:pt idx="156">
                  <c:v>44068</c:v>
                </c:pt>
                <c:pt idx="157">
                  <c:v>44069</c:v>
                </c:pt>
                <c:pt idx="158">
                  <c:v>44070</c:v>
                </c:pt>
                <c:pt idx="159">
                  <c:v>44071</c:v>
                </c:pt>
                <c:pt idx="160">
                  <c:v>44074</c:v>
                </c:pt>
                <c:pt idx="161">
                  <c:v>44075</c:v>
                </c:pt>
                <c:pt idx="162">
                  <c:v>44076</c:v>
                </c:pt>
                <c:pt idx="163">
                  <c:v>44077</c:v>
                </c:pt>
                <c:pt idx="164">
                  <c:v>44078</c:v>
                </c:pt>
                <c:pt idx="165">
                  <c:v>44081</c:v>
                </c:pt>
                <c:pt idx="166">
                  <c:v>44082</c:v>
                </c:pt>
                <c:pt idx="167">
                  <c:v>44083</c:v>
                </c:pt>
                <c:pt idx="168">
                  <c:v>44084</c:v>
                </c:pt>
                <c:pt idx="169">
                  <c:v>44085</c:v>
                </c:pt>
                <c:pt idx="170">
                  <c:v>44088</c:v>
                </c:pt>
                <c:pt idx="171">
                  <c:v>44089</c:v>
                </c:pt>
                <c:pt idx="172">
                  <c:v>44090</c:v>
                </c:pt>
                <c:pt idx="173">
                  <c:v>44091</c:v>
                </c:pt>
                <c:pt idx="174">
                  <c:v>44092</c:v>
                </c:pt>
                <c:pt idx="175">
                  <c:v>44095</c:v>
                </c:pt>
                <c:pt idx="176">
                  <c:v>44096</c:v>
                </c:pt>
                <c:pt idx="177">
                  <c:v>44097</c:v>
                </c:pt>
                <c:pt idx="178">
                  <c:v>44098</c:v>
                </c:pt>
                <c:pt idx="179">
                  <c:v>44099</c:v>
                </c:pt>
                <c:pt idx="180">
                  <c:v>44102</c:v>
                </c:pt>
                <c:pt idx="181">
                  <c:v>44103</c:v>
                </c:pt>
                <c:pt idx="182">
                  <c:v>44104</c:v>
                </c:pt>
                <c:pt idx="183">
                  <c:v>44105</c:v>
                </c:pt>
                <c:pt idx="184">
                  <c:v>44106</c:v>
                </c:pt>
                <c:pt idx="185">
                  <c:v>44109</c:v>
                </c:pt>
                <c:pt idx="186">
                  <c:v>44110</c:v>
                </c:pt>
                <c:pt idx="187">
                  <c:v>44111</c:v>
                </c:pt>
                <c:pt idx="188">
                  <c:v>44112</c:v>
                </c:pt>
                <c:pt idx="189">
                  <c:v>44113</c:v>
                </c:pt>
                <c:pt idx="190">
                  <c:v>44116</c:v>
                </c:pt>
                <c:pt idx="191">
                  <c:v>44117</c:v>
                </c:pt>
                <c:pt idx="192">
                  <c:v>44118</c:v>
                </c:pt>
                <c:pt idx="193">
                  <c:v>44119</c:v>
                </c:pt>
                <c:pt idx="194">
                  <c:v>44120</c:v>
                </c:pt>
                <c:pt idx="195">
                  <c:v>44123</c:v>
                </c:pt>
                <c:pt idx="196">
                  <c:v>44124</c:v>
                </c:pt>
                <c:pt idx="197">
                  <c:v>44125</c:v>
                </c:pt>
                <c:pt idx="198">
                  <c:v>44126</c:v>
                </c:pt>
                <c:pt idx="199">
                  <c:v>44127</c:v>
                </c:pt>
                <c:pt idx="200">
                  <c:v>44130</c:v>
                </c:pt>
                <c:pt idx="201">
                  <c:v>44131</c:v>
                </c:pt>
                <c:pt idx="202">
                  <c:v>44137</c:v>
                </c:pt>
                <c:pt idx="203">
                  <c:v>44138</c:v>
                </c:pt>
                <c:pt idx="204">
                  <c:v>44139</c:v>
                </c:pt>
                <c:pt idx="205">
                  <c:v>44140</c:v>
                </c:pt>
                <c:pt idx="206">
                  <c:v>44141</c:v>
                </c:pt>
                <c:pt idx="207">
                  <c:v>44144</c:v>
                </c:pt>
                <c:pt idx="208">
                  <c:v>44145</c:v>
                </c:pt>
                <c:pt idx="209">
                  <c:v>44146</c:v>
                </c:pt>
                <c:pt idx="210">
                  <c:v>44147</c:v>
                </c:pt>
                <c:pt idx="211">
                  <c:v>44148</c:v>
                </c:pt>
                <c:pt idx="212">
                  <c:v>44151</c:v>
                </c:pt>
                <c:pt idx="213">
                  <c:v>44152</c:v>
                </c:pt>
                <c:pt idx="214">
                  <c:v>44153</c:v>
                </c:pt>
                <c:pt idx="215">
                  <c:v>44154</c:v>
                </c:pt>
                <c:pt idx="216">
                  <c:v>44155</c:v>
                </c:pt>
                <c:pt idx="217">
                  <c:v>44158</c:v>
                </c:pt>
                <c:pt idx="218">
                  <c:v>44159</c:v>
                </c:pt>
                <c:pt idx="219">
                  <c:v>44160</c:v>
                </c:pt>
                <c:pt idx="220">
                  <c:v>44161</c:v>
                </c:pt>
                <c:pt idx="221">
                  <c:v>44162</c:v>
                </c:pt>
                <c:pt idx="222">
                  <c:v>44165</c:v>
                </c:pt>
                <c:pt idx="223">
                  <c:v>44166</c:v>
                </c:pt>
                <c:pt idx="224">
                  <c:v>44167</c:v>
                </c:pt>
                <c:pt idx="225">
                  <c:v>44168</c:v>
                </c:pt>
                <c:pt idx="226">
                  <c:v>44169</c:v>
                </c:pt>
                <c:pt idx="227">
                  <c:v>44172</c:v>
                </c:pt>
                <c:pt idx="228">
                  <c:v>44173</c:v>
                </c:pt>
                <c:pt idx="229">
                  <c:v>44175</c:v>
                </c:pt>
                <c:pt idx="230">
                  <c:v>44176</c:v>
                </c:pt>
                <c:pt idx="231">
                  <c:v>44179</c:v>
                </c:pt>
                <c:pt idx="232">
                  <c:v>44180</c:v>
                </c:pt>
                <c:pt idx="233">
                  <c:v>44181</c:v>
                </c:pt>
                <c:pt idx="234">
                  <c:v>44182</c:v>
                </c:pt>
                <c:pt idx="235">
                  <c:v>44183</c:v>
                </c:pt>
                <c:pt idx="236">
                  <c:v>44186</c:v>
                </c:pt>
                <c:pt idx="237">
                  <c:v>44187</c:v>
                </c:pt>
                <c:pt idx="238">
                  <c:v>44188</c:v>
                </c:pt>
                <c:pt idx="239">
                  <c:v>44193</c:v>
                </c:pt>
                <c:pt idx="240">
                  <c:v>44194</c:v>
                </c:pt>
                <c:pt idx="241">
                  <c:v>44195</c:v>
                </c:pt>
                <c:pt idx="242">
                  <c:v>44200</c:v>
                </c:pt>
                <c:pt idx="243">
                  <c:v>44201</c:v>
                </c:pt>
                <c:pt idx="244">
                  <c:v>44202</c:v>
                </c:pt>
                <c:pt idx="245">
                  <c:v>44203</c:v>
                </c:pt>
                <c:pt idx="246">
                  <c:v>44204</c:v>
                </c:pt>
                <c:pt idx="247">
                  <c:v>44207</c:v>
                </c:pt>
                <c:pt idx="248">
                  <c:v>44208</c:v>
                </c:pt>
                <c:pt idx="249">
                  <c:v>44209</c:v>
                </c:pt>
                <c:pt idx="250">
                  <c:v>44210</c:v>
                </c:pt>
                <c:pt idx="251">
                  <c:v>44211</c:v>
                </c:pt>
                <c:pt idx="252">
                  <c:v>44214</c:v>
                </c:pt>
                <c:pt idx="253">
                  <c:v>44215</c:v>
                </c:pt>
                <c:pt idx="254">
                  <c:v>44216</c:v>
                </c:pt>
                <c:pt idx="255">
                  <c:v>44217</c:v>
                </c:pt>
                <c:pt idx="256">
                  <c:v>44218</c:v>
                </c:pt>
                <c:pt idx="257">
                  <c:v>44221</c:v>
                </c:pt>
                <c:pt idx="258">
                  <c:v>44222</c:v>
                </c:pt>
                <c:pt idx="259">
                  <c:v>44223</c:v>
                </c:pt>
                <c:pt idx="260">
                  <c:v>44224</c:v>
                </c:pt>
                <c:pt idx="261">
                  <c:v>44225</c:v>
                </c:pt>
                <c:pt idx="262">
                  <c:v>44228</c:v>
                </c:pt>
                <c:pt idx="263">
                  <c:v>44229</c:v>
                </c:pt>
                <c:pt idx="264">
                  <c:v>44230</c:v>
                </c:pt>
                <c:pt idx="265">
                  <c:v>44231</c:v>
                </c:pt>
                <c:pt idx="266">
                  <c:v>44232</c:v>
                </c:pt>
                <c:pt idx="267">
                  <c:v>44235</c:v>
                </c:pt>
                <c:pt idx="268">
                  <c:v>44236</c:v>
                </c:pt>
                <c:pt idx="269">
                  <c:v>44237</c:v>
                </c:pt>
                <c:pt idx="270">
                  <c:v>44238</c:v>
                </c:pt>
                <c:pt idx="271">
                  <c:v>44242</c:v>
                </c:pt>
                <c:pt idx="272">
                  <c:v>44243</c:v>
                </c:pt>
                <c:pt idx="273">
                  <c:v>44244</c:v>
                </c:pt>
                <c:pt idx="274">
                  <c:v>44245</c:v>
                </c:pt>
                <c:pt idx="275">
                  <c:v>44246</c:v>
                </c:pt>
                <c:pt idx="276">
                  <c:v>44249</c:v>
                </c:pt>
                <c:pt idx="277">
                  <c:v>44250</c:v>
                </c:pt>
                <c:pt idx="278">
                  <c:v>44251</c:v>
                </c:pt>
                <c:pt idx="279">
                  <c:v>44252</c:v>
                </c:pt>
                <c:pt idx="280">
                  <c:v>44253</c:v>
                </c:pt>
                <c:pt idx="281">
                  <c:v>44256</c:v>
                </c:pt>
                <c:pt idx="282">
                  <c:v>44257</c:v>
                </c:pt>
                <c:pt idx="283">
                  <c:v>44258</c:v>
                </c:pt>
                <c:pt idx="284">
                  <c:v>44259</c:v>
                </c:pt>
                <c:pt idx="285">
                  <c:v>44260</c:v>
                </c:pt>
                <c:pt idx="286">
                  <c:v>44263</c:v>
                </c:pt>
                <c:pt idx="287">
                  <c:v>44264</c:v>
                </c:pt>
                <c:pt idx="288">
                  <c:v>44265</c:v>
                </c:pt>
                <c:pt idx="289">
                  <c:v>44267</c:v>
                </c:pt>
                <c:pt idx="290">
                  <c:v>44270</c:v>
                </c:pt>
                <c:pt idx="291">
                  <c:v>44271</c:v>
                </c:pt>
                <c:pt idx="292">
                  <c:v>44272</c:v>
                </c:pt>
                <c:pt idx="293">
                  <c:v>44273</c:v>
                </c:pt>
                <c:pt idx="294">
                  <c:v>44274</c:v>
                </c:pt>
                <c:pt idx="295">
                  <c:v>44277</c:v>
                </c:pt>
                <c:pt idx="296">
                  <c:v>44278</c:v>
                </c:pt>
                <c:pt idx="297">
                  <c:v>44279</c:v>
                </c:pt>
                <c:pt idx="298">
                  <c:v>44280</c:v>
                </c:pt>
                <c:pt idx="299">
                  <c:v>44281</c:v>
                </c:pt>
                <c:pt idx="300">
                  <c:v>44284</c:v>
                </c:pt>
                <c:pt idx="301">
                  <c:v>44285</c:v>
                </c:pt>
                <c:pt idx="302">
                  <c:v>44286</c:v>
                </c:pt>
                <c:pt idx="303">
                  <c:v>44287</c:v>
                </c:pt>
                <c:pt idx="304">
                  <c:v>44291</c:v>
                </c:pt>
                <c:pt idx="305">
                  <c:v>44292</c:v>
                </c:pt>
                <c:pt idx="306">
                  <c:v>44293</c:v>
                </c:pt>
                <c:pt idx="307">
                  <c:v>44294</c:v>
                </c:pt>
                <c:pt idx="308">
                  <c:v>44295</c:v>
                </c:pt>
                <c:pt idx="309">
                  <c:v>44298</c:v>
                </c:pt>
                <c:pt idx="310">
                  <c:v>44299</c:v>
                </c:pt>
                <c:pt idx="311">
                  <c:v>44300</c:v>
                </c:pt>
                <c:pt idx="312">
                  <c:v>44301</c:v>
                </c:pt>
                <c:pt idx="313">
                  <c:v>44302</c:v>
                </c:pt>
                <c:pt idx="314">
                  <c:v>44305</c:v>
                </c:pt>
                <c:pt idx="315">
                  <c:v>44306</c:v>
                </c:pt>
                <c:pt idx="316">
                  <c:v>44307</c:v>
                </c:pt>
                <c:pt idx="317">
                  <c:v>44308</c:v>
                </c:pt>
                <c:pt idx="318">
                  <c:v>44309</c:v>
                </c:pt>
                <c:pt idx="319">
                  <c:v>44312</c:v>
                </c:pt>
                <c:pt idx="320">
                  <c:v>44313</c:v>
                </c:pt>
                <c:pt idx="321">
                  <c:v>44314</c:v>
                </c:pt>
                <c:pt idx="322">
                  <c:v>44315</c:v>
                </c:pt>
                <c:pt idx="323">
                  <c:v>44316</c:v>
                </c:pt>
                <c:pt idx="324">
                  <c:v>44319</c:v>
                </c:pt>
                <c:pt idx="325">
                  <c:v>44320</c:v>
                </c:pt>
                <c:pt idx="326">
                  <c:v>44321</c:v>
                </c:pt>
                <c:pt idx="327">
                  <c:v>44322</c:v>
                </c:pt>
                <c:pt idx="328">
                  <c:v>44323</c:v>
                </c:pt>
                <c:pt idx="329">
                  <c:v>44326</c:v>
                </c:pt>
                <c:pt idx="330">
                  <c:v>44327</c:v>
                </c:pt>
                <c:pt idx="331">
                  <c:v>44333</c:v>
                </c:pt>
                <c:pt idx="332">
                  <c:v>44334</c:v>
                </c:pt>
                <c:pt idx="333">
                  <c:v>44335</c:v>
                </c:pt>
                <c:pt idx="334">
                  <c:v>44336</c:v>
                </c:pt>
                <c:pt idx="335">
                  <c:v>44337</c:v>
                </c:pt>
                <c:pt idx="336">
                  <c:v>44340</c:v>
                </c:pt>
                <c:pt idx="337">
                  <c:v>44341</c:v>
                </c:pt>
                <c:pt idx="338">
                  <c:v>44343</c:v>
                </c:pt>
                <c:pt idx="339">
                  <c:v>44344</c:v>
                </c:pt>
                <c:pt idx="340">
                  <c:v>44347</c:v>
                </c:pt>
                <c:pt idx="341">
                  <c:v>44349</c:v>
                </c:pt>
                <c:pt idx="342">
                  <c:v>44350</c:v>
                </c:pt>
                <c:pt idx="343">
                  <c:v>44351</c:v>
                </c:pt>
                <c:pt idx="344">
                  <c:v>44354</c:v>
                </c:pt>
                <c:pt idx="345">
                  <c:v>44355</c:v>
                </c:pt>
                <c:pt idx="346">
                  <c:v>44356</c:v>
                </c:pt>
                <c:pt idx="347">
                  <c:v>44357</c:v>
                </c:pt>
                <c:pt idx="348">
                  <c:v>44358</c:v>
                </c:pt>
                <c:pt idx="349">
                  <c:v>44361</c:v>
                </c:pt>
                <c:pt idx="350">
                  <c:v>44362</c:v>
                </c:pt>
                <c:pt idx="351">
                  <c:v>44363</c:v>
                </c:pt>
                <c:pt idx="352">
                  <c:v>44364</c:v>
                </c:pt>
                <c:pt idx="353">
                  <c:v>44365</c:v>
                </c:pt>
                <c:pt idx="354">
                  <c:v>44368</c:v>
                </c:pt>
                <c:pt idx="355">
                  <c:v>44369</c:v>
                </c:pt>
                <c:pt idx="356">
                  <c:v>44370</c:v>
                </c:pt>
                <c:pt idx="357">
                  <c:v>44371</c:v>
                </c:pt>
                <c:pt idx="358">
                  <c:v>44372</c:v>
                </c:pt>
                <c:pt idx="359">
                  <c:v>44375</c:v>
                </c:pt>
                <c:pt idx="360">
                  <c:v>44376</c:v>
                </c:pt>
                <c:pt idx="361">
                  <c:v>44377</c:v>
                </c:pt>
                <c:pt idx="362">
                  <c:v>44378</c:v>
                </c:pt>
                <c:pt idx="363">
                  <c:v>44379</c:v>
                </c:pt>
                <c:pt idx="364">
                  <c:v>44382</c:v>
                </c:pt>
                <c:pt idx="365">
                  <c:v>44383</c:v>
                </c:pt>
                <c:pt idx="366">
                  <c:v>44384</c:v>
                </c:pt>
                <c:pt idx="367">
                  <c:v>44385</c:v>
                </c:pt>
                <c:pt idx="368">
                  <c:v>44386</c:v>
                </c:pt>
                <c:pt idx="369">
                  <c:v>44389</c:v>
                </c:pt>
                <c:pt idx="370">
                  <c:v>44390</c:v>
                </c:pt>
                <c:pt idx="371">
                  <c:v>44391</c:v>
                </c:pt>
                <c:pt idx="372">
                  <c:v>44392</c:v>
                </c:pt>
                <c:pt idx="373">
                  <c:v>44393</c:v>
                </c:pt>
                <c:pt idx="374">
                  <c:v>44396</c:v>
                </c:pt>
                <c:pt idx="375">
                  <c:v>44398</c:v>
                </c:pt>
                <c:pt idx="376">
                  <c:v>44399</c:v>
                </c:pt>
                <c:pt idx="377">
                  <c:v>44400</c:v>
                </c:pt>
                <c:pt idx="378">
                  <c:v>44403</c:v>
                </c:pt>
                <c:pt idx="379">
                  <c:v>44404</c:v>
                </c:pt>
                <c:pt idx="380">
                  <c:v>44405</c:v>
                </c:pt>
                <c:pt idx="381">
                  <c:v>44406</c:v>
                </c:pt>
                <c:pt idx="382">
                  <c:v>44407</c:v>
                </c:pt>
                <c:pt idx="383">
                  <c:v>44410</c:v>
                </c:pt>
                <c:pt idx="384">
                  <c:v>44411</c:v>
                </c:pt>
                <c:pt idx="385">
                  <c:v>44412</c:v>
                </c:pt>
                <c:pt idx="386">
                  <c:v>44413</c:v>
                </c:pt>
                <c:pt idx="387">
                  <c:v>44414</c:v>
                </c:pt>
                <c:pt idx="388">
                  <c:v>44417</c:v>
                </c:pt>
                <c:pt idx="389">
                  <c:v>44418</c:v>
                </c:pt>
                <c:pt idx="390">
                  <c:v>44420</c:v>
                </c:pt>
                <c:pt idx="391">
                  <c:v>44421</c:v>
                </c:pt>
                <c:pt idx="392">
                  <c:v>44424</c:v>
                </c:pt>
                <c:pt idx="393">
                  <c:v>44426</c:v>
                </c:pt>
                <c:pt idx="394">
                  <c:v>44427</c:v>
                </c:pt>
                <c:pt idx="395">
                  <c:v>44428</c:v>
                </c:pt>
                <c:pt idx="396">
                  <c:v>44431</c:v>
                </c:pt>
                <c:pt idx="397">
                  <c:v>44432</c:v>
                </c:pt>
                <c:pt idx="398">
                  <c:v>44433</c:v>
                </c:pt>
                <c:pt idx="399">
                  <c:v>44434</c:v>
                </c:pt>
                <c:pt idx="400">
                  <c:v>44435</c:v>
                </c:pt>
                <c:pt idx="401">
                  <c:v>44438</c:v>
                </c:pt>
                <c:pt idx="402">
                  <c:v>44439</c:v>
                </c:pt>
                <c:pt idx="403">
                  <c:v>44440</c:v>
                </c:pt>
                <c:pt idx="404">
                  <c:v>44441</c:v>
                </c:pt>
                <c:pt idx="405">
                  <c:v>44442</c:v>
                </c:pt>
                <c:pt idx="406">
                  <c:v>44445</c:v>
                </c:pt>
                <c:pt idx="407">
                  <c:v>44446</c:v>
                </c:pt>
                <c:pt idx="408">
                  <c:v>44447</c:v>
                </c:pt>
                <c:pt idx="409">
                  <c:v>44448</c:v>
                </c:pt>
                <c:pt idx="410">
                  <c:v>44449</c:v>
                </c:pt>
                <c:pt idx="411">
                  <c:v>44452</c:v>
                </c:pt>
                <c:pt idx="412">
                  <c:v>44453</c:v>
                </c:pt>
                <c:pt idx="413">
                  <c:v>44454</c:v>
                </c:pt>
                <c:pt idx="414">
                  <c:v>44455</c:v>
                </c:pt>
                <c:pt idx="415">
                  <c:v>44456</c:v>
                </c:pt>
                <c:pt idx="416">
                  <c:v>44459</c:v>
                </c:pt>
                <c:pt idx="417">
                  <c:v>44460</c:v>
                </c:pt>
                <c:pt idx="418">
                  <c:v>44461</c:v>
                </c:pt>
                <c:pt idx="419">
                  <c:v>44462</c:v>
                </c:pt>
                <c:pt idx="420">
                  <c:v>44463</c:v>
                </c:pt>
                <c:pt idx="421">
                  <c:v>44466</c:v>
                </c:pt>
                <c:pt idx="422">
                  <c:v>44467</c:v>
                </c:pt>
                <c:pt idx="423">
                  <c:v>44468</c:v>
                </c:pt>
                <c:pt idx="424">
                  <c:v>44469</c:v>
                </c:pt>
                <c:pt idx="425">
                  <c:v>44470</c:v>
                </c:pt>
                <c:pt idx="426">
                  <c:v>44473</c:v>
                </c:pt>
                <c:pt idx="427">
                  <c:v>44474</c:v>
                </c:pt>
                <c:pt idx="428">
                  <c:v>44475</c:v>
                </c:pt>
                <c:pt idx="429">
                  <c:v>44476</c:v>
                </c:pt>
                <c:pt idx="430">
                  <c:v>44477</c:v>
                </c:pt>
                <c:pt idx="431">
                  <c:v>44480</c:v>
                </c:pt>
                <c:pt idx="432">
                  <c:v>44481</c:v>
                </c:pt>
                <c:pt idx="433">
                  <c:v>44482</c:v>
                </c:pt>
                <c:pt idx="434">
                  <c:v>44483</c:v>
                </c:pt>
                <c:pt idx="435">
                  <c:v>44484</c:v>
                </c:pt>
                <c:pt idx="436">
                  <c:v>44487</c:v>
                </c:pt>
                <c:pt idx="437">
                  <c:v>44488</c:v>
                </c:pt>
                <c:pt idx="438">
                  <c:v>44490</c:v>
                </c:pt>
                <c:pt idx="439">
                  <c:v>44491</c:v>
                </c:pt>
                <c:pt idx="440">
                  <c:v>44494</c:v>
                </c:pt>
                <c:pt idx="441">
                  <c:v>44495</c:v>
                </c:pt>
                <c:pt idx="442">
                  <c:v>44496</c:v>
                </c:pt>
                <c:pt idx="443">
                  <c:v>44497</c:v>
                </c:pt>
                <c:pt idx="444">
                  <c:v>44498</c:v>
                </c:pt>
                <c:pt idx="445">
                  <c:v>44501</c:v>
                </c:pt>
                <c:pt idx="446">
                  <c:v>44502</c:v>
                </c:pt>
                <c:pt idx="447">
                  <c:v>44503</c:v>
                </c:pt>
                <c:pt idx="448">
                  <c:v>44504</c:v>
                </c:pt>
                <c:pt idx="449">
                  <c:v>44505</c:v>
                </c:pt>
                <c:pt idx="450">
                  <c:v>44508</c:v>
                </c:pt>
                <c:pt idx="451">
                  <c:v>44509</c:v>
                </c:pt>
                <c:pt idx="452">
                  <c:v>44510</c:v>
                </c:pt>
                <c:pt idx="453">
                  <c:v>44511</c:v>
                </c:pt>
                <c:pt idx="454">
                  <c:v>44512</c:v>
                </c:pt>
                <c:pt idx="455">
                  <c:v>44515</c:v>
                </c:pt>
                <c:pt idx="456">
                  <c:v>44516</c:v>
                </c:pt>
                <c:pt idx="457">
                  <c:v>44517</c:v>
                </c:pt>
                <c:pt idx="458">
                  <c:v>44518</c:v>
                </c:pt>
                <c:pt idx="459">
                  <c:v>44519</c:v>
                </c:pt>
                <c:pt idx="460">
                  <c:v>44522</c:v>
                </c:pt>
                <c:pt idx="461">
                  <c:v>44523</c:v>
                </c:pt>
                <c:pt idx="462">
                  <c:v>44524</c:v>
                </c:pt>
                <c:pt idx="463">
                  <c:v>44525</c:v>
                </c:pt>
                <c:pt idx="464">
                  <c:v>44526</c:v>
                </c:pt>
                <c:pt idx="465">
                  <c:v>44529</c:v>
                </c:pt>
                <c:pt idx="466">
                  <c:v>44530</c:v>
                </c:pt>
                <c:pt idx="467">
                  <c:v>44531</c:v>
                </c:pt>
                <c:pt idx="468">
                  <c:v>44532</c:v>
                </c:pt>
                <c:pt idx="469">
                  <c:v>44533</c:v>
                </c:pt>
                <c:pt idx="470">
                  <c:v>44536</c:v>
                </c:pt>
                <c:pt idx="471">
                  <c:v>44537</c:v>
                </c:pt>
                <c:pt idx="472">
                  <c:v>44538</c:v>
                </c:pt>
                <c:pt idx="473">
                  <c:v>44539</c:v>
                </c:pt>
                <c:pt idx="474">
                  <c:v>44540</c:v>
                </c:pt>
                <c:pt idx="475">
                  <c:v>44543</c:v>
                </c:pt>
                <c:pt idx="476">
                  <c:v>44544</c:v>
                </c:pt>
                <c:pt idx="477">
                  <c:v>44545</c:v>
                </c:pt>
                <c:pt idx="478">
                  <c:v>44546</c:v>
                </c:pt>
                <c:pt idx="479">
                  <c:v>44547</c:v>
                </c:pt>
                <c:pt idx="480">
                  <c:v>44550</c:v>
                </c:pt>
                <c:pt idx="481">
                  <c:v>44551</c:v>
                </c:pt>
                <c:pt idx="482">
                  <c:v>44552</c:v>
                </c:pt>
                <c:pt idx="483">
                  <c:v>44553</c:v>
                </c:pt>
                <c:pt idx="484">
                  <c:v>44554</c:v>
                </c:pt>
                <c:pt idx="485">
                  <c:v>44557</c:v>
                </c:pt>
                <c:pt idx="486">
                  <c:v>44558</c:v>
                </c:pt>
                <c:pt idx="487">
                  <c:v>44559</c:v>
                </c:pt>
                <c:pt idx="488">
                  <c:v>44560</c:v>
                </c:pt>
                <c:pt idx="489">
                  <c:v>44561</c:v>
                </c:pt>
                <c:pt idx="490">
                  <c:v>44564</c:v>
                </c:pt>
                <c:pt idx="491">
                  <c:v>44565</c:v>
                </c:pt>
                <c:pt idx="492">
                  <c:v>44566</c:v>
                </c:pt>
                <c:pt idx="493">
                  <c:v>44567</c:v>
                </c:pt>
                <c:pt idx="494">
                  <c:v>44568</c:v>
                </c:pt>
                <c:pt idx="495">
                  <c:v>44571</c:v>
                </c:pt>
                <c:pt idx="496">
                  <c:v>44572</c:v>
                </c:pt>
                <c:pt idx="497">
                  <c:v>44573</c:v>
                </c:pt>
                <c:pt idx="498">
                  <c:v>44574</c:v>
                </c:pt>
                <c:pt idx="499">
                  <c:v>44575</c:v>
                </c:pt>
                <c:pt idx="500">
                  <c:v>44578</c:v>
                </c:pt>
                <c:pt idx="501">
                  <c:v>44579</c:v>
                </c:pt>
                <c:pt idx="502">
                  <c:v>44580</c:v>
                </c:pt>
                <c:pt idx="503">
                  <c:v>44581</c:v>
                </c:pt>
                <c:pt idx="504">
                  <c:v>44582</c:v>
                </c:pt>
                <c:pt idx="505">
                  <c:v>44585</c:v>
                </c:pt>
                <c:pt idx="506">
                  <c:v>44586</c:v>
                </c:pt>
                <c:pt idx="507">
                  <c:v>44587</c:v>
                </c:pt>
                <c:pt idx="508">
                  <c:v>44588</c:v>
                </c:pt>
                <c:pt idx="509">
                  <c:v>44589</c:v>
                </c:pt>
                <c:pt idx="510">
                  <c:v>44592</c:v>
                </c:pt>
                <c:pt idx="511">
                  <c:v>44594</c:v>
                </c:pt>
                <c:pt idx="512">
                  <c:v>44595</c:v>
                </c:pt>
                <c:pt idx="513">
                  <c:v>44596</c:v>
                </c:pt>
                <c:pt idx="514">
                  <c:v>44599</c:v>
                </c:pt>
                <c:pt idx="515">
                  <c:v>44600</c:v>
                </c:pt>
                <c:pt idx="516">
                  <c:v>44601</c:v>
                </c:pt>
                <c:pt idx="517">
                  <c:v>44602</c:v>
                </c:pt>
                <c:pt idx="518">
                  <c:v>44603</c:v>
                </c:pt>
                <c:pt idx="519">
                  <c:v>44606</c:v>
                </c:pt>
                <c:pt idx="520">
                  <c:v>44607</c:v>
                </c:pt>
                <c:pt idx="521">
                  <c:v>44608</c:v>
                </c:pt>
                <c:pt idx="522">
                  <c:v>44609</c:v>
                </c:pt>
                <c:pt idx="523">
                  <c:v>44610</c:v>
                </c:pt>
                <c:pt idx="524">
                  <c:v>44613</c:v>
                </c:pt>
                <c:pt idx="525">
                  <c:v>44614</c:v>
                </c:pt>
                <c:pt idx="526">
                  <c:v>44615</c:v>
                </c:pt>
                <c:pt idx="527">
                  <c:v>44616</c:v>
                </c:pt>
                <c:pt idx="528">
                  <c:v>44617</c:v>
                </c:pt>
                <c:pt idx="529">
                  <c:v>44621</c:v>
                </c:pt>
                <c:pt idx="530">
                  <c:v>44622</c:v>
                </c:pt>
                <c:pt idx="531">
                  <c:v>44624</c:v>
                </c:pt>
                <c:pt idx="532">
                  <c:v>44627</c:v>
                </c:pt>
                <c:pt idx="533">
                  <c:v>44628</c:v>
                </c:pt>
                <c:pt idx="534">
                  <c:v>44629</c:v>
                </c:pt>
                <c:pt idx="535">
                  <c:v>44630</c:v>
                </c:pt>
                <c:pt idx="536">
                  <c:v>44631</c:v>
                </c:pt>
                <c:pt idx="537">
                  <c:v>44634</c:v>
                </c:pt>
                <c:pt idx="538">
                  <c:v>44635</c:v>
                </c:pt>
                <c:pt idx="539">
                  <c:v>44636</c:v>
                </c:pt>
                <c:pt idx="540">
                  <c:v>44637</c:v>
                </c:pt>
                <c:pt idx="541">
                  <c:v>44638</c:v>
                </c:pt>
                <c:pt idx="542">
                  <c:v>44641</c:v>
                </c:pt>
                <c:pt idx="543">
                  <c:v>44642</c:v>
                </c:pt>
                <c:pt idx="544">
                  <c:v>44643</c:v>
                </c:pt>
                <c:pt idx="545">
                  <c:v>44644</c:v>
                </c:pt>
                <c:pt idx="546">
                  <c:v>44645</c:v>
                </c:pt>
                <c:pt idx="547">
                  <c:v>44648</c:v>
                </c:pt>
                <c:pt idx="548">
                  <c:v>44649</c:v>
                </c:pt>
                <c:pt idx="549">
                  <c:v>44650</c:v>
                </c:pt>
                <c:pt idx="550">
                  <c:v>44651</c:v>
                </c:pt>
                <c:pt idx="551">
                  <c:v>44652</c:v>
                </c:pt>
                <c:pt idx="552">
                  <c:v>44655</c:v>
                </c:pt>
                <c:pt idx="553">
                  <c:v>44656</c:v>
                </c:pt>
                <c:pt idx="554">
                  <c:v>44657</c:v>
                </c:pt>
                <c:pt idx="555">
                  <c:v>44658</c:v>
                </c:pt>
                <c:pt idx="556">
                  <c:v>44659</c:v>
                </c:pt>
                <c:pt idx="557">
                  <c:v>44662</c:v>
                </c:pt>
                <c:pt idx="558">
                  <c:v>44663</c:v>
                </c:pt>
                <c:pt idx="559">
                  <c:v>44664</c:v>
                </c:pt>
                <c:pt idx="560">
                  <c:v>44665</c:v>
                </c:pt>
                <c:pt idx="561">
                  <c:v>44669</c:v>
                </c:pt>
                <c:pt idx="562">
                  <c:v>44670</c:v>
                </c:pt>
                <c:pt idx="563">
                  <c:v>44671</c:v>
                </c:pt>
                <c:pt idx="564">
                  <c:v>44672</c:v>
                </c:pt>
                <c:pt idx="565">
                  <c:v>44673</c:v>
                </c:pt>
                <c:pt idx="566">
                  <c:v>44676</c:v>
                </c:pt>
                <c:pt idx="567">
                  <c:v>44677</c:v>
                </c:pt>
                <c:pt idx="568">
                  <c:v>44678</c:v>
                </c:pt>
                <c:pt idx="569">
                  <c:v>44679</c:v>
                </c:pt>
                <c:pt idx="570">
                  <c:v>44690</c:v>
                </c:pt>
                <c:pt idx="571">
                  <c:v>44691</c:v>
                </c:pt>
                <c:pt idx="572">
                  <c:v>44692</c:v>
                </c:pt>
                <c:pt idx="573">
                  <c:v>44693</c:v>
                </c:pt>
                <c:pt idx="574">
                  <c:v>44694</c:v>
                </c:pt>
                <c:pt idx="575">
                  <c:v>44698</c:v>
                </c:pt>
                <c:pt idx="576">
                  <c:v>44699</c:v>
                </c:pt>
                <c:pt idx="577">
                  <c:v>44700</c:v>
                </c:pt>
                <c:pt idx="578">
                  <c:v>44701</c:v>
                </c:pt>
                <c:pt idx="579">
                  <c:v>44704</c:v>
                </c:pt>
                <c:pt idx="580">
                  <c:v>44705</c:v>
                </c:pt>
                <c:pt idx="581">
                  <c:v>44706</c:v>
                </c:pt>
                <c:pt idx="582">
                  <c:v>44708</c:v>
                </c:pt>
                <c:pt idx="583">
                  <c:v>44711</c:v>
                </c:pt>
                <c:pt idx="584">
                  <c:v>44712</c:v>
                </c:pt>
                <c:pt idx="585">
                  <c:v>44714</c:v>
                </c:pt>
                <c:pt idx="586">
                  <c:v>44715</c:v>
                </c:pt>
                <c:pt idx="587">
                  <c:v>44718</c:v>
                </c:pt>
                <c:pt idx="588">
                  <c:v>44719</c:v>
                </c:pt>
                <c:pt idx="589">
                  <c:v>44720</c:v>
                </c:pt>
                <c:pt idx="590">
                  <c:v>44721</c:v>
                </c:pt>
                <c:pt idx="591">
                  <c:v>44722</c:v>
                </c:pt>
                <c:pt idx="592">
                  <c:v>44725</c:v>
                </c:pt>
                <c:pt idx="593">
                  <c:v>44726</c:v>
                </c:pt>
                <c:pt idx="594">
                  <c:v>44727</c:v>
                </c:pt>
                <c:pt idx="595">
                  <c:v>44728</c:v>
                </c:pt>
                <c:pt idx="596">
                  <c:v>44729</c:v>
                </c:pt>
                <c:pt idx="597">
                  <c:v>44732</c:v>
                </c:pt>
                <c:pt idx="598">
                  <c:v>44733</c:v>
                </c:pt>
                <c:pt idx="599">
                  <c:v>44734</c:v>
                </c:pt>
                <c:pt idx="600">
                  <c:v>44735</c:v>
                </c:pt>
                <c:pt idx="601">
                  <c:v>44736</c:v>
                </c:pt>
                <c:pt idx="602">
                  <c:v>44739</c:v>
                </c:pt>
                <c:pt idx="603">
                  <c:v>44740</c:v>
                </c:pt>
                <c:pt idx="604">
                  <c:v>44741</c:v>
                </c:pt>
                <c:pt idx="605">
                  <c:v>44742</c:v>
                </c:pt>
                <c:pt idx="606">
                  <c:v>44743</c:v>
                </c:pt>
                <c:pt idx="607">
                  <c:v>44746</c:v>
                </c:pt>
                <c:pt idx="608">
                  <c:v>44747</c:v>
                </c:pt>
                <c:pt idx="609">
                  <c:v>44748</c:v>
                </c:pt>
                <c:pt idx="610">
                  <c:v>44749</c:v>
                </c:pt>
                <c:pt idx="611">
                  <c:v>44750</c:v>
                </c:pt>
                <c:pt idx="612">
                  <c:v>44753</c:v>
                </c:pt>
                <c:pt idx="613">
                  <c:v>44754</c:v>
                </c:pt>
                <c:pt idx="614">
                  <c:v>44755</c:v>
                </c:pt>
                <c:pt idx="615">
                  <c:v>44756</c:v>
                </c:pt>
                <c:pt idx="616">
                  <c:v>44757</c:v>
                </c:pt>
                <c:pt idx="617">
                  <c:v>44760</c:v>
                </c:pt>
                <c:pt idx="618">
                  <c:v>44761</c:v>
                </c:pt>
                <c:pt idx="619">
                  <c:v>44762</c:v>
                </c:pt>
                <c:pt idx="620">
                  <c:v>44763</c:v>
                </c:pt>
                <c:pt idx="621">
                  <c:v>44764</c:v>
                </c:pt>
                <c:pt idx="622">
                  <c:v>44767</c:v>
                </c:pt>
                <c:pt idx="623">
                  <c:v>44768</c:v>
                </c:pt>
                <c:pt idx="624">
                  <c:v>44769</c:v>
                </c:pt>
                <c:pt idx="625">
                  <c:v>44770</c:v>
                </c:pt>
                <c:pt idx="626">
                  <c:v>44771</c:v>
                </c:pt>
                <c:pt idx="627">
                  <c:v>44774</c:v>
                </c:pt>
                <c:pt idx="628">
                  <c:v>44775</c:v>
                </c:pt>
                <c:pt idx="629">
                  <c:v>44776</c:v>
                </c:pt>
                <c:pt idx="630">
                  <c:v>44777</c:v>
                </c:pt>
                <c:pt idx="631">
                  <c:v>44778</c:v>
                </c:pt>
                <c:pt idx="632">
                  <c:v>44781</c:v>
                </c:pt>
                <c:pt idx="633">
                  <c:v>44782</c:v>
                </c:pt>
                <c:pt idx="634">
                  <c:v>44783</c:v>
                </c:pt>
                <c:pt idx="635">
                  <c:v>44784</c:v>
                </c:pt>
                <c:pt idx="636">
                  <c:v>44785</c:v>
                </c:pt>
                <c:pt idx="637">
                  <c:v>44788</c:v>
                </c:pt>
                <c:pt idx="638">
                  <c:v>44789</c:v>
                </c:pt>
                <c:pt idx="639">
                  <c:v>44791</c:v>
                </c:pt>
                <c:pt idx="640">
                  <c:v>44792</c:v>
                </c:pt>
                <c:pt idx="641">
                  <c:v>44795</c:v>
                </c:pt>
                <c:pt idx="642">
                  <c:v>44796</c:v>
                </c:pt>
                <c:pt idx="643">
                  <c:v>44797</c:v>
                </c:pt>
                <c:pt idx="644">
                  <c:v>44798</c:v>
                </c:pt>
                <c:pt idx="645">
                  <c:v>44799</c:v>
                </c:pt>
                <c:pt idx="646">
                  <c:v>44802</c:v>
                </c:pt>
                <c:pt idx="647">
                  <c:v>44803</c:v>
                </c:pt>
                <c:pt idx="648">
                  <c:v>44804</c:v>
                </c:pt>
                <c:pt idx="649">
                  <c:v>44805</c:v>
                </c:pt>
                <c:pt idx="650">
                  <c:v>44806</c:v>
                </c:pt>
                <c:pt idx="651">
                  <c:v>44809</c:v>
                </c:pt>
                <c:pt idx="652">
                  <c:v>44810</c:v>
                </c:pt>
                <c:pt idx="653">
                  <c:v>44811</c:v>
                </c:pt>
                <c:pt idx="654">
                  <c:v>44812</c:v>
                </c:pt>
                <c:pt idx="655">
                  <c:v>44813</c:v>
                </c:pt>
                <c:pt idx="656">
                  <c:v>44816</c:v>
                </c:pt>
                <c:pt idx="657">
                  <c:v>44817</c:v>
                </c:pt>
                <c:pt idx="658">
                  <c:v>44818</c:v>
                </c:pt>
                <c:pt idx="659">
                  <c:v>44819</c:v>
                </c:pt>
                <c:pt idx="660">
                  <c:v>44820</c:v>
                </c:pt>
                <c:pt idx="661">
                  <c:v>44823</c:v>
                </c:pt>
                <c:pt idx="662">
                  <c:v>44824</c:v>
                </c:pt>
                <c:pt idx="663">
                  <c:v>44825</c:v>
                </c:pt>
                <c:pt idx="664">
                  <c:v>44826</c:v>
                </c:pt>
                <c:pt idx="665">
                  <c:v>44827</c:v>
                </c:pt>
                <c:pt idx="666">
                  <c:v>44830</c:v>
                </c:pt>
                <c:pt idx="667">
                  <c:v>44831</c:v>
                </c:pt>
                <c:pt idx="668">
                  <c:v>44832</c:v>
                </c:pt>
                <c:pt idx="669">
                  <c:v>44833</c:v>
                </c:pt>
                <c:pt idx="670">
                  <c:v>44834</c:v>
                </c:pt>
                <c:pt idx="671">
                  <c:v>44837</c:v>
                </c:pt>
                <c:pt idx="672">
                  <c:v>44838</c:v>
                </c:pt>
                <c:pt idx="673">
                  <c:v>44839</c:v>
                </c:pt>
                <c:pt idx="674">
                  <c:v>44840</c:v>
                </c:pt>
                <c:pt idx="675">
                  <c:v>44841</c:v>
                </c:pt>
                <c:pt idx="676">
                  <c:v>44844</c:v>
                </c:pt>
                <c:pt idx="677">
                  <c:v>44845</c:v>
                </c:pt>
                <c:pt idx="678">
                  <c:v>44846</c:v>
                </c:pt>
                <c:pt idx="679">
                  <c:v>44847</c:v>
                </c:pt>
                <c:pt idx="680">
                  <c:v>44848</c:v>
                </c:pt>
                <c:pt idx="681">
                  <c:v>44851</c:v>
                </c:pt>
                <c:pt idx="682">
                  <c:v>44852</c:v>
                </c:pt>
                <c:pt idx="683">
                  <c:v>44853</c:v>
                </c:pt>
                <c:pt idx="684">
                  <c:v>44854</c:v>
                </c:pt>
                <c:pt idx="685">
                  <c:v>44855</c:v>
                </c:pt>
                <c:pt idx="686">
                  <c:v>44858</c:v>
                </c:pt>
                <c:pt idx="687">
                  <c:v>44859</c:v>
                </c:pt>
                <c:pt idx="688">
                  <c:v>44860</c:v>
                </c:pt>
                <c:pt idx="689">
                  <c:v>44861</c:v>
                </c:pt>
                <c:pt idx="690">
                  <c:v>44862</c:v>
                </c:pt>
                <c:pt idx="691">
                  <c:v>44865</c:v>
                </c:pt>
                <c:pt idx="692">
                  <c:v>44866</c:v>
                </c:pt>
                <c:pt idx="693">
                  <c:v>44867</c:v>
                </c:pt>
                <c:pt idx="694">
                  <c:v>44868</c:v>
                </c:pt>
                <c:pt idx="695">
                  <c:v>44869</c:v>
                </c:pt>
                <c:pt idx="696">
                  <c:v>44872</c:v>
                </c:pt>
                <c:pt idx="697">
                  <c:v>44873</c:v>
                </c:pt>
                <c:pt idx="698">
                  <c:v>44874</c:v>
                </c:pt>
                <c:pt idx="699">
                  <c:v>44875</c:v>
                </c:pt>
                <c:pt idx="700">
                  <c:v>44876</c:v>
                </c:pt>
                <c:pt idx="701">
                  <c:v>44879</c:v>
                </c:pt>
                <c:pt idx="702">
                  <c:v>44880</c:v>
                </c:pt>
                <c:pt idx="703">
                  <c:v>44881</c:v>
                </c:pt>
                <c:pt idx="704">
                  <c:v>44882</c:v>
                </c:pt>
                <c:pt idx="705">
                  <c:v>44883</c:v>
                </c:pt>
                <c:pt idx="706">
                  <c:v>44886</c:v>
                </c:pt>
                <c:pt idx="707">
                  <c:v>44887</c:v>
                </c:pt>
                <c:pt idx="708">
                  <c:v>44888</c:v>
                </c:pt>
                <c:pt idx="709">
                  <c:v>44889</c:v>
                </c:pt>
                <c:pt idx="710">
                  <c:v>44890</c:v>
                </c:pt>
                <c:pt idx="711">
                  <c:v>44893</c:v>
                </c:pt>
                <c:pt idx="712">
                  <c:v>44894</c:v>
                </c:pt>
                <c:pt idx="713">
                  <c:v>44895</c:v>
                </c:pt>
                <c:pt idx="714">
                  <c:v>44896</c:v>
                </c:pt>
                <c:pt idx="715">
                  <c:v>44897</c:v>
                </c:pt>
                <c:pt idx="716">
                  <c:v>44900</c:v>
                </c:pt>
                <c:pt idx="717">
                  <c:v>44901</c:v>
                </c:pt>
                <c:pt idx="718">
                  <c:v>44902</c:v>
                </c:pt>
                <c:pt idx="719">
                  <c:v>44903</c:v>
                </c:pt>
                <c:pt idx="720">
                  <c:v>44904</c:v>
                </c:pt>
                <c:pt idx="721">
                  <c:v>44907</c:v>
                </c:pt>
                <c:pt idx="722">
                  <c:v>44908</c:v>
                </c:pt>
                <c:pt idx="723">
                  <c:v>44909</c:v>
                </c:pt>
                <c:pt idx="724">
                  <c:v>44910</c:v>
                </c:pt>
                <c:pt idx="725">
                  <c:v>44911</c:v>
                </c:pt>
                <c:pt idx="726">
                  <c:v>44914</c:v>
                </c:pt>
                <c:pt idx="727">
                  <c:v>44915</c:v>
                </c:pt>
                <c:pt idx="728">
                  <c:v>44916</c:v>
                </c:pt>
                <c:pt idx="729">
                  <c:v>44917</c:v>
                </c:pt>
                <c:pt idx="730">
                  <c:v>44918</c:v>
                </c:pt>
                <c:pt idx="731">
                  <c:v>44921</c:v>
                </c:pt>
                <c:pt idx="732">
                  <c:v>44922</c:v>
                </c:pt>
                <c:pt idx="733">
                  <c:v>44923</c:v>
                </c:pt>
                <c:pt idx="734">
                  <c:v>44924</c:v>
                </c:pt>
                <c:pt idx="735">
                  <c:v>44925</c:v>
                </c:pt>
                <c:pt idx="736">
                  <c:v>44928</c:v>
                </c:pt>
                <c:pt idx="737">
                  <c:v>44929</c:v>
                </c:pt>
                <c:pt idx="738">
                  <c:v>44930</c:v>
                </c:pt>
                <c:pt idx="739">
                  <c:v>44931</c:v>
                </c:pt>
                <c:pt idx="740">
                  <c:v>44932</c:v>
                </c:pt>
                <c:pt idx="741">
                  <c:v>44935</c:v>
                </c:pt>
                <c:pt idx="742">
                  <c:v>44936</c:v>
                </c:pt>
                <c:pt idx="743">
                  <c:v>44937</c:v>
                </c:pt>
                <c:pt idx="744">
                  <c:v>44938</c:v>
                </c:pt>
                <c:pt idx="745">
                  <c:v>44939</c:v>
                </c:pt>
                <c:pt idx="746">
                  <c:v>44942</c:v>
                </c:pt>
                <c:pt idx="747">
                  <c:v>44943</c:v>
                </c:pt>
                <c:pt idx="748">
                  <c:v>44944</c:v>
                </c:pt>
                <c:pt idx="749">
                  <c:v>44945</c:v>
                </c:pt>
                <c:pt idx="750">
                  <c:v>44946</c:v>
                </c:pt>
                <c:pt idx="751">
                  <c:v>44950</c:v>
                </c:pt>
                <c:pt idx="752">
                  <c:v>44951</c:v>
                </c:pt>
                <c:pt idx="753">
                  <c:v>44952</c:v>
                </c:pt>
                <c:pt idx="754">
                  <c:v>44953</c:v>
                </c:pt>
                <c:pt idx="755">
                  <c:v>44956</c:v>
                </c:pt>
                <c:pt idx="756">
                  <c:v>44957</c:v>
                </c:pt>
                <c:pt idx="757">
                  <c:v>44958</c:v>
                </c:pt>
                <c:pt idx="758">
                  <c:v>44959</c:v>
                </c:pt>
                <c:pt idx="759">
                  <c:v>44960</c:v>
                </c:pt>
                <c:pt idx="760">
                  <c:v>44963</c:v>
                </c:pt>
                <c:pt idx="761">
                  <c:v>44964</c:v>
                </c:pt>
                <c:pt idx="762">
                  <c:v>44965</c:v>
                </c:pt>
                <c:pt idx="763">
                  <c:v>44966</c:v>
                </c:pt>
                <c:pt idx="764">
                  <c:v>44967</c:v>
                </c:pt>
                <c:pt idx="765">
                  <c:v>44970</c:v>
                </c:pt>
                <c:pt idx="766">
                  <c:v>44971</c:v>
                </c:pt>
                <c:pt idx="767">
                  <c:v>44972</c:v>
                </c:pt>
                <c:pt idx="768">
                  <c:v>44973</c:v>
                </c:pt>
                <c:pt idx="769">
                  <c:v>44974</c:v>
                </c:pt>
                <c:pt idx="770">
                  <c:v>44977</c:v>
                </c:pt>
                <c:pt idx="771">
                  <c:v>44978</c:v>
                </c:pt>
                <c:pt idx="772">
                  <c:v>44979</c:v>
                </c:pt>
                <c:pt idx="773">
                  <c:v>44980</c:v>
                </c:pt>
                <c:pt idx="774">
                  <c:v>44981</c:v>
                </c:pt>
                <c:pt idx="775">
                  <c:v>44984</c:v>
                </c:pt>
                <c:pt idx="776">
                  <c:v>44985</c:v>
                </c:pt>
                <c:pt idx="777">
                  <c:v>44986</c:v>
                </c:pt>
                <c:pt idx="778">
                  <c:v>44987</c:v>
                </c:pt>
                <c:pt idx="779">
                  <c:v>44988</c:v>
                </c:pt>
                <c:pt idx="780">
                  <c:v>44991</c:v>
                </c:pt>
                <c:pt idx="781">
                  <c:v>44992</c:v>
                </c:pt>
                <c:pt idx="782">
                  <c:v>44993</c:v>
                </c:pt>
                <c:pt idx="783">
                  <c:v>44994</c:v>
                </c:pt>
                <c:pt idx="784">
                  <c:v>44995</c:v>
                </c:pt>
                <c:pt idx="785">
                  <c:v>44998</c:v>
                </c:pt>
                <c:pt idx="786">
                  <c:v>44999</c:v>
                </c:pt>
                <c:pt idx="787">
                  <c:v>45000</c:v>
                </c:pt>
                <c:pt idx="788">
                  <c:v>45001</c:v>
                </c:pt>
                <c:pt idx="789">
                  <c:v>45002</c:v>
                </c:pt>
                <c:pt idx="790">
                  <c:v>45005</c:v>
                </c:pt>
                <c:pt idx="791">
                  <c:v>45006</c:v>
                </c:pt>
                <c:pt idx="792">
                  <c:v>45009</c:v>
                </c:pt>
                <c:pt idx="793">
                  <c:v>45012</c:v>
                </c:pt>
                <c:pt idx="794">
                  <c:v>45013</c:v>
                </c:pt>
                <c:pt idx="795">
                  <c:v>45014</c:v>
                </c:pt>
                <c:pt idx="796">
                  <c:v>45015</c:v>
                </c:pt>
                <c:pt idx="797">
                  <c:v>45016</c:v>
                </c:pt>
                <c:pt idx="798">
                  <c:v>45019</c:v>
                </c:pt>
                <c:pt idx="799">
                  <c:v>45020</c:v>
                </c:pt>
                <c:pt idx="800">
                  <c:v>45021</c:v>
                </c:pt>
                <c:pt idx="801">
                  <c:v>45022</c:v>
                </c:pt>
                <c:pt idx="802">
                  <c:v>45026</c:v>
                </c:pt>
                <c:pt idx="803">
                  <c:v>45027</c:v>
                </c:pt>
                <c:pt idx="804">
                  <c:v>45028</c:v>
                </c:pt>
                <c:pt idx="805">
                  <c:v>45029</c:v>
                </c:pt>
                <c:pt idx="806">
                  <c:v>45030</c:v>
                </c:pt>
                <c:pt idx="807">
                  <c:v>45033</c:v>
                </c:pt>
                <c:pt idx="808">
                  <c:v>45034</c:v>
                </c:pt>
                <c:pt idx="809">
                  <c:v>45042</c:v>
                </c:pt>
                <c:pt idx="810">
                  <c:v>45043</c:v>
                </c:pt>
                <c:pt idx="811">
                  <c:v>45044</c:v>
                </c:pt>
                <c:pt idx="812">
                  <c:v>45048</c:v>
                </c:pt>
                <c:pt idx="813">
                  <c:v>45049</c:v>
                </c:pt>
                <c:pt idx="814">
                  <c:v>45050</c:v>
                </c:pt>
                <c:pt idx="815">
                  <c:v>45051</c:v>
                </c:pt>
                <c:pt idx="816">
                  <c:v>45054</c:v>
                </c:pt>
                <c:pt idx="817">
                  <c:v>45055</c:v>
                </c:pt>
                <c:pt idx="818">
                  <c:v>45056</c:v>
                </c:pt>
                <c:pt idx="819">
                  <c:v>45057</c:v>
                </c:pt>
                <c:pt idx="820">
                  <c:v>45058</c:v>
                </c:pt>
                <c:pt idx="821">
                  <c:v>45061</c:v>
                </c:pt>
                <c:pt idx="822">
                  <c:v>45062</c:v>
                </c:pt>
                <c:pt idx="823">
                  <c:v>45063</c:v>
                </c:pt>
                <c:pt idx="824">
                  <c:v>45065</c:v>
                </c:pt>
                <c:pt idx="825">
                  <c:v>45068</c:v>
                </c:pt>
                <c:pt idx="826">
                  <c:v>45069</c:v>
                </c:pt>
                <c:pt idx="827">
                  <c:v>45070</c:v>
                </c:pt>
                <c:pt idx="828">
                  <c:v>45071</c:v>
                </c:pt>
                <c:pt idx="829">
                  <c:v>45072</c:v>
                </c:pt>
                <c:pt idx="830">
                  <c:v>45075</c:v>
                </c:pt>
                <c:pt idx="831">
                  <c:v>45076</c:v>
                </c:pt>
                <c:pt idx="832">
                  <c:v>45077</c:v>
                </c:pt>
                <c:pt idx="833">
                  <c:v>45082</c:v>
                </c:pt>
                <c:pt idx="834">
                  <c:v>45083</c:v>
                </c:pt>
                <c:pt idx="835">
                  <c:v>45084</c:v>
                </c:pt>
                <c:pt idx="836">
                  <c:v>45085</c:v>
                </c:pt>
                <c:pt idx="837">
                  <c:v>45086</c:v>
                </c:pt>
                <c:pt idx="838">
                  <c:v>45089</c:v>
                </c:pt>
                <c:pt idx="839">
                  <c:v>45090</c:v>
                </c:pt>
                <c:pt idx="840">
                  <c:v>45091</c:v>
                </c:pt>
                <c:pt idx="841">
                  <c:v>45092</c:v>
                </c:pt>
                <c:pt idx="842">
                  <c:v>45093</c:v>
                </c:pt>
                <c:pt idx="843">
                  <c:v>45096</c:v>
                </c:pt>
                <c:pt idx="844">
                  <c:v>45097</c:v>
                </c:pt>
                <c:pt idx="845">
                  <c:v>45098</c:v>
                </c:pt>
                <c:pt idx="846">
                  <c:v>45099</c:v>
                </c:pt>
                <c:pt idx="847">
                  <c:v>45100</c:v>
                </c:pt>
                <c:pt idx="848">
                  <c:v>45103</c:v>
                </c:pt>
                <c:pt idx="849">
                  <c:v>45104</c:v>
                </c:pt>
                <c:pt idx="850">
                  <c:v>45110</c:v>
                </c:pt>
                <c:pt idx="851">
                  <c:v>45111</c:v>
                </c:pt>
                <c:pt idx="852">
                  <c:v>45112</c:v>
                </c:pt>
                <c:pt idx="853">
                  <c:v>45113</c:v>
                </c:pt>
                <c:pt idx="854">
                  <c:v>45114</c:v>
                </c:pt>
                <c:pt idx="855">
                  <c:v>45117</c:v>
                </c:pt>
                <c:pt idx="856">
                  <c:v>45118</c:v>
                </c:pt>
                <c:pt idx="857">
                  <c:v>45119</c:v>
                </c:pt>
                <c:pt idx="858">
                  <c:v>45120</c:v>
                </c:pt>
                <c:pt idx="859">
                  <c:v>45121</c:v>
                </c:pt>
                <c:pt idx="860">
                  <c:v>45124</c:v>
                </c:pt>
                <c:pt idx="861">
                  <c:v>45125</c:v>
                </c:pt>
                <c:pt idx="862">
                  <c:v>45127</c:v>
                </c:pt>
                <c:pt idx="863">
                  <c:v>45128</c:v>
                </c:pt>
                <c:pt idx="864">
                  <c:v>45131</c:v>
                </c:pt>
                <c:pt idx="865">
                  <c:v>45132</c:v>
                </c:pt>
                <c:pt idx="866">
                  <c:v>45133</c:v>
                </c:pt>
                <c:pt idx="867">
                  <c:v>45134</c:v>
                </c:pt>
                <c:pt idx="868">
                  <c:v>45135</c:v>
                </c:pt>
                <c:pt idx="869">
                  <c:v>45138</c:v>
                </c:pt>
                <c:pt idx="870">
                  <c:v>45139</c:v>
                </c:pt>
                <c:pt idx="871">
                  <c:v>45140</c:v>
                </c:pt>
                <c:pt idx="872">
                  <c:v>45141</c:v>
                </c:pt>
                <c:pt idx="873">
                  <c:v>45142</c:v>
                </c:pt>
                <c:pt idx="874">
                  <c:v>45145</c:v>
                </c:pt>
                <c:pt idx="875">
                  <c:v>45146</c:v>
                </c:pt>
                <c:pt idx="876">
                  <c:v>45147</c:v>
                </c:pt>
                <c:pt idx="877">
                  <c:v>45148</c:v>
                </c:pt>
                <c:pt idx="878">
                  <c:v>45149</c:v>
                </c:pt>
                <c:pt idx="879">
                  <c:v>45152</c:v>
                </c:pt>
                <c:pt idx="880">
                  <c:v>45153</c:v>
                </c:pt>
                <c:pt idx="881">
                  <c:v>45154</c:v>
                </c:pt>
                <c:pt idx="882">
                  <c:v>45156</c:v>
                </c:pt>
                <c:pt idx="883">
                  <c:v>45159</c:v>
                </c:pt>
                <c:pt idx="884">
                  <c:v>45160</c:v>
                </c:pt>
                <c:pt idx="885">
                  <c:v>45161</c:v>
                </c:pt>
                <c:pt idx="886">
                  <c:v>45162</c:v>
                </c:pt>
                <c:pt idx="887">
                  <c:v>45163</c:v>
                </c:pt>
                <c:pt idx="888">
                  <c:v>45166</c:v>
                </c:pt>
                <c:pt idx="889">
                  <c:v>45167</c:v>
                </c:pt>
                <c:pt idx="890">
                  <c:v>45168</c:v>
                </c:pt>
                <c:pt idx="891">
                  <c:v>45169</c:v>
                </c:pt>
                <c:pt idx="892">
                  <c:v>45170</c:v>
                </c:pt>
                <c:pt idx="893">
                  <c:v>45173</c:v>
                </c:pt>
                <c:pt idx="894">
                  <c:v>45174</c:v>
                </c:pt>
                <c:pt idx="895">
                  <c:v>45175</c:v>
                </c:pt>
                <c:pt idx="896">
                  <c:v>45176</c:v>
                </c:pt>
                <c:pt idx="897">
                  <c:v>45177</c:v>
                </c:pt>
                <c:pt idx="898">
                  <c:v>45180</c:v>
                </c:pt>
                <c:pt idx="899">
                  <c:v>45181</c:v>
                </c:pt>
                <c:pt idx="900">
                  <c:v>45182</c:v>
                </c:pt>
                <c:pt idx="901">
                  <c:v>45183</c:v>
                </c:pt>
                <c:pt idx="902">
                  <c:v>45184</c:v>
                </c:pt>
                <c:pt idx="903">
                  <c:v>45187</c:v>
                </c:pt>
                <c:pt idx="904">
                  <c:v>45188</c:v>
                </c:pt>
                <c:pt idx="905">
                  <c:v>45189</c:v>
                </c:pt>
                <c:pt idx="906">
                  <c:v>45190</c:v>
                </c:pt>
                <c:pt idx="907">
                  <c:v>45191</c:v>
                </c:pt>
                <c:pt idx="908">
                  <c:v>45194</c:v>
                </c:pt>
                <c:pt idx="909">
                  <c:v>45195</c:v>
                </c:pt>
                <c:pt idx="910">
                  <c:v>45196</c:v>
                </c:pt>
                <c:pt idx="911">
                  <c:v>45198</c:v>
                </c:pt>
                <c:pt idx="912">
                  <c:v>45201</c:v>
                </c:pt>
                <c:pt idx="913">
                  <c:v>45202</c:v>
                </c:pt>
                <c:pt idx="914">
                  <c:v>45203</c:v>
                </c:pt>
                <c:pt idx="915">
                  <c:v>45204</c:v>
                </c:pt>
                <c:pt idx="916">
                  <c:v>45205</c:v>
                </c:pt>
                <c:pt idx="917">
                  <c:v>45208</c:v>
                </c:pt>
                <c:pt idx="918">
                  <c:v>45209</c:v>
                </c:pt>
                <c:pt idx="919">
                  <c:v>45210</c:v>
                </c:pt>
                <c:pt idx="920">
                  <c:v>45211</c:v>
                </c:pt>
                <c:pt idx="921">
                  <c:v>45212</c:v>
                </c:pt>
                <c:pt idx="922">
                  <c:v>45215</c:v>
                </c:pt>
                <c:pt idx="923">
                  <c:v>45216</c:v>
                </c:pt>
                <c:pt idx="924">
                  <c:v>45217</c:v>
                </c:pt>
                <c:pt idx="925">
                  <c:v>45218</c:v>
                </c:pt>
                <c:pt idx="926">
                  <c:v>45219</c:v>
                </c:pt>
                <c:pt idx="927">
                  <c:v>45222</c:v>
                </c:pt>
                <c:pt idx="928">
                  <c:v>45223</c:v>
                </c:pt>
                <c:pt idx="929">
                  <c:v>45224</c:v>
                </c:pt>
                <c:pt idx="930">
                  <c:v>45225</c:v>
                </c:pt>
                <c:pt idx="931">
                  <c:v>45226</c:v>
                </c:pt>
                <c:pt idx="932">
                  <c:v>45229</c:v>
                </c:pt>
                <c:pt idx="933">
                  <c:v>45230</c:v>
                </c:pt>
                <c:pt idx="934">
                  <c:v>45231</c:v>
                </c:pt>
                <c:pt idx="935">
                  <c:v>45232</c:v>
                </c:pt>
                <c:pt idx="936">
                  <c:v>45233</c:v>
                </c:pt>
                <c:pt idx="937">
                  <c:v>45236</c:v>
                </c:pt>
                <c:pt idx="938">
                  <c:v>45237</c:v>
                </c:pt>
                <c:pt idx="939">
                  <c:v>45238</c:v>
                </c:pt>
                <c:pt idx="940">
                  <c:v>45239</c:v>
                </c:pt>
                <c:pt idx="941">
                  <c:v>45240</c:v>
                </c:pt>
                <c:pt idx="942">
                  <c:v>45243</c:v>
                </c:pt>
                <c:pt idx="943">
                  <c:v>45244</c:v>
                </c:pt>
                <c:pt idx="944">
                  <c:v>45245</c:v>
                </c:pt>
                <c:pt idx="945">
                  <c:v>45246</c:v>
                </c:pt>
                <c:pt idx="946">
                  <c:v>45247</c:v>
                </c:pt>
                <c:pt idx="947">
                  <c:v>45250</c:v>
                </c:pt>
                <c:pt idx="948">
                  <c:v>45251</c:v>
                </c:pt>
                <c:pt idx="949">
                  <c:v>45252</c:v>
                </c:pt>
                <c:pt idx="950">
                  <c:v>45253</c:v>
                </c:pt>
                <c:pt idx="951">
                  <c:v>45254</c:v>
                </c:pt>
                <c:pt idx="952">
                  <c:v>45257</c:v>
                </c:pt>
                <c:pt idx="953">
                  <c:v>45258</c:v>
                </c:pt>
                <c:pt idx="954">
                  <c:v>45259</c:v>
                </c:pt>
                <c:pt idx="955">
                  <c:v>45260</c:v>
                </c:pt>
                <c:pt idx="956">
                  <c:v>45261</c:v>
                </c:pt>
                <c:pt idx="957">
                  <c:v>45264</c:v>
                </c:pt>
                <c:pt idx="958">
                  <c:v>45265</c:v>
                </c:pt>
                <c:pt idx="959">
                  <c:v>45266</c:v>
                </c:pt>
                <c:pt idx="960">
                  <c:v>45267</c:v>
                </c:pt>
                <c:pt idx="961">
                  <c:v>45268</c:v>
                </c:pt>
                <c:pt idx="962">
                  <c:v>45271</c:v>
                </c:pt>
                <c:pt idx="963">
                  <c:v>45272</c:v>
                </c:pt>
                <c:pt idx="964">
                  <c:v>45273</c:v>
                </c:pt>
                <c:pt idx="965">
                  <c:v>45274</c:v>
                </c:pt>
                <c:pt idx="966">
                  <c:v>45275</c:v>
                </c:pt>
                <c:pt idx="967">
                  <c:v>45278</c:v>
                </c:pt>
                <c:pt idx="968">
                  <c:v>45279</c:v>
                </c:pt>
                <c:pt idx="969">
                  <c:v>45280</c:v>
                </c:pt>
                <c:pt idx="970">
                  <c:v>45281</c:v>
                </c:pt>
                <c:pt idx="971">
                  <c:v>45282</c:v>
                </c:pt>
                <c:pt idx="972">
                  <c:v>45287</c:v>
                </c:pt>
                <c:pt idx="973">
                  <c:v>45288</c:v>
                </c:pt>
                <c:pt idx="974">
                  <c:v>45289</c:v>
                </c:pt>
                <c:pt idx="975">
                  <c:v>45293</c:v>
                </c:pt>
                <c:pt idx="976">
                  <c:v>45294</c:v>
                </c:pt>
                <c:pt idx="977">
                  <c:v>45295</c:v>
                </c:pt>
                <c:pt idx="978">
                  <c:v>45296</c:v>
                </c:pt>
                <c:pt idx="979">
                  <c:v>45299</c:v>
                </c:pt>
                <c:pt idx="980">
                  <c:v>45300</c:v>
                </c:pt>
                <c:pt idx="981">
                  <c:v>45301</c:v>
                </c:pt>
                <c:pt idx="982">
                  <c:v>45302</c:v>
                </c:pt>
                <c:pt idx="983">
                  <c:v>45303</c:v>
                </c:pt>
                <c:pt idx="984">
                  <c:v>45306</c:v>
                </c:pt>
                <c:pt idx="985">
                  <c:v>45307</c:v>
                </c:pt>
                <c:pt idx="986">
                  <c:v>45308</c:v>
                </c:pt>
                <c:pt idx="987">
                  <c:v>45309</c:v>
                </c:pt>
                <c:pt idx="988">
                  <c:v>45310</c:v>
                </c:pt>
                <c:pt idx="989">
                  <c:v>45313</c:v>
                </c:pt>
                <c:pt idx="990">
                  <c:v>45314</c:v>
                </c:pt>
                <c:pt idx="991">
                  <c:v>45315</c:v>
                </c:pt>
                <c:pt idx="992">
                  <c:v>45316</c:v>
                </c:pt>
                <c:pt idx="993">
                  <c:v>45317</c:v>
                </c:pt>
                <c:pt idx="994">
                  <c:v>45320</c:v>
                </c:pt>
                <c:pt idx="995">
                  <c:v>45321</c:v>
                </c:pt>
                <c:pt idx="996">
                  <c:v>45322</c:v>
                </c:pt>
                <c:pt idx="997">
                  <c:v>45323</c:v>
                </c:pt>
                <c:pt idx="998">
                  <c:v>45324</c:v>
                </c:pt>
                <c:pt idx="999">
                  <c:v>45327</c:v>
                </c:pt>
                <c:pt idx="1000">
                  <c:v>45328</c:v>
                </c:pt>
                <c:pt idx="1001">
                  <c:v>45329</c:v>
                </c:pt>
                <c:pt idx="1002">
                  <c:v>45334</c:v>
                </c:pt>
                <c:pt idx="1003">
                  <c:v>45335</c:v>
                </c:pt>
                <c:pt idx="1004">
                  <c:v>45337</c:v>
                </c:pt>
                <c:pt idx="1005">
                  <c:v>45338</c:v>
                </c:pt>
                <c:pt idx="1006">
                  <c:v>45341</c:v>
                </c:pt>
                <c:pt idx="1007">
                  <c:v>45342</c:v>
                </c:pt>
                <c:pt idx="1008">
                  <c:v>45343</c:v>
                </c:pt>
                <c:pt idx="1009">
                  <c:v>45344</c:v>
                </c:pt>
                <c:pt idx="1010">
                  <c:v>45345</c:v>
                </c:pt>
                <c:pt idx="1011">
                  <c:v>45348</c:v>
                </c:pt>
                <c:pt idx="1012">
                  <c:v>45349</c:v>
                </c:pt>
                <c:pt idx="1013">
                  <c:v>45350</c:v>
                </c:pt>
                <c:pt idx="1014">
                  <c:v>45351</c:v>
                </c:pt>
                <c:pt idx="1015">
                  <c:v>45352</c:v>
                </c:pt>
                <c:pt idx="1016">
                  <c:v>45355</c:v>
                </c:pt>
                <c:pt idx="1017">
                  <c:v>45356</c:v>
                </c:pt>
                <c:pt idx="1018">
                  <c:v>45357</c:v>
                </c:pt>
                <c:pt idx="1019">
                  <c:v>45358</c:v>
                </c:pt>
                <c:pt idx="1020">
                  <c:v>45359</c:v>
                </c:pt>
                <c:pt idx="1021">
                  <c:v>45364</c:v>
                </c:pt>
                <c:pt idx="1022">
                  <c:v>45365</c:v>
                </c:pt>
                <c:pt idx="1023">
                  <c:v>45366</c:v>
                </c:pt>
                <c:pt idx="1024">
                  <c:v>45369</c:v>
                </c:pt>
                <c:pt idx="1025">
                  <c:v>45370</c:v>
                </c:pt>
                <c:pt idx="1026">
                  <c:v>45371</c:v>
                </c:pt>
                <c:pt idx="1027">
                  <c:v>45372</c:v>
                </c:pt>
                <c:pt idx="1028">
                  <c:v>45373</c:v>
                </c:pt>
                <c:pt idx="1029">
                  <c:v>45376</c:v>
                </c:pt>
                <c:pt idx="1030">
                  <c:v>45377</c:v>
                </c:pt>
                <c:pt idx="1031">
                  <c:v>45378</c:v>
                </c:pt>
                <c:pt idx="1032">
                  <c:v>45379</c:v>
                </c:pt>
                <c:pt idx="1033">
                  <c:v>45383</c:v>
                </c:pt>
                <c:pt idx="1034">
                  <c:v>45384</c:v>
                </c:pt>
                <c:pt idx="1035">
                  <c:v>45385</c:v>
                </c:pt>
                <c:pt idx="1036">
                  <c:v>45386</c:v>
                </c:pt>
                <c:pt idx="1037">
                  <c:v>45387</c:v>
                </c:pt>
                <c:pt idx="1038">
                  <c:v>45398</c:v>
                </c:pt>
                <c:pt idx="1039">
                  <c:v>45399</c:v>
                </c:pt>
                <c:pt idx="1040">
                  <c:v>45400</c:v>
                </c:pt>
                <c:pt idx="1041">
                  <c:v>45401</c:v>
                </c:pt>
                <c:pt idx="1042">
                  <c:v>45404</c:v>
                </c:pt>
                <c:pt idx="1043">
                  <c:v>45405</c:v>
                </c:pt>
                <c:pt idx="1044">
                  <c:v>45406</c:v>
                </c:pt>
                <c:pt idx="1045">
                  <c:v>45407</c:v>
                </c:pt>
                <c:pt idx="1046">
                  <c:v>45408</c:v>
                </c:pt>
                <c:pt idx="1047">
                  <c:v>45411</c:v>
                </c:pt>
                <c:pt idx="1048">
                  <c:v>45412</c:v>
                </c:pt>
                <c:pt idx="1049">
                  <c:v>45414</c:v>
                </c:pt>
                <c:pt idx="1050">
                  <c:v>45415</c:v>
                </c:pt>
                <c:pt idx="1051">
                  <c:v>45418</c:v>
                </c:pt>
                <c:pt idx="1052">
                  <c:v>45419</c:v>
                </c:pt>
                <c:pt idx="1053">
                  <c:v>45420</c:v>
                </c:pt>
                <c:pt idx="1054">
                  <c:v>45425</c:v>
                </c:pt>
                <c:pt idx="1055">
                  <c:v>45426</c:v>
                </c:pt>
                <c:pt idx="1056">
                  <c:v>45427</c:v>
                </c:pt>
                <c:pt idx="1057">
                  <c:v>45428</c:v>
                </c:pt>
                <c:pt idx="1058">
                  <c:v>45429</c:v>
                </c:pt>
                <c:pt idx="1059">
                  <c:v>45432</c:v>
                </c:pt>
                <c:pt idx="1060">
                  <c:v>45433</c:v>
                </c:pt>
                <c:pt idx="1061">
                  <c:v>45434</c:v>
                </c:pt>
                <c:pt idx="1062">
                  <c:v>45439</c:v>
                </c:pt>
                <c:pt idx="1063">
                  <c:v>45440</c:v>
                </c:pt>
                <c:pt idx="1064">
                  <c:v>45441</c:v>
                </c:pt>
                <c:pt idx="1065">
                  <c:v>45442</c:v>
                </c:pt>
                <c:pt idx="1066">
                  <c:v>45443</c:v>
                </c:pt>
                <c:pt idx="1067">
                  <c:v>45446</c:v>
                </c:pt>
                <c:pt idx="1068">
                  <c:v>45447</c:v>
                </c:pt>
                <c:pt idx="1069">
                  <c:v>45448</c:v>
                </c:pt>
                <c:pt idx="1070">
                  <c:v>45449</c:v>
                </c:pt>
                <c:pt idx="1071">
                  <c:v>45450</c:v>
                </c:pt>
                <c:pt idx="1072">
                  <c:v>45453</c:v>
                </c:pt>
                <c:pt idx="1073">
                  <c:v>45454</c:v>
                </c:pt>
                <c:pt idx="1074">
                  <c:v>45455</c:v>
                </c:pt>
                <c:pt idx="1075">
                  <c:v>45456</c:v>
                </c:pt>
                <c:pt idx="1076">
                  <c:v>45457</c:v>
                </c:pt>
                <c:pt idx="1077">
                  <c:v>45462</c:v>
                </c:pt>
                <c:pt idx="1078">
                  <c:v>45463</c:v>
                </c:pt>
                <c:pt idx="1079">
                  <c:v>45464</c:v>
                </c:pt>
                <c:pt idx="1080">
                  <c:v>45467</c:v>
                </c:pt>
                <c:pt idx="1081">
                  <c:v>45468</c:v>
                </c:pt>
                <c:pt idx="1082">
                  <c:v>45469</c:v>
                </c:pt>
                <c:pt idx="1083">
                  <c:v>45470</c:v>
                </c:pt>
                <c:pt idx="1084">
                  <c:v>45471</c:v>
                </c:pt>
                <c:pt idx="1085">
                  <c:v>45474</c:v>
                </c:pt>
                <c:pt idx="1086">
                  <c:v>45475</c:v>
                </c:pt>
                <c:pt idx="1087">
                  <c:v>45476</c:v>
                </c:pt>
                <c:pt idx="1088">
                  <c:v>45477</c:v>
                </c:pt>
                <c:pt idx="1089">
                  <c:v>45478</c:v>
                </c:pt>
                <c:pt idx="1090">
                  <c:v>45481</c:v>
                </c:pt>
                <c:pt idx="1091">
                  <c:v>45482</c:v>
                </c:pt>
                <c:pt idx="1092">
                  <c:v>45483</c:v>
                </c:pt>
                <c:pt idx="1093">
                  <c:v>45484</c:v>
                </c:pt>
                <c:pt idx="1094">
                  <c:v>45485</c:v>
                </c:pt>
                <c:pt idx="1095">
                  <c:v>45488</c:v>
                </c:pt>
                <c:pt idx="1096">
                  <c:v>45489</c:v>
                </c:pt>
                <c:pt idx="1097">
                  <c:v>45490</c:v>
                </c:pt>
                <c:pt idx="1098">
                  <c:v>45491</c:v>
                </c:pt>
                <c:pt idx="1099">
                  <c:v>45492</c:v>
                </c:pt>
                <c:pt idx="1100">
                  <c:v>45495</c:v>
                </c:pt>
                <c:pt idx="1101">
                  <c:v>45496</c:v>
                </c:pt>
                <c:pt idx="1102">
                  <c:v>45497</c:v>
                </c:pt>
                <c:pt idx="1103">
                  <c:v>45498</c:v>
                </c:pt>
                <c:pt idx="1104">
                  <c:v>45499</c:v>
                </c:pt>
                <c:pt idx="1105">
                  <c:v>45502</c:v>
                </c:pt>
                <c:pt idx="1106">
                  <c:v>45503</c:v>
                </c:pt>
                <c:pt idx="1107">
                  <c:v>45504</c:v>
                </c:pt>
                <c:pt idx="1108">
                  <c:v>45505</c:v>
                </c:pt>
                <c:pt idx="1109">
                  <c:v>45506</c:v>
                </c:pt>
                <c:pt idx="1110">
                  <c:v>45509</c:v>
                </c:pt>
                <c:pt idx="1111">
                  <c:v>45510</c:v>
                </c:pt>
                <c:pt idx="1112">
                  <c:v>45511</c:v>
                </c:pt>
                <c:pt idx="1113">
                  <c:v>45512</c:v>
                </c:pt>
                <c:pt idx="1114">
                  <c:v>45513</c:v>
                </c:pt>
                <c:pt idx="1115">
                  <c:v>45516</c:v>
                </c:pt>
                <c:pt idx="1116">
                  <c:v>45517</c:v>
                </c:pt>
                <c:pt idx="1117">
                  <c:v>45518</c:v>
                </c:pt>
                <c:pt idx="1118">
                  <c:v>45519</c:v>
                </c:pt>
                <c:pt idx="1119">
                  <c:v>45520</c:v>
                </c:pt>
                <c:pt idx="1120">
                  <c:v>45523</c:v>
                </c:pt>
                <c:pt idx="1121">
                  <c:v>45524</c:v>
                </c:pt>
                <c:pt idx="1122">
                  <c:v>45525</c:v>
                </c:pt>
                <c:pt idx="1123">
                  <c:v>45526</c:v>
                </c:pt>
                <c:pt idx="1124">
                  <c:v>45527</c:v>
                </c:pt>
                <c:pt idx="1125">
                  <c:v>45530</c:v>
                </c:pt>
                <c:pt idx="1126">
                  <c:v>45531</c:v>
                </c:pt>
                <c:pt idx="1127">
                  <c:v>45532</c:v>
                </c:pt>
                <c:pt idx="1128">
                  <c:v>45533</c:v>
                </c:pt>
                <c:pt idx="1129">
                  <c:v>45534</c:v>
                </c:pt>
                <c:pt idx="1130">
                  <c:v>45537</c:v>
                </c:pt>
                <c:pt idx="1131">
                  <c:v>45538</c:v>
                </c:pt>
                <c:pt idx="1132">
                  <c:v>45539</c:v>
                </c:pt>
                <c:pt idx="1133">
                  <c:v>45540</c:v>
                </c:pt>
                <c:pt idx="1134">
                  <c:v>45541</c:v>
                </c:pt>
                <c:pt idx="1135">
                  <c:v>45544</c:v>
                </c:pt>
                <c:pt idx="1136">
                  <c:v>45545</c:v>
                </c:pt>
                <c:pt idx="1137">
                  <c:v>45546</c:v>
                </c:pt>
                <c:pt idx="1138">
                  <c:v>45547</c:v>
                </c:pt>
                <c:pt idx="1139">
                  <c:v>45548</c:v>
                </c:pt>
                <c:pt idx="1140">
                  <c:v>45552</c:v>
                </c:pt>
                <c:pt idx="1141">
                  <c:v>45553</c:v>
                </c:pt>
                <c:pt idx="1142">
                  <c:v>45554</c:v>
                </c:pt>
                <c:pt idx="1143">
                  <c:v>45555</c:v>
                </c:pt>
                <c:pt idx="1144">
                  <c:v>45558</c:v>
                </c:pt>
                <c:pt idx="1145">
                  <c:v>45559</c:v>
                </c:pt>
                <c:pt idx="1146">
                  <c:v>45560</c:v>
                </c:pt>
                <c:pt idx="1147">
                  <c:v>45561</c:v>
                </c:pt>
                <c:pt idx="1148">
                  <c:v>45562</c:v>
                </c:pt>
                <c:pt idx="1149">
                  <c:v>45565</c:v>
                </c:pt>
                <c:pt idx="1150">
                  <c:v>45566</c:v>
                </c:pt>
                <c:pt idx="1151">
                  <c:v>45567</c:v>
                </c:pt>
                <c:pt idx="1152">
                  <c:v>45568</c:v>
                </c:pt>
                <c:pt idx="1153">
                  <c:v>45569</c:v>
                </c:pt>
                <c:pt idx="1154">
                  <c:v>45572</c:v>
                </c:pt>
                <c:pt idx="1155">
                  <c:v>45573</c:v>
                </c:pt>
                <c:pt idx="1156">
                  <c:v>45574</c:v>
                </c:pt>
                <c:pt idx="1157">
                  <c:v>45575</c:v>
                </c:pt>
                <c:pt idx="1158">
                  <c:v>45576</c:v>
                </c:pt>
                <c:pt idx="1159">
                  <c:v>45579</c:v>
                </c:pt>
                <c:pt idx="1160">
                  <c:v>45580</c:v>
                </c:pt>
                <c:pt idx="1161">
                  <c:v>45581</c:v>
                </c:pt>
                <c:pt idx="1162">
                  <c:v>45582</c:v>
                </c:pt>
                <c:pt idx="1163">
                  <c:v>45583</c:v>
                </c:pt>
                <c:pt idx="1164">
                  <c:v>45586</c:v>
                </c:pt>
                <c:pt idx="1165">
                  <c:v>45587</c:v>
                </c:pt>
                <c:pt idx="1166">
                  <c:v>45588</c:v>
                </c:pt>
                <c:pt idx="1167">
                  <c:v>45589</c:v>
                </c:pt>
                <c:pt idx="1168">
                  <c:v>45590</c:v>
                </c:pt>
                <c:pt idx="1169">
                  <c:v>45593</c:v>
                </c:pt>
                <c:pt idx="1170">
                  <c:v>45594</c:v>
                </c:pt>
                <c:pt idx="1171">
                  <c:v>45595</c:v>
                </c:pt>
                <c:pt idx="1172">
                  <c:v>45596</c:v>
                </c:pt>
                <c:pt idx="1173">
                  <c:v>45597</c:v>
                </c:pt>
                <c:pt idx="1174">
                  <c:v>45600</c:v>
                </c:pt>
                <c:pt idx="1175">
                  <c:v>45601</c:v>
                </c:pt>
                <c:pt idx="1176">
                  <c:v>45602</c:v>
                </c:pt>
                <c:pt idx="1177">
                  <c:v>45603</c:v>
                </c:pt>
                <c:pt idx="1178">
                  <c:v>45604</c:v>
                </c:pt>
                <c:pt idx="1179">
                  <c:v>45607</c:v>
                </c:pt>
                <c:pt idx="1180">
                  <c:v>45608</c:v>
                </c:pt>
                <c:pt idx="1181">
                  <c:v>45609</c:v>
                </c:pt>
                <c:pt idx="1182">
                  <c:v>45610</c:v>
                </c:pt>
                <c:pt idx="1183">
                  <c:v>45611</c:v>
                </c:pt>
                <c:pt idx="1184">
                  <c:v>45614</c:v>
                </c:pt>
                <c:pt idx="1185">
                  <c:v>45615</c:v>
                </c:pt>
                <c:pt idx="1186">
                  <c:v>45616</c:v>
                </c:pt>
                <c:pt idx="1187">
                  <c:v>45617</c:v>
                </c:pt>
                <c:pt idx="1188">
                  <c:v>45618</c:v>
                </c:pt>
                <c:pt idx="1189">
                  <c:v>45621</c:v>
                </c:pt>
                <c:pt idx="1190">
                  <c:v>45622</c:v>
                </c:pt>
                <c:pt idx="1191">
                  <c:v>45624</c:v>
                </c:pt>
                <c:pt idx="1192">
                  <c:v>45625</c:v>
                </c:pt>
                <c:pt idx="1193">
                  <c:v>45628</c:v>
                </c:pt>
                <c:pt idx="1194">
                  <c:v>45629</c:v>
                </c:pt>
                <c:pt idx="1195">
                  <c:v>45630</c:v>
                </c:pt>
                <c:pt idx="1196">
                  <c:v>45631</c:v>
                </c:pt>
                <c:pt idx="1197">
                  <c:v>45632</c:v>
                </c:pt>
                <c:pt idx="1198">
                  <c:v>45635</c:v>
                </c:pt>
                <c:pt idx="1199">
                  <c:v>45636</c:v>
                </c:pt>
                <c:pt idx="1200">
                  <c:v>45637</c:v>
                </c:pt>
                <c:pt idx="1201">
                  <c:v>45638</c:v>
                </c:pt>
                <c:pt idx="1202">
                  <c:v>45639</c:v>
                </c:pt>
                <c:pt idx="1203">
                  <c:v>45642</c:v>
                </c:pt>
                <c:pt idx="1204">
                  <c:v>45643</c:v>
                </c:pt>
                <c:pt idx="1205">
                  <c:v>45644</c:v>
                </c:pt>
                <c:pt idx="1206">
                  <c:v>45645</c:v>
                </c:pt>
                <c:pt idx="1207">
                  <c:v>45646</c:v>
                </c:pt>
                <c:pt idx="1208">
                  <c:v>45649</c:v>
                </c:pt>
                <c:pt idx="1209">
                  <c:v>45650</c:v>
                </c:pt>
                <c:pt idx="1210">
                  <c:v>45653</c:v>
                </c:pt>
                <c:pt idx="1211">
                  <c:v>45656</c:v>
                </c:pt>
                <c:pt idx="1212">
                  <c:v>45659</c:v>
                </c:pt>
                <c:pt idx="1213">
                  <c:v>45660</c:v>
                </c:pt>
                <c:pt idx="1214">
                  <c:v>45663</c:v>
                </c:pt>
                <c:pt idx="1215">
                  <c:v>45664</c:v>
                </c:pt>
                <c:pt idx="1216">
                  <c:v>45665</c:v>
                </c:pt>
                <c:pt idx="1217">
                  <c:v>45666</c:v>
                </c:pt>
                <c:pt idx="1218">
                  <c:v>45667</c:v>
                </c:pt>
                <c:pt idx="1219">
                  <c:v>45670</c:v>
                </c:pt>
                <c:pt idx="1220">
                  <c:v>45671</c:v>
                </c:pt>
                <c:pt idx="1221">
                  <c:v>45672</c:v>
                </c:pt>
                <c:pt idx="1222">
                  <c:v>45673</c:v>
                </c:pt>
                <c:pt idx="1223">
                  <c:v>45674</c:v>
                </c:pt>
                <c:pt idx="1224">
                  <c:v>45677</c:v>
                </c:pt>
                <c:pt idx="1225">
                  <c:v>45678</c:v>
                </c:pt>
                <c:pt idx="1226">
                  <c:v>45679</c:v>
                </c:pt>
                <c:pt idx="1227">
                  <c:v>45680</c:v>
                </c:pt>
                <c:pt idx="1228">
                  <c:v>45681</c:v>
                </c:pt>
                <c:pt idx="1229">
                  <c:v>45687</c:v>
                </c:pt>
                <c:pt idx="1230">
                  <c:v>45688</c:v>
                </c:pt>
                <c:pt idx="1231">
                  <c:v>45691</c:v>
                </c:pt>
                <c:pt idx="1232">
                  <c:v>45692</c:v>
                </c:pt>
                <c:pt idx="1233">
                  <c:v>45693</c:v>
                </c:pt>
                <c:pt idx="1234">
                  <c:v>45694</c:v>
                </c:pt>
                <c:pt idx="1235">
                  <c:v>45695</c:v>
                </c:pt>
                <c:pt idx="1236">
                  <c:v>45698</c:v>
                </c:pt>
                <c:pt idx="1237">
                  <c:v>45699</c:v>
                </c:pt>
                <c:pt idx="1238">
                  <c:v>45700</c:v>
                </c:pt>
                <c:pt idx="1239">
                  <c:v>45701</c:v>
                </c:pt>
                <c:pt idx="1240">
                  <c:v>45702</c:v>
                </c:pt>
                <c:pt idx="1241">
                  <c:v>45705</c:v>
                </c:pt>
                <c:pt idx="1242">
                  <c:v>45706</c:v>
                </c:pt>
                <c:pt idx="1243">
                  <c:v>45707</c:v>
                </c:pt>
                <c:pt idx="1244">
                  <c:v>45708</c:v>
                </c:pt>
                <c:pt idx="1245">
                  <c:v>45709</c:v>
                </c:pt>
                <c:pt idx="1246">
                  <c:v>45712</c:v>
                </c:pt>
                <c:pt idx="1247">
                  <c:v>45713</c:v>
                </c:pt>
                <c:pt idx="1248">
                  <c:v>45714</c:v>
                </c:pt>
                <c:pt idx="1249">
                  <c:v>45715</c:v>
                </c:pt>
                <c:pt idx="1250">
                  <c:v>45716</c:v>
                </c:pt>
                <c:pt idx="1251">
                  <c:v>45719</c:v>
                </c:pt>
                <c:pt idx="1252">
                  <c:v>45720</c:v>
                </c:pt>
                <c:pt idx="1253">
                  <c:v>45721</c:v>
                </c:pt>
                <c:pt idx="1254">
                  <c:v>45722</c:v>
                </c:pt>
                <c:pt idx="1255">
                  <c:v>45723</c:v>
                </c:pt>
                <c:pt idx="1256">
                  <c:v>45726</c:v>
                </c:pt>
                <c:pt idx="1257">
                  <c:v>45727</c:v>
                </c:pt>
                <c:pt idx="1258">
                  <c:v>45728</c:v>
                </c:pt>
                <c:pt idx="1259">
                  <c:v>45729</c:v>
                </c:pt>
                <c:pt idx="1260">
                  <c:v>45730</c:v>
                </c:pt>
                <c:pt idx="1261">
                  <c:v>45733</c:v>
                </c:pt>
                <c:pt idx="1262">
                  <c:v>45734</c:v>
                </c:pt>
                <c:pt idx="1263">
                  <c:v>45735</c:v>
                </c:pt>
                <c:pt idx="1264">
                  <c:v>45736</c:v>
                </c:pt>
                <c:pt idx="1265">
                  <c:v>45737</c:v>
                </c:pt>
                <c:pt idx="1266">
                  <c:v>45740</c:v>
                </c:pt>
                <c:pt idx="1267">
                  <c:v>45741</c:v>
                </c:pt>
                <c:pt idx="1268">
                  <c:v>45742</c:v>
                </c:pt>
                <c:pt idx="1269">
                  <c:v>45743</c:v>
                </c:pt>
                <c:pt idx="1270">
                  <c:v>45755</c:v>
                </c:pt>
                <c:pt idx="1271">
                  <c:v>45756</c:v>
                </c:pt>
                <c:pt idx="1272">
                  <c:v>45757</c:v>
                </c:pt>
                <c:pt idx="1273">
                  <c:v>45758</c:v>
                </c:pt>
                <c:pt idx="1274">
                  <c:v>45761</c:v>
                </c:pt>
                <c:pt idx="1275">
                  <c:v>45762</c:v>
                </c:pt>
                <c:pt idx="1276">
                  <c:v>45763</c:v>
                </c:pt>
                <c:pt idx="1277">
                  <c:v>45764</c:v>
                </c:pt>
                <c:pt idx="1278">
                  <c:v>45768</c:v>
                </c:pt>
                <c:pt idx="1279">
                  <c:v>45769</c:v>
                </c:pt>
                <c:pt idx="1280">
                  <c:v>45770</c:v>
                </c:pt>
                <c:pt idx="1281">
                  <c:v>45771</c:v>
                </c:pt>
                <c:pt idx="1282">
                  <c:v>45772</c:v>
                </c:pt>
                <c:pt idx="1283">
                  <c:v>45775</c:v>
                </c:pt>
                <c:pt idx="1284">
                  <c:v>45776</c:v>
                </c:pt>
                <c:pt idx="1285">
                  <c:v>45777</c:v>
                </c:pt>
                <c:pt idx="1286">
                  <c:v>45779</c:v>
                </c:pt>
                <c:pt idx="1287">
                  <c:v>45782</c:v>
                </c:pt>
                <c:pt idx="1288">
                  <c:v>45783</c:v>
                </c:pt>
                <c:pt idx="1289">
                  <c:v>45784</c:v>
                </c:pt>
                <c:pt idx="1290">
                  <c:v>45785</c:v>
                </c:pt>
                <c:pt idx="1291">
                  <c:v>45786</c:v>
                </c:pt>
                <c:pt idx="1292">
                  <c:v>45791</c:v>
                </c:pt>
                <c:pt idx="1293">
                  <c:v>45792</c:v>
                </c:pt>
                <c:pt idx="1294">
                  <c:v>45793</c:v>
                </c:pt>
                <c:pt idx="1295">
                  <c:v>45796</c:v>
                </c:pt>
                <c:pt idx="1296">
                  <c:v>45797</c:v>
                </c:pt>
                <c:pt idx="1297">
                  <c:v>45798</c:v>
                </c:pt>
                <c:pt idx="1298">
                  <c:v>45799</c:v>
                </c:pt>
                <c:pt idx="1299">
                  <c:v>45800</c:v>
                </c:pt>
                <c:pt idx="1300">
                  <c:v>45803</c:v>
                </c:pt>
                <c:pt idx="1301">
                  <c:v>45804</c:v>
                </c:pt>
                <c:pt idx="1302">
                  <c:v>45805</c:v>
                </c:pt>
                <c:pt idx="1303">
                  <c:v>45810</c:v>
                </c:pt>
                <c:pt idx="1304">
                  <c:v>45811</c:v>
                </c:pt>
                <c:pt idx="1305">
                  <c:v>45812</c:v>
                </c:pt>
                <c:pt idx="1306">
                  <c:v>45813</c:v>
                </c:pt>
                <c:pt idx="1307">
                  <c:v>45818</c:v>
                </c:pt>
                <c:pt idx="1308">
                  <c:v>45819</c:v>
                </c:pt>
                <c:pt idx="1309">
                  <c:v>45820</c:v>
                </c:pt>
                <c:pt idx="1310">
                  <c:v>45821</c:v>
                </c:pt>
                <c:pt idx="1311">
                  <c:v>45824</c:v>
                </c:pt>
                <c:pt idx="1312">
                  <c:v>45825</c:v>
                </c:pt>
                <c:pt idx="1313">
                  <c:v>45826</c:v>
                </c:pt>
                <c:pt idx="1314">
                  <c:v>45827</c:v>
                </c:pt>
                <c:pt idx="1315">
                  <c:v>45828</c:v>
                </c:pt>
                <c:pt idx="1316">
                  <c:v>45831</c:v>
                </c:pt>
                <c:pt idx="1317">
                  <c:v>45832</c:v>
                </c:pt>
                <c:pt idx="1318">
                  <c:v>45833</c:v>
                </c:pt>
                <c:pt idx="1319">
                  <c:v>45834</c:v>
                </c:pt>
                <c:pt idx="1320">
                  <c:v>45838</c:v>
                </c:pt>
                <c:pt idx="1321">
                  <c:v>45839</c:v>
                </c:pt>
                <c:pt idx="1322">
                  <c:v>45840</c:v>
                </c:pt>
                <c:pt idx="1323">
                  <c:v>45841</c:v>
                </c:pt>
                <c:pt idx="1324">
                  <c:v>45842</c:v>
                </c:pt>
                <c:pt idx="1325">
                  <c:v>45845</c:v>
                </c:pt>
                <c:pt idx="1326">
                  <c:v>45846</c:v>
                </c:pt>
                <c:pt idx="1327">
                  <c:v>45847</c:v>
                </c:pt>
                <c:pt idx="1328">
                  <c:v>45848</c:v>
                </c:pt>
                <c:pt idx="1329">
                  <c:v>45849</c:v>
                </c:pt>
                <c:pt idx="1330">
                  <c:v>45852</c:v>
                </c:pt>
                <c:pt idx="1331">
                  <c:v>45853</c:v>
                </c:pt>
                <c:pt idx="1332">
                  <c:v>45854</c:v>
                </c:pt>
                <c:pt idx="1333">
                  <c:v>45855</c:v>
                </c:pt>
                <c:pt idx="1334">
                  <c:v>45856</c:v>
                </c:pt>
                <c:pt idx="1335">
                  <c:v>45859</c:v>
                </c:pt>
                <c:pt idx="1336">
                  <c:v>45860</c:v>
                </c:pt>
                <c:pt idx="1337">
                  <c:v>45861</c:v>
                </c:pt>
                <c:pt idx="1338">
                  <c:v>45862</c:v>
                </c:pt>
                <c:pt idx="1339">
                  <c:v>45863</c:v>
                </c:pt>
                <c:pt idx="1340">
                  <c:v>45866</c:v>
                </c:pt>
                <c:pt idx="1341">
                  <c:v>45867</c:v>
                </c:pt>
                <c:pt idx="1342">
                  <c:v>45868</c:v>
                </c:pt>
                <c:pt idx="1343">
                  <c:v>45869</c:v>
                </c:pt>
                <c:pt idx="1344">
                  <c:v>45870</c:v>
                </c:pt>
                <c:pt idx="1345">
                  <c:v>45873</c:v>
                </c:pt>
                <c:pt idx="1346">
                  <c:v>45874</c:v>
                </c:pt>
                <c:pt idx="1347">
                  <c:v>45875</c:v>
                </c:pt>
                <c:pt idx="1348">
                  <c:v>45876</c:v>
                </c:pt>
                <c:pt idx="1349">
                  <c:v>45877</c:v>
                </c:pt>
                <c:pt idx="1350">
                  <c:v>45880</c:v>
                </c:pt>
                <c:pt idx="1351">
                  <c:v>45881</c:v>
                </c:pt>
                <c:pt idx="1352">
                  <c:v>45882</c:v>
                </c:pt>
                <c:pt idx="1353">
                  <c:v>45883</c:v>
                </c:pt>
                <c:pt idx="1354">
                  <c:v>45884</c:v>
                </c:pt>
                <c:pt idx="1355">
                  <c:v>45888</c:v>
                </c:pt>
                <c:pt idx="1356">
                  <c:v>45889</c:v>
                </c:pt>
                <c:pt idx="1357">
                  <c:v>45890</c:v>
                </c:pt>
                <c:pt idx="1358">
                  <c:v>45891</c:v>
                </c:pt>
                <c:pt idx="1359">
                  <c:v>45894</c:v>
                </c:pt>
                <c:pt idx="1360">
                  <c:v>45895</c:v>
                </c:pt>
                <c:pt idx="1361">
                  <c:v>45896</c:v>
                </c:pt>
                <c:pt idx="1362">
                  <c:v>45897</c:v>
                </c:pt>
                <c:pt idx="1363">
                  <c:v>45898</c:v>
                </c:pt>
                <c:pt idx="1364">
                  <c:v>45901</c:v>
                </c:pt>
                <c:pt idx="1365">
                  <c:v>45902</c:v>
                </c:pt>
                <c:pt idx="1366">
                  <c:v>45903</c:v>
                </c:pt>
                <c:pt idx="1367">
                  <c:v>45904</c:v>
                </c:pt>
                <c:pt idx="1368">
                  <c:v>45908</c:v>
                </c:pt>
                <c:pt idx="1369">
                  <c:v>45909</c:v>
                </c:pt>
                <c:pt idx="1370">
                  <c:v>45910</c:v>
                </c:pt>
                <c:pt idx="1371">
                  <c:v>45911</c:v>
                </c:pt>
                <c:pt idx="1372">
                  <c:v>45912</c:v>
                </c:pt>
                <c:pt idx="1373">
                  <c:v>45915</c:v>
                </c:pt>
                <c:pt idx="1374">
                  <c:v>45916</c:v>
                </c:pt>
                <c:pt idx="1375">
                  <c:v>45917</c:v>
                </c:pt>
                <c:pt idx="1376">
                  <c:v>45918</c:v>
                </c:pt>
                <c:pt idx="1377">
                  <c:v>45919</c:v>
                </c:pt>
                <c:pt idx="1378">
                  <c:v>45922</c:v>
                </c:pt>
                <c:pt idx="1379">
                  <c:v>45923</c:v>
                </c:pt>
                <c:pt idx="1380">
                  <c:v>45924</c:v>
                </c:pt>
                <c:pt idx="1381">
                  <c:v>45925</c:v>
                </c:pt>
                <c:pt idx="1382">
                  <c:v>45926</c:v>
                </c:pt>
                <c:pt idx="1383">
                  <c:v>45929</c:v>
                </c:pt>
                <c:pt idx="1384">
                  <c:v>45930</c:v>
                </c:pt>
                <c:pt idx="1385">
                  <c:v>45931</c:v>
                </c:pt>
                <c:pt idx="1386">
                  <c:v>45932</c:v>
                </c:pt>
                <c:pt idx="1387">
                  <c:v>45933</c:v>
                </c:pt>
                <c:pt idx="1388">
                  <c:v>45936</c:v>
                </c:pt>
                <c:pt idx="1389">
                  <c:v>45937</c:v>
                </c:pt>
                <c:pt idx="1390">
                  <c:v>45938</c:v>
                </c:pt>
                <c:pt idx="1391">
                  <c:v>45939</c:v>
                </c:pt>
                <c:pt idx="1392">
                  <c:v>45940</c:v>
                </c:pt>
                <c:pt idx="1393">
                  <c:v>45943</c:v>
                </c:pt>
                <c:pt idx="1394">
                  <c:v>45944</c:v>
                </c:pt>
                <c:pt idx="1395">
                  <c:v>45945</c:v>
                </c:pt>
                <c:pt idx="1396">
                  <c:v>45946</c:v>
                </c:pt>
                <c:pt idx="1397">
                  <c:v>45947</c:v>
                </c:pt>
                <c:pt idx="1398">
                  <c:v>45950</c:v>
                </c:pt>
                <c:pt idx="1399">
                  <c:v>45951</c:v>
                </c:pt>
                <c:pt idx="1400">
                  <c:v>45952</c:v>
                </c:pt>
                <c:pt idx="1401">
                  <c:v>45953</c:v>
                </c:pt>
                <c:pt idx="1402">
                  <c:v>45954</c:v>
                </c:pt>
                <c:pt idx="1403">
                  <c:v>45957</c:v>
                </c:pt>
                <c:pt idx="1404">
                  <c:v>45958</c:v>
                </c:pt>
                <c:pt idx="1405">
                  <c:v>45959</c:v>
                </c:pt>
                <c:pt idx="1406">
                  <c:v>45960</c:v>
                </c:pt>
                <c:pt idx="1407">
                  <c:v>45961</c:v>
                </c:pt>
                <c:pt idx="1408">
                  <c:v>45964</c:v>
                </c:pt>
                <c:pt idx="1409">
                  <c:v>45965</c:v>
                </c:pt>
                <c:pt idx="1410">
                  <c:v>45966</c:v>
                </c:pt>
                <c:pt idx="1411">
                  <c:v>45967</c:v>
                </c:pt>
                <c:pt idx="1412">
                  <c:v>45968</c:v>
                </c:pt>
                <c:pt idx="1413">
                  <c:v>45971</c:v>
                </c:pt>
                <c:pt idx="1414">
                  <c:v>45972</c:v>
                </c:pt>
                <c:pt idx="1415">
                  <c:v>45973</c:v>
                </c:pt>
                <c:pt idx="1416">
                  <c:v>45974</c:v>
                </c:pt>
                <c:pt idx="1417">
                  <c:v>45975</c:v>
                </c:pt>
                <c:pt idx="1418">
                  <c:v>45978</c:v>
                </c:pt>
                <c:pt idx="1419">
                  <c:v>45979</c:v>
                </c:pt>
                <c:pt idx="1420">
                  <c:v>45980</c:v>
                </c:pt>
                <c:pt idx="1421">
                  <c:v>45981</c:v>
                </c:pt>
                <c:pt idx="1422">
                  <c:v>45982</c:v>
                </c:pt>
                <c:pt idx="1423">
                  <c:v>45985</c:v>
                </c:pt>
                <c:pt idx="1424">
                  <c:v>45986</c:v>
                </c:pt>
                <c:pt idx="1425">
                  <c:v>45987</c:v>
                </c:pt>
                <c:pt idx="1426">
                  <c:v>45988</c:v>
                </c:pt>
                <c:pt idx="1427">
                  <c:v>45989</c:v>
                </c:pt>
                <c:pt idx="1428">
                  <c:v>45992</c:v>
                </c:pt>
                <c:pt idx="1429">
                  <c:v>45993</c:v>
                </c:pt>
                <c:pt idx="1430">
                  <c:v>45994</c:v>
                </c:pt>
                <c:pt idx="1431">
                  <c:v>45995</c:v>
                </c:pt>
                <c:pt idx="1432">
                  <c:v>45996</c:v>
                </c:pt>
                <c:pt idx="1433">
                  <c:v>45999</c:v>
                </c:pt>
                <c:pt idx="1434">
                  <c:v>46000</c:v>
                </c:pt>
                <c:pt idx="1435">
                  <c:v>46001</c:v>
                </c:pt>
                <c:pt idx="1436">
                  <c:v>46002</c:v>
                </c:pt>
                <c:pt idx="1437">
                  <c:v>46003</c:v>
                </c:pt>
                <c:pt idx="1438">
                  <c:v>46006</c:v>
                </c:pt>
                <c:pt idx="1439">
                  <c:v>46007</c:v>
                </c:pt>
                <c:pt idx="1440">
                  <c:v>46008</c:v>
                </c:pt>
                <c:pt idx="1441">
                  <c:v>46009</c:v>
                </c:pt>
                <c:pt idx="1442">
                  <c:v>46010</c:v>
                </c:pt>
                <c:pt idx="1443">
                  <c:v>46013</c:v>
                </c:pt>
                <c:pt idx="1444">
                  <c:v>46014</c:v>
                </c:pt>
                <c:pt idx="1445">
                  <c:v>46015</c:v>
                </c:pt>
                <c:pt idx="1446">
                  <c:v>46020</c:v>
                </c:pt>
                <c:pt idx="1447">
                  <c:v>46021</c:v>
                </c:pt>
                <c:pt idx="1448">
                  <c:v>46024</c:v>
                </c:pt>
                <c:pt idx="1449">
                  <c:v>46027</c:v>
                </c:pt>
                <c:pt idx="1450">
                  <c:v>46028</c:v>
                </c:pt>
                <c:pt idx="1451">
                  <c:v>46029</c:v>
                </c:pt>
                <c:pt idx="1452">
                  <c:v>46030</c:v>
                </c:pt>
                <c:pt idx="1453">
                  <c:v>46031</c:v>
                </c:pt>
                <c:pt idx="1454">
                  <c:v>46034</c:v>
                </c:pt>
                <c:pt idx="1455">
                  <c:v>46035</c:v>
                </c:pt>
                <c:pt idx="1456">
                  <c:v>46036</c:v>
                </c:pt>
                <c:pt idx="1457">
                  <c:v>46037</c:v>
                </c:pt>
                <c:pt idx="1458">
                  <c:v>46041</c:v>
                </c:pt>
                <c:pt idx="1459">
                  <c:v>46042</c:v>
                </c:pt>
                <c:pt idx="1460">
                  <c:v>46043</c:v>
                </c:pt>
                <c:pt idx="1461">
                  <c:v>46044</c:v>
                </c:pt>
                <c:pt idx="1462">
                  <c:v>46045</c:v>
                </c:pt>
                <c:pt idx="1463">
                  <c:v>46048</c:v>
                </c:pt>
                <c:pt idx="1464">
                  <c:v>46049</c:v>
                </c:pt>
                <c:pt idx="1465">
                  <c:v>46050</c:v>
                </c:pt>
                <c:pt idx="1466">
                  <c:v>46051</c:v>
                </c:pt>
                <c:pt idx="1467">
                  <c:v>46052</c:v>
                </c:pt>
                <c:pt idx="1468">
                  <c:v>46055</c:v>
                </c:pt>
                <c:pt idx="1469">
                  <c:v>46056</c:v>
                </c:pt>
                <c:pt idx="1470">
                  <c:v>46057</c:v>
                </c:pt>
                <c:pt idx="1471">
                  <c:v>46058</c:v>
                </c:pt>
                <c:pt idx="1472">
                  <c:v>46059</c:v>
                </c:pt>
                <c:pt idx="1473">
                  <c:v>46062</c:v>
                </c:pt>
                <c:pt idx="1474">
                  <c:v>46063</c:v>
                </c:pt>
                <c:pt idx="1475">
                  <c:v>46064</c:v>
                </c:pt>
                <c:pt idx="1476">
                  <c:v>46065</c:v>
                </c:pt>
                <c:pt idx="1477">
                  <c:v>46066</c:v>
                </c:pt>
                <c:pt idx="1478">
                  <c:v>46071</c:v>
                </c:pt>
                <c:pt idx="1479">
                  <c:v>46072</c:v>
                </c:pt>
                <c:pt idx="1480">
                  <c:v>46073</c:v>
                </c:pt>
                <c:pt idx="1481">
                  <c:v>46076</c:v>
                </c:pt>
                <c:pt idx="1482">
                  <c:v>46077</c:v>
                </c:pt>
                <c:pt idx="1483">
                  <c:v>46078</c:v>
                </c:pt>
                <c:pt idx="1484">
                  <c:v>46079</c:v>
                </c:pt>
                <c:pt idx="1485">
                  <c:v>46080</c:v>
                </c:pt>
                <c:pt idx="1486">
                  <c:v>46083</c:v>
                </c:pt>
                <c:pt idx="1487">
                  <c:v>46084</c:v>
                </c:pt>
                <c:pt idx="1488">
                  <c:v>46085</c:v>
                </c:pt>
                <c:pt idx="1489">
                  <c:v>46086</c:v>
                </c:pt>
                <c:pt idx="1490">
                  <c:v>46087</c:v>
                </c:pt>
                <c:pt idx="1491">
                  <c:v>46090</c:v>
                </c:pt>
                <c:pt idx="1492">
                  <c:v>46091</c:v>
                </c:pt>
                <c:pt idx="1493">
                  <c:v>46092</c:v>
                </c:pt>
                <c:pt idx="1494">
                  <c:v>46093</c:v>
                </c:pt>
                <c:pt idx="1495">
                  <c:v>46094</c:v>
                </c:pt>
                <c:pt idx="1496">
                  <c:v>46097</c:v>
                </c:pt>
                <c:pt idx="1497">
                  <c:v>46098</c:v>
                </c:pt>
                <c:pt idx="1498">
                  <c:v>46106</c:v>
                </c:pt>
                <c:pt idx="1499">
                  <c:v>46107</c:v>
                </c:pt>
                <c:pt idx="1500">
                  <c:v>46108</c:v>
                </c:pt>
                <c:pt idx="1501">
                  <c:v>46111</c:v>
                </c:pt>
                <c:pt idx="1502">
                  <c:v>46112</c:v>
                </c:pt>
                <c:pt idx="1503">
                  <c:v>46113</c:v>
                </c:pt>
                <c:pt idx="1504">
                  <c:v>46114</c:v>
                </c:pt>
                <c:pt idx="1505">
                  <c:v>46118</c:v>
                </c:pt>
                <c:pt idx="1506">
                  <c:v>46119</c:v>
                </c:pt>
                <c:pt idx="1507">
                  <c:v>46120</c:v>
                </c:pt>
                <c:pt idx="1508">
                  <c:v>46121</c:v>
                </c:pt>
                <c:pt idx="1509">
                  <c:v>46122</c:v>
                </c:pt>
                <c:pt idx="1510">
                  <c:v>46125</c:v>
                </c:pt>
                <c:pt idx="1511">
                  <c:v>46126</c:v>
                </c:pt>
                <c:pt idx="1512">
                  <c:v>46127</c:v>
                </c:pt>
                <c:pt idx="1513">
                  <c:v>46128</c:v>
                </c:pt>
                <c:pt idx="1514">
                  <c:v>46129</c:v>
                </c:pt>
                <c:pt idx="1515">
                  <c:v>46132</c:v>
                </c:pt>
                <c:pt idx="1516">
                  <c:v>46133</c:v>
                </c:pt>
                <c:pt idx="1517">
                  <c:v>46134</c:v>
                </c:pt>
                <c:pt idx="1518">
                  <c:v>46135</c:v>
                </c:pt>
                <c:pt idx="1519">
                  <c:v>46136</c:v>
                </c:pt>
                <c:pt idx="1520">
                  <c:v>46139</c:v>
                </c:pt>
                <c:pt idx="1521">
                  <c:v>46140</c:v>
                </c:pt>
                <c:pt idx="1522">
                  <c:v>46141</c:v>
                </c:pt>
                <c:pt idx="1523">
                  <c:v>46142</c:v>
                </c:pt>
                <c:pt idx="1524">
                  <c:v>46146</c:v>
                </c:pt>
                <c:pt idx="1525">
                  <c:v>46147</c:v>
                </c:pt>
                <c:pt idx="1526">
                  <c:v>46148</c:v>
                </c:pt>
                <c:pt idx="1527">
                  <c:v>46149</c:v>
                </c:pt>
                <c:pt idx="1528">
                  <c:v>46150</c:v>
                </c:pt>
                <c:pt idx="1529">
                  <c:v>46153</c:v>
                </c:pt>
                <c:pt idx="1530">
                  <c:v>46154</c:v>
                </c:pt>
                <c:pt idx="1531">
                  <c:v>46155</c:v>
                </c:pt>
                <c:pt idx="1532">
                  <c:v>46160</c:v>
                </c:pt>
                <c:pt idx="1533">
                  <c:v>46161</c:v>
                </c:pt>
                <c:pt idx="1534">
                  <c:v>46162</c:v>
                </c:pt>
                <c:pt idx="1535">
                  <c:v>46163</c:v>
                </c:pt>
                <c:pt idx="1536">
                  <c:v>46164</c:v>
                </c:pt>
                <c:pt idx="1537">
                  <c:v>46167</c:v>
                </c:pt>
                <c:pt idx="1538">
                  <c:v>46168</c:v>
                </c:pt>
                <c:pt idx="1539">
                  <c:v>46171</c:v>
                </c:pt>
                <c:pt idx="1540">
                  <c:v>46175</c:v>
                </c:pt>
                <c:pt idx="1541">
                  <c:v>46176</c:v>
                </c:pt>
                <c:pt idx="1542">
                  <c:v>46177</c:v>
                </c:pt>
                <c:pt idx="1543">
                  <c:v>46178</c:v>
                </c:pt>
                <c:pt idx="1544">
                  <c:v>46181</c:v>
                </c:pt>
                <c:pt idx="1545">
                  <c:v>46182</c:v>
                </c:pt>
                <c:pt idx="1546">
                  <c:v>46183</c:v>
                </c:pt>
                <c:pt idx="1547">
                  <c:v>46184</c:v>
                </c:pt>
                <c:pt idx="1548">
                  <c:v>46185</c:v>
                </c:pt>
                <c:pt idx="1549">
                  <c:v>46188</c:v>
                </c:pt>
                <c:pt idx="1550">
                  <c:v>46190</c:v>
                </c:pt>
                <c:pt idx="1551">
                  <c:v>46191</c:v>
                </c:pt>
                <c:pt idx="1552">
                  <c:v>46192</c:v>
                </c:pt>
                <c:pt idx="1553">
                  <c:v>46195</c:v>
                </c:pt>
                <c:pt idx="1554">
                  <c:v>46196</c:v>
                </c:pt>
                <c:pt idx="1555">
                  <c:v>46197</c:v>
                </c:pt>
                <c:pt idx="1556">
                  <c:v>46198</c:v>
                </c:pt>
                <c:pt idx="1557">
                  <c:v>46199</c:v>
                </c:pt>
                <c:pt idx="1558">
                  <c:v>46202</c:v>
                </c:pt>
                <c:pt idx="1559">
                  <c:v>46203</c:v>
                </c:pt>
                <c:pt idx="1560">
                  <c:v>46204</c:v>
                </c:pt>
                <c:pt idx="1561">
                  <c:v>46205</c:v>
                </c:pt>
                <c:pt idx="1562">
                  <c:v>46206</c:v>
                </c:pt>
                <c:pt idx="1563">
                  <c:v>46209</c:v>
                </c:pt>
                <c:pt idx="1564">
                  <c:v>46210</c:v>
                </c:pt>
                <c:pt idx="1565">
                  <c:v>46211</c:v>
                </c:pt>
                <c:pt idx="1566">
                  <c:v>46212</c:v>
                </c:pt>
                <c:pt idx="1567">
                  <c:v>46213</c:v>
                </c:pt>
                <c:pt idx="1568">
                  <c:v>46216</c:v>
                </c:pt>
                <c:pt idx="1569">
                  <c:v>46217</c:v>
                </c:pt>
                <c:pt idx="1570">
                  <c:v>46218</c:v>
                </c:pt>
                <c:pt idx="1571">
                  <c:v>46219</c:v>
                </c:pt>
                <c:pt idx="1572">
                  <c:v>46220</c:v>
                </c:pt>
                <c:pt idx="1573">
                  <c:v>46223</c:v>
                </c:pt>
                <c:pt idx="1574">
                  <c:v>46224</c:v>
                </c:pt>
                <c:pt idx="1575">
                  <c:v>46225</c:v>
                </c:pt>
                <c:pt idx="1576">
                  <c:v>46226</c:v>
                </c:pt>
                <c:pt idx="1577">
                  <c:v>46227</c:v>
                </c:pt>
                <c:pt idx="1578">
                  <c:v>46230</c:v>
                </c:pt>
                <c:pt idx="1579">
                  <c:v>46231</c:v>
                </c:pt>
                <c:pt idx="1580">
                  <c:v>46232</c:v>
                </c:pt>
                <c:pt idx="1581">
                  <c:v>46233</c:v>
                </c:pt>
                <c:pt idx="1582">
                  <c:v>46234</c:v>
                </c:pt>
                <c:pt idx="1583">
                  <c:v>46237</c:v>
                </c:pt>
                <c:pt idx="1584">
                  <c:v>46238</c:v>
                </c:pt>
                <c:pt idx="1585">
                  <c:v>46239</c:v>
                </c:pt>
                <c:pt idx="1586">
                  <c:v>46240</c:v>
                </c:pt>
                <c:pt idx="1587">
                  <c:v>46241</c:v>
                </c:pt>
                <c:pt idx="1588">
                  <c:v>46244</c:v>
                </c:pt>
                <c:pt idx="1589">
                  <c:v>46245</c:v>
                </c:pt>
                <c:pt idx="1590">
                  <c:v>46246</c:v>
                </c:pt>
                <c:pt idx="1591">
                  <c:v>46247</c:v>
                </c:pt>
                <c:pt idx="1592">
                  <c:v>46248</c:v>
                </c:pt>
                <c:pt idx="1593">
                  <c:v>46252</c:v>
                </c:pt>
                <c:pt idx="1594">
                  <c:v>46253</c:v>
                </c:pt>
                <c:pt idx="1595">
                  <c:v>46254</c:v>
                </c:pt>
                <c:pt idx="1596">
                  <c:v>46255</c:v>
                </c:pt>
                <c:pt idx="1597">
                  <c:v>46258</c:v>
                </c:pt>
                <c:pt idx="1598">
                  <c:v>46260</c:v>
                </c:pt>
                <c:pt idx="1599">
                  <c:v>46261</c:v>
                </c:pt>
                <c:pt idx="1600">
                  <c:v>46262</c:v>
                </c:pt>
                <c:pt idx="1601">
                  <c:v>46265</c:v>
                </c:pt>
                <c:pt idx="1602">
                  <c:v>46266</c:v>
                </c:pt>
                <c:pt idx="1603">
                  <c:v>46267</c:v>
                </c:pt>
                <c:pt idx="1604">
                  <c:v>46268</c:v>
                </c:pt>
                <c:pt idx="1605">
                  <c:v>46269</c:v>
                </c:pt>
                <c:pt idx="1606">
                  <c:v>46272</c:v>
                </c:pt>
                <c:pt idx="1607">
                  <c:v>46273</c:v>
                </c:pt>
                <c:pt idx="1608">
                  <c:v>46274</c:v>
                </c:pt>
                <c:pt idx="1609">
                  <c:v>46275</c:v>
                </c:pt>
                <c:pt idx="1610">
                  <c:v>46276</c:v>
                </c:pt>
                <c:pt idx="1611">
                  <c:v>46279</c:v>
                </c:pt>
                <c:pt idx="1612">
                  <c:v>46280</c:v>
                </c:pt>
                <c:pt idx="1613">
                  <c:v>46281</c:v>
                </c:pt>
                <c:pt idx="1614">
                  <c:v>46282</c:v>
                </c:pt>
                <c:pt idx="1615">
                  <c:v>46283</c:v>
                </c:pt>
                <c:pt idx="1616">
                  <c:v>46286</c:v>
                </c:pt>
                <c:pt idx="1617">
                  <c:v>46287</c:v>
                </c:pt>
                <c:pt idx="1618">
                  <c:v>46288</c:v>
                </c:pt>
                <c:pt idx="1619">
                  <c:v>46289</c:v>
                </c:pt>
                <c:pt idx="1620">
                  <c:v>46290</c:v>
                </c:pt>
                <c:pt idx="1621">
                  <c:v>46293</c:v>
                </c:pt>
                <c:pt idx="1622">
                  <c:v>46294</c:v>
                </c:pt>
                <c:pt idx="1623">
                  <c:v>46295</c:v>
                </c:pt>
                <c:pt idx="1624">
                  <c:v>46296</c:v>
                </c:pt>
                <c:pt idx="1625">
                  <c:v>46297</c:v>
                </c:pt>
                <c:pt idx="1626">
                  <c:v>46300</c:v>
                </c:pt>
                <c:pt idx="1627">
                  <c:v>46301</c:v>
                </c:pt>
                <c:pt idx="1628">
                  <c:v>46302</c:v>
                </c:pt>
                <c:pt idx="1629">
                  <c:v>46303</c:v>
                </c:pt>
                <c:pt idx="1630">
                  <c:v>46304</c:v>
                </c:pt>
              </c:numCache>
            </c:numRef>
          </c:cat>
          <c:val>
            <c:numRef>
              <c:f>Sheet1!$B$2:$B$1632</c:f>
              <c:numCache>
                <c:formatCode>_-* #,##0_-;\-* #,##0_-;_-* "-"??_-;_-@_-</c:formatCode>
                <c:ptCount val="1631"/>
                <c:pt idx="0">
                  <c:v>13895.004999999999</c:v>
                </c:pt>
                <c:pt idx="1">
                  <c:v>13899.004999999999</c:v>
                </c:pt>
                <c:pt idx="2">
                  <c:v>13961.004999999999</c:v>
                </c:pt>
                <c:pt idx="3">
                  <c:v>13919.004999999999</c:v>
                </c:pt>
                <c:pt idx="4">
                  <c:v>13934</c:v>
                </c:pt>
                <c:pt idx="5">
                  <c:v>13860</c:v>
                </c:pt>
                <c:pt idx="6">
                  <c:v>13812</c:v>
                </c:pt>
                <c:pt idx="7">
                  <c:v>13708</c:v>
                </c:pt>
                <c:pt idx="8">
                  <c:v>13654</c:v>
                </c:pt>
                <c:pt idx="9">
                  <c:v>13706</c:v>
                </c:pt>
                <c:pt idx="10">
                  <c:v>13658</c:v>
                </c:pt>
                <c:pt idx="11">
                  <c:v>13648</c:v>
                </c:pt>
                <c:pt idx="12">
                  <c:v>13654</c:v>
                </c:pt>
                <c:pt idx="13">
                  <c:v>13658</c:v>
                </c:pt>
                <c:pt idx="14">
                  <c:v>13678</c:v>
                </c:pt>
                <c:pt idx="15">
                  <c:v>13626</c:v>
                </c:pt>
                <c:pt idx="16">
                  <c:v>13632</c:v>
                </c:pt>
                <c:pt idx="17">
                  <c:v>13612</c:v>
                </c:pt>
                <c:pt idx="18">
                  <c:v>13647.004999999999</c:v>
                </c:pt>
                <c:pt idx="19">
                  <c:v>13634</c:v>
                </c:pt>
                <c:pt idx="20">
                  <c:v>13652</c:v>
                </c:pt>
                <c:pt idx="21">
                  <c:v>13662</c:v>
                </c:pt>
                <c:pt idx="22">
                  <c:v>13726</c:v>
                </c:pt>
                <c:pt idx="23">
                  <c:v>13760</c:v>
                </c:pt>
                <c:pt idx="24">
                  <c:v>13717.004999999999</c:v>
                </c:pt>
                <c:pt idx="25">
                  <c:v>13662</c:v>
                </c:pt>
                <c:pt idx="26">
                  <c:v>13647.004999999999</c:v>
                </c:pt>
                <c:pt idx="27">
                  <c:v>13708</c:v>
                </c:pt>
                <c:pt idx="28">
                  <c:v>13686</c:v>
                </c:pt>
                <c:pt idx="29">
                  <c:v>13659.004999999999</c:v>
                </c:pt>
                <c:pt idx="30">
                  <c:v>13679.004999999999</c:v>
                </c:pt>
                <c:pt idx="31">
                  <c:v>13707.004999999999</c:v>
                </c:pt>
                <c:pt idx="32">
                  <c:v>13693.004999999999</c:v>
                </c:pt>
                <c:pt idx="33">
                  <c:v>13676</c:v>
                </c:pt>
                <c:pt idx="34">
                  <c:v>13717.004999999999</c:v>
                </c:pt>
                <c:pt idx="35">
                  <c:v>13735.004999999999</c:v>
                </c:pt>
                <c:pt idx="36">
                  <c:v>13777.004999999999</c:v>
                </c:pt>
                <c:pt idx="37">
                  <c:v>13863.004999999999</c:v>
                </c:pt>
                <c:pt idx="38">
                  <c:v>13893.004999999999</c:v>
                </c:pt>
                <c:pt idx="39">
                  <c:v>13966</c:v>
                </c:pt>
                <c:pt idx="40">
                  <c:v>14018</c:v>
                </c:pt>
                <c:pt idx="41">
                  <c:v>14234</c:v>
                </c:pt>
                <c:pt idx="42">
                  <c:v>14413.004999999999</c:v>
                </c:pt>
                <c:pt idx="43">
                  <c:v>14222</c:v>
                </c:pt>
                <c:pt idx="44">
                  <c:v>14171.004999999999</c:v>
                </c:pt>
                <c:pt idx="45">
                  <c:v>14168</c:v>
                </c:pt>
                <c:pt idx="46">
                  <c:v>14267.004999999999</c:v>
                </c:pt>
                <c:pt idx="47">
                  <c:v>14342</c:v>
                </c:pt>
                <c:pt idx="48">
                  <c:v>14411.004999999999</c:v>
                </c:pt>
                <c:pt idx="49">
                  <c:v>14323.004999999999</c:v>
                </c:pt>
                <c:pt idx="50">
                  <c:v>14490</c:v>
                </c:pt>
                <c:pt idx="51">
                  <c:v>14815.004999999999</c:v>
                </c:pt>
                <c:pt idx="52">
                  <c:v>14818</c:v>
                </c:pt>
                <c:pt idx="53">
                  <c:v>15083.004999999999</c:v>
                </c:pt>
                <c:pt idx="54">
                  <c:v>15223.004999999999</c:v>
                </c:pt>
                <c:pt idx="55">
                  <c:v>15712</c:v>
                </c:pt>
                <c:pt idx="56">
                  <c:v>16273.004999999999</c:v>
                </c:pt>
                <c:pt idx="57">
                  <c:v>16608</c:v>
                </c:pt>
                <c:pt idx="58">
                  <c:v>16486</c:v>
                </c:pt>
                <c:pt idx="59">
                  <c:v>16328</c:v>
                </c:pt>
                <c:pt idx="60">
                  <c:v>16230</c:v>
                </c:pt>
                <c:pt idx="61">
                  <c:v>16336</c:v>
                </c:pt>
                <c:pt idx="62">
                  <c:v>16367.004999999999</c:v>
                </c:pt>
                <c:pt idx="63">
                  <c:v>16413.005000000001</c:v>
                </c:pt>
                <c:pt idx="64">
                  <c:v>16741.005000000001</c:v>
                </c:pt>
                <c:pt idx="65">
                  <c:v>16464</c:v>
                </c:pt>
                <c:pt idx="66">
                  <c:v>16556</c:v>
                </c:pt>
                <c:pt idx="67">
                  <c:v>16410</c:v>
                </c:pt>
                <c:pt idx="68">
                  <c:v>16245.004999999999</c:v>
                </c:pt>
                <c:pt idx="69">
                  <c:v>16241.004999999999</c:v>
                </c:pt>
                <c:pt idx="70">
                  <c:v>15840</c:v>
                </c:pt>
                <c:pt idx="71">
                  <c:v>15722</c:v>
                </c:pt>
                <c:pt idx="72">
                  <c:v>15707.004999999999</c:v>
                </c:pt>
                <c:pt idx="73">
                  <c:v>15787.004999999999</c:v>
                </c:pt>
                <c:pt idx="74">
                  <c:v>15503.004999999999</c:v>
                </c:pt>
                <c:pt idx="75">
                  <c:v>15543.004999999999</c:v>
                </c:pt>
                <c:pt idx="76">
                  <c:v>15643.004999999999</c:v>
                </c:pt>
                <c:pt idx="77">
                  <c:v>15567.004999999999</c:v>
                </c:pt>
                <c:pt idx="78">
                  <c:v>15630</c:v>
                </c:pt>
                <c:pt idx="79">
                  <c:v>15553.004999999999</c:v>
                </c:pt>
                <c:pt idx="80">
                  <c:v>15591.004999999999</c:v>
                </c:pt>
                <c:pt idx="81">
                  <c:v>15488</c:v>
                </c:pt>
                <c:pt idx="82">
                  <c:v>15415.004999999999</c:v>
                </c:pt>
                <c:pt idx="83">
                  <c:v>15157.004999999999</c:v>
                </c:pt>
                <c:pt idx="84">
                  <c:v>15073.004999999999</c:v>
                </c:pt>
                <c:pt idx="85">
                  <c:v>15104</c:v>
                </c:pt>
                <c:pt idx="86">
                  <c:v>15127.004999999999</c:v>
                </c:pt>
                <c:pt idx="87">
                  <c:v>15009.004999999999</c:v>
                </c:pt>
                <c:pt idx="88">
                  <c:v>14936</c:v>
                </c:pt>
                <c:pt idx="89">
                  <c:v>14978</c:v>
                </c:pt>
                <c:pt idx="90">
                  <c:v>14887.004999999999</c:v>
                </c:pt>
                <c:pt idx="91">
                  <c:v>14946</c:v>
                </c:pt>
                <c:pt idx="92">
                  <c:v>14909.004999999999</c:v>
                </c:pt>
                <c:pt idx="93">
                  <c:v>14885.004999999999</c:v>
                </c:pt>
                <c:pt idx="94">
                  <c:v>14823.004999999999</c:v>
                </c:pt>
                <c:pt idx="95">
                  <c:v>14785.004999999999</c:v>
                </c:pt>
                <c:pt idx="96">
                  <c:v>14774</c:v>
                </c:pt>
                <c:pt idx="97">
                  <c:v>14761.004999999999</c:v>
                </c:pt>
                <c:pt idx="98">
                  <c:v>14769.004999999999</c:v>
                </c:pt>
                <c:pt idx="99">
                  <c:v>14733.004999999999</c:v>
                </c:pt>
                <c:pt idx="100">
                  <c:v>14502</c:v>
                </c:pt>
                <c:pt idx="101">
                  <c:v>14245.004999999999</c:v>
                </c:pt>
                <c:pt idx="102">
                  <c:v>14165.004999999999</c:v>
                </c:pt>
                <c:pt idx="103">
                  <c:v>14100</c:v>
                </c:pt>
                <c:pt idx="104">
                  <c:v>13956</c:v>
                </c:pt>
                <c:pt idx="105">
                  <c:v>13973.004999999999</c:v>
                </c:pt>
                <c:pt idx="106">
                  <c:v>14083.004999999999</c:v>
                </c:pt>
                <c:pt idx="107">
                  <c:v>14014</c:v>
                </c:pt>
                <c:pt idx="108">
                  <c:v>14257.004999999999</c:v>
                </c:pt>
                <c:pt idx="109">
                  <c:v>14228</c:v>
                </c:pt>
                <c:pt idx="110">
                  <c:v>14155.004999999999</c:v>
                </c:pt>
                <c:pt idx="111">
                  <c:v>14234</c:v>
                </c:pt>
                <c:pt idx="112">
                  <c:v>14186</c:v>
                </c:pt>
                <c:pt idx="113">
                  <c:v>14242</c:v>
                </c:pt>
                <c:pt idx="114">
                  <c:v>14209.004999999999</c:v>
                </c:pt>
                <c:pt idx="115">
                  <c:v>14265.004999999999</c:v>
                </c:pt>
                <c:pt idx="116">
                  <c:v>14160</c:v>
                </c:pt>
                <c:pt idx="117">
                  <c:v>14231.004999999999</c:v>
                </c:pt>
                <c:pt idx="118">
                  <c:v>14239.004999999999</c:v>
                </c:pt>
                <c:pt idx="119">
                  <c:v>14369.004999999999</c:v>
                </c:pt>
                <c:pt idx="120">
                  <c:v>14302</c:v>
                </c:pt>
                <c:pt idx="121">
                  <c:v>14341.004999999999</c:v>
                </c:pt>
                <c:pt idx="122">
                  <c:v>14516</c:v>
                </c:pt>
                <c:pt idx="123">
                  <c:v>14566</c:v>
                </c:pt>
                <c:pt idx="124">
                  <c:v>14547.004999999999</c:v>
                </c:pt>
                <c:pt idx="125">
                  <c:v>14456</c:v>
                </c:pt>
                <c:pt idx="126">
                  <c:v>14460</c:v>
                </c:pt>
                <c:pt idx="127">
                  <c:v>14446</c:v>
                </c:pt>
                <c:pt idx="128">
                  <c:v>14501.004999999999</c:v>
                </c:pt>
                <c:pt idx="129">
                  <c:v>14486</c:v>
                </c:pt>
                <c:pt idx="130">
                  <c:v>14512</c:v>
                </c:pt>
                <c:pt idx="131">
                  <c:v>14616</c:v>
                </c:pt>
                <c:pt idx="132">
                  <c:v>14632</c:v>
                </c:pt>
                <c:pt idx="133">
                  <c:v>14780</c:v>
                </c:pt>
                <c:pt idx="134">
                  <c:v>14832</c:v>
                </c:pt>
                <c:pt idx="135">
                  <c:v>14813.004999999999</c:v>
                </c:pt>
                <c:pt idx="136">
                  <c:v>14655.004999999999</c:v>
                </c:pt>
                <c:pt idx="137">
                  <c:v>14669.004999999999</c:v>
                </c:pt>
                <c:pt idx="138">
                  <c:v>14614</c:v>
                </c:pt>
                <c:pt idx="139">
                  <c:v>14605.004999999999</c:v>
                </c:pt>
                <c:pt idx="140">
                  <c:v>14543.004999999999</c:v>
                </c:pt>
                <c:pt idx="141">
                  <c:v>14570</c:v>
                </c:pt>
                <c:pt idx="142">
                  <c:v>14653.004999999999</c:v>
                </c:pt>
                <c:pt idx="143">
                  <c:v>14713.004999999999</c:v>
                </c:pt>
                <c:pt idx="144">
                  <c:v>14697.004999999999</c:v>
                </c:pt>
                <c:pt idx="145">
                  <c:v>14623.004999999999</c:v>
                </c:pt>
                <c:pt idx="146">
                  <c:v>14587.004999999999</c:v>
                </c:pt>
                <c:pt idx="147">
                  <c:v>14647.004999999999</c:v>
                </c:pt>
                <c:pt idx="148">
                  <c:v>14750</c:v>
                </c:pt>
                <c:pt idx="149">
                  <c:v>14728</c:v>
                </c:pt>
                <c:pt idx="150">
                  <c:v>14777.004999999999</c:v>
                </c:pt>
                <c:pt idx="151">
                  <c:v>14877.004999999999</c:v>
                </c:pt>
                <c:pt idx="152">
                  <c:v>14917.004999999999</c:v>
                </c:pt>
                <c:pt idx="153">
                  <c:v>14907.004999999999</c:v>
                </c:pt>
                <c:pt idx="154">
                  <c:v>14786</c:v>
                </c:pt>
                <c:pt idx="155">
                  <c:v>14794</c:v>
                </c:pt>
                <c:pt idx="156">
                  <c:v>14632</c:v>
                </c:pt>
                <c:pt idx="157">
                  <c:v>14636</c:v>
                </c:pt>
                <c:pt idx="158">
                  <c:v>14714</c:v>
                </c:pt>
                <c:pt idx="159">
                  <c:v>14702</c:v>
                </c:pt>
                <c:pt idx="160">
                  <c:v>14554</c:v>
                </c:pt>
                <c:pt idx="161">
                  <c:v>14615.004999999999</c:v>
                </c:pt>
                <c:pt idx="162">
                  <c:v>14804</c:v>
                </c:pt>
                <c:pt idx="163">
                  <c:v>14818</c:v>
                </c:pt>
                <c:pt idx="164">
                  <c:v>14792</c:v>
                </c:pt>
                <c:pt idx="165">
                  <c:v>14754</c:v>
                </c:pt>
                <c:pt idx="166">
                  <c:v>14798</c:v>
                </c:pt>
                <c:pt idx="167">
                  <c:v>14853.004999999999</c:v>
                </c:pt>
                <c:pt idx="168">
                  <c:v>14871.004999999999</c:v>
                </c:pt>
                <c:pt idx="169">
                  <c:v>14979.004999999999</c:v>
                </c:pt>
                <c:pt idx="170">
                  <c:v>14974</c:v>
                </c:pt>
                <c:pt idx="171">
                  <c:v>14870</c:v>
                </c:pt>
                <c:pt idx="172">
                  <c:v>14844</c:v>
                </c:pt>
                <c:pt idx="173">
                  <c:v>14878</c:v>
                </c:pt>
                <c:pt idx="174">
                  <c:v>14768</c:v>
                </c:pt>
                <c:pt idx="175">
                  <c:v>14723.004999999999</c:v>
                </c:pt>
                <c:pt idx="176">
                  <c:v>14782</c:v>
                </c:pt>
                <c:pt idx="177">
                  <c:v>14835.004999999999</c:v>
                </c:pt>
                <c:pt idx="178">
                  <c:v>14949.004999999999</c:v>
                </c:pt>
                <c:pt idx="179">
                  <c:v>14951.004999999999</c:v>
                </c:pt>
                <c:pt idx="180">
                  <c:v>14959.004999999999</c:v>
                </c:pt>
                <c:pt idx="181">
                  <c:v>14920</c:v>
                </c:pt>
                <c:pt idx="182">
                  <c:v>14918</c:v>
                </c:pt>
                <c:pt idx="183">
                  <c:v>14876</c:v>
                </c:pt>
                <c:pt idx="184">
                  <c:v>14890</c:v>
                </c:pt>
                <c:pt idx="185">
                  <c:v>14867.004999999999</c:v>
                </c:pt>
                <c:pt idx="186">
                  <c:v>14712</c:v>
                </c:pt>
                <c:pt idx="187">
                  <c:v>14784</c:v>
                </c:pt>
                <c:pt idx="188">
                  <c:v>14750</c:v>
                </c:pt>
                <c:pt idx="189">
                  <c:v>14737.004999999999</c:v>
                </c:pt>
                <c:pt idx="190">
                  <c:v>14746</c:v>
                </c:pt>
                <c:pt idx="191">
                  <c:v>14793.004999999999</c:v>
                </c:pt>
                <c:pt idx="192">
                  <c:v>14780</c:v>
                </c:pt>
                <c:pt idx="193">
                  <c:v>14760</c:v>
                </c:pt>
                <c:pt idx="194">
                  <c:v>14766</c:v>
                </c:pt>
                <c:pt idx="195">
                  <c:v>14741.004999999999</c:v>
                </c:pt>
                <c:pt idx="196">
                  <c:v>14729.004999999999</c:v>
                </c:pt>
                <c:pt idx="197">
                  <c:v>14658</c:v>
                </c:pt>
                <c:pt idx="198">
                  <c:v>14697.004999999999</c:v>
                </c:pt>
                <c:pt idx="199">
                  <c:v>14738</c:v>
                </c:pt>
                <c:pt idx="200">
                  <c:v>14697.004999999999</c:v>
                </c:pt>
                <c:pt idx="201">
                  <c:v>14690</c:v>
                </c:pt>
                <c:pt idx="202">
                  <c:v>14718</c:v>
                </c:pt>
                <c:pt idx="203">
                  <c:v>14609.004999999999</c:v>
                </c:pt>
                <c:pt idx="204">
                  <c:v>14557.004999999999</c:v>
                </c:pt>
                <c:pt idx="205">
                  <c:v>14439.004999999999</c:v>
                </c:pt>
                <c:pt idx="206">
                  <c:v>14321.004999999999</c:v>
                </c:pt>
                <c:pt idx="207">
                  <c:v>14172</c:v>
                </c:pt>
                <c:pt idx="208">
                  <c:v>14015.004999999999</c:v>
                </c:pt>
                <c:pt idx="209">
                  <c:v>14076</c:v>
                </c:pt>
                <c:pt idx="210">
                  <c:v>14187.004999999999</c:v>
                </c:pt>
                <c:pt idx="211">
                  <c:v>14222</c:v>
                </c:pt>
                <c:pt idx="212">
                  <c:v>14139.004999999999</c:v>
                </c:pt>
                <c:pt idx="213">
                  <c:v>14073.004999999999</c:v>
                </c:pt>
                <c:pt idx="214">
                  <c:v>14118</c:v>
                </c:pt>
                <c:pt idx="215">
                  <c:v>14167.004999999999</c:v>
                </c:pt>
                <c:pt idx="216">
                  <c:v>14228</c:v>
                </c:pt>
                <c:pt idx="217">
                  <c:v>14164</c:v>
                </c:pt>
                <c:pt idx="218">
                  <c:v>14196</c:v>
                </c:pt>
                <c:pt idx="219">
                  <c:v>14169.004999999999</c:v>
                </c:pt>
                <c:pt idx="220">
                  <c:v>14130</c:v>
                </c:pt>
                <c:pt idx="221">
                  <c:v>14145.004999999999</c:v>
                </c:pt>
                <c:pt idx="222">
                  <c:v>14128</c:v>
                </c:pt>
                <c:pt idx="223">
                  <c:v>14178</c:v>
                </c:pt>
                <c:pt idx="224">
                  <c:v>14164</c:v>
                </c:pt>
                <c:pt idx="225">
                  <c:v>14177.004999999999</c:v>
                </c:pt>
                <c:pt idx="226">
                  <c:v>14182</c:v>
                </c:pt>
                <c:pt idx="227">
                  <c:v>14135.004999999999</c:v>
                </c:pt>
                <c:pt idx="228">
                  <c:v>14164</c:v>
                </c:pt>
                <c:pt idx="229">
                  <c:v>14130</c:v>
                </c:pt>
                <c:pt idx="230">
                  <c:v>14102</c:v>
                </c:pt>
                <c:pt idx="231">
                  <c:v>14158</c:v>
                </c:pt>
                <c:pt idx="232">
                  <c:v>14171.004999999999</c:v>
                </c:pt>
                <c:pt idx="233">
                  <c:v>14151.004999999999</c:v>
                </c:pt>
                <c:pt idx="234">
                  <c:v>14152</c:v>
                </c:pt>
                <c:pt idx="235">
                  <c:v>14146</c:v>
                </c:pt>
                <c:pt idx="236">
                  <c:v>14180</c:v>
                </c:pt>
                <c:pt idx="237">
                  <c:v>14218</c:v>
                </c:pt>
                <c:pt idx="238">
                  <c:v>14282</c:v>
                </c:pt>
                <c:pt idx="239">
                  <c:v>14184</c:v>
                </c:pt>
                <c:pt idx="240">
                  <c:v>14169.004999999999</c:v>
                </c:pt>
                <c:pt idx="241">
                  <c:v>14105.004999999999</c:v>
                </c:pt>
                <c:pt idx="242">
                  <c:v>13903.004999999999</c:v>
                </c:pt>
                <c:pt idx="243">
                  <c:v>13945.004999999999</c:v>
                </c:pt>
                <c:pt idx="244">
                  <c:v>13926</c:v>
                </c:pt>
                <c:pt idx="245">
                  <c:v>13938</c:v>
                </c:pt>
                <c:pt idx="246">
                  <c:v>14058</c:v>
                </c:pt>
                <c:pt idx="247">
                  <c:v>14155.004999999999</c:v>
                </c:pt>
                <c:pt idx="248">
                  <c:v>14231.004999999999</c:v>
                </c:pt>
                <c:pt idx="249">
                  <c:v>14109.004999999999</c:v>
                </c:pt>
                <c:pt idx="250">
                  <c:v>14119.004999999999</c:v>
                </c:pt>
                <c:pt idx="251">
                  <c:v>14068</c:v>
                </c:pt>
                <c:pt idx="252">
                  <c:v>14080</c:v>
                </c:pt>
                <c:pt idx="253">
                  <c:v>14086</c:v>
                </c:pt>
                <c:pt idx="254">
                  <c:v>14065.004999999999</c:v>
                </c:pt>
                <c:pt idx="255">
                  <c:v>14039.004999999999</c:v>
                </c:pt>
                <c:pt idx="256">
                  <c:v>14054</c:v>
                </c:pt>
                <c:pt idx="257">
                  <c:v>14082</c:v>
                </c:pt>
                <c:pt idx="258">
                  <c:v>14086</c:v>
                </c:pt>
                <c:pt idx="259">
                  <c:v>14091.004999999999</c:v>
                </c:pt>
                <c:pt idx="260">
                  <c:v>14119.004999999999</c:v>
                </c:pt>
                <c:pt idx="261">
                  <c:v>14084</c:v>
                </c:pt>
                <c:pt idx="262">
                  <c:v>14042</c:v>
                </c:pt>
                <c:pt idx="263">
                  <c:v>14044</c:v>
                </c:pt>
                <c:pt idx="264">
                  <c:v>14017.004999999999</c:v>
                </c:pt>
                <c:pt idx="265">
                  <c:v>14036</c:v>
                </c:pt>
                <c:pt idx="266">
                  <c:v>14062</c:v>
                </c:pt>
                <c:pt idx="267">
                  <c:v>14000</c:v>
                </c:pt>
                <c:pt idx="268">
                  <c:v>14000</c:v>
                </c:pt>
                <c:pt idx="269">
                  <c:v>13989.004999999999</c:v>
                </c:pt>
                <c:pt idx="270">
                  <c:v>14011.004999999999</c:v>
                </c:pt>
                <c:pt idx="271">
                  <c:v>13946</c:v>
                </c:pt>
                <c:pt idx="272">
                  <c:v>13875.004999999999</c:v>
                </c:pt>
                <c:pt idx="273">
                  <c:v>14019.004999999999</c:v>
                </c:pt>
                <c:pt idx="274">
                  <c:v>14059.004999999999</c:v>
                </c:pt>
                <c:pt idx="275">
                  <c:v>14085.004999999999</c:v>
                </c:pt>
                <c:pt idx="276">
                  <c:v>14098</c:v>
                </c:pt>
                <c:pt idx="277">
                  <c:v>14126</c:v>
                </c:pt>
                <c:pt idx="278">
                  <c:v>14089.004999999999</c:v>
                </c:pt>
                <c:pt idx="279">
                  <c:v>14104</c:v>
                </c:pt>
                <c:pt idx="280">
                  <c:v>14229.004999999999</c:v>
                </c:pt>
                <c:pt idx="281">
                  <c:v>14300</c:v>
                </c:pt>
                <c:pt idx="282">
                  <c:v>14307.004999999999</c:v>
                </c:pt>
                <c:pt idx="283">
                  <c:v>14334</c:v>
                </c:pt>
                <c:pt idx="284">
                  <c:v>14299.004999999999</c:v>
                </c:pt>
                <c:pt idx="285">
                  <c:v>14371.004999999999</c:v>
                </c:pt>
                <c:pt idx="286">
                  <c:v>14390</c:v>
                </c:pt>
                <c:pt idx="287">
                  <c:v>14468</c:v>
                </c:pt>
                <c:pt idx="288">
                  <c:v>14421.004999999999</c:v>
                </c:pt>
                <c:pt idx="289">
                  <c:v>14371.004999999999</c:v>
                </c:pt>
                <c:pt idx="290">
                  <c:v>14418</c:v>
                </c:pt>
                <c:pt idx="291">
                  <c:v>14424</c:v>
                </c:pt>
                <c:pt idx="292">
                  <c:v>14459.004999999999</c:v>
                </c:pt>
                <c:pt idx="293">
                  <c:v>14412</c:v>
                </c:pt>
                <c:pt idx="294">
                  <c:v>14476</c:v>
                </c:pt>
                <c:pt idx="295">
                  <c:v>14456</c:v>
                </c:pt>
                <c:pt idx="296">
                  <c:v>14421.004999999999</c:v>
                </c:pt>
                <c:pt idx="297">
                  <c:v>14455.004999999999</c:v>
                </c:pt>
                <c:pt idx="298">
                  <c:v>14464</c:v>
                </c:pt>
                <c:pt idx="299">
                  <c:v>14446</c:v>
                </c:pt>
                <c:pt idx="300">
                  <c:v>14434</c:v>
                </c:pt>
                <c:pt idx="301">
                  <c:v>14481</c:v>
                </c:pt>
                <c:pt idx="302">
                  <c:v>14572</c:v>
                </c:pt>
                <c:pt idx="303">
                  <c:v>14577</c:v>
                </c:pt>
                <c:pt idx="304">
                  <c:v>14533</c:v>
                </c:pt>
                <c:pt idx="305">
                  <c:v>14519</c:v>
                </c:pt>
                <c:pt idx="306">
                  <c:v>14513</c:v>
                </c:pt>
                <c:pt idx="307">
                  <c:v>14580</c:v>
                </c:pt>
                <c:pt idx="308">
                  <c:v>14580</c:v>
                </c:pt>
                <c:pt idx="309">
                  <c:v>14631</c:v>
                </c:pt>
                <c:pt idx="310">
                  <c:v>14648</c:v>
                </c:pt>
                <c:pt idx="311">
                  <c:v>14633</c:v>
                </c:pt>
                <c:pt idx="312">
                  <c:v>14646</c:v>
                </c:pt>
                <c:pt idx="313">
                  <c:v>14592</c:v>
                </c:pt>
                <c:pt idx="314">
                  <c:v>14568</c:v>
                </c:pt>
                <c:pt idx="315">
                  <c:v>14508</c:v>
                </c:pt>
                <c:pt idx="316">
                  <c:v>14549</c:v>
                </c:pt>
                <c:pt idx="317">
                  <c:v>14530</c:v>
                </c:pt>
                <c:pt idx="318">
                  <c:v>14548</c:v>
                </c:pt>
                <c:pt idx="319">
                  <c:v>14489</c:v>
                </c:pt>
                <c:pt idx="320">
                  <c:v>14497</c:v>
                </c:pt>
                <c:pt idx="321">
                  <c:v>14510</c:v>
                </c:pt>
                <c:pt idx="322">
                  <c:v>14468</c:v>
                </c:pt>
                <c:pt idx="323">
                  <c:v>14453</c:v>
                </c:pt>
                <c:pt idx="324">
                  <c:v>14467</c:v>
                </c:pt>
                <c:pt idx="325">
                  <c:v>14431</c:v>
                </c:pt>
                <c:pt idx="326">
                  <c:v>14439</c:v>
                </c:pt>
                <c:pt idx="327">
                  <c:v>14364</c:v>
                </c:pt>
                <c:pt idx="328">
                  <c:v>14289</c:v>
                </c:pt>
                <c:pt idx="329">
                  <c:v>14198</c:v>
                </c:pt>
                <c:pt idx="330">
                  <c:v>14203</c:v>
                </c:pt>
                <c:pt idx="331">
                  <c:v>14284</c:v>
                </c:pt>
                <c:pt idx="332">
                  <c:v>14300</c:v>
                </c:pt>
                <c:pt idx="333">
                  <c:v>14313</c:v>
                </c:pt>
                <c:pt idx="334">
                  <c:v>14396</c:v>
                </c:pt>
                <c:pt idx="335">
                  <c:v>14375</c:v>
                </c:pt>
                <c:pt idx="336">
                  <c:v>14362</c:v>
                </c:pt>
                <c:pt idx="337">
                  <c:v>14335</c:v>
                </c:pt>
                <c:pt idx="338">
                  <c:v>14312</c:v>
                </c:pt>
                <c:pt idx="339">
                  <c:v>14310</c:v>
                </c:pt>
                <c:pt idx="340">
                  <c:v>14292</c:v>
                </c:pt>
                <c:pt idx="341">
                  <c:v>14276</c:v>
                </c:pt>
                <c:pt idx="342">
                  <c:v>14297</c:v>
                </c:pt>
                <c:pt idx="343">
                  <c:v>14316</c:v>
                </c:pt>
                <c:pt idx="344">
                  <c:v>14271</c:v>
                </c:pt>
                <c:pt idx="345">
                  <c:v>14262</c:v>
                </c:pt>
                <c:pt idx="346">
                  <c:v>14262</c:v>
                </c:pt>
                <c:pt idx="347">
                  <c:v>14240</c:v>
                </c:pt>
                <c:pt idx="348">
                  <c:v>14206</c:v>
                </c:pt>
                <c:pt idx="349">
                  <c:v>14222</c:v>
                </c:pt>
                <c:pt idx="350">
                  <c:v>14244</c:v>
                </c:pt>
                <c:pt idx="351">
                  <c:v>14257</c:v>
                </c:pt>
                <c:pt idx="352">
                  <c:v>14378</c:v>
                </c:pt>
                <c:pt idx="353">
                  <c:v>14403</c:v>
                </c:pt>
                <c:pt idx="354">
                  <c:v>14453</c:v>
                </c:pt>
                <c:pt idx="355">
                  <c:v>14421</c:v>
                </c:pt>
                <c:pt idx="356">
                  <c:v>14454</c:v>
                </c:pt>
                <c:pt idx="357">
                  <c:v>14462</c:v>
                </c:pt>
                <c:pt idx="358">
                  <c:v>14447</c:v>
                </c:pt>
                <c:pt idx="359">
                  <c:v>14472</c:v>
                </c:pt>
                <c:pt idx="360">
                  <c:v>14496</c:v>
                </c:pt>
                <c:pt idx="361">
                  <c:v>14542</c:v>
                </c:pt>
                <c:pt idx="362">
                  <c:v>14539</c:v>
                </c:pt>
                <c:pt idx="363">
                  <c:v>14564</c:v>
                </c:pt>
                <c:pt idx="364">
                  <c:v>14482</c:v>
                </c:pt>
                <c:pt idx="365">
                  <c:v>14468</c:v>
                </c:pt>
                <c:pt idx="366">
                  <c:v>14500</c:v>
                </c:pt>
                <c:pt idx="367">
                  <c:v>14548</c:v>
                </c:pt>
                <c:pt idx="368">
                  <c:v>14548</c:v>
                </c:pt>
                <c:pt idx="369">
                  <c:v>14486</c:v>
                </c:pt>
                <c:pt idx="370">
                  <c:v>14486</c:v>
                </c:pt>
                <c:pt idx="371">
                  <c:v>14493</c:v>
                </c:pt>
                <c:pt idx="372">
                  <c:v>14503</c:v>
                </c:pt>
                <c:pt idx="373">
                  <c:v>14517</c:v>
                </c:pt>
                <c:pt idx="374">
                  <c:v>14524</c:v>
                </c:pt>
                <c:pt idx="375">
                  <c:v>14554</c:v>
                </c:pt>
                <c:pt idx="376">
                  <c:v>14508</c:v>
                </c:pt>
                <c:pt idx="377">
                  <c:v>14501</c:v>
                </c:pt>
                <c:pt idx="378">
                  <c:v>14494</c:v>
                </c:pt>
                <c:pt idx="379">
                  <c:v>14489</c:v>
                </c:pt>
                <c:pt idx="380">
                  <c:v>14498</c:v>
                </c:pt>
                <c:pt idx="381">
                  <c:v>14491</c:v>
                </c:pt>
                <c:pt idx="382">
                  <c:v>14462</c:v>
                </c:pt>
                <c:pt idx="383">
                  <c:v>14456</c:v>
                </c:pt>
                <c:pt idx="384">
                  <c:v>14362</c:v>
                </c:pt>
                <c:pt idx="385">
                  <c:v>14324</c:v>
                </c:pt>
                <c:pt idx="386">
                  <c:v>14342</c:v>
                </c:pt>
                <c:pt idx="387">
                  <c:v>14369</c:v>
                </c:pt>
                <c:pt idx="388">
                  <c:v>14378</c:v>
                </c:pt>
                <c:pt idx="389">
                  <c:v>14397</c:v>
                </c:pt>
                <c:pt idx="390">
                  <c:v>14389</c:v>
                </c:pt>
                <c:pt idx="391">
                  <c:v>14388</c:v>
                </c:pt>
                <c:pt idx="392">
                  <c:v>14383</c:v>
                </c:pt>
                <c:pt idx="393">
                  <c:v>14384</c:v>
                </c:pt>
                <c:pt idx="394">
                  <c:v>14414</c:v>
                </c:pt>
                <c:pt idx="395">
                  <c:v>14464</c:v>
                </c:pt>
                <c:pt idx="396">
                  <c:v>14415</c:v>
                </c:pt>
                <c:pt idx="397">
                  <c:v>14391</c:v>
                </c:pt>
                <c:pt idx="398">
                  <c:v>14408</c:v>
                </c:pt>
                <c:pt idx="399">
                  <c:v>14423</c:v>
                </c:pt>
                <c:pt idx="400">
                  <c:v>14431</c:v>
                </c:pt>
                <c:pt idx="401">
                  <c:v>14374</c:v>
                </c:pt>
                <c:pt idx="402">
                  <c:v>14306</c:v>
                </c:pt>
                <c:pt idx="403">
                  <c:v>14284</c:v>
                </c:pt>
                <c:pt idx="404">
                  <c:v>14281</c:v>
                </c:pt>
                <c:pt idx="405">
                  <c:v>14261</c:v>
                </c:pt>
                <c:pt idx="406">
                  <c:v>14239</c:v>
                </c:pt>
                <c:pt idx="407">
                  <c:v>14195</c:v>
                </c:pt>
                <c:pt idx="408">
                  <c:v>14266</c:v>
                </c:pt>
                <c:pt idx="409">
                  <c:v>14272</c:v>
                </c:pt>
                <c:pt idx="410">
                  <c:v>14225</c:v>
                </c:pt>
                <c:pt idx="411">
                  <c:v>14260</c:v>
                </c:pt>
                <c:pt idx="412">
                  <c:v>14257</c:v>
                </c:pt>
                <c:pt idx="413">
                  <c:v>14252</c:v>
                </c:pt>
                <c:pt idx="414">
                  <c:v>14238</c:v>
                </c:pt>
                <c:pt idx="415">
                  <c:v>14233</c:v>
                </c:pt>
                <c:pt idx="416">
                  <c:v>14251</c:v>
                </c:pt>
                <c:pt idx="417">
                  <c:v>14244</c:v>
                </c:pt>
                <c:pt idx="418">
                  <c:v>14249</c:v>
                </c:pt>
                <c:pt idx="419">
                  <c:v>14256</c:v>
                </c:pt>
                <c:pt idx="420">
                  <c:v>14250</c:v>
                </c:pt>
                <c:pt idx="421">
                  <c:v>14258</c:v>
                </c:pt>
                <c:pt idx="422">
                  <c:v>14269</c:v>
                </c:pt>
                <c:pt idx="423">
                  <c:v>14307</c:v>
                </c:pt>
                <c:pt idx="424">
                  <c:v>14321</c:v>
                </c:pt>
                <c:pt idx="425">
                  <c:v>14315</c:v>
                </c:pt>
                <c:pt idx="426">
                  <c:v>14276</c:v>
                </c:pt>
                <c:pt idx="427">
                  <c:v>14260</c:v>
                </c:pt>
                <c:pt idx="428">
                  <c:v>14245</c:v>
                </c:pt>
                <c:pt idx="429">
                  <c:v>14238</c:v>
                </c:pt>
                <c:pt idx="430">
                  <c:v>14225</c:v>
                </c:pt>
                <c:pt idx="431">
                  <c:v>14210</c:v>
                </c:pt>
                <c:pt idx="432">
                  <c:v>14217</c:v>
                </c:pt>
                <c:pt idx="433">
                  <c:v>14221</c:v>
                </c:pt>
                <c:pt idx="434">
                  <c:v>14155</c:v>
                </c:pt>
                <c:pt idx="435">
                  <c:v>14084</c:v>
                </c:pt>
                <c:pt idx="436">
                  <c:v>14096</c:v>
                </c:pt>
                <c:pt idx="437">
                  <c:v>14080</c:v>
                </c:pt>
                <c:pt idx="438">
                  <c:v>14133</c:v>
                </c:pt>
                <c:pt idx="439">
                  <c:v>14162</c:v>
                </c:pt>
                <c:pt idx="440">
                  <c:v>14183</c:v>
                </c:pt>
                <c:pt idx="441">
                  <c:v>14165</c:v>
                </c:pt>
                <c:pt idx="442">
                  <c:v>14184</c:v>
                </c:pt>
                <c:pt idx="443">
                  <c:v>14199</c:v>
                </c:pt>
                <c:pt idx="444">
                  <c:v>14171</c:v>
                </c:pt>
                <c:pt idx="445">
                  <c:v>14235</c:v>
                </c:pt>
                <c:pt idx="446">
                  <c:v>14261</c:v>
                </c:pt>
                <c:pt idx="447">
                  <c:v>14301</c:v>
                </c:pt>
                <c:pt idx="448">
                  <c:v>14327</c:v>
                </c:pt>
                <c:pt idx="449">
                  <c:v>14374</c:v>
                </c:pt>
                <c:pt idx="450">
                  <c:v>14268</c:v>
                </c:pt>
                <c:pt idx="451">
                  <c:v>14233</c:v>
                </c:pt>
                <c:pt idx="452">
                  <c:v>14253</c:v>
                </c:pt>
                <c:pt idx="453">
                  <c:v>14288</c:v>
                </c:pt>
                <c:pt idx="454">
                  <c:v>14243</c:v>
                </c:pt>
                <c:pt idx="455">
                  <c:v>14206</c:v>
                </c:pt>
                <c:pt idx="456">
                  <c:v>14211</c:v>
                </c:pt>
                <c:pt idx="457">
                  <c:v>14259</c:v>
                </c:pt>
                <c:pt idx="458">
                  <c:v>14231</c:v>
                </c:pt>
                <c:pt idx="459">
                  <c:v>14237</c:v>
                </c:pt>
                <c:pt idx="460">
                  <c:v>14255</c:v>
                </c:pt>
                <c:pt idx="461">
                  <c:v>14272</c:v>
                </c:pt>
                <c:pt idx="462">
                  <c:v>14272</c:v>
                </c:pt>
                <c:pt idx="463">
                  <c:v>14280</c:v>
                </c:pt>
                <c:pt idx="464">
                  <c:v>14280</c:v>
                </c:pt>
                <c:pt idx="465">
                  <c:v>14340</c:v>
                </c:pt>
                <c:pt idx="466">
                  <c:v>14320</c:v>
                </c:pt>
                <c:pt idx="467">
                  <c:v>14353</c:v>
                </c:pt>
                <c:pt idx="468">
                  <c:v>14378</c:v>
                </c:pt>
                <c:pt idx="469">
                  <c:v>14408</c:v>
                </c:pt>
                <c:pt idx="470">
                  <c:v>14441</c:v>
                </c:pt>
                <c:pt idx="471">
                  <c:v>14408</c:v>
                </c:pt>
                <c:pt idx="472">
                  <c:v>14348</c:v>
                </c:pt>
                <c:pt idx="473">
                  <c:v>14351</c:v>
                </c:pt>
                <c:pt idx="474">
                  <c:v>14378</c:v>
                </c:pt>
                <c:pt idx="475">
                  <c:v>14346</c:v>
                </c:pt>
                <c:pt idx="476">
                  <c:v>14348</c:v>
                </c:pt>
                <c:pt idx="477">
                  <c:v>14337</c:v>
                </c:pt>
                <c:pt idx="478">
                  <c:v>14343</c:v>
                </c:pt>
                <c:pt idx="479">
                  <c:v>14343</c:v>
                </c:pt>
                <c:pt idx="480">
                  <c:v>14384</c:v>
                </c:pt>
                <c:pt idx="481">
                  <c:v>14349</c:v>
                </c:pt>
                <c:pt idx="482">
                  <c:v>14264</c:v>
                </c:pt>
                <c:pt idx="483">
                  <c:v>14251</c:v>
                </c:pt>
                <c:pt idx="484">
                  <c:v>14219</c:v>
                </c:pt>
                <c:pt idx="485">
                  <c:v>14225</c:v>
                </c:pt>
                <c:pt idx="486">
                  <c:v>14237</c:v>
                </c:pt>
                <c:pt idx="487">
                  <c:v>14265</c:v>
                </c:pt>
                <c:pt idx="488">
                  <c:v>14269</c:v>
                </c:pt>
                <c:pt idx="489">
                  <c:v>14278</c:v>
                </c:pt>
                <c:pt idx="490">
                  <c:v>14270</c:v>
                </c:pt>
                <c:pt idx="491">
                  <c:v>14310</c:v>
                </c:pt>
                <c:pt idx="492">
                  <c:v>14365</c:v>
                </c:pt>
                <c:pt idx="493">
                  <c:v>14396</c:v>
                </c:pt>
                <c:pt idx="494">
                  <c:v>14360</c:v>
                </c:pt>
                <c:pt idx="495">
                  <c:v>14323</c:v>
                </c:pt>
                <c:pt idx="496">
                  <c:v>14299</c:v>
                </c:pt>
                <c:pt idx="497">
                  <c:v>14302</c:v>
                </c:pt>
                <c:pt idx="498">
                  <c:v>14311</c:v>
                </c:pt>
                <c:pt idx="499">
                  <c:v>14310</c:v>
                </c:pt>
                <c:pt idx="500">
                  <c:v>14323</c:v>
                </c:pt>
                <c:pt idx="501">
                  <c:v>14325</c:v>
                </c:pt>
                <c:pt idx="502">
                  <c:v>14370</c:v>
                </c:pt>
                <c:pt idx="503">
                  <c:v>14354</c:v>
                </c:pt>
                <c:pt idx="504">
                  <c:v>14347</c:v>
                </c:pt>
                <c:pt idx="505">
                  <c:v>14327</c:v>
                </c:pt>
                <c:pt idx="506">
                  <c:v>14358</c:v>
                </c:pt>
                <c:pt idx="507">
                  <c:v>14346</c:v>
                </c:pt>
                <c:pt idx="508">
                  <c:v>14385</c:v>
                </c:pt>
                <c:pt idx="509">
                  <c:v>14381</c:v>
                </c:pt>
                <c:pt idx="510">
                  <c:v>14392</c:v>
                </c:pt>
                <c:pt idx="511">
                  <c:v>14347</c:v>
                </c:pt>
                <c:pt idx="512">
                  <c:v>14381</c:v>
                </c:pt>
                <c:pt idx="513">
                  <c:v>14376</c:v>
                </c:pt>
                <c:pt idx="514">
                  <c:v>14404</c:v>
                </c:pt>
                <c:pt idx="515">
                  <c:v>14385</c:v>
                </c:pt>
                <c:pt idx="516">
                  <c:v>14366</c:v>
                </c:pt>
                <c:pt idx="517">
                  <c:v>14344</c:v>
                </c:pt>
                <c:pt idx="518">
                  <c:v>14359</c:v>
                </c:pt>
                <c:pt idx="519">
                  <c:v>14338</c:v>
                </c:pt>
                <c:pt idx="520">
                  <c:v>14292</c:v>
                </c:pt>
                <c:pt idx="521">
                  <c:v>14278</c:v>
                </c:pt>
                <c:pt idx="522">
                  <c:v>14301</c:v>
                </c:pt>
                <c:pt idx="523">
                  <c:v>14339</c:v>
                </c:pt>
                <c:pt idx="524">
                  <c:v>14329</c:v>
                </c:pt>
                <c:pt idx="525">
                  <c:v>14362</c:v>
                </c:pt>
                <c:pt idx="526">
                  <c:v>14355</c:v>
                </c:pt>
                <c:pt idx="527">
                  <c:v>14371</c:v>
                </c:pt>
                <c:pt idx="528">
                  <c:v>14369</c:v>
                </c:pt>
                <c:pt idx="529">
                  <c:v>14350</c:v>
                </c:pt>
                <c:pt idx="530">
                  <c:v>14373</c:v>
                </c:pt>
                <c:pt idx="531">
                  <c:v>14383</c:v>
                </c:pt>
                <c:pt idx="532">
                  <c:v>14411</c:v>
                </c:pt>
                <c:pt idx="533">
                  <c:v>14394</c:v>
                </c:pt>
                <c:pt idx="534">
                  <c:v>14371</c:v>
                </c:pt>
                <c:pt idx="535">
                  <c:v>14298</c:v>
                </c:pt>
                <c:pt idx="536">
                  <c:v>14306</c:v>
                </c:pt>
                <c:pt idx="537">
                  <c:v>14328</c:v>
                </c:pt>
                <c:pt idx="538">
                  <c:v>14321</c:v>
                </c:pt>
                <c:pt idx="539">
                  <c:v>14311</c:v>
                </c:pt>
                <c:pt idx="540">
                  <c:v>14290</c:v>
                </c:pt>
                <c:pt idx="541">
                  <c:v>14340</c:v>
                </c:pt>
                <c:pt idx="542">
                  <c:v>14341</c:v>
                </c:pt>
                <c:pt idx="543">
                  <c:v>14358</c:v>
                </c:pt>
                <c:pt idx="544">
                  <c:v>14351</c:v>
                </c:pt>
                <c:pt idx="545">
                  <c:v>14361</c:v>
                </c:pt>
                <c:pt idx="546">
                  <c:v>14341</c:v>
                </c:pt>
                <c:pt idx="547">
                  <c:v>14360</c:v>
                </c:pt>
                <c:pt idx="548">
                  <c:v>14364</c:v>
                </c:pt>
                <c:pt idx="549">
                  <c:v>14349</c:v>
                </c:pt>
                <c:pt idx="550">
                  <c:v>14357</c:v>
                </c:pt>
                <c:pt idx="551">
                  <c:v>14364</c:v>
                </c:pt>
                <c:pt idx="552">
                  <c:v>14362</c:v>
                </c:pt>
                <c:pt idx="553">
                  <c:v>14348</c:v>
                </c:pt>
                <c:pt idx="554">
                  <c:v>14364</c:v>
                </c:pt>
                <c:pt idx="555">
                  <c:v>14359</c:v>
                </c:pt>
                <c:pt idx="556">
                  <c:v>14365</c:v>
                </c:pt>
                <c:pt idx="557">
                  <c:v>14370</c:v>
                </c:pt>
                <c:pt idx="558">
                  <c:v>14364</c:v>
                </c:pt>
                <c:pt idx="559">
                  <c:v>14359</c:v>
                </c:pt>
                <c:pt idx="560">
                  <c:v>14349</c:v>
                </c:pt>
                <c:pt idx="561">
                  <c:v>14356</c:v>
                </c:pt>
                <c:pt idx="562">
                  <c:v>14347</c:v>
                </c:pt>
                <c:pt idx="563">
                  <c:v>14351</c:v>
                </c:pt>
                <c:pt idx="564">
                  <c:v>14348</c:v>
                </c:pt>
                <c:pt idx="565">
                  <c:v>14361</c:v>
                </c:pt>
                <c:pt idx="566">
                  <c:v>14452</c:v>
                </c:pt>
                <c:pt idx="567">
                  <c:v>14412</c:v>
                </c:pt>
                <c:pt idx="568">
                  <c:v>14418</c:v>
                </c:pt>
                <c:pt idx="569">
                  <c:v>14480</c:v>
                </c:pt>
                <c:pt idx="570">
                  <c:v>14534</c:v>
                </c:pt>
                <c:pt idx="571">
                  <c:v>14546</c:v>
                </c:pt>
                <c:pt idx="572">
                  <c:v>14546</c:v>
                </c:pt>
                <c:pt idx="573">
                  <c:v>14585</c:v>
                </c:pt>
                <c:pt idx="574">
                  <c:v>14619</c:v>
                </c:pt>
                <c:pt idx="575">
                  <c:v>14651</c:v>
                </c:pt>
                <c:pt idx="576">
                  <c:v>14682</c:v>
                </c:pt>
                <c:pt idx="577">
                  <c:v>14731</c:v>
                </c:pt>
                <c:pt idx="578">
                  <c:v>14661</c:v>
                </c:pt>
                <c:pt idx="579">
                  <c:v>14665</c:v>
                </c:pt>
                <c:pt idx="580">
                  <c:v>14653</c:v>
                </c:pt>
                <c:pt idx="581">
                  <c:v>14645</c:v>
                </c:pt>
                <c:pt idx="582">
                  <c:v>14578</c:v>
                </c:pt>
                <c:pt idx="583">
                  <c:v>14544</c:v>
                </c:pt>
                <c:pt idx="584">
                  <c:v>14592</c:v>
                </c:pt>
                <c:pt idx="585">
                  <c:v>14526</c:v>
                </c:pt>
                <c:pt idx="586">
                  <c:v>14431</c:v>
                </c:pt>
                <c:pt idx="587">
                  <c:v>14462</c:v>
                </c:pt>
                <c:pt idx="588">
                  <c:v>14464</c:v>
                </c:pt>
                <c:pt idx="589">
                  <c:v>14477</c:v>
                </c:pt>
                <c:pt idx="590">
                  <c:v>14555</c:v>
                </c:pt>
                <c:pt idx="591">
                  <c:v>14569</c:v>
                </c:pt>
                <c:pt idx="592">
                  <c:v>14672</c:v>
                </c:pt>
                <c:pt idx="593">
                  <c:v>14729</c:v>
                </c:pt>
                <c:pt idx="594">
                  <c:v>14746</c:v>
                </c:pt>
                <c:pt idx="595">
                  <c:v>14741</c:v>
                </c:pt>
                <c:pt idx="596">
                  <c:v>14828</c:v>
                </c:pt>
                <c:pt idx="597">
                  <c:v>14836</c:v>
                </c:pt>
                <c:pt idx="598">
                  <c:v>14804</c:v>
                </c:pt>
                <c:pt idx="599">
                  <c:v>14860</c:v>
                </c:pt>
                <c:pt idx="600">
                  <c:v>14835</c:v>
                </c:pt>
                <c:pt idx="601">
                  <c:v>14846</c:v>
                </c:pt>
                <c:pt idx="602">
                  <c:v>14802</c:v>
                </c:pt>
                <c:pt idx="603">
                  <c:v>14837</c:v>
                </c:pt>
                <c:pt idx="604">
                  <c:v>14848</c:v>
                </c:pt>
                <c:pt idx="605">
                  <c:v>14882</c:v>
                </c:pt>
                <c:pt idx="606">
                  <c:v>14956</c:v>
                </c:pt>
                <c:pt idx="607">
                  <c:v>14960</c:v>
                </c:pt>
                <c:pt idx="608">
                  <c:v>14990</c:v>
                </c:pt>
                <c:pt idx="609">
                  <c:v>15015</c:v>
                </c:pt>
                <c:pt idx="610">
                  <c:v>14986</c:v>
                </c:pt>
                <c:pt idx="611">
                  <c:v>14981</c:v>
                </c:pt>
                <c:pt idx="612">
                  <c:v>14969</c:v>
                </c:pt>
                <c:pt idx="613">
                  <c:v>14993</c:v>
                </c:pt>
                <c:pt idx="614">
                  <c:v>14985</c:v>
                </c:pt>
                <c:pt idx="615">
                  <c:v>14999</c:v>
                </c:pt>
                <c:pt idx="616">
                  <c:v>14999</c:v>
                </c:pt>
                <c:pt idx="617">
                  <c:v>14986</c:v>
                </c:pt>
                <c:pt idx="618">
                  <c:v>14992</c:v>
                </c:pt>
                <c:pt idx="619">
                  <c:v>14984</c:v>
                </c:pt>
                <c:pt idx="620">
                  <c:v>15017</c:v>
                </c:pt>
                <c:pt idx="621">
                  <c:v>15024</c:v>
                </c:pt>
                <c:pt idx="622">
                  <c:v>14992</c:v>
                </c:pt>
                <c:pt idx="623">
                  <c:v>14984</c:v>
                </c:pt>
                <c:pt idx="624">
                  <c:v>15020</c:v>
                </c:pt>
                <c:pt idx="625">
                  <c:v>14958</c:v>
                </c:pt>
                <c:pt idx="626">
                  <c:v>14860</c:v>
                </c:pt>
                <c:pt idx="627">
                  <c:v>14874</c:v>
                </c:pt>
                <c:pt idx="628">
                  <c:v>14888</c:v>
                </c:pt>
                <c:pt idx="629">
                  <c:v>14917</c:v>
                </c:pt>
                <c:pt idx="630">
                  <c:v>14929</c:v>
                </c:pt>
                <c:pt idx="631">
                  <c:v>14904</c:v>
                </c:pt>
                <c:pt idx="632">
                  <c:v>14915</c:v>
                </c:pt>
                <c:pt idx="633">
                  <c:v>14862</c:v>
                </c:pt>
                <c:pt idx="634">
                  <c:v>14875</c:v>
                </c:pt>
                <c:pt idx="635">
                  <c:v>14799</c:v>
                </c:pt>
                <c:pt idx="636">
                  <c:v>14688</c:v>
                </c:pt>
                <c:pt idx="637">
                  <c:v>14727</c:v>
                </c:pt>
                <c:pt idx="638">
                  <c:v>14767</c:v>
                </c:pt>
                <c:pt idx="639">
                  <c:v>14822</c:v>
                </c:pt>
                <c:pt idx="640">
                  <c:v>14858</c:v>
                </c:pt>
                <c:pt idx="641">
                  <c:v>14882</c:v>
                </c:pt>
                <c:pt idx="642">
                  <c:v>14893</c:v>
                </c:pt>
                <c:pt idx="643">
                  <c:v>14851</c:v>
                </c:pt>
                <c:pt idx="644">
                  <c:v>14827</c:v>
                </c:pt>
                <c:pt idx="645">
                  <c:v>14814</c:v>
                </c:pt>
                <c:pt idx="646">
                  <c:v>14887</c:v>
                </c:pt>
                <c:pt idx="647">
                  <c:v>14875</c:v>
                </c:pt>
                <c:pt idx="648">
                  <c:v>14853</c:v>
                </c:pt>
                <c:pt idx="649">
                  <c:v>14884</c:v>
                </c:pt>
                <c:pt idx="650">
                  <c:v>14900</c:v>
                </c:pt>
                <c:pt idx="651">
                  <c:v>14920</c:v>
                </c:pt>
                <c:pt idx="652">
                  <c:v>14885</c:v>
                </c:pt>
                <c:pt idx="653">
                  <c:v>14927</c:v>
                </c:pt>
                <c:pt idx="654">
                  <c:v>14905</c:v>
                </c:pt>
                <c:pt idx="655">
                  <c:v>14846</c:v>
                </c:pt>
                <c:pt idx="656">
                  <c:v>14839</c:v>
                </c:pt>
                <c:pt idx="657">
                  <c:v>14861</c:v>
                </c:pt>
                <c:pt idx="658">
                  <c:v>14923</c:v>
                </c:pt>
                <c:pt idx="659">
                  <c:v>14899</c:v>
                </c:pt>
                <c:pt idx="660">
                  <c:v>14939</c:v>
                </c:pt>
                <c:pt idx="661">
                  <c:v>14980</c:v>
                </c:pt>
                <c:pt idx="662">
                  <c:v>14975</c:v>
                </c:pt>
                <c:pt idx="663">
                  <c:v>15011</c:v>
                </c:pt>
                <c:pt idx="664">
                  <c:v>15033</c:v>
                </c:pt>
                <c:pt idx="665">
                  <c:v>15035</c:v>
                </c:pt>
                <c:pt idx="666">
                  <c:v>15119</c:v>
                </c:pt>
                <c:pt idx="667">
                  <c:v>15155</c:v>
                </c:pt>
                <c:pt idx="668">
                  <c:v>15243</c:v>
                </c:pt>
                <c:pt idx="669">
                  <c:v>15247</c:v>
                </c:pt>
                <c:pt idx="670">
                  <c:v>15232</c:v>
                </c:pt>
                <c:pt idx="671">
                  <c:v>15293</c:v>
                </c:pt>
                <c:pt idx="672">
                  <c:v>15276</c:v>
                </c:pt>
                <c:pt idx="673">
                  <c:v>15196</c:v>
                </c:pt>
                <c:pt idx="674">
                  <c:v>15197</c:v>
                </c:pt>
                <c:pt idx="675">
                  <c:v>15246</c:v>
                </c:pt>
                <c:pt idx="676">
                  <c:v>15299</c:v>
                </c:pt>
                <c:pt idx="677">
                  <c:v>15362</c:v>
                </c:pt>
                <c:pt idx="678">
                  <c:v>15373</c:v>
                </c:pt>
                <c:pt idx="679">
                  <c:v>15357</c:v>
                </c:pt>
                <c:pt idx="680">
                  <c:v>15390</c:v>
                </c:pt>
                <c:pt idx="681">
                  <c:v>15480</c:v>
                </c:pt>
                <c:pt idx="682">
                  <c:v>15469</c:v>
                </c:pt>
                <c:pt idx="683">
                  <c:v>15491</c:v>
                </c:pt>
                <c:pt idx="684">
                  <c:v>15579</c:v>
                </c:pt>
                <c:pt idx="685">
                  <c:v>15610</c:v>
                </c:pt>
                <c:pt idx="686">
                  <c:v>15590</c:v>
                </c:pt>
                <c:pt idx="687">
                  <c:v>15616</c:v>
                </c:pt>
                <c:pt idx="688">
                  <c:v>15596</c:v>
                </c:pt>
                <c:pt idx="689">
                  <c:v>15573</c:v>
                </c:pt>
                <c:pt idx="690">
                  <c:v>15542</c:v>
                </c:pt>
                <c:pt idx="691">
                  <c:v>15596</c:v>
                </c:pt>
                <c:pt idx="692">
                  <c:v>15647</c:v>
                </c:pt>
                <c:pt idx="693">
                  <c:v>15652</c:v>
                </c:pt>
                <c:pt idx="694">
                  <c:v>15681</c:v>
                </c:pt>
                <c:pt idx="695">
                  <c:v>15736</c:v>
                </c:pt>
                <c:pt idx="696">
                  <c:v>15692</c:v>
                </c:pt>
                <c:pt idx="697">
                  <c:v>15684</c:v>
                </c:pt>
                <c:pt idx="698">
                  <c:v>15654</c:v>
                </c:pt>
                <c:pt idx="699">
                  <c:v>15701</c:v>
                </c:pt>
                <c:pt idx="700">
                  <c:v>15493</c:v>
                </c:pt>
                <c:pt idx="701">
                  <c:v>15499</c:v>
                </c:pt>
                <c:pt idx="702">
                  <c:v>15564</c:v>
                </c:pt>
                <c:pt idx="703">
                  <c:v>15610</c:v>
                </c:pt>
                <c:pt idx="704">
                  <c:v>15687</c:v>
                </c:pt>
                <c:pt idx="705">
                  <c:v>15692</c:v>
                </c:pt>
                <c:pt idx="706">
                  <c:v>15707</c:v>
                </c:pt>
                <c:pt idx="707">
                  <c:v>15716</c:v>
                </c:pt>
                <c:pt idx="708">
                  <c:v>15700</c:v>
                </c:pt>
                <c:pt idx="709">
                  <c:v>15647</c:v>
                </c:pt>
                <c:pt idx="710">
                  <c:v>15668</c:v>
                </c:pt>
                <c:pt idx="711">
                  <c:v>15729</c:v>
                </c:pt>
                <c:pt idx="712">
                  <c:v>15737</c:v>
                </c:pt>
                <c:pt idx="713">
                  <c:v>15742</c:v>
                </c:pt>
                <c:pt idx="714">
                  <c:v>15617</c:v>
                </c:pt>
                <c:pt idx="715">
                  <c:v>15429</c:v>
                </c:pt>
                <c:pt idx="716">
                  <c:v>15409</c:v>
                </c:pt>
                <c:pt idx="717">
                  <c:v>15576</c:v>
                </c:pt>
                <c:pt idx="718">
                  <c:v>15619</c:v>
                </c:pt>
                <c:pt idx="719">
                  <c:v>15624</c:v>
                </c:pt>
                <c:pt idx="720">
                  <c:v>15587</c:v>
                </c:pt>
                <c:pt idx="721">
                  <c:v>15642</c:v>
                </c:pt>
                <c:pt idx="722">
                  <c:v>15661</c:v>
                </c:pt>
                <c:pt idx="723">
                  <c:v>15619</c:v>
                </c:pt>
                <c:pt idx="724">
                  <c:v>15630</c:v>
                </c:pt>
                <c:pt idx="725">
                  <c:v>15617</c:v>
                </c:pt>
                <c:pt idx="726">
                  <c:v>15621</c:v>
                </c:pt>
                <c:pt idx="727">
                  <c:v>15608</c:v>
                </c:pt>
                <c:pt idx="728">
                  <c:v>15601</c:v>
                </c:pt>
                <c:pt idx="729">
                  <c:v>15594</c:v>
                </c:pt>
                <c:pt idx="730">
                  <c:v>15605</c:v>
                </c:pt>
                <c:pt idx="731">
                  <c:v>15636</c:v>
                </c:pt>
                <c:pt idx="732">
                  <c:v>15659</c:v>
                </c:pt>
                <c:pt idx="733">
                  <c:v>15703</c:v>
                </c:pt>
                <c:pt idx="734">
                  <c:v>15731</c:v>
                </c:pt>
                <c:pt idx="735">
                  <c:v>15592</c:v>
                </c:pt>
                <c:pt idx="736">
                  <c:v>15572</c:v>
                </c:pt>
                <c:pt idx="737">
                  <c:v>15590</c:v>
                </c:pt>
                <c:pt idx="738">
                  <c:v>15615</c:v>
                </c:pt>
                <c:pt idx="739">
                  <c:v>15610</c:v>
                </c:pt>
                <c:pt idx="740">
                  <c:v>15635</c:v>
                </c:pt>
                <c:pt idx="741">
                  <c:v>15574</c:v>
                </c:pt>
                <c:pt idx="742">
                  <c:v>15589</c:v>
                </c:pt>
                <c:pt idx="743">
                  <c:v>15527</c:v>
                </c:pt>
                <c:pt idx="744">
                  <c:v>15366</c:v>
                </c:pt>
                <c:pt idx="745">
                  <c:v>15177</c:v>
                </c:pt>
                <c:pt idx="746">
                  <c:v>15019</c:v>
                </c:pt>
                <c:pt idx="747">
                  <c:v>15154</c:v>
                </c:pt>
                <c:pt idx="748">
                  <c:v>15137</c:v>
                </c:pt>
                <c:pt idx="749">
                  <c:v>15113</c:v>
                </c:pt>
                <c:pt idx="750">
                  <c:v>15121</c:v>
                </c:pt>
                <c:pt idx="751">
                  <c:v>14930</c:v>
                </c:pt>
                <c:pt idx="752">
                  <c:v>14958</c:v>
                </c:pt>
                <c:pt idx="753">
                  <c:v>14964</c:v>
                </c:pt>
                <c:pt idx="754">
                  <c:v>14978</c:v>
                </c:pt>
                <c:pt idx="755">
                  <c:v>14979</c:v>
                </c:pt>
                <c:pt idx="756">
                  <c:v>14992</c:v>
                </c:pt>
                <c:pt idx="757">
                  <c:v>14991</c:v>
                </c:pt>
                <c:pt idx="758">
                  <c:v>14868</c:v>
                </c:pt>
                <c:pt idx="759">
                  <c:v>14898</c:v>
                </c:pt>
                <c:pt idx="760">
                  <c:v>15055</c:v>
                </c:pt>
                <c:pt idx="761">
                  <c:v>15139</c:v>
                </c:pt>
                <c:pt idx="762">
                  <c:v>15122</c:v>
                </c:pt>
                <c:pt idx="763">
                  <c:v>15120</c:v>
                </c:pt>
                <c:pt idx="764">
                  <c:v>15140</c:v>
                </c:pt>
                <c:pt idx="765">
                  <c:v>15216</c:v>
                </c:pt>
                <c:pt idx="766">
                  <c:v>15168</c:v>
                </c:pt>
                <c:pt idx="767">
                  <c:v>15194</c:v>
                </c:pt>
                <c:pt idx="768">
                  <c:v>15176</c:v>
                </c:pt>
                <c:pt idx="769">
                  <c:v>15199</c:v>
                </c:pt>
                <c:pt idx="770">
                  <c:v>15168</c:v>
                </c:pt>
                <c:pt idx="771">
                  <c:v>15179</c:v>
                </c:pt>
                <c:pt idx="772">
                  <c:v>15218</c:v>
                </c:pt>
                <c:pt idx="773">
                  <c:v>15187</c:v>
                </c:pt>
                <c:pt idx="774">
                  <c:v>15216</c:v>
                </c:pt>
                <c:pt idx="775">
                  <c:v>15274</c:v>
                </c:pt>
                <c:pt idx="776">
                  <c:v>15240</c:v>
                </c:pt>
                <c:pt idx="777">
                  <c:v>15250</c:v>
                </c:pt>
                <c:pt idx="778">
                  <c:v>15273</c:v>
                </c:pt>
                <c:pt idx="779">
                  <c:v>15306</c:v>
                </c:pt>
                <c:pt idx="780">
                  <c:v>15301</c:v>
                </c:pt>
                <c:pt idx="781">
                  <c:v>15359</c:v>
                </c:pt>
                <c:pt idx="782">
                  <c:v>15451</c:v>
                </c:pt>
                <c:pt idx="783">
                  <c:v>15438</c:v>
                </c:pt>
                <c:pt idx="784">
                  <c:v>15468</c:v>
                </c:pt>
                <c:pt idx="785">
                  <c:v>15374</c:v>
                </c:pt>
                <c:pt idx="786">
                  <c:v>15380</c:v>
                </c:pt>
                <c:pt idx="787">
                  <c:v>15365</c:v>
                </c:pt>
                <c:pt idx="788">
                  <c:v>15418</c:v>
                </c:pt>
                <c:pt idx="789">
                  <c:v>15364</c:v>
                </c:pt>
                <c:pt idx="790">
                  <c:v>15372</c:v>
                </c:pt>
                <c:pt idx="791">
                  <c:v>15349</c:v>
                </c:pt>
                <c:pt idx="792">
                  <c:v>15189</c:v>
                </c:pt>
                <c:pt idx="793">
                  <c:v>15174</c:v>
                </c:pt>
                <c:pt idx="794">
                  <c:v>15088</c:v>
                </c:pt>
                <c:pt idx="795">
                  <c:v>15094</c:v>
                </c:pt>
                <c:pt idx="796">
                  <c:v>15062</c:v>
                </c:pt>
                <c:pt idx="797">
                  <c:v>14977</c:v>
                </c:pt>
                <c:pt idx="798">
                  <c:v>14990</c:v>
                </c:pt>
                <c:pt idx="799">
                  <c:v>14913</c:v>
                </c:pt>
                <c:pt idx="800">
                  <c:v>14933</c:v>
                </c:pt>
                <c:pt idx="801">
                  <c:v>14943</c:v>
                </c:pt>
                <c:pt idx="802">
                  <c:v>14905</c:v>
                </c:pt>
                <c:pt idx="803">
                  <c:v>14888</c:v>
                </c:pt>
                <c:pt idx="804">
                  <c:v>14866</c:v>
                </c:pt>
                <c:pt idx="805">
                  <c:v>14792</c:v>
                </c:pt>
                <c:pt idx="806">
                  <c:v>14666</c:v>
                </c:pt>
                <c:pt idx="807">
                  <c:v>14773</c:v>
                </c:pt>
                <c:pt idx="808">
                  <c:v>14855</c:v>
                </c:pt>
                <c:pt idx="809">
                  <c:v>14882</c:v>
                </c:pt>
                <c:pt idx="810">
                  <c:v>14751</c:v>
                </c:pt>
                <c:pt idx="811">
                  <c:v>14661</c:v>
                </c:pt>
                <c:pt idx="812">
                  <c:v>14703</c:v>
                </c:pt>
                <c:pt idx="813">
                  <c:v>14706</c:v>
                </c:pt>
                <c:pt idx="814">
                  <c:v>14632</c:v>
                </c:pt>
                <c:pt idx="815">
                  <c:v>14674</c:v>
                </c:pt>
                <c:pt idx="816">
                  <c:v>14709</c:v>
                </c:pt>
                <c:pt idx="817">
                  <c:v>14757</c:v>
                </c:pt>
                <c:pt idx="818">
                  <c:v>14746</c:v>
                </c:pt>
                <c:pt idx="819">
                  <c:v>14722</c:v>
                </c:pt>
                <c:pt idx="820">
                  <c:v>14752</c:v>
                </c:pt>
                <c:pt idx="821">
                  <c:v>14812</c:v>
                </c:pt>
                <c:pt idx="822">
                  <c:v>14810</c:v>
                </c:pt>
                <c:pt idx="823">
                  <c:v>14875</c:v>
                </c:pt>
                <c:pt idx="824">
                  <c:v>14936</c:v>
                </c:pt>
                <c:pt idx="825">
                  <c:v>14897</c:v>
                </c:pt>
                <c:pt idx="826">
                  <c:v>14878</c:v>
                </c:pt>
                <c:pt idx="827">
                  <c:v>14905</c:v>
                </c:pt>
                <c:pt idx="828">
                  <c:v>14952</c:v>
                </c:pt>
                <c:pt idx="829">
                  <c:v>14959</c:v>
                </c:pt>
                <c:pt idx="830">
                  <c:v>14973</c:v>
                </c:pt>
                <c:pt idx="831">
                  <c:v>14969</c:v>
                </c:pt>
                <c:pt idx="832">
                  <c:v>15003</c:v>
                </c:pt>
                <c:pt idx="833">
                  <c:v>14888</c:v>
                </c:pt>
                <c:pt idx="834">
                  <c:v>14839</c:v>
                </c:pt>
                <c:pt idx="835">
                  <c:v>14875</c:v>
                </c:pt>
                <c:pt idx="836">
                  <c:v>14903</c:v>
                </c:pt>
                <c:pt idx="837">
                  <c:v>14853</c:v>
                </c:pt>
                <c:pt idx="838">
                  <c:v>14874</c:v>
                </c:pt>
                <c:pt idx="839">
                  <c:v>14868</c:v>
                </c:pt>
                <c:pt idx="840">
                  <c:v>14895</c:v>
                </c:pt>
                <c:pt idx="841">
                  <c:v>14943</c:v>
                </c:pt>
                <c:pt idx="842">
                  <c:v>14945</c:v>
                </c:pt>
                <c:pt idx="843">
                  <c:v>14994</c:v>
                </c:pt>
                <c:pt idx="844">
                  <c:v>15040</c:v>
                </c:pt>
                <c:pt idx="845">
                  <c:v>14982</c:v>
                </c:pt>
                <c:pt idx="846">
                  <c:v>14918</c:v>
                </c:pt>
                <c:pt idx="847">
                  <c:v>14998</c:v>
                </c:pt>
                <c:pt idx="848">
                  <c:v>15026</c:v>
                </c:pt>
                <c:pt idx="849">
                  <c:v>15000</c:v>
                </c:pt>
                <c:pt idx="850">
                  <c:v>15034</c:v>
                </c:pt>
                <c:pt idx="851">
                  <c:v>15018</c:v>
                </c:pt>
                <c:pt idx="852">
                  <c:v>15013</c:v>
                </c:pt>
                <c:pt idx="853">
                  <c:v>15062</c:v>
                </c:pt>
                <c:pt idx="854">
                  <c:v>15136</c:v>
                </c:pt>
                <c:pt idx="855">
                  <c:v>15192</c:v>
                </c:pt>
                <c:pt idx="856">
                  <c:v>15162</c:v>
                </c:pt>
                <c:pt idx="857">
                  <c:v>15084</c:v>
                </c:pt>
                <c:pt idx="858">
                  <c:v>14978</c:v>
                </c:pt>
                <c:pt idx="859">
                  <c:v>14945</c:v>
                </c:pt>
                <c:pt idx="860">
                  <c:v>15007</c:v>
                </c:pt>
                <c:pt idx="861">
                  <c:v>14994</c:v>
                </c:pt>
                <c:pt idx="862">
                  <c:v>14991</c:v>
                </c:pt>
                <c:pt idx="863">
                  <c:v>15026</c:v>
                </c:pt>
                <c:pt idx="864">
                  <c:v>15028</c:v>
                </c:pt>
                <c:pt idx="865">
                  <c:v>15007</c:v>
                </c:pt>
                <c:pt idx="866">
                  <c:v>15032</c:v>
                </c:pt>
                <c:pt idx="867">
                  <c:v>15003</c:v>
                </c:pt>
                <c:pt idx="868">
                  <c:v>15083</c:v>
                </c:pt>
                <c:pt idx="869">
                  <c:v>15092</c:v>
                </c:pt>
                <c:pt idx="870">
                  <c:v>15117</c:v>
                </c:pt>
                <c:pt idx="871">
                  <c:v>15171</c:v>
                </c:pt>
                <c:pt idx="872">
                  <c:v>15198</c:v>
                </c:pt>
                <c:pt idx="873">
                  <c:v>15168</c:v>
                </c:pt>
                <c:pt idx="874">
                  <c:v>15178</c:v>
                </c:pt>
                <c:pt idx="875">
                  <c:v>15229</c:v>
                </c:pt>
                <c:pt idx="876">
                  <c:v>15206</c:v>
                </c:pt>
                <c:pt idx="877">
                  <c:v>15204</c:v>
                </c:pt>
                <c:pt idx="878">
                  <c:v>15225</c:v>
                </c:pt>
                <c:pt idx="879">
                  <c:v>15323</c:v>
                </c:pt>
                <c:pt idx="880">
                  <c:v>15346</c:v>
                </c:pt>
                <c:pt idx="881">
                  <c:v>15308</c:v>
                </c:pt>
                <c:pt idx="882">
                  <c:v>15308</c:v>
                </c:pt>
                <c:pt idx="883">
                  <c:v>15329</c:v>
                </c:pt>
                <c:pt idx="884">
                  <c:v>15326</c:v>
                </c:pt>
                <c:pt idx="885">
                  <c:v>15319</c:v>
                </c:pt>
                <c:pt idx="886">
                  <c:v>15253</c:v>
                </c:pt>
                <c:pt idx="887">
                  <c:v>15297</c:v>
                </c:pt>
                <c:pt idx="888">
                  <c:v>15294</c:v>
                </c:pt>
                <c:pt idx="889">
                  <c:v>15263</c:v>
                </c:pt>
                <c:pt idx="890">
                  <c:v>15239</c:v>
                </c:pt>
                <c:pt idx="891">
                  <c:v>15237</c:v>
                </c:pt>
                <c:pt idx="892">
                  <c:v>15252</c:v>
                </c:pt>
                <c:pt idx="893">
                  <c:v>15247</c:v>
                </c:pt>
                <c:pt idx="894">
                  <c:v>15260</c:v>
                </c:pt>
                <c:pt idx="895">
                  <c:v>15307</c:v>
                </c:pt>
                <c:pt idx="896">
                  <c:v>15334</c:v>
                </c:pt>
                <c:pt idx="897">
                  <c:v>15341</c:v>
                </c:pt>
                <c:pt idx="898">
                  <c:v>15352</c:v>
                </c:pt>
                <c:pt idx="899">
                  <c:v>15344</c:v>
                </c:pt>
                <c:pt idx="900">
                  <c:v>15367</c:v>
                </c:pt>
                <c:pt idx="901">
                  <c:v>15357</c:v>
                </c:pt>
                <c:pt idx="902">
                  <c:v>15367</c:v>
                </c:pt>
                <c:pt idx="903">
                  <c:v>15373</c:v>
                </c:pt>
                <c:pt idx="904">
                  <c:v>15381</c:v>
                </c:pt>
                <c:pt idx="905">
                  <c:v>15396</c:v>
                </c:pt>
                <c:pt idx="906">
                  <c:v>15397</c:v>
                </c:pt>
                <c:pt idx="907">
                  <c:v>15383</c:v>
                </c:pt>
                <c:pt idx="908">
                  <c:v>15399</c:v>
                </c:pt>
                <c:pt idx="909">
                  <c:v>15464</c:v>
                </c:pt>
                <c:pt idx="910">
                  <c:v>15526</c:v>
                </c:pt>
                <c:pt idx="911">
                  <c:v>15487</c:v>
                </c:pt>
                <c:pt idx="912">
                  <c:v>15519</c:v>
                </c:pt>
                <c:pt idx="913">
                  <c:v>15600</c:v>
                </c:pt>
                <c:pt idx="914">
                  <c:v>15636</c:v>
                </c:pt>
                <c:pt idx="915">
                  <c:v>15601</c:v>
                </c:pt>
                <c:pt idx="916">
                  <c:v>15628</c:v>
                </c:pt>
                <c:pt idx="917">
                  <c:v>15675</c:v>
                </c:pt>
                <c:pt idx="918">
                  <c:v>15708</c:v>
                </c:pt>
                <c:pt idx="919">
                  <c:v>15710</c:v>
                </c:pt>
                <c:pt idx="920">
                  <c:v>15702</c:v>
                </c:pt>
                <c:pt idx="921">
                  <c:v>15709</c:v>
                </c:pt>
                <c:pt idx="922">
                  <c:v>15716</c:v>
                </c:pt>
                <c:pt idx="923">
                  <c:v>15718</c:v>
                </c:pt>
                <c:pt idx="924">
                  <c:v>15731</c:v>
                </c:pt>
                <c:pt idx="925">
                  <c:v>15838</c:v>
                </c:pt>
                <c:pt idx="926">
                  <c:v>15856</c:v>
                </c:pt>
                <c:pt idx="927">
                  <c:v>15943</c:v>
                </c:pt>
                <c:pt idx="928">
                  <c:v>15869</c:v>
                </c:pt>
                <c:pt idx="929">
                  <c:v>15871</c:v>
                </c:pt>
                <c:pt idx="930">
                  <c:v>15933</c:v>
                </c:pt>
                <c:pt idx="931">
                  <c:v>15941</c:v>
                </c:pt>
                <c:pt idx="932">
                  <c:v>15916</c:v>
                </c:pt>
                <c:pt idx="933">
                  <c:v>15897</c:v>
                </c:pt>
                <c:pt idx="934">
                  <c:v>15946</c:v>
                </c:pt>
                <c:pt idx="935">
                  <c:v>15861</c:v>
                </c:pt>
                <c:pt idx="936">
                  <c:v>15771</c:v>
                </c:pt>
                <c:pt idx="937">
                  <c:v>15550</c:v>
                </c:pt>
                <c:pt idx="938">
                  <c:v>15593</c:v>
                </c:pt>
                <c:pt idx="939">
                  <c:v>15629</c:v>
                </c:pt>
                <c:pt idx="940">
                  <c:v>15649</c:v>
                </c:pt>
                <c:pt idx="941">
                  <c:v>15693</c:v>
                </c:pt>
                <c:pt idx="942">
                  <c:v>15713</c:v>
                </c:pt>
                <c:pt idx="943">
                  <c:v>15699</c:v>
                </c:pt>
                <c:pt idx="944">
                  <c:v>15503</c:v>
                </c:pt>
                <c:pt idx="945">
                  <c:v>15595</c:v>
                </c:pt>
                <c:pt idx="946">
                  <c:v>15504</c:v>
                </c:pt>
                <c:pt idx="947">
                  <c:v>15419</c:v>
                </c:pt>
                <c:pt idx="948">
                  <c:v>15436</c:v>
                </c:pt>
                <c:pt idx="949">
                  <c:v>15584</c:v>
                </c:pt>
                <c:pt idx="950">
                  <c:v>15593</c:v>
                </c:pt>
                <c:pt idx="951">
                  <c:v>15587</c:v>
                </c:pt>
                <c:pt idx="952">
                  <c:v>15527</c:v>
                </c:pt>
                <c:pt idx="953">
                  <c:v>15450</c:v>
                </c:pt>
                <c:pt idx="954">
                  <c:v>15384</c:v>
                </c:pt>
                <c:pt idx="955">
                  <c:v>15484</c:v>
                </c:pt>
                <c:pt idx="956">
                  <c:v>15524</c:v>
                </c:pt>
                <c:pt idx="957">
                  <c:v>15446</c:v>
                </c:pt>
                <c:pt idx="958">
                  <c:v>15504</c:v>
                </c:pt>
                <c:pt idx="959">
                  <c:v>15504</c:v>
                </c:pt>
                <c:pt idx="960">
                  <c:v>15536</c:v>
                </c:pt>
                <c:pt idx="961">
                  <c:v>15500</c:v>
                </c:pt>
                <c:pt idx="962">
                  <c:v>15614</c:v>
                </c:pt>
                <c:pt idx="963">
                  <c:v>15631</c:v>
                </c:pt>
                <c:pt idx="964">
                  <c:v>15629</c:v>
                </c:pt>
                <c:pt idx="965">
                  <c:v>15493</c:v>
                </c:pt>
                <c:pt idx="966">
                  <c:v>15503</c:v>
                </c:pt>
                <c:pt idx="967">
                  <c:v>15516</c:v>
                </c:pt>
                <c:pt idx="968">
                  <c:v>15506</c:v>
                </c:pt>
                <c:pt idx="969">
                  <c:v>15512</c:v>
                </c:pt>
                <c:pt idx="970">
                  <c:v>15533</c:v>
                </c:pt>
                <c:pt idx="971">
                  <c:v>15489</c:v>
                </c:pt>
                <c:pt idx="972">
                  <c:v>15414</c:v>
                </c:pt>
                <c:pt idx="973">
                  <c:v>15416</c:v>
                </c:pt>
                <c:pt idx="974">
                  <c:v>15439</c:v>
                </c:pt>
                <c:pt idx="975">
                  <c:v>15473</c:v>
                </c:pt>
                <c:pt idx="976">
                  <c:v>15495</c:v>
                </c:pt>
                <c:pt idx="977">
                  <c:v>15525</c:v>
                </c:pt>
                <c:pt idx="978">
                  <c:v>15518</c:v>
                </c:pt>
                <c:pt idx="979">
                  <c:v>15522</c:v>
                </c:pt>
                <c:pt idx="980">
                  <c:v>15518</c:v>
                </c:pt>
                <c:pt idx="981">
                  <c:v>15568</c:v>
                </c:pt>
                <c:pt idx="982">
                  <c:v>15558</c:v>
                </c:pt>
                <c:pt idx="983">
                  <c:v>15559</c:v>
                </c:pt>
                <c:pt idx="984">
                  <c:v>15555</c:v>
                </c:pt>
                <c:pt idx="985">
                  <c:v>15592</c:v>
                </c:pt>
                <c:pt idx="986">
                  <c:v>15639</c:v>
                </c:pt>
                <c:pt idx="987">
                  <c:v>15630</c:v>
                </c:pt>
                <c:pt idx="988">
                  <c:v>15628</c:v>
                </c:pt>
                <c:pt idx="989">
                  <c:v>15627</c:v>
                </c:pt>
                <c:pt idx="990">
                  <c:v>15656</c:v>
                </c:pt>
                <c:pt idx="991">
                  <c:v>15719</c:v>
                </c:pt>
                <c:pt idx="992">
                  <c:v>15767</c:v>
                </c:pt>
                <c:pt idx="993">
                  <c:v>15829</c:v>
                </c:pt>
                <c:pt idx="994">
                  <c:v>15825</c:v>
                </c:pt>
                <c:pt idx="995">
                  <c:v>15796</c:v>
                </c:pt>
                <c:pt idx="996">
                  <c:v>15803</c:v>
                </c:pt>
                <c:pt idx="997">
                  <c:v>15775</c:v>
                </c:pt>
                <c:pt idx="998">
                  <c:v>15688</c:v>
                </c:pt>
                <c:pt idx="999">
                  <c:v>15705</c:v>
                </c:pt>
                <c:pt idx="1000">
                  <c:v>15734</c:v>
                </c:pt>
                <c:pt idx="1001">
                  <c:v>15685</c:v>
                </c:pt>
                <c:pt idx="1002">
                  <c:v>15612</c:v>
                </c:pt>
                <c:pt idx="1003">
                  <c:v>15585</c:v>
                </c:pt>
                <c:pt idx="1004">
                  <c:v>15606</c:v>
                </c:pt>
                <c:pt idx="1005">
                  <c:v>15654</c:v>
                </c:pt>
                <c:pt idx="1006">
                  <c:v>15630</c:v>
                </c:pt>
                <c:pt idx="1007">
                  <c:v>15659</c:v>
                </c:pt>
                <c:pt idx="1008">
                  <c:v>15658</c:v>
                </c:pt>
                <c:pt idx="1009">
                  <c:v>15630</c:v>
                </c:pt>
                <c:pt idx="1010">
                  <c:v>15589</c:v>
                </c:pt>
                <c:pt idx="1011">
                  <c:v>15635</c:v>
                </c:pt>
                <c:pt idx="1012">
                  <c:v>15655</c:v>
                </c:pt>
                <c:pt idx="1013">
                  <c:v>15673</c:v>
                </c:pt>
                <c:pt idx="1014">
                  <c:v>15715</c:v>
                </c:pt>
                <c:pt idx="1015">
                  <c:v>15696</c:v>
                </c:pt>
                <c:pt idx="1016">
                  <c:v>15723</c:v>
                </c:pt>
                <c:pt idx="1017">
                  <c:v>15756</c:v>
                </c:pt>
                <c:pt idx="1018">
                  <c:v>15723</c:v>
                </c:pt>
                <c:pt idx="1019">
                  <c:v>15658</c:v>
                </c:pt>
                <c:pt idx="1020">
                  <c:v>15603</c:v>
                </c:pt>
                <c:pt idx="1021">
                  <c:v>15576</c:v>
                </c:pt>
                <c:pt idx="1022">
                  <c:v>15582</c:v>
                </c:pt>
                <c:pt idx="1023">
                  <c:v>15624</c:v>
                </c:pt>
                <c:pt idx="1024">
                  <c:v>15672</c:v>
                </c:pt>
                <c:pt idx="1025">
                  <c:v>15712</c:v>
                </c:pt>
                <c:pt idx="1026">
                  <c:v>15727</c:v>
                </c:pt>
                <c:pt idx="1027">
                  <c:v>15662</c:v>
                </c:pt>
                <c:pt idx="1028">
                  <c:v>15773</c:v>
                </c:pt>
                <c:pt idx="1029">
                  <c:v>15795</c:v>
                </c:pt>
                <c:pt idx="1030">
                  <c:v>15797</c:v>
                </c:pt>
                <c:pt idx="1031">
                  <c:v>15853</c:v>
                </c:pt>
                <c:pt idx="1032">
                  <c:v>15873</c:v>
                </c:pt>
                <c:pt idx="1033">
                  <c:v>15909</c:v>
                </c:pt>
                <c:pt idx="1034">
                  <c:v>15934</c:v>
                </c:pt>
                <c:pt idx="1035">
                  <c:v>15923</c:v>
                </c:pt>
                <c:pt idx="1036">
                  <c:v>15907</c:v>
                </c:pt>
                <c:pt idx="1037">
                  <c:v>15873</c:v>
                </c:pt>
                <c:pt idx="1038">
                  <c:v>16176</c:v>
                </c:pt>
                <c:pt idx="1039">
                  <c:v>16240</c:v>
                </c:pt>
                <c:pt idx="1040">
                  <c:v>16177</c:v>
                </c:pt>
                <c:pt idx="1041">
                  <c:v>16280</c:v>
                </c:pt>
                <c:pt idx="1042">
                  <c:v>16224</c:v>
                </c:pt>
                <c:pt idx="1043">
                  <c:v>16244</c:v>
                </c:pt>
                <c:pt idx="1044">
                  <c:v>16161</c:v>
                </c:pt>
                <c:pt idx="1045">
                  <c:v>16208</c:v>
                </c:pt>
                <c:pt idx="1046">
                  <c:v>16222</c:v>
                </c:pt>
                <c:pt idx="1047">
                  <c:v>16249</c:v>
                </c:pt>
                <c:pt idx="1048">
                  <c:v>16276</c:v>
                </c:pt>
                <c:pt idx="1049">
                  <c:v>16202</c:v>
                </c:pt>
                <c:pt idx="1050">
                  <c:v>16094</c:v>
                </c:pt>
                <c:pt idx="1051">
                  <c:v>16025</c:v>
                </c:pt>
                <c:pt idx="1052">
                  <c:v>16054</c:v>
                </c:pt>
                <c:pt idx="1053">
                  <c:v>16081</c:v>
                </c:pt>
                <c:pt idx="1054">
                  <c:v>16085</c:v>
                </c:pt>
                <c:pt idx="1055">
                  <c:v>16131</c:v>
                </c:pt>
                <c:pt idx="1056">
                  <c:v>16070</c:v>
                </c:pt>
                <c:pt idx="1057">
                  <c:v>15944</c:v>
                </c:pt>
                <c:pt idx="1058">
                  <c:v>15978</c:v>
                </c:pt>
                <c:pt idx="1059">
                  <c:v>15980</c:v>
                </c:pt>
                <c:pt idx="1060">
                  <c:v>16024</c:v>
                </c:pt>
                <c:pt idx="1061">
                  <c:v>15995</c:v>
                </c:pt>
                <c:pt idx="1062">
                  <c:v>16064</c:v>
                </c:pt>
                <c:pt idx="1063">
                  <c:v>16095</c:v>
                </c:pt>
                <c:pt idx="1064">
                  <c:v>16160</c:v>
                </c:pt>
                <c:pt idx="1065">
                  <c:v>16253</c:v>
                </c:pt>
                <c:pt idx="1066">
                  <c:v>16251</c:v>
                </c:pt>
                <c:pt idx="1067">
                  <c:v>16225</c:v>
                </c:pt>
                <c:pt idx="1068">
                  <c:v>16220</c:v>
                </c:pt>
                <c:pt idx="1069">
                  <c:v>16282</c:v>
                </c:pt>
                <c:pt idx="1070">
                  <c:v>16279</c:v>
                </c:pt>
                <c:pt idx="1071">
                  <c:v>16218</c:v>
                </c:pt>
                <c:pt idx="1072">
                  <c:v>16290</c:v>
                </c:pt>
                <c:pt idx="1073">
                  <c:v>16295</c:v>
                </c:pt>
                <c:pt idx="1074">
                  <c:v>16297</c:v>
                </c:pt>
                <c:pt idx="1075">
                  <c:v>16286</c:v>
                </c:pt>
                <c:pt idx="1076">
                  <c:v>16374</c:v>
                </c:pt>
                <c:pt idx="1077">
                  <c:v>16368</c:v>
                </c:pt>
                <c:pt idx="1078">
                  <c:v>16420</c:v>
                </c:pt>
                <c:pt idx="1079">
                  <c:v>16458</c:v>
                </c:pt>
                <c:pt idx="1080">
                  <c:v>16431</c:v>
                </c:pt>
                <c:pt idx="1081">
                  <c:v>16379</c:v>
                </c:pt>
                <c:pt idx="1082">
                  <c:v>16435</c:v>
                </c:pt>
                <c:pt idx="1083">
                  <c:v>16421</c:v>
                </c:pt>
                <c:pt idx="1084">
                  <c:v>16394</c:v>
                </c:pt>
                <c:pt idx="1085">
                  <c:v>16355</c:v>
                </c:pt>
                <c:pt idx="1086">
                  <c:v>16384</c:v>
                </c:pt>
                <c:pt idx="1087">
                  <c:v>16387</c:v>
                </c:pt>
                <c:pt idx="1088">
                  <c:v>16341</c:v>
                </c:pt>
                <c:pt idx="1089">
                  <c:v>16312</c:v>
                </c:pt>
                <c:pt idx="1090">
                  <c:v>16265</c:v>
                </c:pt>
                <c:pt idx="1091">
                  <c:v>16281</c:v>
                </c:pt>
                <c:pt idx="1092">
                  <c:v>16256</c:v>
                </c:pt>
                <c:pt idx="1093">
                  <c:v>16200</c:v>
                </c:pt>
                <c:pt idx="1094">
                  <c:v>16154</c:v>
                </c:pt>
                <c:pt idx="1095">
                  <c:v>16174</c:v>
                </c:pt>
                <c:pt idx="1096">
                  <c:v>16203</c:v>
                </c:pt>
                <c:pt idx="1097">
                  <c:v>16129</c:v>
                </c:pt>
                <c:pt idx="1098">
                  <c:v>16160</c:v>
                </c:pt>
                <c:pt idx="1099">
                  <c:v>16199</c:v>
                </c:pt>
                <c:pt idx="1100">
                  <c:v>16228</c:v>
                </c:pt>
                <c:pt idx="1101">
                  <c:v>16204</c:v>
                </c:pt>
                <c:pt idx="1102">
                  <c:v>16224</c:v>
                </c:pt>
                <c:pt idx="1103">
                  <c:v>16268</c:v>
                </c:pt>
                <c:pt idx="1104">
                  <c:v>16294</c:v>
                </c:pt>
                <c:pt idx="1105">
                  <c:v>16286</c:v>
                </c:pt>
                <c:pt idx="1106">
                  <c:v>16320</c:v>
                </c:pt>
                <c:pt idx="1107">
                  <c:v>16294</c:v>
                </c:pt>
                <c:pt idx="1108">
                  <c:v>16243</c:v>
                </c:pt>
                <c:pt idx="1109">
                  <c:v>16234</c:v>
                </c:pt>
                <c:pt idx="1110">
                  <c:v>16154</c:v>
                </c:pt>
                <c:pt idx="1111">
                  <c:v>16183</c:v>
                </c:pt>
                <c:pt idx="1112">
                  <c:v>16100</c:v>
                </c:pt>
                <c:pt idx="1113">
                  <c:v>15952</c:v>
                </c:pt>
                <c:pt idx="1114">
                  <c:v>15914</c:v>
                </c:pt>
                <c:pt idx="1115">
                  <c:v>15963</c:v>
                </c:pt>
                <c:pt idx="1116">
                  <c:v>15885</c:v>
                </c:pt>
                <c:pt idx="1117">
                  <c:v>15691</c:v>
                </c:pt>
                <c:pt idx="1118">
                  <c:v>15687</c:v>
                </c:pt>
                <c:pt idx="1119">
                  <c:v>15716</c:v>
                </c:pt>
                <c:pt idx="1120">
                  <c:v>15591</c:v>
                </c:pt>
                <c:pt idx="1121">
                  <c:v>15480</c:v>
                </c:pt>
                <c:pt idx="1122">
                  <c:v>15456</c:v>
                </c:pt>
                <c:pt idx="1123">
                  <c:v>15579</c:v>
                </c:pt>
                <c:pt idx="1124">
                  <c:v>15554</c:v>
                </c:pt>
                <c:pt idx="1125">
                  <c:v>15380</c:v>
                </c:pt>
                <c:pt idx="1126">
                  <c:v>15509</c:v>
                </c:pt>
                <c:pt idx="1127">
                  <c:v>15476</c:v>
                </c:pt>
                <c:pt idx="1128">
                  <c:v>15409</c:v>
                </c:pt>
                <c:pt idx="1129">
                  <c:v>15473</c:v>
                </c:pt>
                <c:pt idx="1130">
                  <c:v>15536</c:v>
                </c:pt>
                <c:pt idx="1131">
                  <c:v>15557</c:v>
                </c:pt>
                <c:pt idx="1132">
                  <c:v>15490</c:v>
                </c:pt>
                <c:pt idx="1133">
                  <c:v>15410</c:v>
                </c:pt>
                <c:pt idx="1134">
                  <c:v>15372</c:v>
                </c:pt>
                <c:pt idx="1135">
                  <c:v>15446</c:v>
                </c:pt>
                <c:pt idx="1136">
                  <c:v>15447</c:v>
                </c:pt>
                <c:pt idx="1137">
                  <c:v>15415</c:v>
                </c:pt>
                <c:pt idx="1138">
                  <c:v>15421</c:v>
                </c:pt>
                <c:pt idx="1139">
                  <c:v>15405</c:v>
                </c:pt>
                <c:pt idx="1140">
                  <c:v>15338</c:v>
                </c:pt>
                <c:pt idx="1141">
                  <c:v>15350</c:v>
                </c:pt>
                <c:pt idx="1142">
                  <c:v>15287</c:v>
                </c:pt>
                <c:pt idx="1143">
                  <c:v>15100</c:v>
                </c:pt>
                <c:pt idx="1144">
                  <c:v>15191</c:v>
                </c:pt>
                <c:pt idx="1145">
                  <c:v>15186</c:v>
                </c:pt>
                <c:pt idx="1146">
                  <c:v>15092</c:v>
                </c:pt>
                <c:pt idx="1147">
                  <c:v>15171</c:v>
                </c:pt>
                <c:pt idx="1148">
                  <c:v>15138</c:v>
                </c:pt>
                <c:pt idx="1149">
                  <c:v>15144</c:v>
                </c:pt>
                <c:pt idx="1150">
                  <c:v>15204</c:v>
                </c:pt>
                <c:pt idx="1151">
                  <c:v>15247</c:v>
                </c:pt>
                <c:pt idx="1152">
                  <c:v>15394</c:v>
                </c:pt>
                <c:pt idx="1153">
                  <c:v>15495</c:v>
                </c:pt>
                <c:pt idx="1154">
                  <c:v>15680</c:v>
                </c:pt>
                <c:pt idx="1155">
                  <c:v>15671</c:v>
                </c:pt>
                <c:pt idx="1156">
                  <c:v>15607</c:v>
                </c:pt>
                <c:pt idx="1157">
                  <c:v>15658</c:v>
                </c:pt>
                <c:pt idx="1158">
                  <c:v>15609</c:v>
                </c:pt>
                <c:pt idx="1159">
                  <c:v>15581</c:v>
                </c:pt>
                <c:pt idx="1160">
                  <c:v>15555</c:v>
                </c:pt>
                <c:pt idx="1161">
                  <c:v>15536</c:v>
                </c:pt>
                <c:pt idx="1162">
                  <c:v>15516</c:v>
                </c:pt>
                <c:pt idx="1163">
                  <c:v>15466</c:v>
                </c:pt>
                <c:pt idx="1164">
                  <c:v>15465</c:v>
                </c:pt>
                <c:pt idx="1165">
                  <c:v>15560</c:v>
                </c:pt>
                <c:pt idx="1166">
                  <c:v>15620</c:v>
                </c:pt>
                <c:pt idx="1167">
                  <c:v>15593</c:v>
                </c:pt>
                <c:pt idx="1168">
                  <c:v>15629</c:v>
                </c:pt>
                <c:pt idx="1169">
                  <c:v>15729</c:v>
                </c:pt>
                <c:pt idx="1170">
                  <c:v>15760</c:v>
                </c:pt>
                <c:pt idx="1171">
                  <c:v>15732</c:v>
                </c:pt>
                <c:pt idx="1172">
                  <c:v>15705</c:v>
                </c:pt>
                <c:pt idx="1173">
                  <c:v>15723</c:v>
                </c:pt>
                <c:pt idx="1174">
                  <c:v>15751</c:v>
                </c:pt>
                <c:pt idx="1175">
                  <c:v>15766</c:v>
                </c:pt>
                <c:pt idx="1176">
                  <c:v>15840</c:v>
                </c:pt>
                <c:pt idx="1177">
                  <c:v>15767</c:v>
                </c:pt>
                <c:pt idx="1178">
                  <c:v>15671</c:v>
                </c:pt>
                <c:pt idx="1179">
                  <c:v>15677</c:v>
                </c:pt>
                <c:pt idx="1180">
                  <c:v>15771</c:v>
                </c:pt>
                <c:pt idx="1181">
                  <c:v>15782</c:v>
                </c:pt>
                <c:pt idx="1182">
                  <c:v>15873</c:v>
                </c:pt>
                <c:pt idx="1183">
                  <c:v>15888</c:v>
                </c:pt>
                <c:pt idx="1184">
                  <c:v>15848</c:v>
                </c:pt>
                <c:pt idx="1185">
                  <c:v>15816</c:v>
                </c:pt>
                <c:pt idx="1186">
                  <c:v>15858</c:v>
                </c:pt>
                <c:pt idx="1187">
                  <c:v>15942</c:v>
                </c:pt>
                <c:pt idx="1188">
                  <c:v>15911</c:v>
                </c:pt>
                <c:pt idx="1189">
                  <c:v>15864</c:v>
                </c:pt>
                <c:pt idx="1190">
                  <c:v>15930</c:v>
                </c:pt>
                <c:pt idx="1191">
                  <c:v>15864</c:v>
                </c:pt>
                <c:pt idx="1192">
                  <c:v>15856</c:v>
                </c:pt>
                <c:pt idx="1193">
                  <c:v>15905</c:v>
                </c:pt>
                <c:pt idx="1194">
                  <c:v>15950</c:v>
                </c:pt>
                <c:pt idx="1195">
                  <c:v>15957</c:v>
                </c:pt>
                <c:pt idx="1196">
                  <c:v>15892</c:v>
                </c:pt>
                <c:pt idx="1197">
                  <c:v>15848</c:v>
                </c:pt>
                <c:pt idx="1198">
                  <c:v>15861</c:v>
                </c:pt>
                <c:pt idx="1199">
                  <c:v>15874</c:v>
                </c:pt>
                <c:pt idx="1200">
                  <c:v>15905</c:v>
                </c:pt>
                <c:pt idx="1201">
                  <c:v>15939</c:v>
                </c:pt>
                <c:pt idx="1202">
                  <c:v>15987</c:v>
                </c:pt>
                <c:pt idx="1203">
                  <c:v>16019</c:v>
                </c:pt>
                <c:pt idx="1204">
                  <c:v>16050</c:v>
                </c:pt>
                <c:pt idx="1205">
                  <c:v>16100</c:v>
                </c:pt>
                <c:pt idx="1206">
                  <c:v>16277</c:v>
                </c:pt>
                <c:pt idx="1207">
                  <c:v>16270</c:v>
                </c:pt>
                <c:pt idx="1208">
                  <c:v>16159</c:v>
                </c:pt>
                <c:pt idx="1209">
                  <c:v>16208</c:v>
                </c:pt>
                <c:pt idx="1210">
                  <c:v>16251</c:v>
                </c:pt>
                <c:pt idx="1211">
                  <c:v>16162</c:v>
                </c:pt>
                <c:pt idx="1212">
                  <c:v>16236</c:v>
                </c:pt>
                <c:pt idx="1213">
                  <c:v>16217</c:v>
                </c:pt>
                <c:pt idx="1214">
                  <c:v>16193</c:v>
                </c:pt>
                <c:pt idx="1215">
                  <c:v>16169</c:v>
                </c:pt>
                <c:pt idx="1216">
                  <c:v>16201</c:v>
                </c:pt>
                <c:pt idx="1217">
                  <c:v>16238</c:v>
                </c:pt>
                <c:pt idx="1218">
                  <c:v>16194</c:v>
                </c:pt>
                <c:pt idx="1219">
                  <c:v>16281</c:v>
                </c:pt>
                <c:pt idx="1220">
                  <c:v>16265</c:v>
                </c:pt>
                <c:pt idx="1221">
                  <c:v>16311</c:v>
                </c:pt>
                <c:pt idx="1222">
                  <c:v>16378</c:v>
                </c:pt>
                <c:pt idx="1223">
                  <c:v>16373</c:v>
                </c:pt>
                <c:pt idx="1224">
                  <c:v>16372</c:v>
                </c:pt>
                <c:pt idx="1225">
                  <c:v>16331</c:v>
                </c:pt>
                <c:pt idx="1226">
                  <c:v>16327</c:v>
                </c:pt>
                <c:pt idx="1227">
                  <c:v>16276</c:v>
                </c:pt>
                <c:pt idx="1228">
                  <c:v>16200</c:v>
                </c:pt>
                <c:pt idx="1229">
                  <c:v>16259</c:v>
                </c:pt>
                <c:pt idx="1230">
                  <c:v>16312</c:v>
                </c:pt>
                <c:pt idx="1231">
                  <c:v>16453</c:v>
                </c:pt>
                <c:pt idx="1232">
                  <c:v>16365</c:v>
                </c:pt>
                <c:pt idx="1233">
                  <c:v>16308</c:v>
                </c:pt>
                <c:pt idx="1234">
                  <c:v>16330</c:v>
                </c:pt>
                <c:pt idx="1235">
                  <c:v>16325</c:v>
                </c:pt>
                <c:pt idx="1236">
                  <c:v>16350</c:v>
                </c:pt>
                <c:pt idx="1237">
                  <c:v>16380</c:v>
                </c:pt>
                <c:pt idx="1238">
                  <c:v>16364</c:v>
                </c:pt>
                <c:pt idx="1239">
                  <c:v>16365</c:v>
                </c:pt>
                <c:pt idx="1240">
                  <c:v>16285</c:v>
                </c:pt>
                <c:pt idx="1241">
                  <c:v>16208</c:v>
                </c:pt>
                <c:pt idx="1242">
                  <c:v>16275</c:v>
                </c:pt>
                <c:pt idx="1243">
                  <c:v>16357</c:v>
                </c:pt>
                <c:pt idx="1244">
                  <c:v>16344</c:v>
                </c:pt>
                <c:pt idx="1245">
                  <c:v>16300</c:v>
                </c:pt>
                <c:pt idx="1246">
                  <c:v>16303</c:v>
                </c:pt>
                <c:pt idx="1247">
                  <c:v>16316</c:v>
                </c:pt>
                <c:pt idx="1248">
                  <c:v>16387</c:v>
                </c:pt>
                <c:pt idx="1249">
                  <c:v>16431</c:v>
                </c:pt>
                <c:pt idx="1250">
                  <c:v>16575</c:v>
                </c:pt>
                <c:pt idx="1251">
                  <c:v>16506</c:v>
                </c:pt>
                <c:pt idx="1252">
                  <c:v>16443</c:v>
                </c:pt>
                <c:pt idx="1253">
                  <c:v>16371</c:v>
                </c:pt>
                <c:pt idx="1254">
                  <c:v>16315</c:v>
                </c:pt>
                <c:pt idx="1255">
                  <c:v>16336</c:v>
                </c:pt>
                <c:pt idx="1256">
                  <c:v>16326</c:v>
                </c:pt>
                <c:pt idx="1257">
                  <c:v>16430</c:v>
                </c:pt>
                <c:pt idx="1258">
                  <c:v>16453</c:v>
                </c:pt>
                <c:pt idx="1259">
                  <c:v>16428</c:v>
                </c:pt>
                <c:pt idx="1260">
                  <c:v>16392</c:v>
                </c:pt>
                <c:pt idx="1261">
                  <c:v>16379</c:v>
                </c:pt>
                <c:pt idx="1262">
                  <c:v>16432</c:v>
                </c:pt>
                <c:pt idx="1263">
                  <c:v>16528</c:v>
                </c:pt>
                <c:pt idx="1264">
                  <c:v>16481</c:v>
                </c:pt>
                <c:pt idx="1265">
                  <c:v>16501</c:v>
                </c:pt>
                <c:pt idx="1266">
                  <c:v>16561</c:v>
                </c:pt>
                <c:pt idx="1267">
                  <c:v>16622</c:v>
                </c:pt>
                <c:pt idx="1268">
                  <c:v>16588</c:v>
                </c:pt>
                <c:pt idx="1269">
                  <c:v>16566</c:v>
                </c:pt>
                <c:pt idx="1270">
                  <c:v>16849</c:v>
                </c:pt>
                <c:pt idx="1271">
                  <c:v>16943</c:v>
                </c:pt>
                <c:pt idx="1272">
                  <c:v>16779</c:v>
                </c:pt>
                <c:pt idx="1273">
                  <c:v>16805</c:v>
                </c:pt>
                <c:pt idx="1274">
                  <c:v>16773</c:v>
                </c:pt>
                <c:pt idx="1275">
                  <c:v>16815</c:v>
                </c:pt>
                <c:pt idx="1276">
                  <c:v>16845</c:v>
                </c:pt>
                <c:pt idx="1277">
                  <c:v>16833</c:v>
                </c:pt>
                <c:pt idx="1278">
                  <c:v>16808</c:v>
                </c:pt>
                <c:pt idx="1279">
                  <c:v>16862</c:v>
                </c:pt>
                <c:pt idx="1280">
                  <c:v>16880</c:v>
                </c:pt>
                <c:pt idx="1281">
                  <c:v>16884</c:v>
                </c:pt>
                <c:pt idx="1282">
                  <c:v>16829</c:v>
                </c:pt>
                <c:pt idx="1283">
                  <c:v>16862</c:v>
                </c:pt>
                <c:pt idx="1284">
                  <c:v>16787</c:v>
                </c:pt>
                <c:pt idx="1285">
                  <c:v>16679</c:v>
                </c:pt>
                <c:pt idx="1286">
                  <c:v>16493</c:v>
                </c:pt>
                <c:pt idx="1287">
                  <c:v>16421</c:v>
                </c:pt>
                <c:pt idx="1288">
                  <c:v>16472</c:v>
                </c:pt>
                <c:pt idx="1289">
                  <c:v>16533</c:v>
                </c:pt>
                <c:pt idx="1290">
                  <c:v>16497</c:v>
                </c:pt>
                <c:pt idx="1291">
                  <c:v>16532</c:v>
                </c:pt>
                <c:pt idx="1292">
                  <c:v>16568</c:v>
                </c:pt>
                <c:pt idx="1293">
                  <c:v>16535</c:v>
                </c:pt>
                <c:pt idx="1294">
                  <c:v>16424</c:v>
                </c:pt>
                <c:pt idx="1295">
                  <c:v>16455</c:v>
                </c:pt>
                <c:pt idx="1296">
                  <c:v>16406</c:v>
                </c:pt>
                <c:pt idx="1297">
                  <c:v>16413</c:v>
                </c:pt>
                <c:pt idx="1298">
                  <c:v>16313</c:v>
                </c:pt>
                <c:pt idx="1299">
                  <c:v>16289</c:v>
                </c:pt>
                <c:pt idx="1300">
                  <c:v>16207</c:v>
                </c:pt>
                <c:pt idx="1301">
                  <c:v>16255</c:v>
                </c:pt>
                <c:pt idx="1302">
                  <c:v>16300</c:v>
                </c:pt>
                <c:pt idx="1303">
                  <c:v>16297</c:v>
                </c:pt>
                <c:pt idx="1304">
                  <c:v>16288</c:v>
                </c:pt>
                <c:pt idx="1305">
                  <c:v>16305</c:v>
                </c:pt>
                <c:pt idx="1306">
                  <c:v>16277</c:v>
                </c:pt>
                <c:pt idx="1307">
                  <c:v>16276</c:v>
                </c:pt>
                <c:pt idx="1308">
                  <c:v>16265</c:v>
                </c:pt>
                <c:pt idx="1309">
                  <c:v>16237</c:v>
                </c:pt>
                <c:pt idx="1310">
                  <c:v>16293</c:v>
                </c:pt>
                <c:pt idx="1311">
                  <c:v>16296</c:v>
                </c:pt>
                <c:pt idx="1312">
                  <c:v>16281</c:v>
                </c:pt>
                <c:pt idx="1313">
                  <c:v>16319</c:v>
                </c:pt>
                <c:pt idx="1314">
                  <c:v>16378</c:v>
                </c:pt>
                <c:pt idx="1315">
                  <c:v>16399</c:v>
                </c:pt>
                <c:pt idx="1316">
                  <c:v>16484</c:v>
                </c:pt>
                <c:pt idx="1317">
                  <c:v>16370</c:v>
                </c:pt>
                <c:pt idx="1318">
                  <c:v>16292</c:v>
                </c:pt>
                <c:pt idx="1319">
                  <c:v>16233</c:v>
                </c:pt>
                <c:pt idx="1320">
                  <c:v>16231</c:v>
                </c:pt>
                <c:pt idx="1321">
                  <c:v>16192</c:v>
                </c:pt>
                <c:pt idx="1322">
                  <c:v>16236</c:v>
                </c:pt>
                <c:pt idx="1323">
                  <c:v>16209</c:v>
                </c:pt>
                <c:pt idx="1324">
                  <c:v>16204</c:v>
                </c:pt>
                <c:pt idx="1325">
                  <c:v>16237</c:v>
                </c:pt>
                <c:pt idx="1326">
                  <c:v>16238</c:v>
                </c:pt>
                <c:pt idx="1327">
                  <c:v>16254</c:v>
                </c:pt>
                <c:pt idx="1328">
                  <c:v>16220</c:v>
                </c:pt>
                <c:pt idx="1329">
                  <c:v>16221</c:v>
                </c:pt>
                <c:pt idx="1330">
                  <c:v>16247</c:v>
                </c:pt>
                <c:pt idx="1331">
                  <c:v>16281</c:v>
                </c:pt>
                <c:pt idx="1332">
                  <c:v>16288</c:v>
                </c:pt>
                <c:pt idx="1333">
                  <c:v>16329</c:v>
                </c:pt>
                <c:pt idx="1334">
                  <c:v>16301</c:v>
                </c:pt>
                <c:pt idx="1335">
                  <c:v>16330</c:v>
                </c:pt>
                <c:pt idx="1336">
                  <c:v>16307</c:v>
                </c:pt>
                <c:pt idx="1337">
                  <c:v>16298</c:v>
                </c:pt>
                <c:pt idx="1338">
                  <c:v>16283</c:v>
                </c:pt>
                <c:pt idx="1339">
                  <c:v>16325</c:v>
                </c:pt>
                <c:pt idx="1340">
                  <c:v>16341</c:v>
                </c:pt>
                <c:pt idx="1341">
                  <c:v>16399</c:v>
                </c:pt>
                <c:pt idx="1342">
                  <c:v>16387</c:v>
                </c:pt>
                <c:pt idx="1343">
                  <c:v>16459</c:v>
                </c:pt>
                <c:pt idx="1344">
                  <c:v>16494</c:v>
                </c:pt>
                <c:pt idx="1345">
                  <c:v>16388</c:v>
                </c:pt>
                <c:pt idx="1346">
                  <c:v>16388</c:v>
                </c:pt>
                <c:pt idx="1347">
                  <c:v>16379</c:v>
                </c:pt>
                <c:pt idx="1348">
                  <c:v>16312</c:v>
                </c:pt>
                <c:pt idx="1349">
                  <c:v>16299</c:v>
                </c:pt>
                <c:pt idx="1350">
                  <c:v>16253</c:v>
                </c:pt>
                <c:pt idx="1351">
                  <c:v>16298</c:v>
                </c:pt>
                <c:pt idx="1352">
                  <c:v>16237</c:v>
                </c:pt>
                <c:pt idx="1353">
                  <c:v>16109</c:v>
                </c:pt>
                <c:pt idx="1354">
                  <c:v>16162</c:v>
                </c:pt>
                <c:pt idx="1355">
                  <c:v>16241</c:v>
                </c:pt>
                <c:pt idx="1356">
                  <c:v>16291</c:v>
                </c:pt>
                <c:pt idx="1357">
                  <c:v>16283</c:v>
                </c:pt>
                <c:pt idx="1358">
                  <c:v>16340</c:v>
                </c:pt>
                <c:pt idx="1359">
                  <c:v>16255</c:v>
                </c:pt>
                <c:pt idx="1360">
                  <c:v>16277</c:v>
                </c:pt>
                <c:pt idx="1361">
                  <c:v>16355</c:v>
                </c:pt>
                <c:pt idx="1362">
                  <c:v>16356</c:v>
                </c:pt>
                <c:pt idx="1363">
                  <c:v>16461</c:v>
                </c:pt>
                <c:pt idx="1364">
                  <c:v>16463</c:v>
                </c:pt>
                <c:pt idx="1365">
                  <c:v>16418</c:v>
                </c:pt>
                <c:pt idx="1366">
                  <c:v>16424</c:v>
                </c:pt>
                <c:pt idx="1367">
                  <c:v>16438</c:v>
                </c:pt>
                <c:pt idx="1368">
                  <c:v>16348</c:v>
                </c:pt>
                <c:pt idx="1369">
                  <c:v>16462</c:v>
                </c:pt>
                <c:pt idx="1370">
                  <c:v>16457</c:v>
                </c:pt>
                <c:pt idx="1371">
                  <c:v>16468</c:v>
                </c:pt>
                <c:pt idx="1372">
                  <c:v>16391</c:v>
                </c:pt>
                <c:pt idx="1373">
                  <c:v>16405</c:v>
                </c:pt>
                <c:pt idx="1374">
                  <c:v>16385</c:v>
                </c:pt>
                <c:pt idx="1375">
                  <c:v>16430</c:v>
                </c:pt>
                <c:pt idx="1376">
                  <c:v>16498</c:v>
                </c:pt>
                <c:pt idx="1377">
                  <c:v>16578</c:v>
                </c:pt>
                <c:pt idx="1378">
                  <c:v>16607</c:v>
                </c:pt>
                <c:pt idx="1379">
                  <c:v>16636</c:v>
                </c:pt>
                <c:pt idx="1380">
                  <c:v>16680</c:v>
                </c:pt>
                <c:pt idx="1381">
                  <c:v>16752</c:v>
                </c:pt>
                <c:pt idx="1382">
                  <c:v>16775</c:v>
                </c:pt>
                <c:pt idx="1383">
                  <c:v>16680</c:v>
                </c:pt>
                <c:pt idx="1384">
                  <c:v>16692</c:v>
                </c:pt>
                <c:pt idx="1385">
                  <c:v>16680</c:v>
                </c:pt>
                <c:pt idx="1386">
                  <c:v>16612</c:v>
                </c:pt>
                <c:pt idx="1387">
                  <c:v>16611</c:v>
                </c:pt>
                <c:pt idx="1388">
                  <c:v>16598</c:v>
                </c:pt>
                <c:pt idx="1389">
                  <c:v>16560</c:v>
                </c:pt>
                <c:pt idx="1390">
                  <c:v>16606</c:v>
                </c:pt>
                <c:pt idx="1391">
                  <c:v>16534</c:v>
                </c:pt>
                <c:pt idx="1392">
                  <c:v>16585</c:v>
                </c:pt>
                <c:pt idx="1393">
                  <c:v>16580</c:v>
                </c:pt>
                <c:pt idx="1394">
                  <c:v>16577</c:v>
                </c:pt>
                <c:pt idx="1395">
                  <c:v>16577</c:v>
                </c:pt>
                <c:pt idx="1396">
                  <c:v>16580</c:v>
                </c:pt>
                <c:pt idx="1397">
                  <c:v>16590</c:v>
                </c:pt>
                <c:pt idx="1398">
                  <c:v>16585</c:v>
                </c:pt>
                <c:pt idx="1399">
                  <c:v>16589</c:v>
                </c:pt>
                <c:pt idx="1400">
                  <c:v>16617</c:v>
                </c:pt>
                <c:pt idx="1401">
                  <c:v>16645</c:v>
                </c:pt>
                <c:pt idx="1402">
                  <c:v>16630</c:v>
                </c:pt>
                <c:pt idx="1403">
                  <c:v>16628</c:v>
                </c:pt>
                <c:pt idx="1404">
                  <c:v>16622</c:v>
                </c:pt>
                <c:pt idx="1405">
                  <c:v>16631</c:v>
                </c:pt>
                <c:pt idx="1406">
                  <c:v>16640</c:v>
                </c:pt>
                <c:pt idx="1407">
                  <c:v>16625</c:v>
                </c:pt>
                <c:pt idx="1408">
                  <c:v>16664</c:v>
                </c:pt>
                <c:pt idx="1409">
                  <c:v>16724</c:v>
                </c:pt>
                <c:pt idx="1410">
                  <c:v>16729</c:v>
                </c:pt>
                <c:pt idx="1411">
                  <c:v>16707</c:v>
                </c:pt>
                <c:pt idx="1412">
                  <c:v>16704</c:v>
                </c:pt>
                <c:pt idx="1413">
                  <c:v>16666</c:v>
                </c:pt>
                <c:pt idx="1414">
                  <c:v>16698</c:v>
                </c:pt>
                <c:pt idx="1415">
                  <c:v>16722</c:v>
                </c:pt>
                <c:pt idx="1416">
                  <c:v>16732</c:v>
                </c:pt>
                <c:pt idx="1417">
                  <c:v>16710</c:v>
                </c:pt>
                <c:pt idx="1418">
                  <c:v>16734</c:v>
                </c:pt>
                <c:pt idx="1419">
                  <c:v>16760</c:v>
                </c:pt>
                <c:pt idx="1420">
                  <c:v>16732</c:v>
                </c:pt>
                <c:pt idx="1421">
                  <c:v>16742</c:v>
                </c:pt>
                <c:pt idx="1422">
                  <c:v>16719</c:v>
                </c:pt>
                <c:pt idx="1423">
                  <c:v>16709</c:v>
                </c:pt>
                <c:pt idx="1424">
                  <c:v>16667</c:v>
                </c:pt>
                <c:pt idx="1425">
                  <c:v>16673</c:v>
                </c:pt>
                <c:pt idx="1426">
                  <c:v>16644</c:v>
                </c:pt>
                <c:pt idx="1427">
                  <c:v>16661</c:v>
                </c:pt>
                <c:pt idx="1428">
                  <c:v>16668</c:v>
                </c:pt>
                <c:pt idx="1429">
                  <c:v>16632</c:v>
                </c:pt>
                <c:pt idx="1430">
                  <c:v>16632</c:v>
                </c:pt>
                <c:pt idx="1431">
                  <c:v>16646</c:v>
                </c:pt>
                <c:pt idx="1432">
                  <c:v>16655</c:v>
                </c:pt>
                <c:pt idx="1433">
                  <c:v>16688</c:v>
                </c:pt>
                <c:pt idx="1434">
                  <c:v>16677</c:v>
                </c:pt>
                <c:pt idx="1435">
                  <c:v>16688</c:v>
                </c:pt>
                <c:pt idx="1436">
                  <c:v>16668</c:v>
                </c:pt>
                <c:pt idx="1437">
                  <c:v>16652</c:v>
                </c:pt>
                <c:pt idx="1438">
                  <c:v>16669</c:v>
                </c:pt>
                <c:pt idx="1439">
                  <c:v>16693</c:v>
                </c:pt>
                <c:pt idx="1440">
                  <c:v>16698</c:v>
                </c:pt>
                <c:pt idx="1441">
                  <c:v>16722</c:v>
                </c:pt>
                <c:pt idx="1442">
                  <c:v>16735</c:v>
                </c:pt>
                <c:pt idx="1443">
                  <c:v>16773</c:v>
                </c:pt>
                <c:pt idx="1444">
                  <c:v>16790</c:v>
                </c:pt>
                <c:pt idx="1445">
                  <c:v>16767</c:v>
                </c:pt>
                <c:pt idx="1446">
                  <c:v>16788</c:v>
                </c:pt>
                <c:pt idx="1447">
                  <c:v>16782</c:v>
                </c:pt>
                <c:pt idx="1448">
                  <c:v>16725</c:v>
                </c:pt>
                <c:pt idx="1449">
                  <c:v>16748</c:v>
                </c:pt>
                <c:pt idx="1450">
                  <c:v>16762</c:v>
                </c:pt>
                <c:pt idx="1451">
                  <c:v>16785</c:v>
                </c:pt>
                <c:pt idx="1452">
                  <c:v>16801</c:v>
                </c:pt>
                <c:pt idx="1453">
                  <c:v>16834</c:v>
                </c:pt>
                <c:pt idx="1454">
                  <c:v>16853</c:v>
                </c:pt>
                <c:pt idx="1455">
                  <c:v>16875</c:v>
                </c:pt>
                <c:pt idx="1456">
                  <c:v>16871</c:v>
                </c:pt>
                <c:pt idx="1457">
                  <c:v>16880</c:v>
                </c:pt>
                <c:pt idx="1458">
                  <c:v>16935</c:v>
                </c:pt>
                <c:pt idx="1459">
                  <c:v>16981</c:v>
                </c:pt>
                <c:pt idx="1460">
                  <c:v>16963</c:v>
                </c:pt>
                <c:pt idx="1461">
                  <c:v>16902</c:v>
                </c:pt>
                <c:pt idx="1462">
                  <c:v>16838</c:v>
                </c:pt>
                <c:pt idx="1463">
                  <c:v>16779</c:v>
                </c:pt>
                <c:pt idx="1464">
                  <c:v>16801</c:v>
                </c:pt>
                <c:pt idx="1465">
                  <c:v>16723</c:v>
                </c:pt>
                <c:pt idx="1466">
                  <c:v>16786</c:v>
                </c:pt>
                <c:pt idx="1467">
                  <c:v>16796</c:v>
                </c:pt>
                <c:pt idx="1468">
                  <c:v>16800</c:v>
                </c:pt>
                <c:pt idx="1469">
                  <c:v>16777</c:v>
                </c:pt>
                <c:pt idx="1470">
                  <c:v>16775</c:v>
                </c:pt>
                <c:pt idx="1471">
                  <c:v>16826</c:v>
                </c:pt>
                <c:pt idx="1472">
                  <c:v>16887</c:v>
                </c:pt>
                <c:pt idx="1473">
                  <c:v>16838</c:v>
                </c:pt>
                <c:pt idx="1474">
                  <c:v>16799</c:v>
                </c:pt>
                <c:pt idx="1475">
                  <c:v>16781</c:v>
                </c:pt>
                <c:pt idx="1476">
                  <c:v>16826</c:v>
                </c:pt>
                <c:pt idx="1477">
                  <c:v>16844</c:v>
                </c:pt>
                <c:pt idx="1478">
                  <c:v>16884</c:v>
                </c:pt>
                <c:pt idx="1479">
                  <c:v>16925</c:v>
                </c:pt>
                <c:pt idx="1480">
                  <c:v>16885</c:v>
                </c:pt>
                <c:pt idx="1481">
                  <c:v>16818</c:v>
                </c:pt>
                <c:pt idx="1482">
                  <c:v>16830</c:v>
                </c:pt>
                <c:pt idx="1483">
                  <c:v>16813</c:v>
                </c:pt>
                <c:pt idx="1484">
                  <c:v>16758</c:v>
                </c:pt>
                <c:pt idx="1485">
                  <c:v>16779</c:v>
                </c:pt>
                <c:pt idx="1486">
                  <c:v>16848</c:v>
                </c:pt>
                <c:pt idx="1487">
                  <c:v>16870</c:v>
                </c:pt>
                <c:pt idx="1488">
                  <c:v>16911</c:v>
                </c:pt>
                <c:pt idx="1489">
                  <c:v>16886</c:v>
                </c:pt>
                <c:pt idx="1490">
                  <c:v>16919</c:v>
                </c:pt>
                <c:pt idx="1491">
                  <c:v>16974</c:v>
                </c:pt>
                <c:pt idx="1492">
                  <c:v>16879</c:v>
                </c:pt>
                <c:pt idx="1493">
                  <c:v>16867</c:v>
                </c:pt>
                <c:pt idx="1494">
                  <c:v>16899</c:v>
                </c:pt>
                <c:pt idx="1495">
                  <c:v>16934</c:v>
                </c:pt>
                <c:pt idx="1496">
                  <c:v>16990</c:v>
                </c:pt>
                <c:pt idx="1497">
                  <c:v>16982</c:v>
                </c:pt>
                <c:pt idx="1498">
                  <c:v>16905</c:v>
                </c:pt>
                <c:pt idx="1499">
                  <c:v>16903</c:v>
                </c:pt>
                <c:pt idx="1500">
                  <c:v>16957</c:v>
                </c:pt>
                <c:pt idx="1501">
                  <c:v>16993</c:v>
                </c:pt>
                <c:pt idx="1502">
                  <c:v>16999</c:v>
                </c:pt>
                <c:pt idx="1503">
                  <c:v>17002</c:v>
                </c:pt>
                <c:pt idx="1504">
                  <c:v>17015</c:v>
                </c:pt>
                <c:pt idx="1505">
                  <c:v>17037</c:v>
                </c:pt>
                <c:pt idx="1506">
                  <c:v>17092</c:v>
                </c:pt>
                <c:pt idx="1507">
                  <c:v>17009</c:v>
                </c:pt>
                <c:pt idx="1508">
                  <c:v>17082</c:v>
                </c:pt>
                <c:pt idx="1509">
                  <c:v>17112</c:v>
                </c:pt>
                <c:pt idx="1510">
                  <c:v>17122</c:v>
                </c:pt>
                <c:pt idx="1511">
                  <c:v>17135</c:v>
                </c:pt>
                <c:pt idx="1512">
                  <c:v>17141</c:v>
                </c:pt>
                <c:pt idx="1513">
                  <c:v>17142</c:v>
                </c:pt>
                <c:pt idx="1514">
                  <c:v>17189</c:v>
                </c:pt>
                <c:pt idx="1515">
                  <c:v>17176</c:v>
                </c:pt>
                <c:pt idx="1516">
                  <c:v>17142</c:v>
                </c:pt>
                <c:pt idx="1517">
                  <c:v>17179</c:v>
                </c:pt>
                <c:pt idx="1518">
                  <c:v>17308</c:v>
                </c:pt>
                <c:pt idx="1519">
                  <c:v>17278</c:v>
                </c:pt>
                <c:pt idx="1520">
                  <c:v>17227</c:v>
                </c:pt>
                <c:pt idx="1521">
                  <c:v>17245</c:v>
                </c:pt>
                <c:pt idx="1522">
                  <c:v>17324</c:v>
                </c:pt>
                <c:pt idx="1523">
                  <c:v>17378</c:v>
                </c:pt>
                <c:pt idx="1524">
                  <c:v>17368</c:v>
                </c:pt>
                <c:pt idx="1525">
                  <c:v>17425</c:v>
                </c:pt>
                <c:pt idx="1526">
                  <c:v>17405</c:v>
                </c:pt>
                <c:pt idx="1527">
                  <c:v>17362</c:v>
                </c:pt>
                <c:pt idx="1528">
                  <c:v>17375</c:v>
                </c:pt>
                <c:pt idx="1529">
                  <c:v>17415</c:v>
                </c:pt>
                <c:pt idx="1530">
                  <c:v>17514</c:v>
                </c:pt>
                <c:pt idx="1531">
                  <c:v>17496</c:v>
                </c:pt>
                <c:pt idx="1532">
                  <c:v>17666</c:v>
                </c:pt>
                <c:pt idx="1533">
                  <c:v>17719</c:v>
                </c:pt>
                <c:pt idx="1534">
                  <c:v>17685</c:v>
                </c:pt>
                <c:pt idx="1535">
                  <c:v>17673</c:v>
                </c:pt>
                <c:pt idx="1536">
                  <c:v>17717</c:v>
                </c:pt>
                <c:pt idx="1537">
                  <c:v>17743</c:v>
                </c:pt>
                <c:pt idx="1538">
                  <c:v>17789</c:v>
                </c:pt>
                <c:pt idx="1539">
                  <c:v>17883</c:v>
                </c:pt>
                <c:pt idx="1540">
                  <c:v>17863</c:v>
                </c:pt>
                <c:pt idx="1541">
                  <c:v>17931</c:v>
                </c:pt>
                <c:pt idx="1542">
                  <c:v>18039</c:v>
                </c:pt>
                <c:pt idx="1543">
                  <c:v>18039</c:v>
                </c:pt>
                <c:pt idx="1544">
                  <c:v>18171</c:v>
                </c:pt>
                <c:pt idx="1545">
                  <c:v>18141</c:v>
                </c:pt>
                <c:pt idx="1546">
                  <c:v>17971</c:v>
                </c:pt>
                <c:pt idx="1547">
                  <c:v>17981</c:v>
                </c:pt>
                <c:pt idx="1548">
                  <c:v>17921</c:v>
                </c:pt>
                <c:pt idx="1549">
                  <c:v>17719</c:v>
                </c:pt>
                <c:pt idx="1550">
                  <c:v>17753</c:v>
                </c:pt>
                <c:pt idx="1551">
                  <c:v>17826</c:v>
                </c:pt>
                <c:pt idx="1552">
                  <c:v>17826</c:v>
                </c:pt>
                <c:pt idx="1553">
                  <c:v>17819</c:v>
                </c:pt>
                <c:pt idx="1554">
                  <c:v>17868</c:v>
                </c:pt>
                <c:pt idx="1555">
                  <c:v>17955</c:v>
                </c:pt>
                <c:pt idx="1556">
                  <c:v>17942</c:v>
                </c:pt>
                <c:pt idx="1557">
                  <c:v>17962</c:v>
                </c:pt>
                <c:pt idx="1558">
                  <c:v>17856</c:v>
                </c:pt>
                <c:pt idx="1559">
                  <c:v>17899</c:v>
                </c:pt>
                <c:pt idx="1560">
                  <c:v>17961</c:v>
                </c:pt>
                <c:pt idx="1561">
                  <c:v>17994</c:v>
                </c:pt>
                <c:pt idx="1562">
                  <c:v>17960</c:v>
                </c:pt>
                <c:pt idx="1563">
                  <c:v>17999</c:v>
                </c:pt>
                <c:pt idx="1564">
                  <c:v>17988</c:v>
                </c:pt>
                <c:pt idx="1565">
                  <c:v>18005</c:v>
                </c:pt>
                <c:pt idx="1566">
                  <c:v>18090</c:v>
                </c:pt>
                <c:pt idx="1567">
                  <c:v>18069</c:v>
                </c:pt>
                <c:pt idx="1568">
                  <c:v>18131</c:v>
                </c:pt>
                <c:pt idx="1569">
                  <c:v>18099</c:v>
                </c:pt>
                <c:pt idx="1570">
                  <c:v>18064</c:v>
                </c:pt>
                <c:pt idx="1571">
                  <c:v>18041</c:v>
                </c:pt>
                <c:pt idx="1572">
                  <c:v>17944</c:v>
                </c:pt>
                <c:pt idx="1573">
                  <c:v>17976</c:v>
                </c:pt>
                <c:pt idx="1574">
                  <c:v>17909</c:v>
                </c:pt>
                <c:pt idx="1575">
                  <c:v>17909</c:v>
                </c:pt>
                <c:pt idx="1576">
                  <c:v>17915</c:v>
                </c:pt>
                <c:pt idx="1577">
                  <c:v>17973</c:v>
                </c:pt>
                <c:pt idx="1578">
                  <c:v>17995</c:v>
                </c:pt>
                <c:pt idx="1579">
                  <c:v>18088</c:v>
                </c:pt>
                <c:pt idx="1580">
                  <c:v>18087</c:v>
                </c:pt>
                <c:pt idx="1581">
                  <c:v>18078</c:v>
                </c:pt>
                <c:pt idx="1582">
                  <c:v>18058</c:v>
                </c:pt>
                <c:pt idx="1583">
                  <c:v>17991</c:v>
                </c:pt>
                <c:pt idx="1584">
                  <c:v>18037</c:v>
                </c:pt>
                <c:pt idx="1585">
                  <c:v>17937</c:v>
                </c:pt>
                <c:pt idx="1586">
                  <c:v>17919</c:v>
                </c:pt>
                <c:pt idx="1587">
                  <c:v>17913</c:v>
                </c:pt>
                <c:pt idx="1588">
                  <c:v>17795</c:v>
                </c:pt>
                <c:pt idx="1589">
                  <c:v>17824</c:v>
                </c:pt>
                <c:pt idx="1590">
                  <c:v>17876</c:v>
                </c:pt>
                <c:pt idx="1591">
                  <c:v>17882</c:v>
                </c:pt>
                <c:pt idx="1592">
                  <c:v>17836</c:v>
                </c:pt>
                <c:pt idx="1593">
                  <c:v>17856</c:v>
                </c:pt>
                <c:pt idx="1594">
                  <c:v>17844</c:v>
                </c:pt>
                <c:pt idx="1595">
                  <c:v>17779</c:v>
                </c:pt>
                <c:pt idx="1596">
                  <c:v>17705</c:v>
                </c:pt>
                <c:pt idx="1597">
                  <c:v>17703</c:v>
                </c:pt>
                <c:pt idx="1598">
                  <c:v>17717</c:v>
                </c:pt>
                <c:pt idx="1599">
                  <c:v>17762</c:v>
                </c:pt>
                <c:pt idx="1600">
                  <c:v>17703</c:v>
                </c:pt>
                <c:pt idx="1601">
                  <c:v>17746</c:v>
                </c:pt>
                <c:pt idx="1602">
                  <c:v>17727</c:v>
                </c:pt>
                <c:pt idx="1603">
                  <c:v>17770</c:v>
                </c:pt>
                <c:pt idx="1604">
                  <c:v>17689</c:v>
                </c:pt>
                <c:pt idx="1605">
                  <c:v>17636</c:v>
                </c:pt>
                <c:pt idx="1606">
                  <c:v>17653</c:v>
                </c:pt>
                <c:pt idx="1607">
                  <c:v>17618</c:v>
                </c:pt>
                <c:pt idx="1608">
                  <c:v>17552</c:v>
                </c:pt>
                <c:pt idx="1609">
                  <c:v>17536</c:v>
                </c:pt>
                <c:pt idx="1610">
                  <c:v>17611</c:v>
                </c:pt>
                <c:pt idx="1611">
                  <c:v>17635</c:v>
                </c:pt>
                <c:pt idx="1612">
                  <c:v>17687</c:v>
                </c:pt>
                <c:pt idx="1613">
                  <c:v>17712</c:v>
                </c:pt>
                <c:pt idx="1614">
                  <c:v>17753</c:v>
                </c:pt>
                <c:pt idx="1615">
                  <c:v>17745</c:v>
                </c:pt>
                <c:pt idx="1616">
                  <c:v>17813</c:v>
                </c:pt>
                <c:pt idx="1617">
                  <c:v>17883</c:v>
                </c:pt>
                <c:pt idx="1618">
                  <c:v>17803</c:v>
                </c:pt>
                <c:pt idx="1619">
                  <c:v>17898</c:v>
                </c:pt>
                <c:pt idx="1620">
                  <c:v>17917</c:v>
                </c:pt>
                <c:pt idx="1621">
                  <c:v>17965</c:v>
                </c:pt>
                <c:pt idx="1622">
                  <c:v>17998</c:v>
                </c:pt>
                <c:pt idx="1623">
                  <c:v>17877</c:v>
                </c:pt>
                <c:pt idx="1624">
                  <c:v>17937</c:v>
                </c:pt>
                <c:pt idx="1625">
                  <c:v>17898</c:v>
                </c:pt>
                <c:pt idx="1626">
                  <c:v>17917</c:v>
                </c:pt>
                <c:pt idx="1627">
                  <c:v>17910</c:v>
                </c:pt>
                <c:pt idx="1628">
                  <c:v>17880</c:v>
                </c:pt>
                <c:pt idx="1629">
                  <c:v>17890</c:v>
                </c:pt>
                <c:pt idx="1630">
                  <c:v>17884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07-45A7-B2F3-E0365C6315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6284176"/>
        <c:axId val="597918608"/>
      </c:lineChart>
      <c:dateAx>
        <c:axId val="446284176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97918608"/>
        <c:crosses val="autoZero"/>
        <c:auto val="1"/>
        <c:lblOffset val="100"/>
        <c:baseTimeUnit val="days"/>
      </c:dateAx>
      <c:valAx>
        <c:axId val="597918608"/>
        <c:scaling>
          <c:orientation val="minMax"/>
          <c:min val="13500"/>
        </c:scaling>
        <c:delete val="0"/>
        <c:axPos val="l"/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446284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id-ID" b="1">
                <a:solidFill>
                  <a:schemeClr val="tx1"/>
                </a:solidFill>
              </a:rPr>
              <a:t>Suku Bunga Kebijakan Bank Indonesia </a:t>
            </a:r>
          </a:p>
          <a:p>
            <a:pPr>
              <a:defRPr/>
            </a:pPr>
            <a:r>
              <a:rPr lang="id-ID" b="1">
                <a:solidFill>
                  <a:schemeClr val="tx1"/>
                </a:solidFill>
              </a:rPr>
              <a:t>dan Pasar Uang </a:t>
            </a:r>
            <a:r>
              <a:rPr lang="id-ID" b="1" err="1">
                <a:solidFill>
                  <a:schemeClr val="tx1"/>
                </a:solidFill>
              </a:rPr>
              <a:t>Antarbank</a:t>
            </a:r>
            <a:r>
              <a:rPr lang="id-ID" b="1">
                <a:solidFill>
                  <a:schemeClr val="tx1"/>
                </a:solidFill>
              </a:rPr>
              <a:t> </a:t>
            </a:r>
            <a:br>
              <a:rPr lang="id-ID">
                <a:solidFill>
                  <a:schemeClr val="tx1"/>
                </a:solidFill>
              </a:rPr>
            </a:br>
            <a:r>
              <a:rPr lang="id-ID">
                <a:solidFill>
                  <a:schemeClr val="tx1"/>
                </a:solidFill>
              </a:rPr>
              <a:t>(persen)</a:t>
            </a:r>
          </a:p>
        </c:rich>
      </c:tx>
      <c:layout>
        <c:manualLayout>
          <c:xMode val="edge"/>
          <c:yMode val="edge"/>
          <c:x val="0.11946135435600413"/>
          <c:y val="0"/>
        </c:manualLayout>
      </c:layout>
      <c:overlay val="1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131016312243305E-2"/>
          <c:y val="0.23133912403621001"/>
          <c:w val="0.79951646754632077"/>
          <c:h val="0.66060103409513371"/>
        </c:manualLayout>
      </c:layout>
      <c:lineChart>
        <c:grouping val="standard"/>
        <c:varyColors val="0"/>
        <c:ser>
          <c:idx val="0"/>
          <c:order val="0"/>
          <c:tx>
            <c:strRef>
              <c:f>Lembar1!$C$3:$C$4</c:f>
              <c:strCache>
                <c:ptCount val="2"/>
                <c:pt idx="0">
                  <c:v>LF</c:v>
                </c:pt>
              </c:strCache>
            </c:strRef>
          </c:tx>
          <c:spPr>
            <a:ln w="28575" cap="rnd">
              <a:solidFill>
                <a:srgbClr val="A78470"/>
              </a:solidFill>
              <a:round/>
            </a:ln>
            <a:effectLst/>
          </c:spPr>
          <c:marker>
            <c:symbol val="none"/>
          </c:marker>
          <c:dLbls>
            <c:dLbl>
              <c:idx val="4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352-431A-8E49-15EBB88267EC}"/>
                </c:ext>
              </c:extLst>
            </c:dLbl>
            <c:spPr>
              <a:solidFill>
                <a:srgbClr val="A7847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Lembar1!$B$5:$B$50</c:f>
              <c:numCache>
                <c:formatCode>[$-409]mmm\-yy;@</c:formatCode>
                <c:ptCount val="46"/>
                <c:pt idx="0">
                  <c:v>44925</c:v>
                </c:pt>
                <c:pt idx="1">
                  <c:v>44957</c:v>
                </c:pt>
                <c:pt idx="2">
                  <c:v>44985</c:v>
                </c:pt>
                <c:pt idx="3">
                  <c:v>45016</c:v>
                </c:pt>
                <c:pt idx="4">
                  <c:v>45044</c:v>
                </c:pt>
                <c:pt idx="5">
                  <c:v>45077</c:v>
                </c:pt>
                <c:pt idx="6">
                  <c:v>45104</c:v>
                </c:pt>
                <c:pt idx="7">
                  <c:v>45138</c:v>
                </c:pt>
                <c:pt idx="8">
                  <c:v>45169</c:v>
                </c:pt>
                <c:pt idx="9">
                  <c:v>45198</c:v>
                </c:pt>
                <c:pt idx="10">
                  <c:v>45230</c:v>
                </c:pt>
                <c:pt idx="11">
                  <c:v>45260</c:v>
                </c:pt>
                <c:pt idx="12">
                  <c:v>45289</c:v>
                </c:pt>
                <c:pt idx="13">
                  <c:v>45322</c:v>
                </c:pt>
                <c:pt idx="14">
                  <c:v>45351</c:v>
                </c:pt>
                <c:pt idx="15">
                  <c:v>45379</c:v>
                </c:pt>
                <c:pt idx="16">
                  <c:v>45412</c:v>
                </c:pt>
                <c:pt idx="17">
                  <c:v>45443</c:v>
                </c:pt>
                <c:pt idx="18">
                  <c:v>45471</c:v>
                </c:pt>
                <c:pt idx="19">
                  <c:v>45504</c:v>
                </c:pt>
                <c:pt idx="20">
                  <c:v>45534</c:v>
                </c:pt>
                <c:pt idx="21">
                  <c:v>45565</c:v>
                </c:pt>
                <c:pt idx="22">
                  <c:v>45596</c:v>
                </c:pt>
                <c:pt idx="23">
                  <c:v>45625</c:v>
                </c:pt>
                <c:pt idx="24">
                  <c:v>45657</c:v>
                </c:pt>
                <c:pt idx="25">
                  <c:v>45688</c:v>
                </c:pt>
                <c:pt idx="26">
                  <c:v>45716</c:v>
                </c:pt>
                <c:pt idx="27">
                  <c:v>45743</c:v>
                </c:pt>
                <c:pt idx="28">
                  <c:v>45777</c:v>
                </c:pt>
                <c:pt idx="29">
                  <c:v>45805</c:v>
                </c:pt>
                <c:pt idx="30">
                  <c:v>45838</c:v>
                </c:pt>
                <c:pt idx="31">
                  <c:v>45869</c:v>
                </c:pt>
                <c:pt idx="32">
                  <c:v>45898</c:v>
                </c:pt>
                <c:pt idx="33">
                  <c:v>45930</c:v>
                </c:pt>
                <c:pt idx="34">
                  <c:v>45961</c:v>
                </c:pt>
                <c:pt idx="35">
                  <c:v>45989</c:v>
                </c:pt>
                <c:pt idx="36">
                  <c:v>46022</c:v>
                </c:pt>
                <c:pt idx="37">
                  <c:v>46052</c:v>
                </c:pt>
                <c:pt idx="38">
                  <c:v>46080</c:v>
                </c:pt>
                <c:pt idx="39">
                  <c:v>46112</c:v>
                </c:pt>
                <c:pt idx="40">
                  <c:v>46142</c:v>
                </c:pt>
                <c:pt idx="41">
                  <c:v>46171</c:v>
                </c:pt>
                <c:pt idx="42">
                  <c:v>46203</c:v>
                </c:pt>
                <c:pt idx="43">
                  <c:v>46234</c:v>
                </c:pt>
                <c:pt idx="44">
                  <c:v>46265</c:v>
                </c:pt>
                <c:pt idx="45">
                  <c:v>46295</c:v>
                </c:pt>
              </c:numCache>
            </c:numRef>
          </c:cat>
          <c:val>
            <c:numRef>
              <c:f>Lembar1!$C$5:$C$50</c:f>
              <c:numCache>
                <c:formatCode>0.00</c:formatCode>
                <c:ptCount val="46"/>
                <c:pt idx="0">
                  <c:v>6.25</c:v>
                </c:pt>
                <c:pt idx="1">
                  <c:v>6.5</c:v>
                </c:pt>
                <c:pt idx="2">
                  <c:v>6.5</c:v>
                </c:pt>
                <c:pt idx="3">
                  <c:v>6.5</c:v>
                </c:pt>
                <c:pt idx="4">
                  <c:v>6.5</c:v>
                </c:pt>
                <c:pt idx="5">
                  <c:v>6.5</c:v>
                </c:pt>
                <c:pt idx="6">
                  <c:v>6.5</c:v>
                </c:pt>
                <c:pt idx="7">
                  <c:v>6.5</c:v>
                </c:pt>
                <c:pt idx="8">
                  <c:v>6.5</c:v>
                </c:pt>
                <c:pt idx="9">
                  <c:v>6.5</c:v>
                </c:pt>
                <c:pt idx="10">
                  <c:v>6.75</c:v>
                </c:pt>
                <c:pt idx="11">
                  <c:v>6.75</c:v>
                </c:pt>
                <c:pt idx="12">
                  <c:v>6.75</c:v>
                </c:pt>
                <c:pt idx="13">
                  <c:v>6.75</c:v>
                </c:pt>
                <c:pt idx="14">
                  <c:v>6.75</c:v>
                </c:pt>
                <c:pt idx="15">
                  <c:v>6.75</c:v>
                </c:pt>
                <c:pt idx="16">
                  <c:v>7</c:v>
                </c:pt>
                <c:pt idx="17">
                  <c:v>7</c:v>
                </c:pt>
                <c:pt idx="18">
                  <c:v>7</c:v>
                </c:pt>
                <c:pt idx="19">
                  <c:v>7</c:v>
                </c:pt>
                <c:pt idx="20">
                  <c:v>7</c:v>
                </c:pt>
                <c:pt idx="21">
                  <c:v>6.75</c:v>
                </c:pt>
                <c:pt idx="22">
                  <c:v>6.75</c:v>
                </c:pt>
                <c:pt idx="23">
                  <c:v>6.75</c:v>
                </c:pt>
                <c:pt idx="24">
                  <c:v>6.75</c:v>
                </c:pt>
                <c:pt idx="25">
                  <c:v>6.5</c:v>
                </c:pt>
                <c:pt idx="26">
                  <c:v>6.5</c:v>
                </c:pt>
                <c:pt idx="27">
                  <c:v>6.5</c:v>
                </c:pt>
                <c:pt idx="28">
                  <c:v>6.5</c:v>
                </c:pt>
                <c:pt idx="29">
                  <c:v>6.25</c:v>
                </c:pt>
                <c:pt idx="30">
                  <c:v>6.25</c:v>
                </c:pt>
                <c:pt idx="31">
                  <c:v>6</c:v>
                </c:pt>
                <c:pt idx="32">
                  <c:v>5.75</c:v>
                </c:pt>
                <c:pt idx="33">
                  <c:v>5.5</c:v>
                </c:pt>
                <c:pt idx="34">
                  <c:v>5.5</c:v>
                </c:pt>
                <c:pt idx="35">
                  <c:v>5.5</c:v>
                </c:pt>
                <c:pt idx="36">
                  <c:v>5.5</c:v>
                </c:pt>
                <c:pt idx="37">
                  <c:v>5.5</c:v>
                </c:pt>
                <c:pt idx="38">
                  <c:v>5.5</c:v>
                </c:pt>
                <c:pt idx="39">
                  <c:v>5.5</c:v>
                </c:pt>
                <c:pt idx="40">
                  <c:v>5.5</c:v>
                </c:pt>
                <c:pt idx="41">
                  <c:v>6</c:v>
                </c:pt>
                <c:pt idx="42">
                  <c:v>6.5</c:v>
                </c:pt>
                <c:pt idx="43">
                  <c:v>6.5</c:v>
                </c:pt>
                <c:pt idx="44">
                  <c:v>6.5</c:v>
                </c:pt>
                <c:pt idx="45">
                  <c:v>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352-431A-8E49-15EBB88267EC}"/>
            </c:ext>
          </c:extLst>
        </c:ser>
        <c:ser>
          <c:idx val="1"/>
          <c:order val="1"/>
          <c:tx>
            <c:strRef>
              <c:f>Lembar1!$D$3:$D$4</c:f>
              <c:strCache>
                <c:ptCount val="2"/>
                <c:pt idx="0">
                  <c:v>BI-Rate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42"/>
              <c:layout>
                <c:manualLayout>
                  <c:x val="-3.281777555432444E-3"/>
                  <c:y val="4.19272369859121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199-45ED-9EB3-B7ADC506A07D}"/>
                </c:ext>
              </c:extLst>
            </c:dLbl>
            <c:dLbl>
              <c:idx val="45"/>
              <c:layout>
                <c:manualLayout>
                  <c:x val="-1.5217684154604499E-16"/>
                  <c:y val="-1.41111111111111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352-431A-8E49-15EBB88267EC}"/>
                </c:ext>
              </c:extLst>
            </c:dLbl>
            <c:numFmt formatCode="#,##0.00" sourceLinked="0"/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Lembar1!$B$5:$B$50</c:f>
              <c:numCache>
                <c:formatCode>[$-409]mmm\-yy;@</c:formatCode>
                <c:ptCount val="46"/>
                <c:pt idx="0">
                  <c:v>44925</c:v>
                </c:pt>
                <c:pt idx="1">
                  <c:v>44957</c:v>
                </c:pt>
                <c:pt idx="2">
                  <c:v>44985</c:v>
                </c:pt>
                <c:pt idx="3">
                  <c:v>45016</c:v>
                </c:pt>
                <c:pt idx="4">
                  <c:v>45044</c:v>
                </c:pt>
                <c:pt idx="5">
                  <c:v>45077</c:v>
                </c:pt>
                <c:pt idx="6">
                  <c:v>45104</c:v>
                </c:pt>
                <c:pt idx="7">
                  <c:v>45138</c:v>
                </c:pt>
                <c:pt idx="8">
                  <c:v>45169</c:v>
                </c:pt>
                <c:pt idx="9">
                  <c:v>45198</c:v>
                </c:pt>
                <c:pt idx="10">
                  <c:v>45230</c:v>
                </c:pt>
                <c:pt idx="11">
                  <c:v>45260</c:v>
                </c:pt>
                <c:pt idx="12">
                  <c:v>45289</c:v>
                </c:pt>
                <c:pt idx="13">
                  <c:v>45322</c:v>
                </c:pt>
                <c:pt idx="14">
                  <c:v>45351</c:v>
                </c:pt>
                <c:pt idx="15">
                  <c:v>45379</c:v>
                </c:pt>
                <c:pt idx="16">
                  <c:v>45412</c:v>
                </c:pt>
                <c:pt idx="17">
                  <c:v>45443</c:v>
                </c:pt>
                <c:pt idx="18">
                  <c:v>45471</c:v>
                </c:pt>
                <c:pt idx="19">
                  <c:v>45504</c:v>
                </c:pt>
                <c:pt idx="20">
                  <c:v>45534</c:v>
                </c:pt>
                <c:pt idx="21">
                  <c:v>45565</c:v>
                </c:pt>
                <c:pt idx="22">
                  <c:v>45596</c:v>
                </c:pt>
                <c:pt idx="23">
                  <c:v>45625</c:v>
                </c:pt>
                <c:pt idx="24">
                  <c:v>45657</c:v>
                </c:pt>
                <c:pt idx="25">
                  <c:v>45688</c:v>
                </c:pt>
                <c:pt idx="26">
                  <c:v>45716</c:v>
                </c:pt>
                <c:pt idx="27">
                  <c:v>45743</c:v>
                </c:pt>
                <c:pt idx="28">
                  <c:v>45777</c:v>
                </c:pt>
                <c:pt idx="29">
                  <c:v>45805</c:v>
                </c:pt>
                <c:pt idx="30">
                  <c:v>45838</c:v>
                </c:pt>
                <c:pt idx="31">
                  <c:v>45869</c:v>
                </c:pt>
                <c:pt idx="32">
                  <c:v>45898</c:v>
                </c:pt>
                <c:pt idx="33">
                  <c:v>45930</c:v>
                </c:pt>
                <c:pt idx="34">
                  <c:v>45961</c:v>
                </c:pt>
                <c:pt idx="35">
                  <c:v>45989</c:v>
                </c:pt>
                <c:pt idx="36">
                  <c:v>46022</c:v>
                </c:pt>
                <c:pt idx="37">
                  <c:v>46052</c:v>
                </c:pt>
                <c:pt idx="38">
                  <c:v>46080</c:v>
                </c:pt>
                <c:pt idx="39">
                  <c:v>46112</c:v>
                </c:pt>
                <c:pt idx="40">
                  <c:v>46142</c:v>
                </c:pt>
                <c:pt idx="41">
                  <c:v>46171</c:v>
                </c:pt>
                <c:pt idx="42">
                  <c:v>46203</c:v>
                </c:pt>
                <c:pt idx="43">
                  <c:v>46234</c:v>
                </c:pt>
                <c:pt idx="44">
                  <c:v>46265</c:v>
                </c:pt>
                <c:pt idx="45">
                  <c:v>46295</c:v>
                </c:pt>
              </c:numCache>
            </c:numRef>
          </c:cat>
          <c:val>
            <c:numRef>
              <c:f>Lembar1!$D$5:$D$50</c:f>
              <c:numCache>
                <c:formatCode>0.00</c:formatCode>
                <c:ptCount val="46"/>
                <c:pt idx="0">
                  <c:v>5.5</c:v>
                </c:pt>
                <c:pt idx="1">
                  <c:v>5.75</c:v>
                </c:pt>
                <c:pt idx="2">
                  <c:v>5.75</c:v>
                </c:pt>
                <c:pt idx="3">
                  <c:v>5.75</c:v>
                </c:pt>
                <c:pt idx="4">
                  <c:v>5.75</c:v>
                </c:pt>
                <c:pt idx="5">
                  <c:v>5.75</c:v>
                </c:pt>
                <c:pt idx="6">
                  <c:v>5.75</c:v>
                </c:pt>
                <c:pt idx="7">
                  <c:v>5.75</c:v>
                </c:pt>
                <c:pt idx="8">
                  <c:v>5.75</c:v>
                </c:pt>
                <c:pt idx="9">
                  <c:v>5.75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</c:v>
                </c:pt>
                <c:pt idx="16">
                  <c:v>6.25</c:v>
                </c:pt>
                <c:pt idx="17">
                  <c:v>6.25</c:v>
                </c:pt>
                <c:pt idx="18">
                  <c:v>6.25</c:v>
                </c:pt>
                <c:pt idx="19">
                  <c:v>6.25</c:v>
                </c:pt>
                <c:pt idx="20">
                  <c:v>6.25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6</c:v>
                </c:pt>
                <c:pt idx="25">
                  <c:v>5.75</c:v>
                </c:pt>
                <c:pt idx="26">
                  <c:v>5.75</c:v>
                </c:pt>
                <c:pt idx="27">
                  <c:v>5.75</c:v>
                </c:pt>
                <c:pt idx="28">
                  <c:v>5.75</c:v>
                </c:pt>
                <c:pt idx="29">
                  <c:v>5.5</c:v>
                </c:pt>
                <c:pt idx="30">
                  <c:v>5.5</c:v>
                </c:pt>
                <c:pt idx="31">
                  <c:v>5.25</c:v>
                </c:pt>
                <c:pt idx="32">
                  <c:v>5</c:v>
                </c:pt>
                <c:pt idx="33">
                  <c:v>4.75</c:v>
                </c:pt>
                <c:pt idx="34">
                  <c:v>4.75</c:v>
                </c:pt>
                <c:pt idx="35">
                  <c:v>4.75</c:v>
                </c:pt>
                <c:pt idx="36">
                  <c:v>4.75</c:v>
                </c:pt>
                <c:pt idx="37">
                  <c:v>4.75</c:v>
                </c:pt>
                <c:pt idx="38">
                  <c:v>4.75</c:v>
                </c:pt>
                <c:pt idx="39">
                  <c:v>4.75</c:v>
                </c:pt>
                <c:pt idx="40">
                  <c:v>4.75</c:v>
                </c:pt>
                <c:pt idx="41">
                  <c:v>5.25</c:v>
                </c:pt>
                <c:pt idx="42">
                  <c:v>5.75</c:v>
                </c:pt>
                <c:pt idx="43">
                  <c:v>5.75</c:v>
                </c:pt>
                <c:pt idx="44">
                  <c:v>5.75</c:v>
                </c:pt>
                <c:pt idx="45">
                  <c:v>5.75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352-431A-8E49-15EBB88267EC}"/>
            </c:ext>
          </c:extLst>
        </c:ser>
        <c:ser>
          <c:idx val="2"/>
          <c:order val="2"/>
          <c:tx>
            <c:strRef>
              <c:f>Lembar1!$E$3:$E$4</c:f>
              <c:strCache>
                <c:ptCount val="2"/>
                <c:pt idx="0">
                  <c:v>DF</c:v>
                </c:pt>
              </c:strCache>
            </c:strRef>
          </c:tx>
          <c:spPr>
            <a:ln w="28575" cap="rnd">
              <a:solidFill>
                <a:srgbClr val="A5644E"/>
              </a:solidFill>
              <a:round/>
            </a:ln>
            <a:effectLst/>
          </c:spPr>
          <c:marker>
            <c:symbol val="none"/>
          </c:marker>
          <c:dLbls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352-431A-8E49-15EBB88267EC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352-431A-8E49-15EBB88267EC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352-431A-8E49-15EBB88267EC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352-431A-8E49-15EBB88267EC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352-431A-8E49-15EBB88267EC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352-431A-8E49-15EBB88267EC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352-431A-8E49-15EBB88267EC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352-431A-8E49-15EBB88267EC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352-431A-8E49-15EBB88267EC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352-431A-8E49-15EBB88267EC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352-431A-8E49-15EBB88267EC}"/>
                </c:ext>
              </c:extLst>
            </c:dLbl>
            <c:dLbl>
              <c:idx val="3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352-431A-8E49-15EBB88267EC}"/>
                </c:ext>
              </c:extLst>
            </c:dLbl>
            <c:dLbl>
              <c:idx val="3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0352-431A-8E49-15EBB88267EC}"/>
                </c:ext>
              </c:extLst>
            </c:dLbl>
            <c:dLbl>
              <c:idx val="3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0352-431A-8E49-15EBB88267EC}"/>
                </c:ext>
              </c:extLst>
            </c:dLbl>
            <c:dLbl>
              <c:idx val="3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0352-431A-8E49-15EBB88267EC}"/>
                </c:ext>
              </c:extLst>
            </c:dLbl>
            <c:dLbl>
              <c:idx val="3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0352-431A-8E49-15EBB88267EC}"/>
                </c:ext>
              </c:extLst>
            </c:dLbl>
            <c:dLbl>
              <c:idx val="3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0352-431A-8E49-15EBB88267EC}"/>
                </c:ext>
              </c:extLst>
            </c:dLbl>
            <c:dLbl>
              <c:idx val="3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0352-431A-8E49-15EBB88267EC}"/>
                </c:ext>
              </c:extLst>
            </c:dLbl>
            <c:dLbl>
              <c:idx val="3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0352-431A-8E49-15EBB88267EC}"/>
                </c:ext>
              </c:extLst>
            </c:dLbl>
            <c:dLbl>
              <c:idx val="3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0352-431A-8E49-15EBB88267EC}"/>
                </c:ext>
              </c:extLst>
            </c:dLbl>
            <c:dLbl>
              <c:idx val="4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0352-431A-8E49-15EBB88267EC}"/>
                </c:ext>
              </c:extLst>
            </c:dLbl>
            <c:dLbl>
              <c:idx val="4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0352-431A-8E49-15EBB88267EC}"/>
                </c:ext>
              </c:extLst>
            </c:dLbl>
            <c:dLbl>
              <c:idx val="4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0352-431A-8E49-15EBB88267EC}"/>
                </c:ext>
              </c:extLst>
            </c:dLbl>
            <c:dLbl>
              <c:idx val="4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0352-431A-8E49-15EBB88267EC}"/>
                </c:ext>
              </c:extLst>
            </c:dLbl>
            <c:dLbl>
              <c:idx val="4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0352-431A-8E49-15EBB88267EC}"/>
                </c:ext>
              </c:extLst>
            </c:dLbl>
            <c:dLbl>
              <c:idx val="45"/>
              <c:layout>
                <c:manualLayout>
                  <c:x val="-1.5217684154604499E-16"/>
                  <c:y val="-4.703703703703789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0352-431A-8E49-15EBB88267EC}"/>
                </c:ext>
              </c:extLst>
            </c:dLbl>
            <c:numFmt formatCode="#,##0.00" sourceLinked="0"/>
            <c:spPr>
              <a:solidFill>
                <a:srgbClr val="A5644E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Lembar1!$B$5:$B$50</c:f>
              <c:numCache>
                <c:formatCode>[$-409]mmm\-yy;@</c:formatCode>
                <c:ptCount val="46"/>
                <c:pt idx="0">
                  <c:v>44925</c:v>
                </c:pt>
                <c:pt idx="1">
                  <c:v>44957</c:v>
                </c:pt>
                <c:pt idx="2">
                  <c:v>44985</c:v>
                </c:pt>
                <c:pt idx="3">
                  <c:v>45016</c:v>
                </c:pt>
                <c:pt idx="4">
                  <c:v>45044</c:v>
                </c:pt>
                <c:pt idx="5">
                  <c:v>45077</c:v>
                </c:pt>
                <c:pt idx="6">
                  <c:v>45104</c:v>
                </c:pt>
                <c:pt idx="7">
                  <c:v>45138</c:v>
                </c:pt>
                <c:pt idx="8">
                  <c:v>45169</c:v>
                </c:pt>
                <c:pt idx="9">
                  <c:v>45198</c:v>
                </c:pt>
                <c:pt idx="10">
                  <c:v>45230</c:v>
                </c:pt>
                <c:pt idx="11">
                  <c:v>45260</c:v>
                </c:pt>
                <c:pt idx="12">
                  <c:v>45289</c:v>
                </c:pt>
                <c:pt idx="13">
                  <c:v>45322</c:v>
                </c:pt>
                <c:pt idx="14">
                  <c:v>45351</c:v>
                </c:pt>
                <c:pt idx="15">
                  <c:v>45379</c:v>
                </c:pt>
                <c:pt idx="16">
                  <c:v>45412</c:v>
                </c:pt>
                <c:pt idx="17">
                  <c:v>45443</c:v>
                </c:pt>
                <c:pt idx="18">
                  <c:v>45471</c:v>
                </c:pt>
                <c:pt idx="19">
                  <c:v>45504</c:v>
                </c:pt>
                <c:pt idx="20">
                  <c:v>45534</c:v>
                </c:pt>
                <c:pt idx="21">
                  <c:v>45565</c:v>
                </c:pt>
                <c:pt idx="22">
                  <c:v>45596</c:v>
                </c:pt>
                <c:pt idx="23">
                  <c:v>45625</c:v>
                </c:pt>
                <c:pt idx="24">
                  <c:v>45657</c:v>
                </c:pt>
                <c:pt idx="25">
                  <c:v>45688</c:v>
                </c:pt>
                <c:pt idx="26">
                  <c:v>45716</c:v>
                </c:pt>
                <c:pt idx="27">
                  <c:v>45743</c:v>
                </c:pt>
                <c:pt idx="28">
                  <c:v>45777</c:v>
                </c:pt>
                <c:pt idx="29">
                  <c:v>45805</c:v>
                </c:pt>
                <c:pt idx="30">
                  <c:v>45838</c:v>
                </c:pt>
                <c:pt idx="31">
                  <c:v>45869</c:v>
                </c:pt>
                <c:pt idx="32">
                  <c:v>45898</c:v>
                </c:pt>
                <c:pt idx="33">
                  <c:v>45930</c:v>
                </c:pt>
                <c:pt idx="34">
                  <c:v>45961</c:v>
                </c:pt>
                <c:pt idx="35">
                  <c:v>45989</c:v>
                </c:pt>
                <c:pt idx="36">
                  <c:v>46022</c:v>
                </c:pt>
                <c:pt idx="37">
                  <c:v>46052</c:v>
                </c:pt>
                <c:pt idx="38">
                  <c:v>46080</c:v>
                </c:pt>
                <c:pt idx="39">
                  <c:v>46112</c:v>
                </c:pt>
                <c:pt idx="40">
                  <c:v>46142</c:v>
                </c:pt>
                <c:pt idx="41">
                  <c:v>46171</c:v>
                </c:pt>
                <c:pt idx="42">
                  <c:v>46203</c:v>
                </c:pt>
                <c:pt idx="43">
                  <c:v>46234</c:v>
                </c:pt>
                <c:pt idx="44">
                  <c:v>46265</c:v>
                </c:pt>
                <c:pt idx="45">
                  <c:v>46295</c:v>
                </c:pt>
              </c:numCache>
            </c:numRef>
          </c:cat>
          <c:val>
            <c:numRef>
              <c:f>Lembar1!$E$5:$E$50</c:f>
              <c:numCache>
                <c:formatCode>0.00</c:formatCode>
                <c:ptCount val="46"/>
                <c:pt idx="0">
                  <c:v>4.75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5.25</c:v>
                </c:pt>
                <c:pt idx="11">
                  <c:v>5.25</c:v>
                </c:pt>
                <c:pt idx="12">
                  <c:v>5.25</c:v>
                </c:pt>
                <c:pt idx="13">
                  <c:v>5.25</c:v>
                </c:pt>
                <c:pt idx="14">
                  <c:v>5.25</c:v>
                </c:pt>
                <c:pt idx="15">
                  <c:v>5.25</c:v>
                </c:pt>
                <c:pt idx="16">
                  <c:v>5.5</c:v>
                </c:pt>
                <c:pt idx="17">
                  <c:v>5.5</c:v>
                </c:pt>
                <c:pt idx="18">
                  <c:v>5.5</c:v>
                </c:pt>
                <c:pt idx="19">
                  <c:v>5.5</c:v>
                </c:pt>
                <c:pt idx="20">
                  <c:v>5.5</c:v>
                </c:pt>
                <c:pt idx="21">
                  <c:v>5.25</c:v>
                </c:pt>
                <c:pt idx="22">
                  <c:v>5.25</c:v>
                </c:pt>
                <c:pt idx="23">
                  <c:v>5.25</c:v>
                </c:pt>
                <c:pt idx="24">
                  <c:v>5.25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4.75</c:v>
                </c:pt>
                <c:pt idx="30">
                  <c:v>4.75</c:v>
                </c:pt>
                <c:pt idx="31">
                  <c:v>4.5</c:v>
                </c:pt>
                <c:pt idx="32">
                  <c:v>4.25</c:v>
                </c:pt>
                <c:pt idx="33">
                  <c:v>3.75</c:v>
                </c:pt>
                <c:pt idx="34">
                  <c:v>3.75</c:v>
                </c:pt>
                <c:pt idx="35">
                  <c:v>3.75</c:v>
                </c:pt>
                <c:pt idx="36">
                  <c:v>3.75</c:v>
                </c:pt>
                <c:pt idx="37">
                  <c:v>3.75</c:v>
                </c:pt>
                <c:pt idx="38">
                  <c:v>3.75</c:v>
                </c:pt>
                <c:pt idx="39">
                  <c:v>3.75</c:v>
                </c:pt>
                <c:pt idx="40">
                  <c:v>3.75</c:v>
                </c:pt>
                <c:pt idx="41">
                  <c:v>4.25</c:v>
                </c:pt>
                <c:pt idx="42">
                  <c:v>4.75</c:v>
                </c:pt>
                <c:pt idx="43">
                  <c:v>4.75</c:v>
                </c:pt>
                <c:pt idx="44">
                  <c:v>4.75</c:v>
                </c:pt>
                <c:pt idx="45">
                  <c:v>4.75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E-0352-431A-8E49-15EBB88267EC}"/>
            </c:ext>
          </c:extLst>
        </c:ser>
        <c:ser>
          <c:idx val="3"/>
          <c:order val="3"/>
          <c:tx>
            <c:strRef>
              <c:f>Lembar1!$F$3:$F$4</c:f>
              <c:strCache>
                <c:ptCount val="2"/>
                <c:pt idx="0">
                  <c:v>PUAB ON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Lembar1!$B$5:$B$50</c:f>
              <c:numCache>
                <c:formatCode>[$-409]mmm\-yy;@</c:formatCode>
                <c:ptCount val="46"/>
                <c:pt idx="0">
                  <c:v>44925</c:v>
                </c:pt>
                <c:pt idx="1">
                  <c:v>44957</c:v>
                </c:pt>
                <c:pt idx="2">
                  <c:v>44985</c:v>
                </c:pt>
                <c:pt idx="3">
                  <c:v>45016</c:v>
                </c:pt>
                <c:pt idx="4">
                  <c:v>45044</c:v>
                </c:pt>
                <c:pt idx="5">
                  <c:v>45077</c:v>
                </c:pt>
                <c:pt idx="6">
                  <c:v>45104</c:v>
                </c:pt>
                <c:pt idx="7">
                  <c:v>45138</c:v>
                </c:pt>
                <c:pt idx="8">
                  <c:v>45169</c:v>
                </c:pt>
                <c:pt idx="9">
                  <c:v>45198</c:v>
                </c:pt>
                <c:pt idx="10">
                  <c:v>45230</c:v>
                </c:pt>
                <c:pt idx="11">
                  <c:v>45260</c:v>
                </c:pt>
                <c:pt idx="12">
                  <c:v>45289</c:v>
                </c:pt>
                <c:pt idx="13">
                  <c:v>45322</c:v>
                </c:pt>
                <c:pt idx="14">
                  <c:v>45351</c:v>
                </c:pt>
                <c:pt idx="15">
                  <c:v>45379</c:v>
                </c:pt>
                <c:pt idx="16">
                  <c:v>45412</c:v>
                </c:pt>
                <c:pt idx="17">
                  <c:v>45443</c:v>
                </c:pt>
                <c:pt idx="18">
                  <c:v>45471</c:v>
                </c:pt>
                <c:pt idx="19">
                  <c:v>45504</c:v>
                </c:pt>
                <c:pt idx="20">
                  <c:v>45534</c:v>
                </c:pt>
                <c:pt idx="21">
                  <c:v>45565</c:v>
                </c:pt>
                <c:pt idx="22">
                  <c:v>45596</c:v>
                </c:pt>
                <c:pt idx="23">
                  <c:v>45625</c:v>
                </c:pt>
                <c:pt idx="24">
                  <c:v>45657</c:v>
                </c:pt>
                <c:pt idx="25">
                  <c:v>45688</c:v>
                </c:pt>
                <c:pt idx="26">
                  <c:v>45716</c:v>
                </c:pt>
                <c:pt idx="27">
                  <c:v>45743</c:v>
                </c:pt>
                <c:pt idx="28">
                  <c:v>45777</c:v>
                </c:pt>
                <c:pt idx="29">
                  <c:v>45805</c:v>
                </c:pt>
                <c:pt idx="30">
                  <c:v>45838</c:v>
                </c:pt>
                <c:pt idx="31">
                  <c:v>45869</c:v>
                </c:pt>
                <c:pt idx="32">
                  <c:v>45898</c:v>
                </c:pt>
                <c:pt idx="33">
                  <c:v>45930</c:v>
                </c:pt>
                <c:pt idx="34">
                  <c:v>45961</c:v>
                </c:pt>
                <c:pt idx="35">
                  <c:v>45989</c:v>
                </c:pt>
                <c:pt idx="36">
                  <c:v>46022</c:v>
                </c:pt>
                <c:pt idx="37">
                  <c:v>46052</c:v>
                </c:pt>
                <c:pt idx="38">
                  <c:v>46080</c:v>
                </c:pt>
                <c:pt idx="39">
                  <c:v>46112</c:v>
                </c:pt>
                <c:pt idx="40">
                  <c:v>46142</c:v>
                </c:pt>
                <c:pt idx="41">
                  <c:v>46171</c:v>
                </c:pt>
                <c:pt idx="42">
                  <c:v>46203</c:v>
                </c:pt>
                <c:pt idx="43">
                  <c:v>46234</c:v>
                </c:pt>
                <c:pt idx="44">
                  <c:v>46265</c:v>
                </c:pt>
                <c:pt idx="45">
                  <c:v>46295</c:v>
                </c:pt>
              </c:numCache>
            </c:numRef>
          </c:cat>
          <c:val>
            <c:numRef>
              <c:f>Lembar1!$F$5:$F$50</c:f>
              <c:numCache>
                <c:formatCode>0.00</c:formatCode>
                <c:ptCount val="46"/>
                <c:pt idx="0">
                  <c:v>5.0241300000000004</c:v>
                </c:pt>
                <c:pt idx="1">
                  <c:v>5.3917799999999998</c:v>
                </c:pt>
                <c:pt idx="2">
                  <c:v>5.6197600000000003</c:v>
                </c:pt>
                <c:pt idx="3">
                  <c:v>5.6187800000000001</c:v>
                </c:pt>
                <c:pt idx="4">
                  <c:v>5.7102000000000004</c:v>
                </c:pt>
                <c:pt idx="5">
                  <c:v>5.6265099999999997</c:v>
                </c:pt>
                <c:pt idx="6">
                  <c:v>5.9139400000000002</c:v>
                </c:pt>
                <c:pt idx="7">
                  <c:v>5.85</c:v>
                </c:pt>
                <c:pt idx="8">
                  <c:v>5.9249999999999998</c:v>
                </c:pt>
                <c:pt idx="9">
                  <c:v>5.8849999999999998</c:v>
                </c:pt>
                <c:pt idx="10">
                  <c:v>5.8849999999999998</c:v>
                </c:pt>
                <c:pt idx="11">
                  <c:v>5.8100000000000005</c:v>
                </c:pt>
                <c:pt idx="12">
                  <c:v>5.8000000000000007</c:v>
                </c:pt>
                <c:pt idx="13">
                  <c:v>5.9050000000000002</c:v>
                </c:pt>
                <c:pt idx="14">
                  <c:v>6.09</c:v>
                </c:pt>
                <c:pt idx="15">
                  <c:v>6.1099999999999994</c:v>
                </c:pt>
                <c:pt idx="16">
                  <c:v>6.1550000000000002</c:v>
                </c:pt>
                <c:pt idx="17">
                  <c:v>6.2449999999999992</c:v>
                </c:pt>
                <c:pt idx="18">
                  <c:v>6.35</c:v>
                </c:pt>
                <c:pt idx="19">
                  <c:v>6.18</c:v>
                </c:pt>
                <c:pt idx="20">
                  <c:v>6.02</c:v>
                </c:pt>
                <c:pt idx="21">
                  <c:v>6.15</c:v>
                </c:pt>
                <c:pt idx="22">
                  <c:v>6.1850000000000005</c:v>
                </c:pt>
                <c:pt idx="23">
                  <c:v>6.1850000000000005</c:v>
                </c:pt>
                <c:pt idx="24">
                  <c:v>5.8650000000000002</c:v>
                </c:pt>
                <c:pt idx="25">
                  <c:v>5.74</c:v>
                </c:pt>
                <c:pt idx="26">
                  <c:v>6.6550000000000002</c:v>
                </c:pt>
                <c:pt idx="27">
                  <c:v>5.8849999999999998</c:v>
                </c:pt>
                <c:pt idx="28">
                  <c:v>5.875</c:v>
                </c:pt>
                <c:pt idx="29">
                  <c:v>5.2949999999999999</c:v>
                </c:pt>
                <c:pt idx="30">
                  <c:v>4.7750000000000004</c:v>
                </c:pt>
                <c:pt idx="31">
                  <c:v>4.63</c:v>
                </c:pt>
                <c:pt idx="32">
                  <c:v>3.9950000000000001</c:v>
                </c:pt>
                <c:pt idx="33">
                  <c:v>4</c:v>
                </c:pt>
                <c:pt idx="34">
                  <c:v>4.165</c:v>
                </c:pt>
                <c:pt idx="35">
                  <c:v>4.1349999999999998</c:v>
                </c:pt>
                <c:pt idx="36">
                  <c:v>4.1349999999999998</c:v>
                </c:pt>
                <c:pt idx="37">
                  <c:v>3.83</c:v>
                </c:pt>
                <c:pt idx="38">
                  <c:v>4.2350000000000003</c:v>
                </c:pt>
                <c:pt idx="39">
                  <c:v>4.12</c:v>
                </c:pt>
                <c:pt idx="40">
                  <c:v>4.8558000000000003</c:v>
                </c:pt>
                <c:pt idx="41">
                  <c:v>5.5861700000000001</c:v>
                </c:pt>
                <c:pt idx="42">
                  <c:v>6.0045299999999999</c:v>
                </c:pt>
                <c:pt idx="43">
                  <c:v>6.2312599999999998</c:v>
                </c:pt>
                <c:pt idx="44">
                  <c:v>6.0651799999999998</c:v>
                </c:pt>
                <c:pt idx="45">
                  <c:v>5.7049500000000002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20-0352-431A-8E49-15EBB8826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11116783"/>
        <c:axId val="1011118223"/>
      </c:lineChart>
      <c:dateAx>
        <c:axId val="1011116783"/>
        <c:scaling>
          <c:orientation val="minMax"/>
          <c:min val="45839"/>
        </c:scaling>
        <c:delete val="0"/>
        <c:axPos val="b"/>
        <c:numFmt formatCode="[$-409]mmm\-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011118223"/>
        <c:crosses val="autoZero"/>
        <c:auto val="1"/>
        <c:lblOffset val="100"/>
        <c:baseTimeUnit val="months"/>
        <c:majorUnit val="2"/>
        <c:majorTimeUnit val="months"/>
      </c:dateAx>
      <c:valAx>
        <c:axId val="1011118223"/>
        <c:scaling>
          <c:orientation val="minMax"/>
          <c:min val="3"/>
        </c:scaling>
        <c:delete val="0"/>
        <c:axPos val="l"/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01111678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2480134909482372"/>
          <c:y val="0.17031885425296428"/>
          <c:w val="0.74383348829180629"/>
          <c:h val="6.03009407217463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>
                <a:solidFill>
                  <a:schemeClr val="tx1"/>
                </a:solidFill>
              </a:rPr>
              <a:t>Debt Dynamics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 1. BOP Summary'!$A$120</c:f>
              <c:strCache>
                <c:ptCount val="1"/>
                <c:pt idx="0">
                  <c:v>r-g (xr adjusted, pp)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Pt>
            <c:idx val="19"/>
            <c:marker>
              <c:symbol val="none"/>
            </c:marker>
            <c:bubble3D val="0"/>
            <c:spPr>
              <a:ln w="28575" cap="rnd">
                <a:solidFill>
                  <a:schemeClr val="accent1"/>
                </a:solidFill>
                <a:prstDash val="sys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25-4327-B507-B9F63EDB418C}"/>
              </c:ext>
            </c:extLst>
          </c:dPt>
          <c:cat>
            <c:numRef>
              <c:f>' 1. BOP Summary'!$S$5:$AL$5</c:f>
              <c:numCache>
                <c:formatCode>General</c:formatCode>
                <c:ptCount val="20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  <c:pt idx="19">
                  <c:v>2026</c:v>
                </c:pt>
              </c:numCache>
            </c:numRef>
          </c:cat>
          <c:val>
            <c:numRef>
              <c:f>' 1. BOP Summary'!$S$120:$AL$120</c:f>
              <c:numCache>
                <c:formatCode>0.0</c:formatCode>
                <c:ptCount val="20"/>
                <c:pt idx="0">
                  <c:v>-2.3406597099815034</c:v>
                </c:pt>
                <c:pt idx="1">
                  <c:v>3.994425313004331</c:v>
                </c:pt>
                <c:pt idx="2">
                  <c:v>6.0324234815511995</c:v>
                </c:pt>
                <c:pt idx="3">
                  <c:v>-16.270330519021698</c:v>
                </c:pt>
                <c:pt idx="4">
                  <c:v>-6.3506897953321868</c:v>
                </c:pt>
                <c:pt idx="5">
                  <c:v>4.6297473852604742</c:v>
                </c:pt>
                <c:pt idx="6">
                  <c:v>10.26172692518732</c:v>
                </c:pt>
                <c:pt idx="7">
                  <c:v>11.258283547432924</c:v>
                </c:pt>
                <c:pt idx="8">
                  <c:v>12.097215444062993</c:v>
                </c:pt>
                <c:pt idx="9">
                  <c:v>-2.4173079791033558</c:v>
                </c:pt>
                <c:pt idx="10">
                  <c:v>-1.0485226713959905</c:v>
                </c:pt>
                <c:pt idx="11">
                  <c:v>5.1227864187523231</c:v>
                </c:pt>
                <c:pt idx="12">
                  <c:v>-2.3895850275398312</c:v>
                </c:pt>
                <c:pt idx="13">
                  <c:v>8.9263770362937649</c:v>
                </c:pt>
                <c:pt idx="14">
                  <c:v>-2.6932991022735386</c:v>
                </c:pt>
                <c:pt idx="15">
                  <c:v>1.7473379754296081</c:v>
                </c:pt>
                <c:pt idx="16">
                  <c:v>0.45418860613097856</c:v>
                </c:pt>
                <c:pt idx="17">
                  <c:v>3.2520523989007399</c:v>
                </c:pt>
                <c:pt idx="18">
                  <c:v>2.2672793747816833</c:v>
                </c:pt>
                <c:pt idx="19">
                  <c:v>4.1276525757989013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510-458D-B62A-55A4672B10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04809567"/>
        <c:axId val="1046815535"/>
      </c:lineChart>
      <c:lineChart>
        <c:grouping val="standard"/>
        <c:varyColors val="0"/>
        <c:ser>
          <c:idx val="1"/>
          <c:order val="1"/>
          <c:tx>
            <c:strRef>
              <c:f>' 1. BOP Summary'!$A$121</c:f>
              <c:strCache>
                <c:ptCount val="1"/>
                <c:pt idx="0">
                  <c:v>r-g (pp)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Pt>
            <c:idx val="19"/>
            <c:marker>
              <c:symbol val="none"/>
            </c:marker>
            <c:bubble3D val="0"/>
            <c:spPr>
              <a:ln w="28575" cap="rnd">
                <a:solidFill>
                  <a:schemeClr val="accent2"/>
                </a:solidFill>
                <a:prstDash val="sysDash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0-C925-4327-B507-B9F63EDB418C}"/>
              </c:ext>
            </c:extLst>
          </c:dPt>
          <c:cat>
            <c:numRef>
              <c:f>' 1. BOP Summary'!$S$5:$AL$5</c:f>
              <c:numCache>
                <c:formatCode>General</c:formatCode>
                <c:ptCount val="20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  <c:pt idx="19">
                  <c:v>2026</c:v>
                </c:pt>
              </c:numCache>
            </c:numRef>
          </c:cat>
          <c:val>
            <c:numRef>
              <c:f>' 1. BOP Summary'!$S$121:$AL$121</c:f>
              <c:numCache>
                <c:formatCode>0.0</c:formatCode>
                <c:ptCount val="20"/>
                <c:pt idx="0">
                  <c:v>-1.9973418448360882</c:v>
                </c:pt>
                <c:pt idx="1">
                  <c:v>-2.1790265260843191</c:v>
                </c:pt>
                <c:pt idx="2">
                  <c:v>-1.6222439177434131</c:v>
                </c:pt>
                <c:pt idx="3">
                  <c:v>-3.1675021060291457</c:v>
                </c:pt>
                <c:pt idx="4">
                  <c:v>-2.8805021458550453</c:v>
                </c:pt>
                <c:pt idx="5">
                  <c:v>-2.952333040924692</c:v>
                </c:pt>
                <c:pt idx="6">
                  <c:v>-2.2830764873106264</c:v>
                </c:pt>
                <c:pt idx="7">
                  <c:v>-1.673088324884707</c:v>
                </c:pt>
                <c:pt idx="8">
                  <c:v>-1.5760510042149547</c:v>
                </c:pt>
                <c:pt idx="9">
                  <c:v>-1.4338625626485948</c:v>
                </c:pt>
                <c:pt idx="10">
                  <c:v>-1.5790519468476052</c:v>
                </c:pt>
                <c:pt idx="11">
                  <c:v>-1.5965171366019568</c:v>
                </c:pt>
                <c:pt idx="12">
                  <c:v>-1.3963798405700432</c:v>
                </c:pt>
                <c:pt idx="13">
                  <c:v>5.3120334482799887</c:v>
                </c:pt>
                <c:pt idx="14">
                  <c:v>-0.71933503994962744</c:v>
                </c:pt>
                <c:pt idx="15">
                  <c:v>-2.3565921881190777</c:v>
                </c:pt>
                <c:pt idx="16">
                  <c:v>-1.6393956985332441</c:v>
                </c:pt>
                <c:pt idx="17">
                  <c:v>-1.4255121791622374</c:v>
                </c:pt>
                <c:pt idx="18">
                  <c:v>-1.6212702374330341</c:v>
                </c:pt>
                <c:pt idx="19">
                  <c:v>-1.7277718343791744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510-458D-B62A-55A4672B10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64320208"/>
        <c:axId val="181931664"/>
      </c:lineChart>
      <c:catAx>
        <c:axId val="1304809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6815535"/>
        <c:crosses val="autoZero"/>
        <c:auto val="1"/>
        <c:lblAlgn val="ctr"/>
        <c:lblOffset val="100"/>
        <c:noMultiLvlLbl val="0"/>
      </c:catAx>
      <c:valAx>
        <c:axId val="1046815535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4809567"/>
        <c:crosses val="autoZero"/>
        <c:crossBetween val="between"/>
      </c:valAx>
      <c:valAx>
        <c:axId val="181931664"/>
        <c:scaling>
          <c:orientation val="minMax"/>
        </c:scaling>
        <c:delete val="0"/>
        <c:axPos val="r"/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pPr>
            <a:endParaRPr lang="en-FI"/>
          </a:p>
        </c:txPr>
        <c:crossAx val="264320208"/>
        <c:crosses val="max"/>
        <c:crossBetween val="between"/>
      </c:valAx>
      <c:catAx>
        <c:axId val="2643202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19316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ID" sz="1400"/>
              <a:t>Debt to Exports</a:t>
            </a:r>
          </a:p>
          <a:p>
            <a:pPr>
              <a:defRPr/>
            </a:pPr>
            <a:r>
              <a:rPr lang="en-ID" sz="1400" b="0"/>
              <a:t>(%)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6.6599518810148695E-2"/>
          <c:y val="0.121226002642272"/>
          <c:w val="0.88895603674540702"/>
          <c:h val="0.77686520616150856"/>
        </c:manualLayout>
      </c:layout>
      <c:lineChart>
        <c:grouping val="standard"/>
        <c:varyColors val="0"/>
        <c:ser>
          <c:idx val="0"/>
          <c:order val="0"/>
          <c:tx>
            <c:strRef>
              <c:f>'3. Indicators'!$A$25</c:f>
              <c:strCache>
                <c:ptCount val="1"/>
                <c:pt idx="0">
                  <c:v>Debt-to-exports* (%)</c:v>
                </c:pt>
              </c:strCache>
            </c:strRef>
          </c:tx>
          <c:spPr>
            <a:ln w="25400">
              <a:solidFill>
                <a:srgbClr val="C00000"/>
              </a:solidFill>
              <a:prstDash val="solid"/>
            </a:ln>
            <a:effectLst/>
          </c:spPr>
          <c:marker>
            <c:symbol val="none"/>
          </c:marker>
          <c:cat>
            <c:numRef>
              <c:f>'3. Indicators'!$E$4:$AA$4</c:f>
              <c:numCache>
                <c:formatCode>General</c:formatCode>
                <c:ptCount val="23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  <c:pt idx="14">
                  <c:v>2017</c:v>
                </c:pt>
                <c:pt idx="15">
                  <c:v>2018</c:v>
                </c:pt>
                <c:pt idx="16">
                  <c:v>2019</c:v>
                </c:pt>
                <c:pt idx="17">
                  <c:v>2020</c:v>
                </c:pt>
                <c:pt idx="18">
                  <c:v>2021</c:v>
                </c:pt>
                <c:pt idx="19">
                  <c:v>2022</c:v>
                </c:pt>
                <c:pt idx="20">
                  <c:v>2023</c:v>
                </c:pt>
                <c:pt idx="21">
                  <c:v>2024</c:v>
                </c:pt>
                <c:pt idx="22">
                  <c:v>2025</c:v>
                </c:pt>
              </c:numCache>
              <c:extLst/>
            </c:numRef>
          </c:cat>
          <c:val>
            <c:numRef>
              <c:f>'3. Indicators'!$E$25:$AA$25</c:f>
              <c:numCache>
                <c:formatCode>0.0</c:formatCode>
                <c:ptCount val="23"/>
                <c:pt idx="0">
                  <c:v>197.16787820349498</c:v>
                </c:pt>
                <c:pt idx="1">
                  <c:v>177.21836468435458</c:v>
                </c:pt>
                <c:pt idx="2">
                  <c:v>142.03354081854366</c:v>
                </c:pt>
                <c:pt idx="3">
                  <c:v>123.49062354043394</c:v>
                </c:pt>
                <c:pt idx="4">
                  <c:v>115.47025945786335</c:v>
                </c:pt>
                <c:pt idx="5">
                  <c:v>106.179185799268</c:v>
                </c:pt>
                <c:pt idx="6">
                  <c:v>137.94101894824254</c:v>
                </c:pt>
                <c:pt idx="7">
                  <c:v>121.47001675102362</c:v>
                </c:pt>
                <c:pt idx="8">
                  <c:v>105.81120040564885</c:v>
                </c:pt>
                <c:pt idx="9">
                  <c:v>119.60015217511707</c:v>
                </c:pt>
                <c:pt idx="10">
                  <c:v>129.78845964799439</c:v>
                </c:pt>
                <c:pt idx="11">
                  <c:v>147.53168875173643</c:v>
                </c:pt>
                <c:pt idx="12">
                  <c:v>181.34734793964117</c:v>
                </c:pt>
                <c:pt idx="13">
                  <c:v>190.71424166407314</c:v>
                </c:pt>
                <c:pt idx="14">
                  <c:v>181.48823387612384</c:v>
                </c:pt>
                <c:pt idx="15">
                  <c:v>177.14668377493584</c:v>
                </c:pt>
                <c:pt idx="16">
                  <c:v>201.68381634676217</c:v>
                </c:pt>
                <c:pt idx="17">
                  <c:v>233.68484058106077</c:v>
                </c:pt>
                <c:pt idx="18">
                  <c:v>166.95614493322773</c:v>
                </c:pt>
                <c:pt idx="19">
                  <c:v>125.02567345991747</c:v>
                </c:pt>
                <c:pt idx="20">
                  <c:v>139.62918883362659</c:v>
                </c:pt>
                <c:pt idx="21">
                  <c:v>140.68351614535911</c:v>
                </c:pt>
                <c:pt idx="22">
                  <c:v>134.33020793456768</c:v>
                </c:pt>
              </c:numCache>
              <c:extLst/>
            </c:numRef>
          </c:val>
          <c:smooth val="1"/>
          <c:extLst>
            <c:ext xmlns:c16="http://schemas.microsoft.com/office/drawing/2014/chart" uri="{C3380CC4-5D6E-409C-BE32-E72D297353CC}">
              <c16:uniqueId val="{00000000-FC01-4F49-BC88-0B3639D85A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206656"/>
        <c:axId val="197207216"/>
      </c:lineChart>
      <c:catAx>
        <c:axId val="19720665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ln w="3175">
            <a:solidFill>
              <a:srgbClr val="B3B3B3"/>
            </a:solidFill>
            <a:prstDash val="solid"/>
          </a:ln>
        </c:spPr>
        <c:txPr>
          <a:bodyPr/>
          <a:lstStyle/>
          <a:p>
            <a:pPr>
              <a:defRPr sz="1200">
                <a:latin typeface="+mn-lt"/>
                <a:ea typeface="Segoe UI"/>
                <a:cs typeface="Segoe UI"/>
              </a:defRPr>
            </a:pPr>
            <a:endParaRPr lang="en-US"/>
          </a:p>
        </c:txPr>
        <c:crossAx val="197207216"/>
        <c:crosses val="autoZero"/>
        <c:auto val="1"/>
        <c:lblAlgn val="ctr"/>
        <c:lblOffset val="100"/>
        <c:noMultiLvlLbl val="0"/>
      </c:catAx>
      <c:valAx>
        <c:axId val="197207216"/>
        <c:scaling>
          <c:orientation val="minMax"/>
        </c:scaling>
        <c:delete val="0"/>
        <c:axPos val="l"/>
        <c:numFmt formatCode="0" sourceLinked="0"/>
        <c:majorTickMark val="in"/>
        <c:minorTickMark val="none"/>
        <c:tickLblPos val="nextTo"/>
        <c:spPr>
          <a:ln w="3175">
            <a:noFill/>
            <a:prstDash val="solid"/>
          </a:ln>
        </c:spPr>
        <c:txPr>
          <a:bodyPr/>
          <a:lstStyle/>
          <a:p>
            <a:pPr>
              <a:defRPr sz="1200">
                <a:latin typeface="+mn-lt"/>
                <a:ea typeface="Segoe UI"/>
                <a:cs typeface="Segoe UI"/>
              </a:defRPr>
            </a:pPr>
            <a:endParaRPr lang="en-US"/>
          </a:p>
        </c:txPr>
        <c:crossAx val="197206656"/>
        <c:crosses val="autoZero"/>
        <c:crossBetween val="between"/>
      </c:valAx>
      <c:spPr>
        <a:noFill/>
        <a:ln w="3175">
          <a:noFill/>
          <a:prstDash val="solid"/>
        </a:ln>
      </c:spPr>
    </c:plotArea>
    <c:plotVisOnly val="1"/>
    <c:dispBlanksAs val="gap"/>
    <c:showDLblsOverMax val="0"/>
  </c:chart>
  <c:spPr>
    <a:ln w="9525">
      <a:noFill/>
    </a:ln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1400" b="1">
                <a:solidFill>
                  <a:schemeClr val="tx1"/>
                </a:solidFill>
                <a:effectLst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Debt Service to Exports </a:t>
            </a:r>
          </a:p>
          <a:p>
            <a:pPr>
              <a:defRPr/>
            </a:pPr>
            <a:r>
              <a:rPr lang="en-US" sz="1400" b="0" baseline="0">
                <a:solidFill>
                  <a:schemeClr val="tx1"/>
                </a:solidFill>
                <a:effectLst/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(%)</a:t>
            </a:r>
            <a:endParaRPr lang="en-US" sz="1400" b="0">
              <a:solidFill>
                <a:schemeClr val="tx1"/>
              </a:solidFill>
              <a:effectLst/>
              <a:latin typeface="Segoe UI" panose="020B0502040204020203" pitchFamily="34" charset="0"/>
              <a:ea typeface="Segoe UI" panose="020B0502040204020203" pitchFamily="34" charset="0"/>
              <a:cs typeface="Segoe UI" panose="020B0502040204020203" pitchFamily="34" charset="0"/>
            </a:endParaRP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6.6599518810148695E-2"/>
          <c:y val="0.121226002642272"/>
          <c:w val="0.91149154753461725"/>
          <c:h val="0.75187889607910496"/>
        </c:manualLayout>
      </c:layout>
      <c:lineChart>
        <c:grouping val="standard"/>
        <c:varyColors val="0"/>
        <c:ser>
          <c:idx val="0"/>
          <c:order val="0"/>
          <c:tx>
            <c:strRef>
              <c:f>'3. Indicators'!$A$27</c:f>
              <c:strCache>
                <c:ptCount val="1"/>
                <c:pt idx="0">
                  <c:v>Debt service-to-exports (%)</c:v>
                </c:pt>
              </c:strCache>
            </c:strRef>
          </c:tx>
          <c:spPr>
            <a:ln w="25400">
              <a:solidFill>
                <a:schemeClr val="accent1"/>
              </a:solidFill>
              <a:prstDash val="solid"/>
            </a:ln>
            <a:effectLst/>
          </c:spPr>
          <c:marker>
            <c:symbol val="none"/>
          </c:marker>
          <c:cat>
            <c:numRef>
              <c:f>'3. Indicators'!$E$4:$AA$4</c:f>
              <c:numCache>
                <c:formatCode>General</c:formatCode>
                <c:ptCount val="23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2008</c:v>
                </c:pt>
                <c:pt idx="6">
                  <c:v>2009</c:v>
                </c:pt>
                <c:pt idx="7">
                  <c:v>2010</c:v>
                </c:pt>
                <c:pt idx="8">
                  <c:v>2011</c:v>
                </c:pt>
                <c:pt idx="9">
                  <c:v>2012</c:v>
                </c:pt>
                <c:pt idx="10">
                  <c:v>2013</c:v>
                </c:pt>
                <c:pt idx="11">
                  <c:v>2014</c:v>
                </c:pt>
                <c:pt idx="12">
                  <c:v>2015</c:v>
                </c:pt>
                <c:pt idx="13">
                  <c:v>2016</c:v>
                </c:pt>
                <c:pt idx="14">
                  <c:v>2017</c:v>
                </c:pt>
                <c:pt idx="15">
                  <c:v>2018</c:v>
                </c:pt>
                <c:pt idx="16">
                  <c:v>2019</c:v>
                </c:pt>
                <c:pt idx="17">
                  <c:v>2020</c:v>
                </c:pt>
                <c:pt idx="18">
                  <c:v>2021</c:v>
                </c:pt>
                <c:pt idx="19">
                  <c:v>2022</c:v>
                </c:pt>
                <c:pt idx="20">
                  <c:v>2023</c:v>
                </c:pt>
                <c:pt idx="21">
                  <c:v>2024</c:v>
                </c:pt>
                <c:pt idx="22">
                  <c:v>2025</c:v>
                </c:pt>
              </c:numCache>
              <c:extLst/>
            </c:numRef>
          </c:cat>
          <c:val>
            <c:numRef>
              <c:f>'3. Indicators'!$E$27:$AA$27</c:f>
              <c:numCache>
                <c:formatCode>0.0</c:formatCode>
                <c:ptCount val="23"/>
                <c:pt idx="0">
                  <c:v>4.6510553119922324</c:v>
                </c:pt>
                <c:pt idx="1">
                  <c:v>1.2536180634928651</c:v>
                </c:pt>
                <c:pt idx="2">
                  <c:v>0.68069204844228115</c:v>
                </c:pt>
                <c:pt idx="3">
                  <c:v>2.9063014567361067</c:v>
                </c:pt>
                <c:pt idx="4">
                  <c:v>4.7838579896307039</c:v>
                </c:pt>
                <c:pt idx="5">
                  <c:v>6.4308068312333262</c:v>
                </c:pt>
                <c:pt idx="6">
                  <c:v>7.275937188692132</c:v>
                </c:pt>
                <c:pt idx="7">
                  <c:v>6.2922502582642394</c:v>
                </c:pt>
                <c:pt idx="8">
                  <c:v>5.806140499887781</c:v>
                </c:pt>
                <c:pt idx="9">
                  <c:v>7.1289112978966855</c:v>
                </c:pt>
                <c:pt idx="10">
                  <c:v>5.539387558363269</c:v>
                </c:pt>
                <c:pt idx="11">
                  <c:v>8.7901768850679716</c:v>
                </c:pt>
                <c:pt idx="12">
                  <c:v>7.0051842754595102</c:v>
                </c:pt>
                <c:pt idx="13">
                  <c:v>2.5041425265267487</c:v>
                </c:pt>
                <c:pt idx="14">
                  <c:v>7.7460164835647136</c:v>
                </c:pt>
                <c:pt idx="15">
                  <c:v>11.763856394623236</c:v>
                </c:pt>
                <c:pt idx="16">
                  <c:v>10.334700445518026</c:v>
                </c:pt>
                <c:pt idx="17">
                  <c:v>8.8554239904861412</c:v>
                </c:pt>
                <c:pt idx="18">
                  <c:v>4.6970460197936124</c:v>
                </c:pt>
                <c:pt idx="19">
                  <c:v>3.7657774611606389</c:v>
                </c:pt>
                <c:pt idx="20">
                  <c:v>6.2606419358444914</c:v>
                </c:pt>
                <c:pt idx="21">
                  <c:v>8.2243350263463597</c:v>
                </c:pt>
                <c:pt idx="22">
                  <c:v>7.121270425211514</c:v>
                </c:pt>
              </c:numCache>
              <c:extLst/>
            </c:numRef>
          </c:val>
          <c:smooth val="1"/>
          <c:extLst>
            <c:ext xmlns:c16="http://schemas.microsoft.com/office/drawing/2014/chart" uri="{C3380CC4-5D6E-409C-BE32-E72D297353CC}">
              <c16:uniqueId val="{00000000-6641-465D-843D-0D71D9C105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97209456"/>
        <c:axId val="197210016"/>
      </c:lineChart>
      <c:catAx>
        <c:axId val="19720945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ln w="3175">
            <a:solidFill>
              <a:srgbClr val="B3B3B3"/>
            </a:solidFill>
            <a:prstDash val="solid"/>
          </a:ln>
        </c:spPr>
        <c:txPr>
          <a:bodyPr/>
          <a:lstStyle/>
          <a:p>
            <a:pPr>
              <a:defRPr sz="1200">
                <a:solidFill>
                  <a:sysClr val="windowText" lastClr="000000"/>
                </a:solidFill>
                <a:latin typeface="+mn-lt"/>
                <a:ea typeface="Segoe UI"/>
                <a:cs typeface="Segoe UI"/>
              </a:defRPr>
            </a:pPr>
            <a:endParaRPr lang="en-US"/>
          </a:p>
        </c:txPr>
        <c:crossAx val="197210016"/>
        <c:crosses val="autoZero"/>
        <c:auto val="1"/>
        <c:lblAlgn val="ctr"/>
        <c:lblOffset val="100"/>
        <c:noMultiLvlLbl val="0"/>
      </c:catAx>
      <c:valAx>
        <c:axId val="197210016"/>
        <c:scaling>
          <c:orientation val="minMax"/>
        </c:scaling>
        <c:delete val="0"/>
        <c:axPos val="l"/>
        <c:numFmt formatCode="0" sourceLinked="0"/>
        <c:majorTickMark val="in"/>
        <c:minorTickMark val="none"/>
        <c:tickLblPos val="nextTo"/>
        <c:spPr>
          <a:ln w="3175">
            <a:noFill/>
            <a:prstDash val="solid"/>
          </a:ln>
        </c:spPr>
        <c:txPr>
          <a:bodyPr/>
          <a:lstStyle/>
          <a:p>
            <a:pPr>
              <a:defRPr sz="1200">
                <a:latin typeface="+mn-lt"/>
                <a:ea typeface="Segoe UI"/>
                <a:cs typeface="Segoe UI"/>
              </a:defRPr>
            </a:pPr>
            <a:endParaRPr lang="en-US"/>
          </a:p>
        </c:txPr>
        <c:crossAx val="197209456"/>
        <c:crosses val="autoZero"/>
        <c:crossBetween val="between"/>
      </c:valAx>
      <c:spPr>
        <a:noFill/>
        <a:ln w="3175">
          <a:noFill/>
          <a:prstDash val="solid"/>
        </a:ln>
      </c:spPr>
    </c:plotArea>
    <c:plotVisOnly val="1"/>
    <c:dispBlanksAs val="gap"/>
    <c:showDLblsOverMax val="0"/>
  </c:chart>
  <c:spPr>
    <a:noFill/>
    <a:ln w="9525">
      <a:noFill/>
    </a:ln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/>
              <a:t>Rule of Law Index 2025</a:t>
            </a:r>
            <a:br>
              <a:rPr lang="en-US" sz="1400" b="1"/>
            </a:br>
            <a:r>
              <a:rPr lang="en-US" sz="1400" b="0"/>
              <a:t>(Index;</a:t>
            </a:r>
            <a:r>
              <a:rPr lang="en-US" sz="1400" b="0" baseline="0"/>
              <a:t> Global Average = 0.55) </a:t>
            </a:r>
            <a:endParaRPr lang="en-US" sz="1400" b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848-4BF0-A6FF-20AFE699D5C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0.52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848-4BF0-A6FF-20AFE699D5C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0.64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848-4BF0-A6FF-20AFE699D5C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0.72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848-4BF0-A6FF-20AFE699D5C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0.78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848-4BF0-A6FF-20AFE699D5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Indonesia</c:v>
                </c:pt>
                <c:pt idx="1">
                  <c:v>UAE</c:v>
                </c:pt>
                <c:pt idx="2">
                  <c:v>Hong Kong</c:v>
                </c:pt>
                <c:pt idx="3">
                  <c:v>Singapore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0.52</c:v>
                </c:pt>
                <c:pt idx="1">
                  <c:v>0.64</c:v>
                </c:pt>
                <c:pt idx="2">
                  <c:v>0.72</c:v>
                </c:pt>
                <c:pt idx="3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848-4BF0-A6FF-20AFE699D5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989034272"/>
        <c:axId val="1989035984"/>
      </c:barChart>
      <c:catAx>
        <c:axId val="1989034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989035984"/>
        <c:crosses val="autoZero"/>
        <c:auto val="1"/>
        <c:lblAlgn val="ctr"/>
        <c:lblOffset val="100"/>
        <c:noMultiLvlLbl val="0"/>
      </c:catAx>
      <c:valAx>
        <c:axId val="19890359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989034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sz="1400" b="1">
                <a:solidFill>
                  <a:schemeClr val="tx1"/>
                </a:solidFill>
              </a:rPr>
              <a:t>Defisit dan Keseimbangan Primer terhadap PDB</a:t>
            </a:r>
          </a:p>
          <a:p>
            <a:pPr>
              <a:defRPr/>
            </a:pPr>
            <a:r>
              <a:rPr lang="en-ID" sz="1400" b="0">
                <a:solidFill>
                  <a:schemeClr val="tx1"/>
                </a:solidFill>
              </a:rPr>
              <a:t>(Persen)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Defisit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946-446A-8853-908513C857FB}"/>
                </c:ext>
              </c:extLst>
            </c:dLbl>
            <c:numFmt formatCode="#,##0.00" sourceLinked="0"/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numCache>
            </c:numRef>
          </c:cat>
          <c:val>
            <c:numRef>
              <c:f>Sheet1!$B$2:$B$12</c:f>
              <c:numCache>
                <c:formatCode>#,##0.0</c:formatCode>
                <c:ptCount val="11"/>
                <c:pt idx="0">
                  <c:v>-2.4090902264560139</c:v>
                </c:pt>
                <c:pt idx="1">
                  <c:v>-2.1098840638697736</c:v>
                </c:pt>
                <c:pt idx="2">
                  <c:v>-2.0692636258124697</c:v>
                </c:pt>
                <c:pt idx="3">
                  <c:v>-1.4124063485977758</c:v>
                </c:pt>
                <c:pt idx="4">
                  <c:v>-1.7611672508667158</c:v>
                </c:pt>
                <c:pt idx="5">
                  <c:v>-5.6762105033202523</c:v>
                </c:pt>
                <c:pt idx="6">
                  <c:v>-4.1421975298104314</c:v>
                </c:pt>
                <c:pt idx="7">
                  <c:v>-2.0037990874016582</c:v>
                </c:pt>
                <c:pt idx="8">
                  <c:v>-1.3729080204954232</c:v>
                </c:pt>
                <c:pt idx="9">
                  <c:v>-2.2998401899523362</c:v>
                </c:pt>
                <c:pt idx="10">
                  <c:v>-2.8138713293302038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946-446A-8853-908513C857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Keseimbangan Primer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946-446A-8853-908513C857FB}"/>
                </c:ext>
              </c:extLst>
            </c:dLbl>
            <c:numFmt formatCode="#,##0.00" sourceLinked="0"/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numCache>
            </c:numRef>
          </c:cat>
          <c:val>
            <c:numRef>
              <c:f>Sheet1!$C$2:$C$12</c:f>
              <c:numCache>
                <c:formatCode>#,##0.0</c:formatCode>
                <c:ptCount val="11"/>
                <c:pt idx="0">
                  <c:v>-1.0555829684714972</c:v>
                </c:pt>
                <c:pt idx="1">
                  <c:v>-0.63620827468506502</c:v>
                </c:pt>
                <c:pt idx="2">
                  <c:v>-0.4756595038600448</c:v>
                </c:pt>
                <c:pt idx="3">
                  <c:v>0.32596058823493401</c:v>
                </c:pt>
                <c:pt idx="4">
                  <c:v>-2.0959262215133462E-2</c:v>
                </c:pt>
                <c:pt idx="5">
                  <c:v>-3.6424027659141061</c:v>
                </c:pt>
                <c:pt idx="6">
                  <c:v>-2.1188694186156694</c:v>
                </c:pt>
                <c:pt idx="7">
                  <c:v>-3.1506105910959127E-2</c:v>
                </c:pt>
                <c:pt idx="8">
                  <c:v>0.73256780250029252</c:v>
                </c:pt>
                <c:pt idx="9">
                  <c:v>-9.3658225488896366E-2</c:v>
                </c:pt>
                <c:pt idx="10">
                  <c:v>-0.65446263583193587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946-446A-8853-908513C857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4509264"/>
        <c:axId val="1060592271"/>
      </c:lineChart>
      <c:catAx>
        <c:axId val="86450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592271"/>
        <c:crosses val="autoZero"/>
        <c:auto val="1"/>
        <c:lblAlgn val="ctr"/>
        <c:lblOffset val="100"/>
        <c:noMultiLvlLbl val="0"/>
      </c:catAx>
      <c:valAx>
        <c:axId val="1060592271"/>
        <c:scaling>
          <c:orientation val="minMax"/>
        </c:scaling>
        <c:delete val="0"/>
        <c:axPos val="l"/>
        <c:numFmt formatCode="#,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509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sz="1400" b="1" err="1">
                <a:solidFill>
                  <a:schemeClr val="tx1"/>
                </a:solidFill>
              </a:rPr>
              <a:t>Perpajakan</a:t>
            </a:r>
            <a:r>
              <a:rPr lang="en-ID" sz="1400" b="1">
                <a:solidFill>
                  <a:schemeClr val="tx1"/>
                </a:solidFill>
              </a:rPr>
              <a:t> dan </a:t>
            </a:r>
            <a:r>
              <a:rPr lang="en-ID" sz="1400" b="1" err="1">
                <a:solidFill>
                  <a:schemeClr val="tx1"/>
                </a:solidFill>
              </a:rPr>
              <a:t>Belanja</a:t>
            </a:r>
            <a:r>
              <a:rPr lang="en-ID" sz="1400" b="1">
                <a:solidFill>
                  <a:schemeClr val="tx1"/>
                </a:solidFill>
              </a:rPr>
              <a:t> </a:t>
            </a:r>
            <a:r>
              <a:rPr lang="en-ID" sz="1400" b="1" err="1">
                <a:solidFill>
                  <a:schemeClr val="tx1"/>
                </a:solidFill>
              </a:rPr>
              <a:t>terhadap</a:t>
            </a:r>
            <a:r>
              <a:rPr lang="en-ID" sz="1400" b="1">
                <a:solidFill>
                  <a:schemeClr val="tx1"/>
                </a:solidFill>
              </a:rPr>
              <a:t> PDB</a:t>
            </a:r>
          </a:p>
          <a:p>
            <a:pPr>
              <a:defRPr/>
            </a:pPr>
            <a:r>
              <a:rPr lang="en-ID" sz="1400" b="0">
                <a:solidFill>
                  <a:schemeClr val="tx1"/>
                </a:solidFill>
              </a:rPr>
              <a:t>(Persen)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Penerimaan Perpajakan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871-46FB-8040-8F27BDC41AB5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numCache>
            </c:numRef>
          </c:cat>
          <c:val>
            <c:numRef>
              <c:f>Sheet1!$B$2:$B$12</c:f>
              <c:numCache>
                <c:formatCode>#,##0.0</c:formatCode>
                <c:ptCount val="11"/>
                <c:pt idx="0">
                  <c:v>10.76160891021971</c:v>
                </c:pt>
                <c:pt idx="1">
                  <c:v>10.361214233680103</c:v>
                </c:pt>
                <c:pt idx="2">
                  <c:v>9.8862919470594122</c:v>
                </c:pt>
                <c:pt idx="3">
                  <c:v>10.235290459328466</c:v>
                </c:pt>
                <c:pt idx="4">
                  <c:v>9.7655237384043971</c:v>
                </c:pt>
                <c:pt idx="5">
                  <c:v>8.3216144867799748</c:v>
                </c:pt>
                <c:pt idx="6">
                  <c:v>9.1174160189718307</c:v>
                </c:pt>
                <c:pt idx="7">
                  <c:v>10.386485259109115</c:v>
                </c:pt>
                <c:pt idx="8">
                  <c:v>10.218145113570268</c:v>
                </c:pt>
                <c:pt idx="9">
                  <c:v>10.08103675620119</c:v>
                </c:pt>
                <c:pt idx="10">
                  <c:v>9.3117604341387459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6A5-4561-A6ED-004518DAAC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Belanja Negara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layout>
                <c:manualLayout>
                  <c:x val="-7.7619679461284653E-3"/>
                  <c:y val="-4.59842031589337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71-46FB-8040-8F27BDC41AB5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numCache>
            </c:numRef>
          </c:cat>
          <c:val>
            <c:numRef>
              <c:f>Sheet1!$C$2:$C$12</c:f>
              <c:numCache>
                <c:formatCode>#,##0.0</c:formatCode>
                <c:ptCount val="11"/>
                <c:pt idx="0">
                  <c:v>15.492152781365117</c:v>
                </c:pt>
                <c:pt idx="1">
                  <c:v>14.655987370757147</c:v>
                </c:pt>
                <c:pt idx="2">
                  <c:v>14.331200971028643</c:v>
                </c:pt>
                <c:pt idx="3">
                  <c:v>14.511043976164375</c:v>
                </c:pt>
                <c:pt idx="4">
                  <c:v>14.144645038031772</c:v>
                </c:pt>
                <c:pt idx="5">
                  <c:v>16.346065170563023</c:v>
                </c:pt>
                <c:pt idx="6">
                  <c:v>15.989853332898484</c:v>
                </c:pt>
                <c:pt idx="7">
                  <c:v>15.459901371379583</c:v>
                </c:pt>
                <c:pt idx="8">
                  <c:v>14.605183156726554</c:v>
                </c:pt>
                <c:pt idx="9">
                  <c:v>15.17578980189219</c:v>
                </c:pt>
                <c:pt idx="10">
                  <c:v>14.421682396488317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6A5-4561-A6ED-004518DAAC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4509264"/>
        <c:axId val="1060592271"/>
      </c:lineChart>
      <c:catAx>
        <c:axId val="86450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592271"/>
        <c:crosses val="autoZero"/>
        <c:auto val="1"/>
        <c:lblAlgn val="ctr"/>
        <c:lblOffset val="100"/>
        <c:noMultiLvlLbl val="0"/>
      </c:catAx>
      <c:valAx>
        <c:axId val="1060592271"/>
        <c:scaling>
          <c:orientation val="minMax"/>
          <c:min val="5"/>
        </c:scaling>
        <c:delete val="0"/>
        <c:axPos val="l"/>
        <c:numFmt formatCode="#,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509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Rasio ULN </a:t>
            </a:r>
            <a:r>
              <a:rPr lang="en-US" b="1" err="1"/>
              <a:t>Terhadap</a:t>
            </a:r>
            <a:r>
              <a:rPr lang="en-US" b="1"/>
              <a:t> PDB Indonesia</a:t>
            </a:r>
          </a:p>
          <a:p>
            <a:pPr>
              <a:defRPr/>
            </a:pPr>
            <a:r>
              <a:rPr lang="en-US"/>
              <a:t>(Persen)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2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defRPr>
                    </a:pPr>
                    <a:r>
                      <a:rPr lang="en-US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29,7</a:t>
                    </a:r>
                  </a:p>
                </c:rich>
              </c:tx>
              <c:spPr>
                <a:solidFill>
                  <a:schemeClr val="accent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0CA-4944-B52B-0398E323A06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'ULN per PDB (2)'!$A$2:$A$14</c:f>
              <c:strCache>
                <c:ptCount val="13"/>
                <c:pt idx="0">
                  <c:v>Tw. I 2023</c:v>
                </c:pt>
                <c:pt idx="1">
                  <c:v>Tw. II 2023</c:v>
                </c:pt>
                <c:pt idx="2">
                  <c:v>Tw. III 2023</c:v>
                </c:pt>
                <c:pt idx="3">
                  <c:v>Tw.IV 2023</c:v>
                </c:pt>
                <c:pt idx="4">
                  <c:v>Tw. I 2024</c:v>
                </c:pt>
                <c:pt idx="5">
                  <c:v>Tw. II 2024</c:v>
                </c:pt>
                <c:pt idx="6">
                  <c:v>Tw. III 2024</c:v>
                </c:pt>
                <c:pt idx="7">
                  <c:v>Tw. IV 2024</c:v>
                </c:pt>
                <c:pt idx="8">
                  <c:v>Tw. I 2025</c:v>
                </c:pt>
                <c:pt idx="9">
                  <c:v>Tw. II 2025</c:v>
                </c:pt>
                <c:pt idx="10">
                  <c:v>Tw. III 2025</c:v>
                </c:pt>
                <c:pt idx="11">
                  <c:v>Tw. IV 2025</c:v>
                </c:pt>
                <c:pt idx="12">
                  <c:v>Tw. I 2026</c:v>
                </c:pt>
              </c:strCache>
            </c:strRef>
          </c:cat>
          <c:val>
            <c:numRef>
              <c:f>'ULN per PDB (2)'!$H$2:$H$14</c:f>
              <c:numCache>
                <c:formatCode>0</c:formatCode>
                <c:ptCount val="13"/>
                <c:pt idx="0">
                  <c:v>30.1340134879147</c:v>
                </c:pt>
                <c:pt idx="1">
                  <c:v>29.311337689279299</c:v>
                </c:pt>
                <c:pt idx="2">
                  <c:v>28.912321879570101</c:v>
                </c:pt>
                <c:pt idx="3">
                  <c:v>29.655978201973497</c:v>
                </c:pt>
                <c:pt idx="4">
                  <c:v>29.291916156034898</c:v>
                </c:pt>
                <c:pt idx="5">
                  <c:v>29.751242016031696</c:v>
                </c:pt>
                <c:pt idx="6">
                  <c:v>31.046268925931397</c:v>
                </c:pt>
                <c:pt idx="7">
                  <c:v>30.444636196305002</c:v>
                </c:pt>
                <c:pt idx="8">
                  <c:v>30.618696110497002</c:v>
                </c:pt>
                <c:pt idx="9">
                  <c:v>30.529609915847502</c:v>
                </c:pt>
                <c:pt idx="10">
                  <c:v>29.817537424019303</c:v>
                </c:pt>
                <c:pt idx="11">
                  <c:v>30.045860394688599</c:v>
                </c:pt>
                <c:pt idx="12">
                  <c:v>29.667889985874002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0CA-4944-B52B-0398E323A0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17593215"/>
        <c:axId val="1567297471"/>
      </c:lineChart>
      <c:catAx>
        <c:axId val="1617593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7297471"/>
        <c:crosses val="autoZero"/>
        <c:auto val="1"/>
        <c:lblAlgn val="ctr"/>
        <c:lblOffset val="100"/>
        <c:noMultiLvlLbl val="0"/>
      </c:catAx>
      <c:valAx>
        <c:axId val="1567297471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75932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 err="1"/>
              <a:t>Perbandingan</a:t>
            </a:r>
            <a:r>
              <a:rPr lang="en-US" sz="1400" b="1"/>
              <a:t> Rasio ULN/PDB </a:t>
            </a:r>
            <a:r>
              <a:rPr lang="en-US" sz="1400" b="1" err="1"/>
              <a:t>Antarnegara</a:t>
            </a:r>
            <a:r>
              <a:rPr lang="en-US" sz="1400" b="1"/>
              <a:t> 2025</a:t>
            </a:r>
          </a:p>
          <a:p>
            <a:pPr>
              <a:defRPr/>
            </a:pPr>
            <a:r>
              <a:rPr lang="en-US" sz="1200"/>
              <a:t>(Persen)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'External debt to GDP'!$B$2</c:f>
              <c:strCache>
                <c:ptCount val="1"/>
                <c:pt idx="0">
                  <c:v>Rasio ULN/PDB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BD1-284C-96DC-D7F0CDE26B8A}"/>
              </c:ext>
            </c:extLst>
          </c:dPt>
          <c:dLbls>
            <c:dLbl>
              <c:idx val="0"/>
              <c:spPr>
                <a:solidFill>
                  <a:schemeClr val="accent2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BD1-284C-96DC-D7F0CDE26B8A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'External debt to GDP'!$A$3:$A$10</c:f>
              <c:strCache>
                <c:ptCount val="8"/>
                <c:pt idx="0">
                  <c:v>Indonesia</c:v>
                </c:pt>
                <c:pt idx="1">
                  <c:v>Malaysia</c:v>
                </c:pt>
                <c:pt idx="2">
                  <c:v>Thailand</c:v>
                </c:pt>
                <c:pt idx="3">
                  <c:v>Filipina</c:v>
                </c:pt>
                <c:pt idx="4">
                  <c:v>Vietnam</c:v>
                </c:pt>
                <c:pt idx="5">
                  <c:v>US</c:v>
                </c:pt>
                <c:pt idx="6">
                  <c:v>Tiongkok</c:v>
                </c:pt>
                <c:pt idx="7">
                  <c:v>Jepang</c:v>
                </c:pt>
              </c:strCache>
            </c:strRef>
          </c:cat>
          <c:val>
            <c:numRef>
              <c:f>'External debt to GDP'!$B$3:$B$10</c:f>
              <c:numCache>
                <c:formatCode>General</c:formatCode>
                <c:ptCount val="8"/>
                <c:pt idx="0">
                  <c:v>30.01</c:v>
                </c:pt>
                <c:pt idx="1">
                  <c:v>68.900000000000006</c:v>
                </c:pt>
                <c:pt idx="2">
                  <c:v>35.840000000000003</c:v>
                </c:pt>
                <c:pt idx="3">
                  <c:v>30.31</c:v>
                </c:pt>
                <c:pt idx="4">
                  <c:v>25.6</c:v>
                </c:pt>
                <c:pt idx="5">
                  <c:v>95.35</c:v>
                </c:pt>
                <c:pt idx="6">
                  <c:v>11.94</c:v>
                </c:pt>
                <c:pt idx="7">
                  <c:v>109.34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D1-284C-96DC-D7F0CDE26B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567295679"/>
        <c:axId val="1616999103"/>
      </c:barChart>
      <c:catAx>
        <c:axId val="1567295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16999103"/>
        <c:crosses val="autoZero"/>
        <c:auto val="1"/>
        <c:lblAlgn val="ctr"/>
        <c:lblOffset val="100"/>
        <c:noMultiLvlLbl val="0"/>
      </c:catAx>
      <c:valAx>
        <c:axId val="1616999103"/>
        <c:scaling>
          <c:orientation val="minMax"/>
        </c:scaling>
        <c:delete val="1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5672956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 i="0" u="none" strike="noStrike" kern="1200" spc="0" baseline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Posisi</a:t>
            </a:r>
            <a:r>
              <a:rPr lang="en-US" sz="14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ULN </a:t>
            </a:r>
            <a:r>
              <a:rPr lang="en-US" sz="1400" b="1" i="0" u="none" strike="noStrike" kern="1200" spc="0" baseline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Menurut</a:t>
            </a:r>
            <a:r>
              <a:rPr lang="en-US" sz="14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i="0" u="none" strike="noStrike" kern="1200" spc="0" baseline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Jangka</a:t>
            </a:r>
            <a:r>
              <a:rPr lang="en-US" sz="1400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Waktu Sisa</a:t>
            </a:r>
          </a:p>
          <a:p>
            <a:pPr>
              <a:defRPr>
                <a:latin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sz="120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(USD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Jangka Pendek (≤ 1 Tahun)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38"/>
              <c:tx>
                <c:rich>
                  <a:bodyPr/>
                  <a:lstStyle/>
                  <a:p>
                    <a:r>
                      <a:rPr lang="en-US"/>
                      <a:t>96,4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5CA-FB41-86F7-1E8B18C02E70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'Jatuh Tempo'!$O$7:$EW$7</c:f>
              <c:numCache>
                <c:formatCode>mmm\-yy</c:formatCode>
                <c:ptCount val="139"/>
                <c:pt idx="0">
                  <c:v>42005</c:v>
                </c:pt>
                <c:pt idx="1">
                  <c:v>42036</c:v>
                </c:pt>
                <c:pt idx="2">
                  <c:v>42064</c:v>
                </c:pt>
                <c:pt idx="3">
                  <c:v>42095</c:v>
                </c:pt>
                <c:pt idx="4">
                  <c:v>42125</c:v>
                </c:pt>
                <c:pt idx="5">
                  <c:v>42156</c:v>
                </c:pt>
                <c:pt idx="6">
                  <c:v>42186</c:v>
                </c:pt>
                <c:pt idx="7">
                  <c:v>42217</c:v>
                </c:pt>
                <c:pt idx="8">
                  <c:v>42248</c:v>
                </c:pt>
                <c:pt idx="9">
                  <c:v>42278</c:v>
                </c:pt>
                <c:pt idx="10">
                  <c:v>42309</c:v>
                </c:pt>
                <c:pt idx="11">
                  <c:v>42339</c:v>
                </c:pt>
                <c:pt idx="12">
                  <c:v>42370</c:v>
                </c:pt>
                <c:pt idx="13">
                  <c:v>42401</c:v>
                </c:pt>
                <c:pt idx="14">
                  <c:v>42430</c:v>
                </c:pt>
                <c:pt idx="15">
                  <c:v>42461</c:v>
                </c:pt>
                <c:pt idx="16">
                  <c:v>42491</c:v>
                </c:pt>
                <c:pt idx="17">
                  <c:v>42522</c:v>
                </c:pt>
                <c:pt idx="18">
                  <c:v>42552</c:v>
                </c:pt>
                <c:pt idx="19">
                  <c:v>42583</c:v>
                </c:pt>
                <c:pt idx="20">
                  <c:v>42614</c:v>
                </c:pt>
                <c:pt idx="21">
                  <c:v>42644</c:v>
                </c:pt>
                <c:pt idx="22">
                  <c:v>42675</c:v>
                </c:pt>
                <c:pt idx="23">
                  <c:v>42705</c:v>
                </c:pt>
                <c:pt idx="24">
                  <c:v>42736</c:v>
                </c:pt>
                <c:pt idx="25">
                  <c:v>42767</c:v>
                </c:pt>
                <c:pt idx="26">
                  <c:v>42795</c:v>
                </c:pt>
                <c:pt idx="27">
                  <c:v>42826</c:v>
                </c:pt>
                <c:pt idx="28">
                  <c:v>42856</c:v>
                </c:pt>
                <c:pt idx="29">
                  <c:v>42887</c:v>
                </c:pt>
                <c:pt idx="30">
                  <c:v>42917</c:v>
                </c:pt>
                <c:pt idx="31">
                  <c:v>42948</c:v>
                </c:pt>
                <c:pt idx="32">
                  <c:v>42979</c:v>
                </c:pt>
                <c:pt idx="33">
                  <c:v>43009</c:v>
                </c:pt>
                <c:pt idx="34">
                  <c:v>43040</c:v>
                </c:pt>
                <c:pt idx="35">
                  <c:v>43070</c:v>
                </c:pt>
                <c:pt idx="36">
                  <c:v>43101</c:v>
                </c:pt>
                <c:pt idx="37">
                  <c:v>43132</c:v>
                </c:pt>
                <c:pt idx="38">
                  <c:v>43160</c:v>
                </c:pt>
                <c:pt idx="39">
                  <c:v>43191</c:v>
                </c:pt>
                <c:pt idx="40">
                  <c:v>43221</c:v>
                </c:pt>
                <c:pt idx="41">
                  <c:v>43252</c:v>
                </c:pt>
                <c:pt idx="42">
                  <c:v>43282</c:v>
                </c:pt>
                <c:pt idx="43">
                  <c:v>43313</c:v>
                </c:pt>
                <c:pt idx="44">
                  <c:v>43344</c:v>
                </c:pt>
                <c:pt idx="45">
                  <c:v>43374</c:v>
                </c:pt>
                <c:pt idx="46">
                  <c:v>43405</c:v>
                </c:pt>
                <c:pt idx="47">
                  <c:v>43435</c:v>
                </c:pt>
                <c:pt idx="48">
                  <c:v>43466</c:v>
                </c:pt>
                <c:pt idx="49">
                  <c:v>43497</c:v>
                </c:pt>
                <c:pt idx="50">
                  <c:v>43525</c:v>
                </c:pt>
                <c:pt idx="51">
                  <c:v>43556</c:v>
                </c:pt>
                <c:pt idx="52">
                  <c:v>43586</c:v>
                </c:pt>
                <c:pt idx="53">
                  <c:v>43617</c:v>
                </c:pt>
                <c:pt idx="54">
                  <c:v>43647</c:v>
                </c:pt>
                <c:pt idx="55">
                  <c:v>43678</c:v>
                </c:pt>
                <c:pt idx="56">
                  <c:v>43709</c:v>
                </c:pt>
                <c:pt idx="57">
                  <c:v>43739</c:v>
                </c:pt>
                <c:pt idx="58">
                  <c:v>43770</c:v>
                </c:pt>
                <c:pt idx="59">
                  <c:v>43800</c:v>
                </c:pt>
                <c:pt idx="60">
                  <c:v>43831</c:v>
                </c:pt>
                <c:pt idx="61">
                  <c:v>43862</c:v>
                </c:pt>
                <c:pt idx="62">
                  <c:v>43891</c:v>
                </c:pt>
                <c:pt idx="63">
                  <c:v>43922</c:v>
                </c:pt>
                <c:pt idx="64">
                  <c:v>43952</c:v>
                </c:pt>
                <c:pt idx="65">
                  <c:v>43983</c:v>
                </c:pt>
                <c:pt idx="66">
                  <c:v>44013</c:v>
                </c:pt>
                <c:pt idx="67">
                  <c:v>44044</c:v>
                </c:pt>
                <c:pt idx="68">
                  <c:v>44075</c:v>
                </c:pt>
                <c:pt idx="69">
                  <c:v>44105</c:v>
                </c:pt>
                <c:pt idx="70">
                  <c:v>44136</c:v>
                </c:pt>
                <c:pt idx="71">
                  <c:v>44166</c:v>
                </c:pt>
                <c:pt idx="72">
                  <c:v>44197</c:v>
                </c:pt>
                <c:pt idx="73">
                  <c:v>44228</c:v>
                </c:pt>
                <c:pt idx="74">
                  <c:v>44256</c:v>
                </c:pt>
                <c:pt idx="75">
                  <c:v>44287</c:v>
                </c:pt>
                <c:pt idx="76">
                  <c:v>44317</c:v>
                </c:pt>
                <c:pt idx="77">
                  <c:v>44348</c:v>
                </c:pt>
                <c:pt idx="78">
                  <c:v>44378</c:v>
                </c:pt>
                <c:pt idx="79">
                  <c:v>44409</c:v>
                </c:pt>
                <c:pt idx="80">
                  <c:v>44440</c:v>
                </c:pt>
                <c:pt idx="81">
                  <c:v>44470</c:v>
                </c:pt>
                <c:pt idx="82">
                  <c:v>44501</c:v>
                </c:pt>
                <c:pt idx="83">
                  <c:v>44531</c:v>
                </c:pt>
                <c:pt idx="84">
                  <c:v>44562</c:v>
                </c:pt>
                <c:pt idx="85">
                  <c:v>44593</c:v>
                </c:pt>
                <c:pt idx="86">
                  <c:v>44621</c:v>
                </c:pt>
                <c:pt idx="87">
                  <c:v>44652</c:v>
                </c:pt>
                <c:pt idx="88">
                  <c:v>44682</c:v>
                </c:pt>
                <c:pt idx="89">
                  <c:v>44713</c:v>
                </c:pt>
                <c:pt idx="90">
                  <c:v>44743</c:v>
                </c:pt>
                <c:pt idx="91">
                  <c:v>44774</c:v>
                </c:pt>
                <c:pt idx="92">
                  <c:v>44805</c:v>
                </c:pt>
                <c:pt idx="93">
                  <c:v>44835</c:v>
                </c:pt>
                <c:pt idx="94">
                  <c:v>44866</c:v>
                </c:pt>
                <c:pt idx="95">
                  <c:v>44896</c:v>
                </c:pt>
                <c:pt idx="96">
                  <c:v>44927</c:v>
                </c:pt>
                <c:pt idx="97">
                  <c:v>44958</c:v>
                </c:pt>
                <c:pt idx="98">
                  <c:v>44986</c:v>
                </c:pt>
                <c:pt idx="99">
                  <c:v>45017</c:v>
                </c:pt>
                <c:pt idx="100">
                  <c:v>45047</c:v>
                </c:pt>
                <c:pt idx="101">
                  <c:v>45078</c:v>
                </c:pt>
                <c:pt idx="102">
                  <c:v>45108</c:v>
                </c:pt>
                <c:pt idx="103">
                  <c:v>45139</c:v>
                </c:pt>
                <c:pt idx="104">
                  <c:v>45170</c:v>
                </c:pt>
                <c:pt idx="105">
                  <c:v>45200</c:v>
                </c:pt>
                <c:pt idx="106">
                  <c:v>45231</c:v>
                </c:pt>
                <c:pt idx="107">
                  <c:v>45261</c:v>
                </c:pt>
                <c:pt idx="108">
                  <c:v>45292</c:v>
                </c:pt>
                <c:pt idx="109">
                  <c:v>45323</c:v>
                </c:pt>
                <c:pt idx="110">
                  <c:v>45352</c:v>
                </c:pt>
                <c:pt idx="111">
                  <c:v>45383</c:v>
                </c:pt>
                <c:pt idx="112">
                  <c:v>45413</c:v>
                </c:pt>
                <c:pt idx="113">
                  <c:v>45444</c:v>
                </c:pt>
                <c:pt idx="114">
                  <c:v>45474</c:v>
                </c:pt>
                <c:pt idx="115">
                  <c:v>45505</c:v>
                </c:pt>
                <c:pt idx="116">
                  <c:v>45536</c:v>
                </c:pt>
                <c:pt idx="117">
                  <c:v>45566</c:v>
                </c:pt>
                <c:pt idx="118">
                  <c:v>45597</c:v>
                </c:pt>
                <c:pt idx="119">
                  <c:v>45627</c:v>
                </c:pt>
                <c:pt idx="120">
                  <c:v>45658</c:v>
                </c:pt>
                <c:pt idx="121">
                  <c:v>45689</c:v>
                </c:pt>
                <c:pt idx="122">
                  <c:v>45717</c:v>
                </c:pt>
                <c:pt idx="123">
                  <c:v>45748</c:v>
                </c:pt>
                <c:pt idx="124">
                  <c:v>45778</c:v>
                </c:pt>
                <c:pt idx="125">
                  <c:v>45809</c:v>
                </c:pt>
                <c:pt idx="126">
                  <c:v>45839</c:v>
                </c:pt>
                <c:pt idx="127">
                  <c:v>45870</c:v>
                </c:pt>
                <c:pt idx="128">
                  <c:v>45901</c:v>
                </c:pt>
                <c:pt idx="129">
                  <c:v>45931</c:v>
                </c:pt>
                <c:pt idx="130">
                  <c:v>45962</c:v>
                </c:pt>
                <c:pt idx="131">
                  <c:v>45992</c:v>
                </c:pt>
                <c:pt idx="132">
                  <c:v>46023</c:v>
                </c:pt>
                <c:pt idx="133">
                  <c:v>46054</c:v>
                </c:pt>
                <c:pt idx="134">
                  <c:v>46082</c:v>
                </c:pt>
                <c:pt idx="135">
                  <c:v>46113</c:v>
                </c:pt>
                <c:pt idx="136">
                  <c:v>46143</c:v>
                </c:pt>
                <c:pt idx="137">
                  <c:v>46174</c:v>
                </c:pt>
                <c:pt idx="138">
                  <c:v>46204</c:v>
                </c:pt>
              </c:numCache>
            </c:numRef>
          </c:cat>
          <c:val>
            <c:numRef>
              <c:f>'Jatuh Tempo'!$O$12:$EW$12</c:f>
              <c:numCache>
                <c:formatCode>_(* #,##0_);_(* \(#,##0\);_(* "-"_);_(@_)</c:formatCode>
                <c:ptCount val="139"/>
                <c:pt idx="0">
                  <c:v>58655.441647770196</c:v>
                </c:pt>
                <c:pt idx="1">
                  <c:v>57802.536232953935</c:v>
                </c:pt>
                <c:pt idx="2">
                  <c:v>57318.458592875562</c:v>
                </c:pt>
                <c:pt idx="3">
                  <c:v>56052.176747562335</c:v>
                </c:pt>
                <c:pt idx="4">
                  <c:v>57136.816200973175</c:v>
                </c:pt>
                <c:pt idx="5">
                  <c:v>56894.358598718725</c:v>
                </c:pt>
                <c:pt idx="6">
                  <c:v>56306.8989761419</c:v>
                </c:pt>
                <c:pt idx="7">
                  <c:v>57423.412048288374</c:v>
                </c:pt>
                <c:pt idx="8">
                  <c:v>56226.191120290896</c:v>
                </c:pt>
                <c:pt idx="9">
                  <c:v>55764.742340211014</c:v>
                </c:pt>
                <c:pt idx="10">
                  <c:v>54280.853965499315</c:v>
                </c:pt>
                <c:pt idx="11">
                  <c:v>55501.688470919173</c:v>
                </c:pt>
                <c:pt idx="12">
                  <c:v>55633.956279526246</c:v>
                </c:pt>
                <c:pt idx="13">
                  <c:v>55099.703191565175</c:v>
                </c:pt>
                <c:pt idx="14">
                  <c:v>57465.530519844964</c:v>
                </c:pt>
                <c:pt idx="15">
                  <c:v>58631.072114294162</c:v>
                </c:pt>
                <c:pt idx="16">
                  <c:v>58178.277963300898</c:v>
                </c:pt>
                <c:pt idx="17">
                  <c:v>58994.959149444578</c:v>
                </c:pt>
                <c:pt idx="18">
                  <c:v>58899.075340309973</c:v>
                </c:pt>
                <c:pt idx="19">
                  <c:v>57109.282684572507</c:v>
                </c:pt>
                <c:pt idx="20">
                  <c:v>58350.238894426948</c:v>
                </c:pt>
                <c:pt idx="21">
                  <c:v>56591.893407239411</c:v>
                </c:pt>
                <c:pt idx="22">
                  <c:v>56296.727967790161</c:v>
                </c:pt>
                <c:pt idx="23">
                  <c:v>54710.869685075239</c:v>
                </c:pt>
                <c:pt idx="24">
                  <c:v>56570.390956465577</c:v>
                </c:pt>
                <c:pt idx="25">
                  <c:v>57348.689186236035</c:v>
                </c:pt>
                <c:pt idx="26">
                  <c:v>56075.510145300505</c:v>
                </c:pt>
                <c:pt idx="27">
                  <c:v>55259.035138036284</c:v>
                </c:pt>
                <c:pt idx="28">
                  <c:v>57901.613202301232</c:v>
                </c:pt>
                <c:pt idx="29">
                  <c:v>58044.934764871869</c:v>
                </c:pt>
                <c:pt idx="30">
                  <c:v>56923.666709058743</c:v>
                </c:pt>
                <c:pt idx="31">
                  <c:v>56200.799484766263</c:v>
                </c:pt>
                <c:pt idx="32">
                  <c:v>55627.286405449362</c:v>
                </c:pt>
                <c:pt idx="33">
                  <c:v>54803.668590618974</c:v>
                </c:pt>
                <c:pt idx="34">
                  <c:v>56297.153303011713</c:v>
                </c:pt>
                <c:pt idx="35">
                  <c:v>54822.323728463212</c:v>
                </c:pt>
                <c:pt idx="36">
                  <c:v>58035.673310045517</c:v>
                </c:pt>
                <c:pt idx="37">
                  <c:v>57309.997533920083</c:v>
                </c:pt>
                <c:pt idx="38">
                  <c:v>57734.192174220996</c:v>
                </c:pt>
                <c:pt idx="39">
                  <c:v>59941.12762561108</c:v>
                </c:pt>
                <c:pt idx="40">
                  <c:v>60544.892859366482</c:v>
                </c:pt>
                <c:pt idx="41">
                  <c:v>57053.750552384772</c:v>
                </c:pt>
                <c:pt idx="42">
                  <c:v>60248.28661355612</c:v>
                </c:pt>
                <c:pt idx="43">
                  <c:v>60572.509107726444</c:v>
                </c:pt>
                <c:pt idx="44">
                  <c:v>61291.271922768632</c:v>
                </c:pt>
                <c:pt idx="45">
                  <c:v>58745.754594305559</c:v>
                </c:pt>
                <c:pt idx="46">
                  <c:v>61373.818636893782</c:v>
                </c:pt>
                <c:pt idx="47">
                  <c:v>60174.113629204126</c:v>
                </c:pt>
                <c:pt idx="48">
                  <c:v>61313.431098195564</c:v>
                </c:pt>
                <c:pt idx="49">
                  <c:v>61767.97544700234</c:v>
                </c:pt>
                <c:pt idx="50">
                  <c:v>62426.109872492816</c:v>
                </c:pt>
                <c:pt idx="51">
                  <c:v>65172.095150001813</c:v>
                </c:pt>
                <c:pt idx="52">
                  <c:v>62018.791769665833</c:v>
                </c:pt>
                <c:pt idx="53">
                  <c:v>61278.766684452276</c:v>
                </c:pt>
                <c:pt idx="54">
                  <c:v>57865.187340888137</c:v>
                </c:pt>
                <c:pt idx="55">
                  <c:v>55911.980058863257</c:v>
                </c:pt>
                <c:pt idx="56">
                  <c:v>55460.137278618262</c:v>
                </c:pt>
                <c:pt idx="57">
                  <c:v>56996.749259204022</c:v>
                </c:pt>
                <c:pt idx="58">
                  <c:v>61814.535351706982</c:v>
                </c:pt>
                <c:pt idx="59">
                  <c:v>63313.441420469826</c:v>
                </c:pt>
                <c:pt idx="60">
                  <c:v>59577.913966336928</c:v>
                </c:pt>
                <c:pt idx="61">
                  <c:v>59134.596923449149</c:v>
                </c:pt>
                <c:pt idx="62">
                  <c:v>60361.295627629734</c:v>
                </c:pt>
                <c:pt idx="63">
                  <c:v>60048.3252696993</c:v>
                </c:pt>
                <c:pt idx="64">
                  <c:v>63061.367225989758</c:v>
                </c:pt>
                <c:pt idx="65">
                  <c:v>63264.726486455809</c:v>
                </c:pt>
                <c:pt idx="66">
                  <c:v>67249.886233314086</c:v>
                </c:pt>
                <c:pt idx="67">
                  <c:v>66902.949920605257</c:v>
                </c:pt>
                <c:pt idx="68">
                  <c:v>67055.605513507689</c:v>
                </c:pt>
                <c:pt idx="69">
                  <c:v>66368.512271629021</c:v>
                </c:pt>
                <c:pt idx="70">
                  <c:v>66628.920585947097</c:v>
                </c:pt>
                <c:pt idx="71">
                  <c:v>65078.701794725901</c:v>
                </c:pt>
                <c:pt idx="72">
                  <c:v>66918.255301632977</c:v>
                </c:pt>
                <c:pt idx="73">
                  <c:v>69340.289013613132</c:v>
                </c:pt>
                <c:pt idx="74">
                  <c:v>68321.414943101132</c:v>
                </c:pt>
                <c:pt idx="75">
                  <c:v>67872.760019921931</c:v>
                </c:pt>
                <c:pt idx="76">
                  <c:v>67389.063430090027</c:v>
                </c:pt>
                <c:pt idx="77">
                  <c:v>65305.676073595983</c:v>
                </c:pt>
                <c:pt idx="78">
                  <c:v>64672.715081731076</c:v>
                </c:pt>
                <c:pt idx="79">
                  <c:v>64233.849965933252</c:v>
                </c:pt>
                <c:pt idx="80">
                  <c:v>64785.858122436512</c:v>
                </c:pt>
                <c:pt idx="81">
                  <c:v>63964.292103967935</c:v>
                </c:pt>
                <c:pt idx="82">
                  <c:v>61389.631153322465</c:v>
                </c:pt>
                <c:pt idx="83">
                  <c:v>59429.927783730855</c:v>
                </c:pt>
                <c:pt idx="84">
                  <c:v>57174.999392786565</c:v>
                </c:pt>
                <c:pt idx="85">
                  <c:v>62489.908391391007</c:v>
                </c:pt>
                <c:pt idx="86">
                  <c:v>62839.629120879144</c:v>
                </c:pt>
                <c:pt idx="87">
                  <c:v>64402.606164179211</c:v>
                </c:pt>
                <c:pt idx="88">
                  <c:v>67671.053771336097</c:v>
                </c:pt>
                <c:pt idx="89">
                  <c:v>66682.270478970619</c:v>
                </c:pt>
                <c:pt idx="90">
                  <c:v>66206.117307699213</c:v>
                </c:pt>
                <c:pt idx="91">
                  <c:v>63744.802905770055</c:v>
                </c:pt>
                <c:pt idx="92">
                  <c:v>62532.770344576449</c:v>
                </c:pt>
                <c:pt idx="93">
                  <c:v>63261.732327503007</c:v>
                </c:pt>
                <c:pt idx="94">
                  <c:v>65471.245317637833</c:v>
                </c:pt>
                <c:pt idx="95">
                  <c:v>66648.011412652602</c:v>
                </c:pt>
                <c:pt idx="96">
                  <c:v>67246.233848186865</c:v>
                </c:pt>
                <c:pt idx="97">
                  <c:v>68094.990879861289</c:v>
                </c:pt>
                <c:pt idx="98">
                  <c:v>67348.326654769335</c:v>
                </c:pt>
                <c:pt idx="99">
                  <c:v>64879.78025593872</c:v>
                </c:pt>
                <c:pt idx="100">
                  <c:v>64435.695650639704</c:v>
                </c:pt>
                <c:pt idx="101">
                  <c:v>62853.963647352793</c:v>
                </c:pt>
                <c:pt idx="102">
                  <c:v>63560.989586003569</c:v>
                </c:pt>
                <c:pt idx="103">
                  <c:v>62415.502460285039</c:v>
                </c:pt>
                <c:pt idx="104">
                  <c:v>65470.147613840745</c:v>
                </c:pt>
                <c:pt idx="105">
                  <c:v>67224.888358065902</c:v>
                </c:pt>
                <c:pt idx="106">
                  <c:v>66767.041700838599</c:v>
                </c:pt>
                <c:pt idx="107">
                  <c:v>69935.004055238503</c:v>
                </c:pt>
                <c:pt idx="108">
                  <c:v>72423.710621387843</c:v>
                </c:pt>
                <c:pt idx="109">
                  <c:v>71522.120156173696</c:v>
                </c:pt>
                <c:pt idx="110">
                  <c:v>70817.66852640998</c:v>
                </c:pt>
                <c:pt idx="111">
                  <c:v>69570.349676454003</c:v>
                </c:pt>
                <c:pt idx="112">
                  <c:v>78879.912461901942</c:v>
                </c:pt>
                <c:pt idx="113">
                  <c:v>78858.831932008485</c:v>
                </c:pt>
                <c:pt idx="114">
                  <c:v>81649.320888015049</c:v>
                </c:pt>
                <c:pt idx="115">
                  <c:v>85831.965866051265</c:v>
                </c:pt>
                <c:pt idx="116">
                  <c:v>85407.894306504779</c:v>
                </c:pt>
                <c:pt idx="117">
                  <c:v>84431.810140379181</c:v>
                </c:pt>
                <c:pt idx="118">
                  <c:v>82782.433469885349</c:v>
                </c:pt>
                <c:pt idx="119">
                  <c:v>82714.743012046005</c:v>
                </c:pt>
                <c:pt idx="120">
                  <c:v>82260.677280285177</c:v>
                </c:pt>
                <c:pt idx="121">
                  <c:v>83600.932714637645</c:v>
                </c:pt>
                <c:pt idx="122">
                  <c:v>85827.872961117348</c:v>
                </c:pt>
                <c:pt idx="123">
                  <c:v>85975.682734441594</c:v>
                </c:pt>
                <c:pt idx="124">
                  <c:v>86767.819195874574</c:v>
                </c:pt>
                <c:pt idx="125">
                  <c:v>84775.527575503424</c:v>
                </c:pt>
                <c:pt idx="126">
                  <c:v>79793.221805054374</c:v>
                </c:pt>
                <c:pt idx="127">
                  <c:v>78998.751200161438</c:v>
                </c:pt>
                <c:pt idx="128">
                  <c:v>78767.990870961876</c:v>
                </c:pt>
                <c:pt idx="129">
                  <c:v>76656.738322587596</c:v>
                </c:pt>
                <c:pt idx="130">
                  <c:v>77641.707051609497</c:v>
                </c:pt>
                <c:pt idx="131">
                  <c:v>78222.106276078222</c:v>
                </c:pt>
                <c:pt idx="132">
                  <c:v>79749.222565601624</c:v>
                </c:pt>
                <c:pt idx="133">
                  <c:v>83361.216514072235</c:v>
                </c:pt>
                <c:pt idx="134">
                  <c:v>82703.903035050113</c:v>
                </c:pt>
                <c:pt idx="135">
                  <c:v>86615.137516236951</c:v>
                </c:pt>
                <c:pt idx="136">
                  <c:v>93592.65642133537</c:v>
                </c:pt>
                <c:pt idx="137">
                  <c:v>98577.767574949859</c:v>
                </c:pt>
                <c:pt idx="138">
                  <c:v>96368.39035958414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5CA-FB41-86F7-1E8B18C02E70}"/>
            </c:ext>
          </c:extLst>
        </c:ser>
        <c:ser>
          <c:idx val="1"/>
          <c:order val="1"/>
          <c:tx>
            <c:v>Jangka Panjang (&gt; 1 Tahun)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38"/>
              <c:tx>
                <c:rich>
                  <a:bodyPr/>
                  <a:lstStyle/>
                  <a:p>
                    <a:r>
                      <a:rPr lang="en-US"/>
                      <a:t>358,4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5CA-FB41-86F7-1E8B18C02E70}"/>
                </c:ext>
              </c:extLst>
            </c:dLbl>
            <c:spPr>
              <a:solidFill>
                <a:schemeClr val="accent3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'Jatuh Tempo'!$O$7:$EW$7</c:f>
              <c:numCache>
                <c:formatCode>mmm\-yy</c:formatCode>
                <c:ptCount val="139"/>
                <c:pt idx="0">
                  <c:v>42005</c:v>
                </c:pt>
                <c:pt idx="1">
                  <c:v>42036</c:v>
                </c:pt>
                <c:pt idx="2">
                  <c:v>42064</c:v>
                </c:pt>
                <c:pt idx="3">
                  <c:v>42095</c:v>
                </c:pt>
                <c:pt idx="4">
                  <c:v>42125</c:v>
                </c:pt>
                <c:pt idx="5">
                  <c:v>42156</c:v>
                </c:pt>
                <c:pt idx="6">
                  <c:v>42186</c:v>
                </c:pt>
                <c:pt idx="7">
                  <c:v>42217</c:v>
                </c:pt>
                <c:pt idx="8">
                  <c:v>42248</c:v>
                </c:pt>
                <c:pt idx="9">
                  <c:v>42278</c:v>
                </c:pt>
                <c:pt idx="10">
                  <c:v>42309</c:v>
                </c:pt>
                <c:pt idx="11">
                  <c:v>42339</c:v>
                </c:pt>
                <c:pt idx="12">
                  <c:v>42370</c:v>
                </c:pt>
                <c:pt idx="13">
                  <c:v>42401</c:v>
                </c:pt>
                <c:pt idx="14">
                  <c:v>42430</c:v>
                </c:pt>
                <c:pt idx="15">
                  <c:v>42461</c:v>
                </c:pt>
                <c:pt idx="16">
                  <c:v>42491</c:v>
                </c:pt>
                <c:pt idx="17">
                  <c:v>42522</c:v>
                </c:pt>
                <c:pt idx="18">
                  <c:v>42552</c:v>
                </c:pt>
                <c:pt idx="19">
                  <c:v>42583</c:v>
                </c:pt>
                <c:pt idx="20">
                  <c:v>42614</c:v>
                </c:pt>
                <c:pt idx="21">
                  <c:v>42644</c:v>
                </c:pt>
                <c:pt idx="22">
                  <c:v>42675</c:v>
                </c:pt>
                <c:pt idx="23">
                  <c:v>42705</c:v>
                </c:pt>
                <c:pt idx="24">
                  <c:v>42736</c:v>
                </c:pt>
                <c:pt idx="25">
                  <c:v>42767</c:v>
                </c:pt>
                <c:pt idx="26">
                  <c:v>42795</c:v>
                </c:pt>
                <c:pt idx="27">
                  <c:v>42826</c:v>
                </c:pt>
                <c:pt idx="28">
                  <c:v>42856</c:v>
                </c:pt>
                <c:pt idx="29">
                  <c:v>42887</c:v>
                </c:pt>
                <c:pt idx="30">
                  <c:v>42917</c:v>
                </c:pt>
                <c:pt idx="31">
                  <c:v>42948</c:v>
                </c:pt>
                <c:pt idx="32">
                  <c:v>42979</c:v>
                </c:pt>
                <c:pt idx="33">
                  <c:v>43009</c:v>
                </c:pt>
                <c:pt idx="34">
                  <c:v>43040</c:v>
                </c:pt>
                <c:pt idx="35">
                  <c:v>43070</c:v>
                </c:pt>
                <c:pt idx="36">
                  <c:v>43101</c:v>
                </c:pt>
                <c:pt idx="37">
                  <c:v>43132</c:v>
                </c:pt>
                <c:pt idx="38">
                  <c:v>43160</c:v>
                </c:pt>
                <c:pt idx="39">
                  <c:v>43191</c:v>
                </c:pt>
                <c:pt idx="40">
                  <c:v>43221</c:v>
                </c:pt>
                <c:pt idx="41">
                  <c:v>43252</c:v>
                </c:pt>
                <c:pt idx="42">
                  <c:v>43282</c:v>
                </c:pt>
                <c:pt idx="43">
                  <c:v>43313</c:v>
                </c:pt>
                <c:pt idx="44">
                  <c:v>43344</c:v>
                </c:pt>
                <c:pt idx="45">
                  <c:v>43374</c:v>
                </c:pt>
                <c:pt idx="46">
                  <c:v>43405</c:v>
                </c:pt>
                <c:pt idx="47">
                  <c:v>43435</c:v>
                </c:pt>
                <c:pt idx="48">
                  <c:v>43466</c:v>
                </c:pt>
                <c:pt idx="49">
                  <c:v>43497</c:v>
                </c:pt>
                <c:pt idx="50">
                  <c:v>43525</c:v>
                </c:pt>
                <c:pt idx="51">
                  <c:v>43556</c:v>
                </c:pt>
                <c:pt idx="52">
                  <c:v>43586</c:v>
                </c:pt>
                <c:pt idx="53">
                  <c:v>43617</c:v>
                </c:pt>
                <c:pt idx="54">
                  <c:v>43647</c:v>
                </c:pt>
                <c:pt idx="55">
                  <c:v>43678</c:v>
                </c:pt>
                <c:pt idx="56">
                  <c:v>43709</c:v>
                </c:pt>
                <c:pt idx="57">
                  <c:v>43739</c:v>
                </c:pt>
                <c:pt idx="58">
                  <c:v>43770</c:v>
                </c:pt>
                <c:pt idx="59">
                  <c:v>43800</c:v>
                </c:pt>
                <c:pt idx="60">
                  <c:v>43831</c:v>
                </c:pt>
                <c:pt idx="61">
                  <c:v>43862</c:v>
                </c:pt>
                <c:pt idx="62">
                  <c:v>43891</c:v>
                </c:pt>
                <c:pt idx="63">
                  <c:v>43922</c:v>
                </c:pt>
                <c:pt idx="64">
                  <c:v>43952</c:v>
                </c:pt>
                <c:pt idx="65">
                  <c:v>43983</c:v>
                </c:pt>
                <c:pt idx="66">
                  <c:v>44013</c:v>
                </c:pt>
                <c:pt idx="67">
                  <c:v>44044</c:v>
                </c:pt>
                <c:pt idx="68">
                  <c:v>44075</c:v>
                </c:pt>
                <c:pt idx="69">
                  <c:v>44105</c:v>
                </c:pt>
                <c:pt idx="70">
                  <c:v>44136</c:v>
                </c:pt>
                <c:pt idx="71">
                  <c:v>44166</c:v>
                </c:pt>
                <c:pt idx="72">
                  <c:v>44197</c:v>
                </c:pt>
                <c:pt idx="73">
                  <c:v>44228</c:v>
                </c:pt>
                <c:pt idx="74">
                  <c:v>44256</c:v>
                </c:pt>
                <c:pt idx="75">
                  <c:v>44287</c:v>
                </c:pt>
                <c:pt idx="76">
                  <c:v>44317</c:v>
                </c:pt>
                <c:pt idx="77">
                  <c:v>44348</c:v>
                </c:pt>
                <c:pt idx="78">
                  <c:v>44378</c:v>
                </c:pt>
                <c:pt idx="79">
                  <c:v>44409</c:v>
                </c:pt>
                <c:pt idx="80">
                  <c:v>44440</c:v>
                </c:pt>
                <c:pt idx="81">
                  <c:v>44470</c:v>
                </c:pt>
                <c:pt idx="82">
                  <c:v>44501</c:v>
                </c:pt>
                <c:pt idx="83">
                  <c:v>44531</c:v>
                </c:pt>
                <c:pt idx="84">
                  <c:v>44562</c:v>
                </c:pt>
                <c:pt idx="85">
                  <c:v>44593</c:v>
                </c:pt>
                <c:pt idx="86">
                  <c:v>44621</c:v>
                </c:pt>
                <c:pt idx="87">
                  <c:v>44652</c:v>
                </c:pt>
                <c:pt idx="88">
                  <c:v>44682</c:v>
                </c:pt>
                <c:pt idx="89">
                  <c:v>44713</c:v>
                </c:pt>
                <c:pt idx="90">
                  <c:v>44743</c:v>
                </c:pt>
                <c:pt idx="91">
                  <c:v>44774</c:v>
                </c:pt>
                <c:pt idx="92">
                  <c:v>44805</c:v>
                </c:pt>
                <c:pt idx="93">
                  <c:v>44835</c:v>
                </c:pt>
                <c:pt idx="94">
                  <c:v>44866</c:v>
                </c:pt>
                <c:pt idx="95">
                  <c:v>44896</c:v>
                </c:pt>
                <c:pt idx="96">
                  <c:v>44927</c:v>
                </c:pt>
                <c:pt idx="97">
                  <c:v>44958</c:v>
                </c:pt>
                <c:pt idx="98">
                  <c:v>44986</c:v>
                </c:pt>
                <c:pt idx="99">
                  <c:v>45017</c:v>
                </c:pt>
                <c:pt idx="100">
                  <c:v>45047</c:v>
                </c:pt>
                <c:pt idx="101">
                  <c:v>45078</c:v>
                </c:pt>
                <c:pt idx="102">
                  <c:v>45108</c:v>
                </c:pt>
                <c:pt idx="103">
                  <c:v>45139</c:v>
                </c:pt>
                <c:pt idx="104">
                  <c:v>45170</c:v>
                </c:pt>
                <c:pt idx="105">
                  <c:v>45200</c:v>
                </c:pt>
                <c:pt idx="106">
                  <c:v>45231</c:v>
                </c:pt>
                <c:pt idx="107">
                  <c:v>45261</c:v>
                </c:pt>
                <c:pt idx="108">
                  <c:v>45292</c:v>
                </c:pt>
                <c:pt idx="109">
                  <c:v>45323</c:v>
                </c:pt>
                <c:pt idx="110">
                  <c:v>45352</c:v>
                </c:pt>
                <c:pt idx="111">
                  <c:v>45383</c:v>
                </c:pt>
                <c:pt idx="112">
                  <c:v>45413</c:v>
                </c:pt>
                <c:pt idx="113">
                  <c:v>45444</c:v>
                </c:pt>
                <c:pt idx="114">
                  <c:v>45474</c:v>
                </c:pt>
                <c:pt idx="115">
                  <c:v>45505</c:v>
                </c:pt>
                <c:pt idx="116">
                  <c:v>45536</c:v>
                </c:pt>
                <c:pt idx="117">
                  <c:v>45566</c:v>
                </c:pt>
                <c:pt idx="118">
                  <c:v>45597</c:v>
                </c:pt>
                <c:pt idx="119">
                  <c:v>45627</c:v>
                </c:pt>
                <c:pt idx="120">
                  <c:v>45658</c:v>
                </c:pt>
                <c:pt idx="121">
                  <c:v>45689</c:v>
                </c:pt>
                <c:pt idx="122">
                  <c:v>45717</c:v>
                </c:pt>
                <c:pt idx="123">
                  <c:v>45748</c:v>
                </c:pt>
                <c:pt idx="124">
                  <c:v>45778</c:v>
                </c:pt>
                <c:pt idx="125">
                  <c:v>45809</c:v>
                </c:pt>
                <c:pt idx="126">
                  <c:v>45839</c:v>
                </c:pt>
                <c:pt idx="127">
                  <c:v>45870</c:v>
                </c:pt>
                <c:pt idx="128">
                  <c:v>45901</c:v>
                </c:pt>
                <c:pt idx="129">
                  <c:v>45931</c:v>
                </c:pt>
                <c:pt idx="130">
                  <c:v>45962</c:v>
                </c:pt>
                <c:pt idx="131">
                  <c:v>45992</c:v>
                </c:pt>
                <c:pt idx="132">
                  <c:v>46023</c:v>
                </c:pt>
                <c:pt idx="133">
                  <c:v>46054</c:v>
                </c:pt>
                <c:pt idx="134">
                  <c:v>46082</c:v>
                </c:pt>
                <c:pt idx="135">
                  <c:v>46113</c:v>
                </c:pt>
                <c:pt idx="136">
                  <c:v>46143</c:v>
                </c:pt>
                <c:pt idx="137">
                  <c:v>46174</c:v>
                </c:pt>
                <c:pt idx="138">
                  <c:v>46204</c:v>
                </c:pt>
              </c:numCache>
            </c:numRef>
          </c:cat>
          <c:val>
            <c:numRef>
              <c:f>'Jatuh Tempo'!$O$17:$EW$17</c:f>
              <c:numCache>
                <c:formatCode>_(* #,##0_);_(* \(#,##0\);_(* "-"_);_(@_)</c:formatCode>
                <c:ptCount val="139"/>
                <c:pt idx="0">
                  <c:v>242280.82341057836</c:v>
                </c:pt>
                <c:pt idx="1">
                  <c:v>242762.52786318836</c:v>
                </c:pt>
                <c:pt idx="2">
                  <c:v>241706.76414629567</c:v>
                </c:pt>
                <c:pt idx="3">
                  <c:v>244445.89830153255</c:v>
                </c:pt>
                <c:pt idx="4">
                  <c:v>246242.5926184984</c:v>
                </c:pt>
                <c:pt idx="5">
                  <c:v>248389.36303427297</c:v>
                </c:pt>
                <c:pt idx="6">
                  <c:v>248726.94203497859</c:v>
                </c:pt>
                <c:pt idx="7">
                  <c:v>247120.62562512036</c:v>
                </c:pt>
                <c:pt idx="8">
                  <c:v>246432.53254980419</c:v>
                </c:pt>
                <c:pt idx="9">
                  <c:v>248011.01910447629</c:v>
                </c:pt>
                <c:pt idx="10">
                  <c:v>250759.1518368228</c:v>
                </c:pt>
                <c:pt idx="11">
                  <c:v>255228.58357337175</c:v>
                </c:pt>
                <c:pt idx="12">
                  <c:v>255103.17143263447</c:v>
                </c:pt>
                <c:pt idx="13">
                  <c:v>259176.8275302852</c:v>
                </c:pt>
                <c:pt idx="14">
                  <c:v>260878.30308141874</c:v>
                </c:pt>
                <c:pt idx="15">
                  <c:v>263020.09919194027</c:v>
                </c:pt>
                <c:pt idx="16">
                  <c:v>258820.41464430088</c:v>
                </c:pt>
                <c:pt idx="17">
                  <c:v>268374.09311645798</c:v>
                </c:pt>
                <c:pt idx="18">
                  <c:v>268470.98007029638</c:v>
                </c:pt>
                <c:pt idx="19">
                  <c:v>268530.30698142364</c:v>
                </c:pt>
                <c:pt idx="20">
                  <c:v>270502.34222648782</c:v>
                </c:pt>
                <c:pt idx="21">
                  <c:v>269617.30169929488</c:v>
                </c:pt>
                <c:pt idx="22">
                  <c:v>261895.53536021186</c:v>
                </c:pt>
                <c:pt idx="23">
                  <c:v>265294.90200272936</c:v>
                </c:pt>
                <c:pt idx="24">
                  <c:v>267253.37972881127</c:v>
                </c:pt>
                <c:pt idx="25">
                  <c:v>267513.98986118298</c:v>
                </c:pt>
                <c:pt idx="26">
                  <c:v>273306.79574129835</c:v>
                </c:pt>
                <c:pt idx="27">
                  <c:v>276461.13406151626</c:v>
                </c:pt>
                <c:pt idx="28">
                  <c:v>277451.64541705605</c:v>
                </c:pt>
                <c:pt idx="29">
                  <c:v>278754.08079615352</c:v>
                </c:pt>
                <c:pt idx="30">
                  <c:v>284088.2442623541</c:v>
                </c:pt>
                <c:pt idx="31">
                  <c:v>286292.84623661073</c:v>
                </c:pt>
                <c:pt idx="32">
                  <c:v>288933.35754997667</c:v>
                </c:pt>
                <c:pt idx="33">
                  <c:v>286901.64783269365</c:v>
                </c:pt>
                <c:pt idx="34">
                  <c:v>291335.44508417882</c:v>
                </c:pt>
                <c:pt idx="35">
                  <c:v>297646.28156193474</c:v>
                </c:pt>
                <c:pt idx="36">
                  <c:v>298522.01910580765</c:v>
                </c:pt>
                <c:pt idx="37">
                  <c:v>298253.80968834367</c:v>
                </c:pt>
                <c:pt idx="38">
                  <c:v>299717.89289878798</c:v>
                </c:pt>
                <c:pt idx="39">
                  <c:v>296377.56685147289</c:v>
                </c:pt>
                <c:pt idx="40">
                  <c:v>297047.37244004325</c:v>
                </c:pt>
                <c:pt idx="41">
                  <c:v>296752.82051530888</c:v>
                </c:pt>
                <c:pt idx="42">
                  <c:v>296223.25443002081</c:v>
                </c:pt>
                <c:pt idx="43">
                  <c:v>299241.90790344559</c:v>
                </c:pt>
                <c:pt idx="44">
                  <c:v>295798.54032308655</c:v>
                </c:pt>
                <c:pt idx="45">
                  <c:v>299297.37248151738</c:v>
                </c:pt>
                <c:pt idx="46">
                  <c:v>309470.0938013664</c:v>
                </c:pt>
                <c:pt idx="47">
                  <c:v>315256.09998379427</c:v>
                </c:pt>
                <c:pt idx="48">
                  <c:v>320016.6719137372</c:v>
                </c:pt>
                <c:pt idx="49">
                  <c:v>323952.03961764637</c:v>
                </c:pt>
                <c:pt idx="50">
                  <c:v>323760.28858974017</c:v>
                </c:pt>
                <c:pt idx="51">
                  <c:v>322787.78509889322</c:v>
                </c:pt>
                <c:pt idx="52">
                  <c:v>322861.49637974426</c:v>
                </c:pt>
                <c:pt idx="53">
                  <c:v>327434.25975232426</c:v>
                </c:pt>
                <c:pt idx="54">
                  <c:v>335179.55849686835</c:v>
                </c:pt>
                <c:pt idx="55">
                  <c:v>335134.48986569454</c:v>
                </c:pt>
                <c:pt idx="56">
                  <c:v>337942.62096010766</c:v>
                </c:pt>
                <c:pt idx="57">
                  <c:v>342969.78693141683</c:v>
                </c:pt>
                <c:pt idx="58">
                  <c:v>339200.70558734611</c:v>
                </c:pt>
                <c:pt idx="59">
                  <c:v>340249.18956085079</c:v>
                </c:pt>
                <c:pt idx="60">
                  <c:v>349816.42090425966</c:v>
                </c:pt>
                <c:pt idx="61">
                  <c:v>346473.28410300647</c:v>
                </c:pt>
                <c:pt idx="62">
                  <c:v>327414.10626814445</c:v>
                </c:pt>
                <c:pt idx="63">
                  <c:v>338686.62730543583</c:v>
                </c:pt>
                <c:pt idx="64">
                  <c:v>339939.62123738125</c:v>
                </c:pt>
                <c:pt idx="65">
                  <c:v>344805.20750197745</c:v>
                </c:pt>
                <c:pt idx="66">
                  <c:v>341941.84520578332</c:v>
                </c:pt>
                <c:pt idx="67">
                  <c:v>345492.76334363827</c:v>
                </c:pt>
                <c:pt idx="68">
                  <c:v>341263.59207993723</c:v>
                </c:pt>
                <c:pt idx="69">
                  <c:v>346530.9318146779</c:v>
                </c:pt>
                <c:pt idx="70">
                  <c:v>348991.94107513304</c:v>
                </c:pt>
                <c:pt idx="71">
                  <c:v>351856.62961133139</c:v>
                </c:pt>
                <c:pt idx="72">
                  <c:v>353198.00638356421</c:v>
                </c:pt>
                <c:pt idx="73">
                  <c:v>352349.99278298777</c:v>
                </c:pt>
                <c:pt idx="74">
                  <c:v>346568.16862363496</c:v>
                </c:pt>
                <c:pt idx="75">
                  <c:v>347063.68248647021</c:v>
                </c:pt>
                <c:pt idx="76">
                  <c:v>345992.54033411166</c:v>
                </c:pt>
                <c:pt idx="77">
                  <c:v>347859.43106487847</c:v>
                </c:pt>
                <c:pt idx="78">
                  <c:v>348830.61546572426</c:v>
                </c:pt>
                <c:pt idx="79">
                  <c:v>357020.70980378822</c:v>
                </c:pt>
                <c:pt idx="80">
                  <c:v>356623.74273903196</c:v>
                </c:pt>
                <c:pt idx="81">
                  <c:v>355886.54618693609</c:v>
                </c:pt>
                <c:pt idx="82">
                  <c:v>352270.61119609239</c:v>
                </c:pt>
                <c:pt idx="83">
                  <c:v>352595.38747427252</c:v>
                </c:pt>
                <c:pt idx="84">
                  <c:v>353541.33829481306</c:v>
                </c:pt>
                <c:pt idx="85">
                  <c:v>351041.2489630747</c:v>
                </c:pt>
                <c:pt idx="86">
                  <c:v>345790.98655203613</c:v>
                </c:pt>
                <c:pt idx="87">
                  <c:v>341556.9938279927</c:v>
                </c:pt>
                <c:pt idx="88">
                  <c:v>335470.9331719089</c:v>
                </c:pt>
                <c:pt idx="89">
                  <c:v>332884.16136709379</c:v>
                </c:pt>
                <c:pt idx="90">
                  <c:v>331156.42767665721</c:v>
                </c:pt>
                <c:pt idx="91">
                  <c:v>331927.75364099722</c:v>
                </c:pt>
                <c:pt idx="92">
                  <c:v>329796.7193479233</c:v>
                </c:pt>
                <c:pt idx="93">
                  <c:v>324618.6387875097</c:v>
                </c:pt>
                <c:pt idx="94">
                  <c:v>325752.21764382476</c:v>
                </c:pt>
                <c:pt idx="95">
                  <c:v>328115.18076461612</c:v>
                </c:pt>
                <c:pt idx="96">
                  <c:v>337483.45055605163</c:v>
                </c:pt>
                <c:pt idx="97">
                  <c:v>332710.47750286281</c:v>
                </c:pt>
                <c:pt idx="98">
                  <c:v>335593.79024362809</c:v>
                </c:pt>
                <c:pt idx="99">
                  <c:v>338452.87637438282</c:v>
                </c:pt>
                <c:pt idx="100">
                  <c:v>334375.94967146171</c:v>
                </c:pt>
                <c:pt idx="101">
                  <c:v>333411.02290715318</c:v>
                </c:pt>
                <c:pt idx="102">
                  <c:v>332766.0176855881</c:v>
                </c:pt>
                <c:pt idx="103">
                  <c:v>332339.67671801813</c:v>
                </c:pt>
                <c:pt idx="104">
                  <c:v>327943.45592251077</c:v>
                </c:pt>
                <c:pt idx="105">
                  <c:v>324459.01753699547</c:v>
                </c:pt>
                <c:pt idx="106">
                  <c:v>333741.06165614643</c:v>
                </c:pt>
                <c:pt idx="107">
                  <c:v>336787.29823132313</c:v>
                </c:pt>
                <c:pt idx="108">
                  <c:v>332659.13995178347</c:v>
                </c:pt>
                <c:pt idx="109">
                  <c:v>334927.77698174166</c:v>
                </c:pt>
                <c:pt idx="110">
                  <c:v>332362.28278314474</c:v>
                </c:pt>
                <c:pt idx="111">
                  <c:v>327885.45160315896</c:v>
                </c:pt>
                <c:pt idx="112">
                  <c:v>327570.69795511581</c:v>
                </c:pt>
                <c:pt idx="113">
                  <c:v>327998.2944093931</c:v>
                </c:pt>
                <c:pt idx="114">
                  <c:v>332327.22241983976</c:v>
                </c:pt>
                <c:pt idx="115">
                  <c:v>338485.30526662921</c:v>
                </c:pt>
                <c:pt idx="116">
                  <c:v>341914.54005976336</c:v>
                </c:pt>
                <c:pt idx="117">
                  <c:v>338661.78344810131</c:v>
                </c:pt>
                <c:pt idx="118">
                  <c:v>340491.79724360921</c:v>
                </c:pt>
                <c:pt idx="119">
                  <c:v>342403.12539803039</c:v>
                </c:pt>
                <c:pt idx="120">
                  <c:v>345388.31246667891</c:v>
                </c:pt>
                <c:pt idx="121">
                  <c:v>343798.39384548669</c:v>
                </c:pt>
                <c:pt idx="122">
                  <c:v>344410.45391179505</c:v>
                </c:pt>
                <c:pt idx="123">
                  <c:v>345894.98606823676</c:v>
                </c:pt>
                <c:pt idx="124">
                  <c:v>349012.29023037548</c:v>
                </c:pt>
                <c:pt idx="125">
                  <c:v>349572.68498282897</c:v>
                </c:pt>
                <c:pt idx="126">
                  <c:v>353881.68076761358</c:v>
                </c:pt>
                <c:pt idx="127">
                  <c:v>355816.43793511804</c:v>
                </c:pt>
                <c:pt idx="128">
                  <c:v>349439.94065027771</c:v>
                </c:pt>
                <c:pt idx="129">
                  <c:v>350510.15286831313</c:v>
                </c:pt>
                <c:pt idx="130">
                  <c:v>349035.110954214</c:v>
                </c:pt>
                <c:pt idx="131">
                  <c:v>356093.09636289277</c:v>
                </c:pt>
                <c:pt idx="132">
                  <c:v>357073.71177574067</c:v>
                </c:pt>
                <c:pt idx="133">
                  <c:v>356783.53380447242</c:v>
                </c:pt>
                <c:pt idx="134">
                  <c:v>352261.41748127504</c:v>
                </c:pt>
                <c:pt idx="135">
                  <c:v>354674.92971454508</c:v>
                </c:pt>
                <c:pt idx="136">
                  <c:v>352233.65625110501</c:v>
                </c:pt>
                <c:pt idx="137">
                  <c:v>355898.17901197053</c:v>
                </c:pt>
                <c:pt idx="138">
                  <c:v>358391.38832898141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5CA-FB41-86F7-1E8B18C02E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9670527"/>
        <c:axId val="1639662015"/>
      </c:lineChart>
      <c:dateAx>
        <c:axId val="1639670527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39662015"/>
        <c:crosses val="autoZero"/>
        <c:auto val="1"/>
        <c:lblOffset val="100"/>
        <c:baseTimeUnit val="months"/>
        <c:majorUnit val="8"/>
        <c:majorTimeUnit val="months"/>
      </c:dateAx>
      <c:valAx>
        <c:axId val="163966201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39670527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b="1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Posisi</a:t>
            </a:r>
            <a:r>
              <a:rPr lang="en-US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ULN </a:t>
            </a:r>
            <a:r>
              <a:rPr lang="en-US" b="1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Menurut</a:t>
            </a:r>
            <a:r>
              <a:rPr lang="en-US" b="1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baseline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Kepemilikan</a:t>
            </a:r>
            <a:endParaRPr lang="en-US" b="1" baseline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sz="120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(USD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1"/>
          <c:order val="0"/>
          <c:tx>
            <c:v>Pemerintah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38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defRPr>
                    </a:pPr>
                    <a:r>
                      <a:rPr lang="en-US" sz="1200" b="1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218,4</a:t>
                    </a:r>
                  </a:p>
                </c:rich>
              </c:tx>
              <c:spPr>
                <a:solidFill>
                  <a:schemeClr val="accent2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CB0-534D-A255-82FF29B6BC7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Ownership!$O$7:$EW$7</c:f>
              <c:numCache>
                <c:formatCode>mmm\-yy</c:formatCode>
                <c:ptCount val="139"/>
                <c:pt idx="0">
                  <c:v>42005</c:v>
                </c:pt>
                <c:pt idx="1">
                  <c:v>42036</c:v>
                </c:pt>
                <c:pt idx="2">
                  <c:v>42064</c:v>
                </c:pt>
                <c:pt idx="3">
                  <c:v>42095</c:v>
                </c:pt>
                <c:pt idx="4">
                  <c:v>42125</c:v>
                </c:pt>
                <c:pt idx="5">
                  <c:v>42156</c:v>
                </c:pt>
                <c:pt idx="6">
                  <c:v>42186</c:v>
                </c:pt>
                <c:pt idx="7">
                  <c:v>42217</c:v>
                </c:pt>
                <c:pt idx="8">
                  <c:v>42248</c:v>
                </c:pt>
                <c:pt idx="9">
                  <c:v>42278</c:v>
                </c:pt>
                <c:pt idx="10">
                  <c:v>42309</c:v>
                </c:pt>
                <c:pt idx="11">
                  <c:v>42339</c:v>
                </c:pt>
                <c:pt idx="12">
                  <c:v>42370</c:v>
                </c:pt>
                <c:pt idx="13">
                  <c:v>42401</c:v>
                </c:pt>
                <c:pt idx="14">
                  <c:v>42430</c:v>
                </c:pt>
                <c:pt idx="15">
                  <c:v>42461</c:v>
                </c:pt>
                <c:pt idx="16">
                  <c:v>42491</c:v>
                </c:pt>
                <c:pt idx="17">
                  <c:v>42522</c:v>
                </c:pt>
                <c:pt idx="18">
                  <c:v>42552</c:v>
                </c:pt>
                <c:pt idx="19">
                  <c:v>42583</c:v>
                </c:pt>
                <c:pt idx="20">
                  <c:v>42614</c:v>
                </c:pt>
                <c:pt idx="21">
                  <c:v>42644</c:v>
                </c:pt>
                <c:pt idx="22">
                  <c:v>42675</c:v>
                </c:pt>
                <c:pt idx="23">
                  <c:v>42705</c:v>
                </c:pt>
                <c:pt idx="24">
                  <c:v>42736</c:v>
                </c:pt>
                <c:pt idx="25">
                  <c:v>42767</c:v>
                </c:pt>
                <c:pt idx="26">
                  <c:v>42795</c:v>
                </c:pt>
                <c:pt idx="27">
                  <c:v>42826</c:v>
                </c:pt>
                <c:pt idx="28">
                  <c:v>42856</c:v>
                </c:pt>
                <c:pt idx="29">
                  <c:v>42887</c:v>
                </c:pt>
                <c:pt idx="30">
                  <c:v>42917</c:v>
                </c:pt>
                <c:pt idx="31">
                  <c:v>42948</c:v>
                </c:pt>
                <c:pt idx="32">
                  <c:v>42979</c:v>
                </c:pt>
                <c:pt idx="33">
                  <c:v>43009</c:v>
                </c:pt>
                <c:pt idx="34">
                  <c:v>43040</c:v>
                </c:pt>
                <c:pt idx="35">
                  <c:v>43070</c:v>
                </c:pt>
                <c:pt idx="36">
                  <c:v>43101</c:v>
                </c:pt>
                <c:pt idx="37">
                  <c:v>43132</c:v>
                </c:pt>
                <c:pt idx="38">
                  <c:v>43160</c:v>
                </c:pt>
                <c:pt idx="39">
                  <c:v>43191</c:v>
                </c:pt>
                <c:pt idx="40">
                  <c:v>43221</c:v>
                </c:pt>
                <c:pt idx="41">
                  <c:v>43252</c:v>
                </c:pt>
                <c:pt idx="42">
                  <c:v>43282</c:v>
                </c:pt>
                <c:pt idx="43">
                  <c:v>43313</c:v>
                </c:pt>
                <c:pt idx="44">
                  <c:v>43344</c:v>
                </c:pt>
                <c:pt idx="45">
                  <c:v>43374</c:v>
                </c:pt>
                <c:pt idx="46">
                  <c:v>43405</c:v>
                </c:pt>
                <c:pt idx="47">
                  <c:v>43435</c:v>
                </c:pt>
                <c:pt idx="48">
                  <c:v>43466</c:v>
                </c:pt>
                <c:pt idx="49">
                  <c:v>43497</c:v>
                </c:pt>
                <c:pt idx="50">
                  <c:v>43525</c:v>
                </c:pt>
                <c:pt idx="51">
                  <c:v>43556</c:v>
                </c:pt>
                <c:pt idx="52">
                  <c:v>43586</c:v>
                </c:pt>
                <c:pt idx="53">
                  <c:v>43617</c:v>
                </c:pt>
                <c:pt idx="54">
                  <c:v>43647</c:v>
                </c:pt>
                <c:pt idx="55">
                  <c:v>43678</c:v>
                </c:pt>
                <c:pt idx="56">
                  <c:v>43709</c:v>
                </c:pt>
                <c:pt idx="57">
                  <c:v>43739</c:v>
                </c:pt>
                <c:pt idx="58">
                  <c:v>43770</c:v>
                </c:pt>
                <c:pt idx="59">
                  <c:v>43800</c:v>
                </c:pt>
                <c:pt idx="60">
                  <c:v>43831</c:v>
                </c:pt>
                <c:pt idx="61">
                  <c:v>43862</c:v>
                </c:pt>
                <c:pt idx="62">
                  <c:v>43891</c:v>
                </c:pt>
                <c:pt idx="63">
                  <c:v>43922</c:v>
                </c:pt>
                <c:pt idx="64">
                  <c:v>43952</c:v>
                </c:pt>
                <c:pt idx="65">
                  <c:v>43983</c:v>
                </c:pt>
                <c:pt idx="66">
                  <c:v>44013</c:v>
                </c:pt>
                <c:pt idx="67">
                  <c:v>44044</c:v>
                </c:pt>
                <c:pt idx="68">
                  <c:v>44075</c:v>
                </c:pt>
                <c:pt idx="69">
                  <c:v>44105</c:v>
                </c:pt>
                <c:pt idx="70">
                  <c:v>44136</c:v>
                </c:pt>
                <c:pt idx="71">
                  <c:v>44166</c:v>
                </c:pt>
                <c:pt idx="72">
                  <c:v>44197</c:v>
                </c:pt>
                <c:pt idx="73">
                  <c:v>44228</c:v>
                </c:pt>
                <c:pt idx="74">
                  <c:v>44256</c:v>
                </c:pt>
                <c:pt idx="75">
                  <c:v>44287</c:v>
                </c:pt>
                <c:pt idx="76">
                  <c:v>44317</c:v>
                </c:pt>
                <c:pt idx="77">
                  <c:v>44348</c:v>
                </c:pt>
                <c:pt idx="78">
                  <c:v>44378</c:v>
                </c:pt>
                <c:pt idx="79">
                  <c:v>44409</c:v>
                </c:pt>
                <c:pt idx="80">
                  <c:v>44440</c:v>
                </c:pt>
                <c:pt idx="81">
                  <c:v>44470</c:v>
                </c:pt>
                <c:pt idx="82">
                  <c:v>44501</c:v>
                </c:pt>
                <c:pt idx="83">
                  <c:v>44531</c:v>
                </c:pt>
                <c:pt idx="84">
                  <c:v>44562</c:v>
                </c:pt>
                <c:pt idx="85">
                  <c:v>44593</c:v>
                </c:pt>
                <c:pt idx="86">
                  <c:v>44621</c:v>
                </c:pt>
                <c:pt idx="87">
                  <c:v>44652</c:v>
                </c:pt>
                <c:pt idx="88">
                  <c:v>44682</c:v>
                </c:pt>
                <c:pt idx="89">
                  <c:v>44713</c:v>
                </c:pt>
                <c:pt idx="90">
                  <c:v>44743</c:v>
                </c:pt>
                <c:pt idx="91">
                  <c:v>44774</c:v>
                </c:pt>
                <c:pt idx="92">
                  <c:v>44805</c:v>
                </c:pt>
                <c:pt idx="93">
                  <c:v>44835</c:v>
                </c:pt>
                <c:pt idx="94">
                  <c:v>44866</c:v>
                </c:pt>
                <c:pt idx="95">
                  <c:v>44896</c:v>
                </c:pt>
                <c:pt idx="96">
                  <c:v>44927</c:v>
                </c:pt>
                <c:pt idx="97">
                  <c:v>44958</c:v>
                </c:pt>
                <c:pt idx="98">
                  <c:v>44986</c:v>
                </c:pt>
                <c:pt idx="99">
                  <c:v>45017</c:v>
                </c:pt>
                <c:pt idx="100">
                  <c:v>45047</c:v>
                </c:pt>
                <c:pt idx="101">
                  <c:v>45078</c:v>
                </c:pt>
                <c:pt idx="102">
                  <c:v>45108</c:v>
                </c:pt>
                <c:pt idx="103">
                  <c:v>45139</c:v>
                </c:pt>
                <c:pt idx="104">
                  <c:v>45170</c:v>
                </c:pt>
                <c:pt idx="105">
                  <c:v>45200</c:v>
                </c:pt>
                <c:pt idx="106">
                  <c:v>45231</c:v>
                </c:pt>
                <c:pt idx="107">
                  <c:v>45261</c:v>
                </c:pt>
                <c:pt idx="108">
                  <c:v>45292</c:v>
                </c:pt>
                <c:pt idx="109">
                  <c:v>45323</c:v>
                </c:pt>
                <c:pt idx="110">
                  <c:v>45352</c:v>
                </c:pt>
                <c:pt idx="111">
                  <c:v>45383</c:v>
                </c:pt>
                <c:pt idx="112">
                  <c:v>45413</c:v>
                </c:pt>
                <c:pt idx="113">
                  <c:v>45444</c:v>
                </c:pt>
                <c:pt idx="114">
                  <c:v>45474</c:v>
                </c:pt>
                <c:pt idx="115">
                  <c:v>45505</c:v>
                </c:pt>
                <c:pt idx="116">
                  <c:v>45536</c:v>
                </c:pt>
                <c:pt idx="117">
                  <c:v>45566</c:v>
                </c:pt>
                <c:pt idx="118">
                  <c:v>45597</c:v>
                </c:pt>
                <c:pt idx="119">
                  <c:v>45627</c:v>
                </c:pt>
                <c:pt idx="120">
                  <c:v>45658</c:v>
                </c:pt>
                <c:pt idx="121">
                  <c:v>45689</c:v>
                </c:pt>
                <c:pt idx="122">
                  <c:v>45717</c:v>
                </c:pt>
                <c:pt idx="123">
                  <c:v>45748</c:v>
                </c:pt>
                <c:pt idx="124">
                  <c:v>45778</c:v>
                </c:pt>
                <c:pt idx="125">
                  <c:v>45809</c:v>
                </c:pt>
                <c:pt idx="126">
                  <c:v>45839</c:v>
                </c:pt>
                <c:pt idx="127">
                  <c:v>45870</c:v>
                </c:pt>
                <c:pt idx="128">
                  <c:v>45901</c:v>
                </c:pt>
                <c:pt idx="129">
                  <c:v>45931</c:v>
                </c:pt>
                <c:pt idx="130">
                  <c:v>45962</c:v>
                </c:pt>
                <c:pt idx="131">
                  <c:v>45992</c:v>
                </c:pt>
                <c:pt idx="132">
                  <c:v>46023</c:v>
                </c:pt>
                <c:pt idx="133">
                  <c:v>46054</c:v>
                </c:pt>
                <c:pt idx="134">
                  <c:v>46082</c:v>
                </c:pt>
                <c:pt idx="135">
                  <c:v>46113</c:v>
                </c:pt>
                <c:pt idx="136">
                  <c:v>46143</c:v>
                </c:pt>
                <c:pt idx="137">
                  <c:v>46174</c:v>
                </c:pt>
                <c:pt idx="138">
                  <c:v>46204</c:v>
                </c:pt>
              </c:numCache>
            </c:numRef>
          </c:cat>
          <c:val>
            <c:numRef>
              <c:f>Ownership!$O$9:$EW$9</c:f>
              <c:numCache>
                <c:formatCode>_ #,##0_);_(#,##0\);_ "-"??_);_@_)</c:formatCode>
                <c:ptCount val="139"/>
                <c:pt idx="0">
                  <c:v>129760.92688659616</c:v>
                </c:pt>
                <c:pt idx="1">
                  <c:v>129274.8244471287</c:v>
                </c:pt>
                <c:pt idx="2">
                  <c:v>127822.75800872224</c:v>
                </c:pt>
                <c:pt idx="3">
                  <c:v>127959.32765075593</c:v>
                </c:pt>
                <c:pt idx="4">
                  <c:v>128439.1976723393</c:v>
                </c:pt>
                <c:pt idx="5">
                  <c:v>129444.27076554275</c:v>
                </c:pt>
                <c:pt idx="6">
                  <c:v>129470.54454862792</c:v>
                </c:pt>
                <c:pt idx="7">
                  <c:v>128780.78554938821</c:v>
                </c:pt>
                <c:pt idx="8">
                  <c:v>129063.45250680826</c:v>
                </c:pt>
                <c:pt idx="9">
                  <c:v>131507.32081856823</c:v>
                </c:pt>
                <c:pt idx="10">
                  <c:v>132646.35057615585</c:v>
                </c:pt>
                <c:pt idx="11">
                  <c:v>137395.52663544533</c:v>
                </c:pt>
                <c:pt idx="12">
                  <c:v>138346.97213338909</c:v>
                </c:pt>
                <c:pt idx="13">
                  <c:v>141787.95832059823</c:v>
                </c:pt>
                <c:pt idx="14">
                  <c:v>146162.9897853311</c:v>
                </c:pt>
                <c:pt idx="15">
                  <c:v>148299.39476554841</c:v>
                </c:pt>
                <c:pt idx="16">
                  <c:v>145503.67400479841</c:v>
                </c:pt>
                <c:pt idx="17">
                  <c:v>153263.8438707352</c:v>
                </c:pt>
                <c:pt idx="18">
                  <c:v>154383.93433830841</c:v>
                </c:pt>
                <c:pt idx="19">
                  <c:v>155187.78326777264</c:v>
                </c:pt>
                <c:pt idx="20">
                  <c:v>158259.35728633223</c:v>
                </c:pt>
                <c:pt idx="21">
                  <c:v>155945.79263178867</c:v>
                </c:pt>
                <c:pt idx="22">
                  <c:v>150958.3200161313</c:v>
                </c:pt>
                <c:pt idx="23">
                  <c:v>154875.14812087145</c:v>
                </c:pt>
                <c:pt idx="24">
                  <c:v>157247.44039697479</c:v>
                </c:pt>
                <c:pt idx="25">
                  <c:v>158166.37097769143</c:v>
                </c:pt>
                <c:pt idx="26">
                  <c:v>162366.9588081424</c:v>
                </c:pt>
                <c:pt idx="27">
                  <c:v>163885.97096796383</c:v>
                </c:pt>
                <c:pt idx="28">
                  <c:v>164399.4722178618</c:v>
                </c:pt>
                <c:pt idx="29">
                  <c:v>166278.20413464279</c:v>
                </c:pt>
                <c:pt idx="30">
                  <c:v>170384.4587452898</c:v>
                </c:pt>
                <c:pt idx="31">
                  <c:v>171155.35449757948</c:v>
                </c:pt>
                <c:pt idx="32">
                  <c:v>172376.95040436916</c:v>
                </c:pt>
                <c:pt idx="33">
                  <c:v>169784.05784670194</c:v>
                </c:pt>
                <c:pt idx="34">
                  <c:v>172930.27727269047</c:v>
                </c:pt>
                <c:pt idx="35">
                  <c:v>177318.20915880587</c:v>
                </c:pt>
                <c:pt idx="36">
                  <c:v>180215.01227318853</c:v>
                </c:pt>
                <c:pt idx="37">
                  <c:v>177852.45674974329</c:v>
                </c:pt>
                <c:pt idx="38">
                  <c:v>181136.61813218068</c:v>
                </c:pt>
                <c:pt idx="39">
                  <c:v>180500.4930479381</c:v>
                </c:pt>
                <c:pt idx="40">
                  <c:v>179268.53439360583</c:v>
                </c:pt>
                <c:pt idx="41">
                  <c:v>176481.28174578765</c:v>
                </c:pt>
                <c:pt idx="42">
                  <c:v>177403.94224660544</c:v>
                </c:pt>
                <c:pt idx="43">
                  <c:v>178122.99774853958</c:v>
                </c:pt>
                <c:pt idx="44">
                  <c:v>176131.31694822211</c:v>
                </c:pt>
                <c:pt idx="45">
                  <c:v>175351.92384829128</c:v>
                </c:pt>
                <c:pt idx="46">
                  <c:v>180462.23688694605</c:v>
                </c:pt>
                <c:pt idx="47">
                  <c:v>183196.87188021984</c:v>
                </c:pt>
                <c:pt idx="48">
                  <c:v>187156.78492579598</c:v>
                </c:pt>
                <c:pt idx="49">
                  <c:v>190840.97890940978</c:v>
                </c:pt>
                <c:pt idx="50">
                  <c:v>187685.08837318933</c:v>
                </c:pt>
                <c:pt idx="51">
                  <c:v>186688.65060204628</c:v>
                </c:pt>
                <c:pt idx="52">
                  <c:v>186296.7486959589</c:v>
                </c:pt>
                <c:pt idx="53">
                  <c:v>192547.56245431709</c:v>
                </c:pt>
                <c:pt idx="54">
                  <c:v>194540.70117421157</c:v>
                </c:pt>
                <c:pt idx="55">
                  <c:v>193513.54773713136</c:v>
                </c:pt>
                <c:pt idx="56">
                  <c:v>194354.62656867207</c:v>
                </c:pt>
                <c:pt idx="57">
                  <c:v>199167.45150511054</c:v>
                </c:pt>
                <c:pt idx="58">
                  <c:v>198632.93353227706</c:v>
                </c:pt>
                <c:pt idx="59">
                  <c:v>199876.13938598149</c:v>
                </c:pt>
                <c:pt idx="60">
                  <c:v>204945.2877610334</c:v>
                </c:pt>
                <c:pt idx="61">
                  <c:v>200110.97143337489</c:v>
                </c:pt>
                <c:pt idx="62">
                  <c:v>180953.39196357568</c:v>
                </c:pt>
                <c:pt idx="63">
                  <c:v>189715.18929453092</c:v>
                </c:pt>
                <c:pt idx="64">
                  <c:v>192135.58409480203</c:v>
                </c:pt>
                <c:pt idx="65">
                  <c:v>196532.38832767706</c:v>
                </c:pt>
                <c:pt idx="66">
                  <c:v>198976.5344708871</c:v>
                </c:pt>
                <c:pt idx="67">
                  <c:v>200140.32276970721</c:v>
                </c:pt>
                <c:pt idx="68">
                  <c:v>197373.86357832141</c:v>
                </c:pt>
                <c:pt idx="69">
                  <c:v>199808.49984445248</c:v>
                </c:pt>
                <c:pt idx="70">
                  <c:v>203696.33435194922</c:v>
                </c:pt>
                <c:pt idx="71">
                  <c:v>206375.01632743439</c:v>
                </c:pt>
                <c:pt idx="72">
                  <c:v>210763.11734644539</c:v>
                </c:pt>
                <c:pt idx="73">
                  <c:v>209223.08042951833</c:v>
                </c:pt>
                <c:pt idx="74">
                  <c:v>203176.42591232347</c:v>
                </c:pt>
                <c:pt idx="75">
                  <c:v>205547.56297792049</c:v>
                </c:pt>
                <c:pt idx="76">
                  <c:v>203421.90633671806</c:v>
                </c:pt>
                <c:pt idx="77">
                  <c:v>205029.26452663651</c:v>
                </c:pt>
                <c:pt idx="78">
                  <c:v>205862.41330039455</c:v>
                </c:pt>
                <c:pt idx="79">
                  <c:v>207487.15195096403</c:v>
                </c:pt>
                <c:pt idx="80">
                  <c:v>205538.44154826255</c:v>
                </c:pt>
                <c:pt idx="81">
                  <c:v>204863.72768004501</c:v>
                </c:pt>
                <c:pt idx="82">
                  <c:v>202197.76912799571</c:v>
                </c:pt>
                <c:pt idx="83">
                  <c:v>200174.64315450197</c:v>
                </c:pt>
                <c:pt idx="84">
                  <c:v>199336.19881092999</c:v>
                </c:pt>
                <c:pt idx="85">
                  <c:v>201061.81739074842</c:v>
                </c:pt>
                <c:pt idx="86">
                  <c:v>196247.16224204004</c:v>
                </c:pt>
                <c:pt idx="87">
                  <c:v>190547.18183904211</c:v>
                </c:pt>
                <c:pt idx="88">
                  <c:v>188199.74481051139</c:v>
                </c:pt>
                <c:pt idx="89">
                  <c:v>187349.96771082963</c:v>
                </c:pt>
                <c:pt idx="90">
                  <c:v>185555.27095484801</c:v>
                </c:pt>
                <c:pt idx="91">
                  <c:v>184893.86810018809</c:v>
                </c:pt>
                <c:pt idx="92">
                  <c:v>182288.9919841002</c:v>
                </c:pt>
                <c:pt idx="93">
                  <c:v>179686.95789484843</c:v>
                </c:pt>
                <c:pt idx="94">
                  <c:v>181577.23425897889</c:v>
                </c:pt>
                <c:pt idx="95">
                  <c:v>186474.27343249728</c:v>
                </c:pt>
                <c:pt idx="96">
                  <c:v>194288.16827727022</c:v>
                </c:pt>
                <c:pt idx="97">
                  <c:v>192282.10671556613</c:v>
                </c:pt>
                <c:pt idx="98">
                  <c:v>194016.06614187665</c:v>
                </c:pt>
                <c:pt idx="99">
                  <c:v>194055.41802767757</c:v>
                </c:pt>
                <c:pt idx="100">
                  <c:v>192560.02314509696</c:v>
                </c:pt>
                <c:pt idx="101">
                  <c:v>192547.77204585183</c:v>
                </c:pt>
                <c:pt idx="102">
                  <c:v>193173.72892623552</c:v>
                </c:pt>
                <c:pt idx="103">
                  <c:v>191598.45555844018</c:v>
                </c:pt>
                <c:pt idx="104">
                  <c:v>188285.61887165089</c:v>
                </c:pt>
                <c:pt idx="105">
                  <c:v>185129.11831112436</c:v>
                </c:pt>
                <c:pt idx="106">
                  <c:v>192554.31485888924</c:v>
                </c:pt>
                <c:pt idx="107">
                  <c:v>196635.99931997817</c:v>
                </c:pt>
                <c:pt idx="108">
                  <c:v>194410.19716302524</c:v>
                </c:pt>
                <c:pt idx="109">
                  <c:v>194812.27987810722</c:v>
                </c:pt>
                <c:pt idx="110">
                  <c:v>192243.53086757625</c:v>
                </c:pt>
                <c:pt idx="111">
                  <c:v>189094.89357406858</c:v>
                </c:pt>
                <c:pt idx="112">
                  <c:v>190969.17992918938</c:v>
                </c:pt>
                <c:pt idx="113">
                  <c:v>190984.89718486817</c:v>
                </c:pt>
                <c:pt idx="114">
                  <c:v>194271.09312686918</c:v>
                </c:pt>
                <c:pt idx="115">
                  <c:v>200424.07635403483</c:v>
                </c:pt>
                <c:pt idx="116">
                  <c:v>204140.397734684</c:v>
                </c:pt>
                <c:pt idx="117">
                  <c:v>201138.93640265745</c:v>
                </c:pt>
                <c:pt idx="118">
                  <c:v>203011.6592112623</c:v>
                </c:pt>
                <c:pt idx="119">
                  <c:v>203143.69855573415</c:v>
                </c:pt>
                <c:pt idx="120">
                  <c:v>204786.40571035157</c:v>
                </c:pt>
                <c:pt idx="121">
                  <c:v>204697.5611919951</c:v>
                </c:pt>
                <c:pt idx="122">
                  <c:v>206909.07828448425</c:v>
                </c:pt>
                <c:pt idx="123">
                  <c:v>208760.86854893359</c:v>
                </c:pt>
                <c:pt idx="124">
                  <c:v>209627.40856672329</c:v>
                </c:pt>
                <c:pt idx="125">
                  <c:v>210142.29514407576</c:v>
                </c:pt>
                <c:pt idx="126">
                  <c:v>211663.07143435287</c:v>
                </c:pt>
                <c:pt idx="127">
                  <c:v>213852.48608920904</c:v>
                </c:pt>
                <c:pt idx="128">
                  <c:v>210133.19330438616</c:v>
                </c:pt>
                <c:pt idx="129">
                  <c:v>210503.49250201284</c:v>
                </c:pt>
                <c:pt idx="130">
                  <c:v>209796.04457765399</c:v>
                </c:pt>
                <c:pt idx="131">
                  <c:v>214266.14127762738</c:v>
                </c:pt>
                <c:pt idx="132">
                  <c:v>216288.93495154267</c:v>
                </c:pt>
                <c:pt idx="133">
                  <c:v>215887.83551937091</c:v>
                </c:pt>
                <c:pt idx="134">
                  <c:v>214670.73354823503</c:v>
                </c:pt>
                <c:pt idx="135">
                  <c:v>216417.23657135628</c:v>
                </c:pt>
                <c:pt idx="136">
                  <c:v>217326.53370532912</c:v>
                </c:pt>
                <c:pt idx="137">
                  <c:v>216293.24815560583</c:v>
                </c:pt>
                <c:pt idx="138">
                  <c:v>218391.10859702801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CB0-534D-A255-82FF29B6BC78}"/>
            </c:ext>
          </c:extLst>
        </c:ser>
        <c:ser>
          <c:idx val="2"/>
          <c:order val="1"/>
          <c:tx>
            <c:v>Bank Indonesia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138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200" b="1">
                        <a:solidFill>
                          <a:schemeClr val="bg1"/>
                        </a:solidFill>
                      </a:rPr>
                      <a:t>41,9</a:t>
                    </a:r>
                  </a:p>
                </c:rich>
              </c:tx>
              <c:spPr>
                <a:solidFill>
                  <a:schemeClr val="accent3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CB0-534D-A255-82FF29B6BC7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Ownership!$O$7:$EW$7</c:f>
              <c:numCache>
                <c:formatCode>mmm\-yy</c:formatCode>
                <c:ptCount val="139"/>
                <c:pt idx="0">
                  <c:v>42005</c:v>
                </c:pt>
                <c:pt idx="1">
                  <c:v>42036</c:v>
                </c:pt>
                <c:pt idx="2">
                  <c:v>42064</c:v>
                </c:pt>
                <c:pt idx="3">
                  <c:v>42095</c:v>
                </c:pt>
                <c:pt idx="4">
                  <c:v>42125</c:v>
                </c:pt>
                <c:pt idx="5">
                  <c:v>42156</c:v>
                </c:pt>
                <c:pt idx="6">
                  <c:v>42186</c:v>
                </c:pt>
                <c:pt idx="7">
                  <c:v>42217</c:v>
                </c:pt>
                <c:pt idx="8">
                  <c:v>42248</c:v>
                </c:pt>
                <c:pt idx="9">
                  <c:v>42278</c:v>
                </c:pt>
                <c:pt idx="10">
                  <c:v>42309</c:v>
                </c:pt>
                <c:pt idx="11">
                  <c:v>42339</c:v>
                </c:pt>
                <c:pt idx="12">
                  <c:v>42370</c:v>
                </c:pt>
                <c:pt idx="13">
                  <c:v>42401</c:v>
                </c:pt>
                <c:pt idx="14">
                  <c:v>42430</c:v>
                </c:pt>
                <c:pt idx="15">
                  <c:v>42461</c:v>
                </c:pt>
                <c:pt idx="16">
                  <c:v>42491</c:v>
                </c:pt>
                <c:pt idx="17">
                  <c:v>42522</c:v>
                </c:pt>
                <c:pt idx="18">
                  <c:v>42552</c:v>
                </c:pt>
                <c:pt idx="19">
                  <c:v>42583</c:v>
                </c:pt>
                <c:pt idx="20">
                  <c:v>42614</c:v>
                </c:pt>
                <c:pt idx="21">
                  <c:v>42644</c:v>
                </c:pt>
                <c:pt idx="22">
                  <c:v>42675</c:v>
                </c:pt>
                <c:pt idx="23">
                  <c:v>42705</c:v>
                </c:pt>
                <c:pt idx="24">
                  <c:v>42736</c:v>
                </c:pt>
                <c:pt idx="25">
                  <c:v>42767</c:v>
                </c:pt>
                <c:pt idx="26">
                  <c:v>42795</c:v>
                </c:pt>
                <c:pt idx="27">
                  <c:v>42826</c:v>
                </c:pt>
                <c:pt idx="28">
                  <c:v>42856</c:v>
                </c:pt>
                <c:pt idx="29">
                  <c:v>42887</c:v>
                </c:pt>
                <c:pt idx="30">
                  <c:v>42917</c:v>
                </c:pt>
                <c:pt idx="31">
                  <c:v>42948</c:v>
                </c:pt>
                <c:pt idx="32">
                  <c:v>42979</c:v>
                </c:pt>
                <c:pt idx="33">
                  <c:v>43009</c:v>
                </c:pt>
                <c:pt idx="34">
                  <c:v>43040</c:v>
                </c:pt>
                <c:pt idx="35">
                  <c:v>43070</c:v>
                </c:pt>
                <c:pt idx="36">
                  <c:v>43101</c:v>
                </c:pt>
                <c:pt idx="37">
                  <c:v>43132</c:v>
                </c:pt>
                <c:pt idx="38">
                  <c:v>43160</c:v>
                </c:pt>
                <c:pt idx="39">
                  <c:v>43191</c:v>
                </c:pt>
                <c:pt idx="40">
                  <c:v>43221</c:v>
                </c:pt>
                <c:pt idx="41">
                  <c:v>43252</c:v>
                </c:pt>
                <c:pt idx="42">
                  <c:v>43282</c:v>
                </c:pt>
                <c:pt idx="43">
                  <c:v>43313</c:v>
                </c:pt>
                <c:pt idx="44">
                  <c:v>43344</c:v>
                </c:pt>
                <c:pt idx="45">
                  <c:v>43374</c:v>
                </c:pt>
                <c:pt idx="46">
                  <c:v>43405</c:v>
                </c:pt>
                <c:pt idx="47">
                  <c:v>43435</c:v>
                </c:pt>
                <c:pt idx="48">
                  <c:v>43466</c:v>
                </c:pt>
                <c:pt idx="49">
                  <c:v>43497</c:v>
                </c:pt>
                <c:pt idx="50">
                  <c:v>43525</c:v>
                </c:pt>
                <c:pt idx="51">
                  <c:v>43556</c:v>
                </c:pt>
                <c:pt idx="52">
                  <c:v>43586</c:v>
                </c:pt>
                <c:pt idx="53">
                  <c:v>43617</c:v>
                </c:pt>
                <c:pt idx="54">
                  <c:v>43647</c:v>
                </c:pt>
                <c:pt idx="55">
                  <c:v>43678</c:v>
                </c:pt>
                <c:pt idx="56">
                  <c:v>43709</c:v>
                </c:pt>
                <c:pt idx="57">
                  <c:v>43739</c:v>
                </c:pt>
                <c:pt idx="58">
                  <c:v>43770</c:v>
                </c:pt>
                <c:pt idx="59">
                  <c:v>43800</c:v>
                </c:pt>
                <c:pt idx="60">
                  <c:v>43831</c:v>
                </c:pt>
                <c:pt idx="61">
                  <c:v>43862</c:v>
                </c:pt>
                <c:pt idx="62">
                  <c:v>43891</c:v>
                </c:pt>
                <c:pt idx="63">
                  <c:v>43922</c:v>
                </c:pt>
                <c:pt idx="64">
                  <c:v>43952</c:v>
                </c:pt>
                <c:pt idx="65">
                  <c:v>43983</c:v>
                </c:pt>
                <c:pt idx="66">
                  <c:v>44013</c:v>
                </c:pt>
                <c:pt idx="67">
                  <c:v>44044</c:v>
                </c:pt>
                <c:pt idx="68">
                  <c:v>44075</c:v>
                </c:pt>
                <c:pt idx="69">
                  <c:v>44105</c:v>
                </c:pt>
                <c:pt idx="70">
                  <c:v>44136</c:v>
                </c:pt>
                <c:pt idx="71">
                  <c:v>44166</c:v>
                </c:pt>
                <c:pt idx="72">
                  <c:v>44197</c:v>
                </c:pt>
                <c:pt idx="73">
                  <c:v>44228</c:v>
                </c:pt>
                <c:pt idx="74">
                  <c:v>44256</c:v>
                </c:pt>
                <c:pt idx="75">
                  <c:v>44287</c:v>
                </c:pt>
                <c:pt idx="76">
                  <c:v>44317</c:v>
                </c:pt>
                <c:pt idx="77">
                  <c:v>44348</c:v>
                </c:pt>
                <c:pt idx="78">
                  <c:v>44378</c:v>
                </c:pt>
                <c:pt idx="79">
                  <c:v>44409</c:v>
                </c:pt>
                <c:pt idx="80">
                  <c:v>44440</c:v>
                </c:pt>
                <c:pt idx="81">
                  <c:v>44470</c:v>
                </c:pt>
                <c:pt idx="82">
                  <c:v>44501</c:v>
                </c:pt>
                <c:pt idx="83">
                  <c:v>44531</c:v>
                </c:pt>
                <c:pt idx="84">
                  <c:v>44562</c:v>
                </c:pt>
                <c:pt idx="85">
                  <c:v>44593</c:v>
                </c:pt>
                <c:pt idx="86">
                  <c:v>44621</c:v>
                </c:pt>
                <c:pt idx="87">
                  <c:v>44652</c:v>
                </c:pt>
                <c:pt idx="88">
                  <c:v>44682</c:v>
                </c:pt>
                <c:pt idx="89">
                  <c:v>44713</c:v>
                </c:pt>
                <c:pt idx="90">
                  <c:v>44743</c:v>
                </c:pt>
                <c:pt idx="91">
                  <c:v>44774</c:v>
                </c:pt>
                <c:pt idx="92">
                  <c:v>44805</c:v>
                </c:pt>
                <c:pt idx="93">
                  <c:v>44835</c:v>
                </c:pt>
                <c:pt idx="94">
                  <c:v>44866</c:v>
                </c:pt>
                <c:pt idx="95">
                  <c:v>44896</c:v>
                </c:pt>
                <c:pt idx="96">
                  <c:v>44927</c:v>
                </c:pt>
                <c:pt idx="97">
                  <c:v>44958</c:v>
                </c:pt>
                <c:pt idx="98">
                  <c:v>44986</c:v>
                </c:pt>
                <c:pt idx="99">
                  <c:v>45017</c:v>
                </c:pt>
                <c:pt idx="100">
                  <c:v>45047</c:v>
                </c:pt>
                <c:pt idx="101">
                  <c:v>45078</c:v>
                </c:pt>
                <c:pt idx="102">
                  <c:v>45108</c:v>
                </c:pt>
                <c:pt idx="103">
                  <c:v>45139</c:v>
                </c:pt>
                <c:pt idx="104">
                  <c:v>45170</c:v>
                </c:pt>
                <c:pt idx="105">
                  <c:v>45200</c:v>
                </c:pt>
                <c:pt idx="106">
                  <c:v>45231</c:v>
                </c:pt>
                <c:pt idx="107">
                  <c:v>45261</c:v>
                </c:pt>
                <c:pt idx="108">
                  <c:v>45292</c:v>
                </c:pt>
                <c:pt idx="109">
                  <c:v>45323</c:v>
                </c:pt>
                <c:pt idx="110">
                  <c:v>45352</c:v>
                </c:pt>
                <c:pt idx="111">
                  <c:v>45383</c:v>
                </c:pt>
                <c:pt idx="112">
                  <c:v>45413</c:v>
                </c:pt>
                <c:pt idx="113">
                  <c:v>45444</c:v>
                </c:pt>
                <c:pt idx="114">
                  <c:v>45474</c:v>
                </c:pt>
                <c:pt idx="115">
                  <c:v>45505</c:v>
                </c:pt>
                <c:pt idx="116">
                  <c:v>45536</c:v>
                </c:pt>
                <c:pt idx="117">
                  <c:v>45566</c:v>
                </c:pt>
                <c:pt idx="118">
                  <c:v>45597</c:v>
                </c:pt>
                <c:pt idx="119">
                  <c:v>45627</c:v>
                </c:pt>
                <c:pt idx="120">
                  <c:v>45658</c:v>
                </c:pt>
                <c:pt idx="121">
                  <c:v>45689</c:v>
                </c:pt>
                <c:pt idx="122">
                  <c:v>45717</c:v>
                </c:pt>
                <c:pt idx="123">
                  <c:v>45748</c:v>
                </c:pt>
                <c:pt idx="124">
                  <c:v>45778</c:v>
                </c:pt>
                <c:pt idx="125">
                  <c:v>45809</c:v>
                </c:pt>
                <c:pt idx="126">
                  <c:v>45839</c:v>
                </c:pt>
                <c:pt idx="127">
                  <c:v>45870</c:v>
                </c:pt>
                <c:pt idx="128">
                  <c:v>45901</c:v>
                </c:pt>
                <c:pt idx="129">
                  <c:v>45931</c:v>
                </c:pt>
                <c:pt idx="130">
                  <c:v>45962</c:v>
                </c:pt>
                <c:pt idx="131">
                  <c:v>45992</c:v>
                </c:pt>
                <c:pt idx="132">
                  <c:v>46023</c:v>
                </c:pt>
                <c:pt idx="133">
                  <c:v>46054</c:v>
                </c:pt>
                <c:pt idx="134">
                  <c:v>46082</c:v>
                </c:pt>
                <c:pt idx="135">
                  <c:v>46113</c:v>
                </c:pt>
                <c:pt idx="136">
                  <c:v>46143</c:v>
                </c:pt>
                <c:pt idx="137">
                  <c:v>46174</c:v>
                </c:pt>
                <c:pt idx="138">
                  <c:v>46204</c:v>
                </c:pt>
              </c:numCache>
            </c:numRef>
          </c:cat>
          <c:val>
            <c:numRef>
              <c:f>Ownership!$O$10:$EW$10</c:f>
              <c:numCache>
                <c:formatCode>_ #,##0_);_(#,##0\);_ "-"??_);_@_)</c:formatCode>
                <c:ptCount val="139"/>
                <c:pt idx="0">
                  <c:v>5962.8675419148594</c:v>
                </c:pt>
                <c:pt idx="1">
                  <c:v>5480.5618060388269</c:v>
                </c:pt>
                <c:pt idx="2">
                  <c:v>4932.758553256198</c:v>
                </c:pt>
                <c:pt idx="3">
                  <c:v>4903.6604557185219</c:v>
                </c:pt>
                <c:pt idx="4">
                  <c:v>5171.1229144940517</c:v>
                </c:pt>
                <c:pt idx="5">
                  <c:v>5155.4927024268545</c:v>
                </c:pt>
                <c:pt idx="6">
                  <c:v>5040.5410175864072</c:v>
                </c:pt>
                <c:pt idx="7">
                  <c:v>5201.6140979333886</c:v>
                </c:pt>
                <c:pt idx="8">
                  <c:v>5143.3742252731663</c:v>
                </c:pt>
                <c:pt idx="9">
                  <c:v>5113.3092451928478</c:v>
                </c:pt>
                <c:pt idx="10">
                  <c:v>5100.4802837963216</c:v>
                </c:pt>
                <c:pt idx="11">
                  <c:v>5212.2120994927682</c:v>
                </c:pt>
                <c:pt idx="12">
                  <c:v>5053.8706151200004</c:v>
                </c:pt>
                <c:pt idx="13">
                  <c:v>5080.5478943021517</c:v>
                </c:pt>
                <c:pt idx="14">
                  <c:v>5149.11435656719</c:v>
                </c:pt>
                <c:pt idx="15">
                  <c:v>5456.7328080995721</c:v>
                </c:pt>
                <c:pt idx="16">
                  <c:v>5180.5519054054221</c:v>
                </c:pt>
                <c:pt idx="17">
                  <c:v>5432.7161361768131</c:v>
                </c:pt>
                <c:pt idx="18">
                  <c:v>5315.988868957138</c:v>
                </c:pt>
                <c:pt idx="19">
                  <c:v>4534.1536036372145</c:v>
                </c:pt>
                <c:pt idx="20">
                  <c:v>3922.8259080302632</c:v>
                </c:pt>
                <c:pt idx="21">
                  <c:v>3851.9038327363623</c:v>
                </c:pt>
                <c:pt idx="22">
                  <c:v>3521.3480553306404</c:v>
                </c:pt>
                <c:pt idx="23">
                  <c:v>3408.2234728656035</c:v>
                </c:pt>
                <c:pt idx="24">
                  <c:v>3987.9414918939337</c:v>
                </c:pt>
                <c:pt idx="25">
                  <c:v>3928.6432640047651</c:v>
                </c:pt>
                <c:pt idx="26">
                  <c:v>3944.8605535161473</c:v>
                </c:pt>
                <c:pt idx="27">
                  <c:v>3991.6595943753332</c:v>
                </c:pt>
                <c:pt idx="28">
                  <c:v>4124.3956935212182</c:v>
                </c:pt>
                <c:pt idx="29">
                  <c:v>4003.5547907415407</c:v>
                </c:pt>
                <c:pt idx="30">
                  <c:v>3955.5224722938469</c:v>
                </c:pt>
                <c:pt idx="31">
                  <c:v>3783.8697453871791</c:v>
                </c:pt>
                <c:pt idx="32">
                  <c:v>3534.3299979246963</c:v>
                </c:pt>
                <c:pt idx="33">
                  <c:v>3424.6820732734363</c:v>
                </c:pt>
                <c:pt idx="34">
                  <c:v>3468.5428414105486</c:v>
                </c:pt>
                <c:pt idx="35">
                  <c:v>3303.6913023775264</c:v>
                </c:pt>
                <c:pt idx="36">
                  <c:v>3174.9398601211251</c:v>
                </c:pt>
                <c:pt idx="37">
                  <c:v>3544.0884828037852</c:v>
                </c:pt>
                <c:pt idx="38">
                  <c:v>3548.0311808331558</c:v>
                </c:pt>
                <c:pt idx="39">
                  <c:v>3327.4252734325373</c:v>
                </c:pt>
                <c:pt idx="40">
                  <c:v>3278.9483688992445</c:v>
                </c:pt>
                <c:pt idx="41">
                  <c:v>3246.8670196006274</c:v>
                </c:pt>
                <c:pt idx="42">
                  <c:v>3426.6856036470135</c:v>
                </c:pt>
                <c:pt idx="43">
                  <c:v>3180.5480837384202</c:v>
                </c:pt>
                <c:pt idx="44">
                  <c:v>3035.0750153121598</c:v>
                </c:pt>
                <c:pt idx="45">
                  <c:v>2982.6393842396869</c:v>
                </c:pt>
                <c:pt idx="46">
                  <c:v>3055.4874859307511</c:v>
                </c:pt>
                <c:pt idx="47">
                  <c:v>3078.3009414126059</c:v>
                </c:pt>
                <c:pt idx="48">
                  <c:v>3092.9487333108559</c:v>
                </c:pt>
                <c:pt idx="49">
                  <c:v>2982.2330461180891</c:v>
                </c:pt>
                <c:pt idx="50">
                  <c:v>2779.7990373717121</c:v>
                </c:pt>
                <c:pt idx="51">
                  <c:v>3033.8692902816724</c:v>
                </c:pt>
                <c:pt idx="52">
                  <c:v>2953.8065284624372</c:v>
                </c:pt>
                <c:pt idx="53">
                  <c:v>2995.6548949794096</c:v>
                </c:pt>
                <c:pt idx="54">
                  <c:v>2981.5507917656387</c:v>
                </c:pt>
                <c:pt idx="55">
                  <c:v>2774.9581932535675</c:v>
                </c:pt>
                <c:pt idx="56">
                  <c:v>2783.1484533165531</c:v>
                </c:pt>
                <c:pt idx="57">
                  <c:v>2784.0153844780716</c:v>
                </c:pt>
                <c:pt idx="58">
                  <c:v>2722.9970190173344</c:v>
                </c:pt>
                <c:pt idx="59">
                  <c:v>2996.2795752144066</c:v>
                </c:pt>
                <c:pt idx="60">
                  <c:v>2818.7103758972125</c:v>
                </c:pt>
                <c:pt idx="61">
                  <c:v>2716.6766394289875</c:v>
                </c:pt>
                <c:pt idx="62">
                  <c:v>2801.7631041747304</c:v>
                </c:pt>
                <c:pt idx="63">
                  <c:v>2721.3607539516943</c:v>
                </c:pt>
                <c:pt idx="64">
                  <c:v>2725.1596472116621</c:v>
                </c:pt>
                <c:pt idx="65">
                  <c:v>2753.826078316838</c:v>
                </c:pt>
                <c:pt idx="66">
                  <c:v>2793.0326369228983</c:v>
                </c:pt>
                <c:pt idx="67">
                  <c:v>2815.8791935308604</c:v>
                </c:pt>
                <c:pt idx="68">
                  <c:v>2793.9650424085307</c:v>
                </c:pt>
                <c:pt idx="69">
                  <c:v>2813.5666353435467</c:v>
                </c:pt>
                <c:pt idx="70">
                  <c:v>2829.3557033764641</c:v>
                </c:pt>
                <c:pt idx="71">
                  <c:v>2870.8664800040438</c:v>
                </c:pt>
                <c:pt idx="72">
                  <c:v>2867.5908559776294</c:v>
                </c:pt>
                <c:pt idx="73">
                  <c:v>2882.7000382869951</c:v>
                </c:pt>
                <c:pt idx="74">
                  <c:v>2823.11012077839</c:v>
                </c:pt>
                <c:pt idx="75">
                  <c:v>2864.5101756632193</c:v>
                </c:pt>
                <c:pt idx="76">
                  <c:v>2869.6412741009531</c:v>
                </c:pt>
                <c:pt idx="77">
                  <c:v>2836.3288863752296</c:v>
                </c:pt>
                <c:pt idx="78">
                  <c:v>2837.6582819535693</c:v>
                </c:pt>
                <c:pt idx="79">
                  <c:v>9166.1075373609583</c:v>
                </c:pt>
                <c:pt idx="80">
                  <c:v>9107.7867495099454</c:v>
                </c:pt>
                <c:pt idx="81">
                  <c:v>9107.6409387047643</c:v>
                </c:pt>
                <c:pt idx="82">
                  <c:v>9008.4402727713659</c:v>
                </c:pt>
                <c:pt idx="83">
                  <c:v>9030.234442012299</c:v>
                </c:pt>
                <c:pt idx="84">
                  <c:v>8960.8119884505013</c:v>
                </c:pt>
                <c:pt idx="85">
                  <c:v>8982.9701266373613</c:v>
                </c:pt>
                <c:pt idx="86">
                  <c:v>8912.6763990984418</c:v>
                </c:pt>
                <c:pt idx="87">
                  <c:v>8689.9077283315419</c:v>
                </c:pt>
                <c:pt idx="88">
                  <c:v>8692.9433404837291</c:v>
                </c:pt>
                <c:pt idx="89">
                  <c:v>8587.9768079941332</c:v>
                </c:pt>
                <c:pt idx="90">
                  <c:v>8485.0445494883206</c:v>
                </c:pt>
                <c:pt idx="91">
                  <c:v>8403.215785267399</c:v>
                </c:pt>
                <c:pt idx="92">
                  <c:v>8221.5751494368233</c:v>
                </c:pt>
                <c:pt idx="93">
                  <c:v>8282.73135240587</c:v>
                </c:pt>
                <c:pt idx="94">
                  <c:v>8580.057391594255</c:v>
                </c:pt>
                <c:pt idx="95">
                  <c:v>9198.2488654332992</c:v>
                </c:pt>
                <c:pt idx="96">
                  <c:v>9344.3689102018016</c:v>
                </c:pt>
                <c:pt idx="97">
                  <c:v>9258.992528722425</c:v>
                </c:pt>
                <c:pt idx="98">
                  <c:v>9396.085947212905</c:v>
                </c:pt>
                <c:pt idx="99">
                  <c:v>9423.1769908349743</c:v>
                </c:pt>
                <c:pt idx="100">
                  <c:v>9268.1014095185401</c:v>
                </c:pt>
                <c:pt idx="101">
                  <c:v>9289.0566018379377</c:v>
                </c:pt>
                <c:pt idx="102">
                  <c:v>9365.0986720135243</c:v>
                </c:pt>
                <c:pt idx="103">
                  <c:v>9271.455096721982</c:v>
                </c:pt>
                <c:pt idx="104">
                  <c:v>9446.8594928476159</c:v>
                </c:pt>
                <c:pt idx="105">
                  <c:v>10100.917859485473</c:v>
                </c:pt>
                <c:pt idx="106">
                  <c:v>12079.872381924681</c:v>
                </c:pt>
                <c:pt idx="107">
                  <c:v>13434.425372977181</c:v>
                </c:pt>
                <c:pt idx="108">
                  <c:v>14609.836590200764</c:v>
                </c:pt>
                <c:pt idx="109">
                  <c:v>15020.239437556775</c:v>
                </c:pt>
                <c:pt idx="110">
                  <c:v>14617.528367670895</c:v>
                </c:pt>
                <c:pt idx="111">
                  <c:v>13995.084826013881</c:v>
                </c:pt>
                <c:pt idx="112">
                  <c:v>18783.825039893083</c:v>
                </c:pt>
                <c:pt idx="113">
                  <c:v>21111.852936337207</c:v>
                </c:pt>
                <c:pt idx="114">
                  <c:v>24821.998151993346</c:v>
                </c:pt>
                <c:pt idx="115">
                  <c:v>26785.818254176767</c:v>
                </c:pt>
                <c:pt idx="116">
                  <c:v>27649.005681553535</c:v>
                </c:pt>
                <c:pt idx="117">
                  <c:v>27151.187903868959</c:v>
                </c:pt>
                <c:pt idx="118">
                  <c:v>26462.173195541094</c:v>
                </c:pt>
                <c:pt idx="119">
                  <c:v>27597.321432362431</c:v>
                </c:pt>
                <c:pt idx="120">
                  <c:v>28334.894424994258</c:v>
                </c:pt>
                <c:pt idx="121">
                  <c:v>27650.51126806415</c:v>
                </c:pt>
                <c:pt idx="122">
                  <c:v>28023.51448807741</c:v>
                </c:pt>
                <c:pt idx="123">
                  <c:v>27996.597365928392</c:v>
                </c:pt>
                <c:pt idx="124">
                  <c:v>29542.069109026714</c:v>
                </c:pt>
                <c:pt idx="125">
                  <c:v>28291.127153705456</c:v>
                </c:pt>
                <c:pt idx="126">
                  <c:v>25254.251900484131</c:v>
                </c:pt>
                <c:pt idx="127">
                  <c:v>23886.275092547105</c:v>
                </c:pt>
                <c:pt idx="128">
                  <c:v>22961.466938042075</c:v>
                </c:pt>
                <c:pt idx="129">
                  <c:v>22717.161093660783</c:v>
                </c:pt>
                <c:pt idx="130">
                  <c:v>22819.987203254102</c:v>
                </c:pt>
                <c:pt idx="131">
                  <c:v>24674.442263414538</c:v>
                </c:pt>
                <c:pt idx="132">
                  <c:v>25459.66233934724</c:v>
                </c:pt>
                <c:pt idx="133">
                  <c:v>28294.686723605646</c:v>
                </c:pt>
                <c:pt idx="134">
                  <c:v>27263.084321884784</c:v>
                </c:pt>
                <c:pt idx="135">
                  <c:v>30109.066442931315</c:v>
                </c:pt>
                <c:pt idx="136">
                  <c:v>31148.580063661742</c:v>
                </c:pt>
                <c:pt idx="137">
                  <c:v>42458.778830071031</c:v>
                </c:pt>
                <c:pt idx="138">
                  <c:v>41891.799408747247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CB0-534D-A255-82FF29B6BC78}"/>
            </c:ext>
          </c:extLst>
        </c:ser>
        <c:ser>
          <c:idx val="0"/>
          <c:order val="2"/>
          <c:tx>
            <c:v>Swasta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38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defRPr>
                    </a:pPr>
                    <a:r>
                      <a:rPr lang="en-US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194,5</a:t>
                    </a:r>
                  </a:p>
                </c:rich>
              </c:tx>
              <c:spPr>
                <a:solidFill>
                  <a:schemeClr val="accent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+mn-ea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CB0-534D-A255-82FF29B6BC7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Ownership!$O$7:$EW$7</c:f>
              <c:numCache>
                <c:formatCode>mmm\-yy</c:formatCode>
                <c:ptCount val="139"/>
                <c:pt idx="0">
                  <c:v>42005</c:v>
                </c:pt>
                <c:pt idx="1">
                  <c:v>42036</c:v>
                </c:pt>
                <c:pt idx="2">
                  <c:v>42064</c:v>
                </c:pt>
                <c:pt idx="3">
                  <c:v>42095</c:v>
                </c:pt>
                <c:pt idx="4">
                  <c:v>42125</c:v>
                </c:pt>
                <c:pt idx="5">
                  <c:v>42156</c:v>
                </c:pt>
                <c:pt idx="6">
                  <c:v>42186</c:v>
                </c:pt>
                <c:pt idx="7">
                  <c:v>42217</c:v>
                </c:pt>
                <c:pt idx="8">
                  <c:v>42248</c:v>
                </c:pt>
                <c:pt idx="9">
                  <c:v>42278</c:v>
                </c:pt>
                <c:pt idx="10">
                  <c:v>42309</c:v>
                </c:pt>
                <c:pt idx="11">
                  <c:v>42339</c:v>
                </c:pt>
                <c:pt idx="12">
                  <c:v>42370</c:v>
                </c:pt>
                <c:pt idx="13">
                  <c:v>42401</c:v>
                </c:pt>
                <c:pt idx="14">
                  <c:v>42430</c:v>
                </c:pt>
                <c:pt idx="15">
                  <c:v>42461</c:v>
                </c:pt>
                <c:pt idx="16">
                  <c:v>42491</c:v>
                </c:pt>
                <c:pt idx="17">
                  <c:v>42522</c:v>
                </c:pt>
                <c:pt idx="18">
                  <c:v>42552</c:v>
                </c:pt>
                <c:pt idx="19">
                  <c:v>42583</c:v>
                </c:pt>
                <c:pt idx="20">
                  <c:v>42614</c:v>
                </c:pt>
                <c:pt idx="21">
                  <c:v>42644</c:v>
                </c:pt>
                <c:pt idx="22">
                  <c:v>42675</c:v>
                </c:pt>
                <c:pt idx="23">
                  <c:v>42705</c:v>
                </c:pt>
                <c:pt idx="24">
                  <c:v>42736</c:v>
                </c:pt>
                <c:pt idx="25">
                  <c:v>42767</c:v>
                </c:pt>
                <c:pt idx="26">
                  <c:v>42795</c:v>
                </c:pt>
                <c:pt idx="27">
                  <c:v>42826</c:v>
                </c:pt>
                <c:pt idx="28">
                  <c:v>42856</c:v>
                </c:pt>
                <c:pt idx="29">
                  <c:v>42887</c:v>
                </c:pt>
                <c:pt idx="30">
                  <c:v>42917</c:v>
                </c:pt>
                <c:pt idx="31">
                  <c:v>42948</c:v>
                </c:pt>
                <c:pt idx="32">
                  <c:v>42979</c:v>
                </c:pt>
                <c:pt idx="33">
                  <c:v>43009</c:v>
                </c:pt>
                <c:pt idx="34">
                  <c:v>43040</c:v>
                </c:pt>
                <c:pt idx="35">
                  <c:v>43070</c:v>
                </c:pt>
                <c:pt idx="36">
                  <c:v>43101</c:v>
                </c:pt>
                <c:pt idx="37">
                  <c:v>43132</c:v>
                </c:pt>
                <c:pt idx="38">
                  <c:v>43160</c:v>
                </c:pt>
                <c:pt idx="39">
                  <c:v>43191</c:v>
                </c:pt>
                <c:pt idx="40">
                  <c:v>43221</c:v>
                </c:pt>
                <c:pt idx="41">
                  <c:v>43252</c:v>
                </c:pt>
                <c:pt idx="42">
                  <c:v>43282</c:v>
                </c:pt>
                <c:pt idx="43">
                  <c:v>43313</c:v>
                </c:pt>
                <c:pt idx="44">
                  <c:v>43344</c:v>
                </c:pt>
                <c:pt idx="45">
                  <c:v>43374</c:v>
                </c:pt>
                <c:pt idx="46">
                  <c:v>43405</c:v>
                </c:pt>
                <c:pt idx="47">
                  <c:v>43435</c:v>
                </c:pt>
                <c:pt idx="48">
                  <c:v>43466</c:v>
                </c:pt>
                <c:pt idx="49">
                  <c:v>43497</c:v>
                </c:pt>
                <c:pt idx="50">
                  <c:v>43525</c:v>
                </c:pt>
                <c:pt idx="51">
                  <c:v>43556</c:v>
                </c:pt>
                <c:pt idx="52">
                  <c:v>43586</c:v>
                </c:pt>
                <c:pt idx="53">
                  <c:v>43617</c:v>
                </c:pt>
                <c:pt idx="54">
                  <c:v>43647</c:v>
                </c:pt>
                <c:pt idx="55">
                  <c:v>43678</c:v>
                </c:pt>
                <c:pt idx="56">
                  <c:v>43709</c:v>
                </c:pt>
                <c:pt idx="57">
                  <c:v>43739</c:v>
                </c:pt>
                <c:pt idx="58">
                  <c:v>43770</c:v>
                </c:pt>
                <c:pt idx="59">
                  <c:v>43800</c:v>
                </c:pt>
                <c:pt idx="60">
                  <c:v>43831</c:v>
                </c:pt>
                <c:pt idx="61">
                  <c:v>43862</c:v>
                </c:pt>
                <c:pt idx="62">
                  <c:v>43891</c:v>
                </c:pt>
                <c:pt idx="63">
                  <c:v>43922</c:v>
                </c:pt>
                <c:pt idx="64">
                  <c:v>43952</c:v>
                </c:pt>
                <c:pt idx="65">
                  <c:v>43983</c:v>
                </c:pt>
                <c:pt idx="66">
                  <c:v>44013</c:v>
                </c:pt>
                <c:pt idx="67">
                  <c:v>44044</c:v>
                </c:pt>
                <c:pt idx="68">
                  <c:v>44075</c:v>
                </c:pt>
                <c:pt idx="69">
                  <c:v>44105</c:v>
                </c:pt>
                <c:pt idx="70">
                  <c:v>44136</c:v>
                </c:pt>
                <c:pt idx="71">
                  <c:v>44166</c:v>
                </c:pt>
                <c:pt idx="72">
                  <c:v>44197</c:v>
                </c:pt>
                <c:pt idx="73">
                  <c:v>44228</c:v>
                </c:pt>
                <c:pt idx="74">
                  <c:v>44256</c:v>
                </c:pt>
                <c:pt idx="75">
                  <c:v>44287</c:v>
                </c:pt>
                <c:pt idx="76">
                  <c:v>44317</c:v>
                </c:pt>
                <c:pt idx="77">
                  <c:v>44348</c:v>
                </c:pt>
                <c:pt idx="78">
                  <c:v>44378</c:v>
                </c:pt>
                <c:pt idx="79">
                  <c:v>44409</c:v>
                </c:pt>
                <c:pt idx="80">
                  <c:v>44440</c:v>
                </c:pt>
                <c:pt idx="81">
                  <c:v>44470</c:v>
                </c:pt>
                <c:pt idx="82">
                  <c:v>44501</c:v>
                </c:pt>
                <c:pt idx="83">
                  <c:v>44531</c:v>
                </c:pt>
                <c:pt idx="84">
                  <c:v>44562</c:v>
                </c:pt>
                <c:pt idx="85">
                  <c:v>44593</c:v>
                </c:pt>
                <c:pt idx="86">
                  <c:v>44621</c:v>
                </c:pt>
                <c:pt idx="87">
                  <c:v>44652</c:v>
                </c:pt>
                <c:pt idx="88">
                  <c:v>44682</c:v>
                </c:pt>
                <c:pt idx="89">
                  <c:v>44713</c:v>
                </c:pt>
                <c:pt idx="90">
                  <c:v>44743</c:v>
                </c:pt>
                <c:pt idx="91">
                  <c:v>44774</c:v>
                </c:pt>
                <c:pt idx="92">
                  <c:v>44805</c:v>
                </c:pt>
                <c:pt idx="93">
                  <c:v>44835</c:v>
                </c:pt>
                <c:pt idx="94">
                  <c:v>44866</c:v>
                </c:pt>
                <c:pt idx="95">
                  <c:v>44896</c:v>
                </c:pt>
                <c:pt idx="96">
                  <c:v>44927</c:v>
                </c:pt>
                <c:pt idx="97">
                  <c:v>44958</c:v>
                </c:pt>
                <c:pt idx="98">
                  <c:v>44986</c:v>
                </c:pt>
                <c:pt idx="99">
                  <c:v>45017</c:v>
                </c:pt>
                <c:pt idx="100">
                  <c:v>45047</c:v>
                </c:pt>
                <c:pt idx="101">
                  <c:v>45078</c:v>
                </c:pt>
                <c:pt idx="102">
                  <c:v>45108</c:v>
                </c:pt>
                <c:pt idx="103">
                  <c:v>45139</c:v>
                </c:pt>
                <c:pt idx="104">
                  <c:v>45170</c:v>
                </c:pt>
                <c:pt idx="105">
                  <c:v>45200</c:v>
                </c:pt>
                <c:pt idx="106">
                  <c:v>45231</c:v>
                </c:pt>
                <c:pt idx="107">
                  <c:v>45261</c:v>
                </c:pt>
                <c:pt idx="108">
                  <c:v>45292</c:v>
                </c:pt>
                <c:pt idx="109">
                  <c:v>45323</c:v>
                </c:pt>
                <c:pt idx="110">
                  <c:v>45352</c:v>
                </c:pt>
                <c:pt idx="111">
                  <c:v>45383</c:v>
                </c:pt>
                <c:pt idx="112">
                  <c:v>45413</c:v>
                </c:pt>
                <c:pt idx="113">
                  <c:v>45444</c:v>
                </c:pt>
                <c:pt idx="114">
                  <c:v>45474</c:v>
                </c:pt>
                <c:pt idx="115">
                  <c:v>45505</c:v>
                </c:pt>
                <c:pt idx="116">
                  <c:v>45536</c:v>
                </c:pt>
                <c:pt idx="117">
                  <c:v>45566</c:v>
                </c:pt>
                <c:pt idx="118">
                  <c:v>45597</c:v>
                </c:pt>
                <c:pt idx="119">
                  <c:v>45627</c:v>
                </c:pt>
                <c:pt idx="120">
                  <c:v>45658</c:v>
                </c:pt>
                <c:pt idx="121">
                  <c:v>45689</c:v>
                </c:pt>
                <c:pt idx="122">
                  <c:v>45717</c:v>
                </c:pt>
                <c:pt idx="123">
                  <c:v>45748</c:v>
                </c:pt>
                <c:pt idx="124">
                  <c:v>45778</c:v>
                </c:pt>
                <c:pt idx="125">
                  <c:v>45809</c:v>
                </c:pt>
                <c:pt idx="126">
                  <c:v>45839</c:v>
                </c:pt>
                <c:pt idx="127">
                  <c:v>45870</c:v>
                </c:pt>
                <c:pt idx="128">
                  <c:v>45901</c:v>
                </c:pt>
                <c:pt idx="129">
                  <c:v>45931</c:v>
                </c:pt>
                <c:pt idx="130">
                  <c:v>45962</c:v>
                </c:pt>
                <c:pt idx="131">
                  <c:v>45992</c:v>
                </c:pt>
                <c:pt idx="132">
                  <c:v>46023</c:v>
                </c:pt>
                <c:pt idx="133">
                  <c:v>46054</c:v>
                </c:pt>
                <c:pt idx="134">
                  <c:v>46082</c:v>
                </c:pt>
                <c:pt idx="135">
                  <c:v>46113</c:v>
                </c:pt>
                <c:pt idx="136">
                  <c:v>46143</c:v>
                </c:pt>
                <c:pt idx="137">
                  <c:v>46174</c:v>
                </c:pt>
                <c:pt idx="138">
                  <c:v>46204</c:v>
                </c:pt>
              </c:numCache>
            </c:numRef>
          </c:cat>
          <c:val>
            <c:numRef>
              <c:f>Ownership!$O$11:$EW$11</c:f>
              <c:numCache>
                <c:formatCode>_ #,##0_);_(#,##0\);_ "-"??_);_@_)</c:formatCode>
                <c:ptCount val="139"/>
                <c:pt idx="0">
                  <c:v>165212.47062983754</c:v>
                </c:pt>
                <c:pt idx="1">
                  <c:v>165809.67784297478</c:v>
                </c:pt>
                <c:pt idx="2">
                  <c:v>166269.70617719271</c:v>
                </c:pt>
                <c:pt idx="3">
                  <c:v>167635.0869426204</c:v>
                </c:pt>
                <c:pt idx="4">
                  <c:v>169769.08823263817</c:v>
                </c:pt>
                <c:pt idx="5">
                  <c:v>170683.95816502208</c:v>
                </c:pt>
                <c:pt idx="6">
                  <c:v>170522.75544490624</c:v>
                </c:pt>
                <c:pt idx="7">
                  <c:v>170561.63802608708</c:v>
                </c:pt>
                <c:pt idx="8">
                  <c:v>168451.89693801373</c:v>
                </c:pt>
                <c:pt idx="9">
                  <c:v>167155.13138092624</c:v>
                </c:pt>
                <c:pt idx="10">
                  <c:v>167293.17494236992</c:v>
                </c:pt>
                <c:pt idx="11">
                  <c:v>168122.53330935282</c:v>
                </c:pt>
                <c:pt idx="12">
                  <c:v>167336.38115453036</c:v>
                </c:pt>
                <c:pt idx="13">
                  <c:v>167408.02450695005</c:v>
                </c:pt>
                <c:pt idx="14">
                  <c:v>167031.72945936542</c:v>
                </c:pt>
                <c:pt idx="15">
                  <c:v>167895.04373258655</c:v>
                </c:pt>
                <c:pt idx="16">
                  <c:v>166314.46669739787</c:v>
                </c:pt>
                <c:pt idx="17">
                  <c:v>168672.49225899053</c:v>
                </c:pt>
                <c:pt idx="18">
                  <c:v>167670.13220334082</c:v>
                </c:pt>
                <c:pt idx="19">
                  <c:v>165917.65279458632</c:v>
                </c:pt>
                <c:pt idx="20">
                  <c:v>166670.39792655222</c:v>
                </c:pt>
                <c:pt idx="21">
                  <c:v>166411.49864200928</c:v>
                </c:pt>
                <c:pt idx="22">
                  <c:v>163712.59525654005</c:v>
                </c:pt>
                <c:pt idx="23">
                  <c:v>161722.4000940675</c:v>
                </c:pt>
                <c:pt idx="24">
                  <c:v>162588.38879640814</c:v>
                </c:pt>
                <c:pt idx="25">
                  <c:v>162767.66480572277</c:v>
                </c:pt>
                <c:pt idx="26">
                  <c:v>163070.48652494026</c:v>
                </c:pt>
                <c:pt idx="27">
                  <c:v>163842.53863721338</c:v>
                </c:pt>
                <c:pt idx="28">
                  <c:v>166829.39070797423</c:v>
                </c:pt>
                <c:pt idx="29">
                  <c:v>166517.25663564104</c:v>
                </c:pt>
                <c:pt idx="30">
                  <c:v>166671.92975382923</c:v>
                </c:pt>
                <c:pt idx="31">
                  <c:v>167554.42147841034</c:v>
                </c:pt>
                <c:pt idx="32">
                  <c:v>168649.36355313216</c:v>
                </c:pt>
                <c:pt idx="33">
                  <c:v>168496.57650333724</c:v>
                </c:pt>
                <c:pt idx="34">
                  <c:v>171233.7782730895</c:v>
                </c:pt>
                <c:pt idx="35">
                  <c:v>171846.70482921458</c:v>
                </c:pt>
                <c:pt idx="36">
                  <c:v>173167.7402825435</c:v>
                </c:pt>
                <c:pt idx="37">
                  <c:v>174167.26198971664</c:v>
                </c:pt>
                <c:pt idx="38">
                  <c:v>172767.43575999516</c:v>
                </c:pt>
                <c:pt idx="39">
                  <c:v>172490.77615571333</c:v>
                </c:pt>
                <c:pt idx="40">
                  <c:v>175044.78253690465</c:v>
                </c:pt>
                <c:pt idx="41">
                  <c:v>174078.42230230541</c:v>
                </c:pt>
                <c:pt idx="42">
                  <c:v>175640.91319332446</c:v>
                </c:pt>
                <c:pt idx="43">
                  <c:v>178510.87117889404</c:v>
                </c:pt>
                <c:pt idx="44">
                  <c:v>177923.42028232088</c:v>
                </c:pt>
                <c:pt idx="45">
                  <c:v>179708.56384329195</c:v>
                </c:pt>
                <c:pt idx="46">
                  <c:v>187326.18806538335</c:v>
                </c:pt>
                <c:pt idx="47">
                  <c:v>189155.0407913659</c:v>
                </c:pt>
                <c:pt idx="48">
                  <c:v>191080.36935282598</c:v>
                </c:pt>
                <c:pt idx="49">
                  <c:v>191896.80310912087</c:v>
                </c:pt>
                <c:pt idx="50">
                  <c:v>195721.51105167193</c:v>
                </c:pt>
                <c:pt idx="51">
                  <c:v>198237.36035656708</c:v>
                </c:pt>
                <c:pt idx="52">
                  <c:v>195629.73292498873</c:v>
                </c:pt>
                <c:pt idx="53">
                  <c:v>193169.80908748004</c:v>
                </c:pt>
                <c:pt idx="54">
                  <c:v>195522.4938717793</c:v>
                </c:pt>
                <c:pt idx="55">
                  <c:v>194757.96399417287</c:v>
                </c:pt>
                <c:pt idx="56">
                  <c:v>196264.98321673728</c:v>
                </c:pt>
                <c:pt idx="57">
                  <c:v>198015.06930103226</c:v>
                </c:pt>
                <c:pt idx="58">
                  <c:v>199659.31038775871</c:v>
                </c:pt>
                <c:pt idx="59">
                  <c:v>200690.21202012475</c:v>
                </c:pt>
                <c:pt idx="60">
                  <c:v>201630.33673366596</c:v>
                </c:pt>
                <c:pt idx="61">
                  <c:v>202780.23295365175</c:v>
                </c:pt>
                <c:pt idx="62">
                  <c:v>204020.24682802375</c:v>
                </c:pt>
                <c:pt idx="63">
                  <c:v>206298.4025266525</c:v>
                </c:pt>
                <c:pt idx="64">
                  <c:v>208140.24472135727</c:v>
                </c:pt>
                <c:pt idx="65">
                  <c:v>208783.71958243934</c:v>
                </c:pt>
                <c:pt idx="66">
                  <c:v>207422.16433128741</c:v>
                </c:pt>
                <c:pt idx="67">
                  <c:v>209439.51130100549</c:v>
                </c:pt>
                <c:pt idx="68">
                  <c:v>208151.36897271496</c:v>
                </c:pt>
                <c:pt idx="69">
                  <c:v>210277.37760651085</c:v>
                </c:pt>
                <c:pt idx="70">
                  <c:v>209095.17160575447</c:v>
                </c:pt>
                <c:pt idx="71">
                  <c:v>207689.44859861891</c:v>
                </c:pt>
                <c:pt idx="72">
                  <c:v>206485.55348277415</c:v>
                </c:pt>
                <c:pt idx="73">
                  <c:v>209584.50132879551</c:v>
                </c:pt>
                <c:pt idx="74">
                  <c:v>208890.04753363424</c:v>
                </c:pt>
                <c:pt idx="75">
                  <c:v>206524.3693528084</c:v>
                </c:pt>
                <c:pt idx="76">
                  <c:v>207090.05615338267</c:v>
                </c:pt>
                <c:pt idx="77">
                  <c:v>205299.51372546272</c:v>
                </c:pt>
                <c:pt idx="78">
                  <c:v>204803.25896510723</c:v>
                </c:pt>
                <c:pt idx="79">
                  <c:v>204601.30028139651</c:v>
                </c:pt>
                <c:pt idx="80">
                  <c:v>206763.372563696</c:v>
                </c:pt>
                <c:pt idx="81">
                  <c:v>205879.46967215429</c:v>
                </c:pt>
                <c:pt idx="82">
                  <c:v>202454.0329486478</c:v>
                </c:pt>
                <c:pt idx="83">
                  <c:v>202820.43766148912</c:v>
                </c:pt>
                <c:pt idx="84">
                  <c:v>202419.32688821916</c:v>
                </c:pt>
                <c:pt idx="85">
                  <c:v>203486.36983707992</c:v>
                </c:pt>
                <c:pt idx="86">
                  <c:v>203470.77703177682</c:v>
                </c:pt>
                <c:pt idx="87">
                  <c:v>206722.51042479827</c:v>
                </c:pt>
                <c:pt idx="88">
                  <c:v>206249.29879224993</c:v>
                </c:pt>
                <c:pt idx="89">
                  <c:v>203628.48732724064</c:v>
                </c:pt>
                <c:pt idx="90">
                  <c:v>203322.22948002006</c:v>
                </c:pt>
                <c:pt idx="91">
                  <c:v>202375.4726613118</c:v>
                </c:pt>
                <c:pt idx="92">
                  <c:v>201818.92255896272</c:v>
                </c:pt>
                <c:pt idx="93">
                  <c:v>199910.68186775839</c:v>
                </c:pt>
                <c:pt idx="94">
                  <c:v>201066.17131088942</c:v>
                </c:pt>
                <c:pt idx="95">
                  <c:v>199090.66987933812</c:v>
                </c:pt>
                <c:pt idx="96">
                  <c:v>201097.14721676649</c:v>
                </c:pt>
                <c:pt idx="97">
                  <c:v>199264.36913843552</c:v>
                </c:pt>
                <c:pt idx="98">
                  <c:v>199529.96480930783</c:v>
                </c:pt>
                <c:pt idx="99">
                  <c:v>199854.06161180898</c:v>
                </c:pt>
                <c:pt idx="100">
                  <c:v>196983.5207674859</c:v>
                </c:pt>
                <c:pt idx="101">
                  <c:v>194428.15790681622</c:v>
                </c:pt>
                <c:pt idx="102">
                  <c:v>193788.17967334262</c:v>
                </c:pt>
                <c:pt idx="103">
                  <c:v>193885.26852314104</c:v>
                </c:pt>
                <c:pt idx="104">
                  <c:v>195681.125171853</c:v>
                </c:pt>
                <c:pt idx="105">
                  <c:v>196453.86972445151</c:v>
                </c:pt>
                <c:pt idx="106">
                  <c:v>195873.91611617108</c:v>
                </c:pt>
                <c:pt idx="107">
                  <c:v>196651.8775936063</c:v>
                </c:pt>
                <c:pt idx="108">
                  <c:v>196062.81681994523</c:v>
                </c:pt>
                <c:pt idx="109">
                  <c:v>196617.37782225135</c:v>
                </c:pt>
                <c:pt idx="110">
                  <c:v>196318.89207430754</c:v>
                </c:pt>
                <c:pt idx="111">
                  <c:v>194365.82287953049</c:v>
                </c:pt>
                <c:pt idx="112">
                  <c:v>196697.60544793526</c:v>
                </c:pt>
                <c:pt idx="113">
                  <c:v>194760.37622019617</c:v>
                </c:pt>
                <c:pt idx="114">
                  <c:v>194883.45202899229</c:v>
                </c:pt>
                <c:pt idx="115">
                  <c:v>197107.37652446888</c:v>
                </c:pt>
                <c:pt idx="116">
                  <c:v>195533.03095003066</c:v>
                </c:pt>
                <c:pt idx="117">
                  <c:v>194803.46928195411</c:v>
                </c:pt>
                <c:pt idx="118">
                  <c:v>193800.39830669118</c:v>
                </c:pt>
                <c:pt idx="119">
                  <c:v>194376.84842197981</c:v>
                </c:pt>
                <c:pt idx="120">
                  <c:v>194527.68961161826</c:v>
                </c:pt>
                <c:pt idx="121">
                  <c:v>195051.2541000651</c:v>
                </c:pt>
                <c:pt idx="122">
                  <c:v>195305.73410035076</c:v>
                </c:pt>
                <c:pt idx="123">
                  <c:v>195113.20288781633</c:v>
                </c:pt>
                <c:pt idx="124">
                  <c:v>196610.63175050006</c:v>
                </c:pt>
                <c:pt idx="125">
                  <c:v>195914.79026055121</c:v>
                </c:pt>
                <c:pt idx="126">
                  <c:v>196757.57923783094</c:v>
                </c:pt>
                <c:pt idx="127">
                  <c:v>197076.42795352335</c:v>
                </c:pt>
                <c:pt idx="128">
                  <c:v>195113.27127881133</c:v>
                </c:pt>
                <c:pt idx="129">
                  <c:v>193946.23759522708</c:v>
                </c:pt>
                <c:pt idx="130">
                  <c:v>194060.78622491535</c:v>
                </c:pt>
                <c:pt idx="131">
                  <c:v>195374.61909792904</c:v>
                </c:pt>
                <c:pt idx="132">
                  <c:v>195074.33705045236</c:v>
                </c:pt>
                <c:pt idx="133">
                  <c:v>195962.22807556807</c:v>
                </c:pt>
                <c:pt idx="134">
                  <c:v>193031.50264620531</c:v>
                </c:pt>
                <c:pt idx="135">
                  <c:v>194763.76421649446</c:v>
                </c:pt>
                <c:pt idx="136">
                  <c:v>197351.19890344952</c:v>
                </c:pt>
                <c:pt idx="137">
                  <c:v>195723.91960124348</c:v>
                </c:pt>
                <c:pt idx="138">
                  <c:v>194476.87068279029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CB0-534D-A255-82FF29B6BC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17842111"/>
        <c:axId val="1617845695"/>
      </c:lineChart>
      <c:dateAx>
        <c:axId val="1617842111"/>
        <c:scaling>
          <c:orientation val="minMax"/>
          <c:min val="42064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17845695"/>
        <c:crosses val="autoZero"/>
        <c:auto val="1"/>
        <c:lblOffset val="100"/>
        <c:baseTimeUnit val="months"/>
        <c:majorUnit val="8"/>
        <c:majorTimeUnit val="months"/>
      </c:dateAx>
      <c:valAx>
        <c:axId val="1617845695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17842111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b="1" baseline="0" err="1">
                <a:latin typeface="Calibri" panose="020F0502020204030204" pitchFamily="34" charset="0"/>
                <a:cs typeface="Calibri" panose="020F0502020204030204" pitchFamily="34" charset="0"/>
              </a:rPr>
              <a:t>Posisi</a:t>
            </a:r>
            <a:r>
              <a:rPr lang="en-US" b="1" baseline="0">
                <a:latin typeface="Calibri" panose="020F0502020204030204" pitchFamily="34" charset="0"/>
                <a:cs typeface="Calibri" panose="020F0502020204030204" pitchFamily="34" charset="0"/>
              </a:rPr>
              <a:t> ULN </a:t>
            </a:r>
            <a:r>
              <a:rPr lang="en-US" b="1" baseline="0" err="1">
                <a:latin typeface="Calibri" panose="020F0502020204030204" pitchFamily="34" charset="0"/>
                <a:cs typeface="Calibri" panose="020F0502020204030204" pitchFamily="34" charset="0"/>
              </a:rPr>
              <a:t>Menurut</a:t>
            </a:r>
            <a:r>
              <a:rPr lang="en-US" b="1" baseline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baseline="0" err="1">
                <a:latin typeface="Calibri" panose="020F0502020204030204" pitchFamily="34" charset="0"/>
                <a:cs typeface="Calibri" panose="020F0502020204030204" pitchFamily="34" charset="0"/>
              </a:rPr>
              <a:t>Jangka</a:t>
            </a:r>
            <a:r>
              <a:rPr lang="en-US" b="1" baseline="0">
                <a:latin typeface="Calibri" panose="020F0502020204030204" pitchFamily="34" charset="0"/>
                <a:cs typeface="Calibri" panose="020F0502020204030204" pitchFamily="34" charset="0"/>
              </a:rPr>
              <a:t> Waktu Sisa</a:t>
            </a:r>
          </a:p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baseline="0">
                <a:latin typeface="Calibri" panose="020F0502020204030204" pitchFamily="34" charset="0"/>
                <a:cs typeface="Calibri" panose="020F0502020204030204" pitchFamily="34" charset="0"/>
              </a:rPr>
              <a:t>(USD Bn)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3"/>
          <c:order val="0"/>
          <c:tx>
            <c:strRef>
              <c:f>Compiled!$E$1</c:f>
              <c:strCache>
                <c:ptCount val="1"/>
                <c:pt idx="0">
                  <c:v>Jangka Pendek (≤ 1 Tahun)</c:v>
                </c:pt>
              </c:strCache>
            </c:strRef>
          </c:tx>
          <c:marker>
            <c:symbol val="none"/>
          </c:marker>
          <c:dLbls>
            <c:dLbl>
              <c:idx val="22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677-2843-9A0D-B1CD765E3ABC}"/>
                </c:ext>
              </c:extLst>
            </c:dLbl>
            <c:spPr>
              <a:solidFill>
                <a:schemeClr val="accent4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Compiled!$A$2:$A$224</c:f>
              <c:numCache>
                <c:formatCode>mmm\-yy</c:formatCode>
                <c:ptCount val="223"/>
                <c:pt idx="0">
                  <c:v>39448</c:v>
                </c:pt>
                <c:pt idx="1">
                  <c:v>39479</c:v>
                </c:pt>
                <c:pt idx="2">
                  <c:v>39508</c:v>
                </c:pt>
                <c:pt idx="3">
                  <c:v>39539</c:v>
                </c:pt>
                <c:pt idx="4">
                  <c:v>39569</c:v>
                </c:pt>
                <c:pt idx="5">
                  <c:v>39600</c:v>
                </c:pt>
                <c:pt idx="6">
                  <c:v>39630</c:v>
                </c:pt>
                <c:pt idx="7">
                  <c:v>39661</c:v>
                </c:pt>
                <c:pt idx="8">
                  <c:v>39692</c:v>
                </c:pt>
                <c:pt idx="9">
                  <c:v>39722</c:v>
                </c:pt>
                <c:pt idx="10">
                  <c:v>39753</c:v>
                </c:pt>
                <c:pt idx="11">
                  <c:v>39783</c:v>
                </c:pt>
                <c:pt idx="12">
                  <c:v>39814</c:v>
                </c:pt>
                <c:pt idx="13">
                  <c:v>39845</c:v>
                </c:pt>
                <c:pt idx="14">
                  <c:v>39873</c:v>
                </c:pt>
                <c:pt idx="15">
                  <c:v>39904</c:v>
                </c:pt>
                <c:pt idx="16">
                  <c:v>39934</c:v>
                </c:pt>
                <c:pt idx="17">
                  <c:v>39965</c:v>
                </c:pt>
                <c:pt idx="18">
                  <c:v>39995</c:v>
                </c:pt>
                <c:pt idx="19">
                  <c:v>40026</c:v>
                </c:pt>
                <c:pt idx="20">
                  <c:v>40057</c:v>
                </c:pt>
                <c:pt idx="21">
                  <c:v>40087</c:v>
                </c:pt>
                <c:pt idx="22">
                  <c:v>40118</c:v>
                </c:pt>
                <c:pt idx="23">
                  <c:v>40148</c:v>
                </c:pt>
                <c:pt idx="24">
                  <c:v>40179</c:v>
                </c:pt>
                <c:pt idx="25">
                  <c:v>40210</c:v>
                </c:pt>
                <c:pt idx="26">
                  <c:v>40238</c:v>
                </c:pt>
                <c:pt idx="27">
                  <c:v>40269</c:v>
                </c:pt>
                <c:pt idx="28">
                  <c:v>40299</c:v>
                </c:pt>
                <c:pt idx="29">
                  <c:v>40330</c:v>
                </c:pt>
                <c:pt idx="30">
                  <c:v>40360</c:v>
                </c:pt>
                <c:pt idx="31">
                  <c:v>40391</c:v>
                </c:pt>
                <c:pt idx="32">
                  <c:v>40422</c:v>
                </c:pt>
                <c:pt idx="33">
                  <c:v>40452</c:v>
                </c:pt>
                <c:pt idx="34">
                  <c:v>40483</c:v>
                </c:pt>
                <c:pt idx="35">
                  <c:v>40513</c:v>
                </c:pt>
                <c:pt idx="36">
                  <c:v>40544</c:v>
                </c:pt>
                <c:pt idx="37">
                  <c:v>40575</c:v>
                </c:pt>
                <c:pt idx="38">
                  <c:v>40603</c:v>
                </c:pt>
                <c:pt idx="39">
                  <c:v>40634</c:v>
                </c:pt>
                <c:pt idx="40">
                  <c:v>40664</c:v>
                </c:pt>
                <c:pt idx="41">
                  <c:v>40695</c:v>
                </c:pt>
                <c:pt idx="42">
                  <c:v>40725</c:v>
                </c:pt>
                <c:pt idx="43">
                  <c:v>40756</c:v>
                </c:pt>
                <c:pt idx="44">
                  <c:v>40787</c:v>
                </c:pt>
                <c:pt idx="45">
                  <c:v>40817</c:v>
                </c:pt>
                <c:pt idx="46">
                  <c:v>40848</c:v>
                </c:pt>
                <c:pt idx="47">
                  <c:v>40878</c:v>
                </c:pt>
                <c:pt idx="48">
                  <c:v>40909</c:v>
                </c:pt>
                <c:pt idx="49">
                  <c:v>40940</c:v>
                </c:pt>
                <c:pt idx="50">
                  <c:v>40969</c:v>
                </c:pt>
                <c:pt idx="51">
                  <c:v>41000</c:v>
                </c:pt>
                <c:pt idx="52">
                  <c:v>41030</c:v>
                </c:pt>
                <c:pt idx="53">
                  <c:v>41061</c:v>
                </c:pt>
                <c:pt idx="54">
                  <c:v>41091</c:v>
                </c:pt>
                <c:pt idx="55">
                  <c:v>41122</c:v>
                </c:pt>
                <c:pt idx="56">
                  <c:v>41153</c:v>
                </c:pt>
                <c:pt idx="57">
                  <c:v>41183</c:v>
                </c:pt>
                <c:pt idx="58">
                  <c:v>41214</c:v>
                </c:pt>
                <c:pt idx="59">
                  <c:v>41244</c:v>
                </c:pt>
                <c:pt idx="60">
                  <c:v>41275</c:v>
                </c:pt>
                <c:pt idx="61">
                  <c:v>41306</c:v>
                </c:pt>
                <c:pt idx="62">
                  <c:v>41334</c:v>
                </c:pt>
                <c:pt idx="63">
                  <c:v>41365</c:v>
                </c:pt>
                <c:pt idx="64">
                  <c:v>41395</c:v>
                </c:pt>
                <c:pt idx="65">
                  <c:v>41426</c:v>
                </c:pt>
                <c:pt idx="66">
                  <c:v>41456</c:v>
                </c:pt>
                <c:pt idx="67">
                  <c:v>41487</c:v>
                </c:pt>
                <c:pt idx="68">
                  <c:v>41518</c:v>
                </c:pt>
                <c:pt idx="69">
                  <c:v>41548</c:v>
                </c:pt>
                <c:pt idx="70">
                  <c:v>41579</c:v>
                </c:pt>
                <c:pt idx="71">
                  <c:v>41609</c:v>
                </c:pt>
                <c:pt idx="72">
                  <c:v>41640</c:v>
                </c:pt>
                <c:pt idx="73">
                  <c:v>41671</c:v>
                </c:pt>
                <c:pt idx="74">
                  <c:v>41699</c:v>
                </c:pt>
                <c:pt idx="75">
                  <c:v>41730</c:v>
                </c:pt>
                <c:pt idx="76">
                  <c:v>41760</c:v>
                </c:pt>
                <c:pt idx="77">
                  <c:v>41791</c:v>
                </c:pt>
                <c:pt idx="78">
                  <c:v>41821</c:v>
                </c:pt>
                <c:pt idx="79">
                  <c:v>41852</c:v>
                </c:pt>
                <c:pt idx="80">
                  <c:v>41883</c:v>
                </c:pt>
                <c:pt idx="81">
                  <c:v>41913</c:v>
                </c:pt>
                <c:pt idx="82">
                  <c:v>41944</c:v>
                </c:pt>
                <c:pt idx="83">
                  <c:v>41974</c:v>
                </c:pt>
                <c:pt idx="84">
                  <c:v>42005</c:v>
                </c:pt>
                <c:pt idx="85">
                  <c:v>42036</c:v>
                </c:pt>
                <c:pt idx="86">
                  <c:v>42064</c:v>
                </c:pt>
                <c:pt idx="87">
                  <c:v>42095</c:v>
                </c:pt>
                <c:pt idx="88">
                  <c:v>42125</c:v>
                </c:pt>
                <c:pt idx="89">
                  <c:v>42156</c:v>
                </c:pt>
                <c:pt idx="90">
                  <c:v>42186</c:v>
                </c:pt>
                <c:pt idx="91">
                  <c:v>42217</c:v>
                </c:pt>
                <c:pt idx="92">
                  <c:v>42248</c:v>
                </c:pt>
                <c:pt idx="93">
                  <c:v>42278</c:v>
                </c:pt>
                <c:pt idx="94">
                  <c:v>42309</c:v>
                </c:pt>
                <c:pt idx="95">
                  <c:v>42339</c:v>
                </c:pt>
                <c:pt idx="96">
                  <c:v>42370</c:v>
                </c:pt>
                <c:pt idx="97">
                  <c:v>42401</c:v>
                </c:pt>
                <c:pt idx="98">
                  <c:v>42430</c:v>
                </c:pt>
                <c:pt idx="99">
                  <c:v>42461</c:v>
                </c:pt>
                <c:pt idx="100">
                  <c:v>42491</c:v>
                </c:pt>
                <c:pt idx="101">
                  <c:v>42522</c:v>
                </c:pt>
                <c:pt idx="102">
                  <c:v>42552</c:v>
                </c:pt>
                <c:pt idx="103">
                  <c:v>42583</c:v>
                </c:pt>
                <c:pt idx="104">
                  <c:v>42614</c:v>
                </c:pt>
                <c:pt idx="105">
                  <c:v>42644</c:v>
                </c:pt>
                <c:pt idx="106">
                  <c:v>42675</c:v>
                </c:pt>
                <c:pt idx="107">
                  <c:v>42705</c:v>
                </c:pt>
                <c:pt idx="108">
                  <c:v>42736</c:v>
                </c:pt>
                <c:pt idx="109">
                  <c:v>42767</c:v>
                </c:pt>
                <c:pt idx="110">
                  <c:v>42795</c:v>
                </c:pt>
                <c:pt idx="111">
                  <c:v>42826</c:v>
                </c:pt>
                <c:pt idx="112">
                  <c:v>42856</c:v>
                </c:pt>
                <c:pt idx="113">
                  <c:v>42887</c:v>
                </c:pt>
                <c:pt idx="114">
                  <c:v>42917</c:v>
                </c:pt>
                <c:pt idx="115">
                  <c:v>42948</c:v>
                </c:pt>
                <c:pt idx="116">
                  <c:v>42979</c:v>
                </c:pt>
                <c:pt idx="117">
                  <c:v>43009</c:v>
                </c:pt>
                <c:pt idx="118">
                  <c:v>43040</c:v>
                </c:pt>
                <c:pt idx="119">
                  <c:v>43070</c:v>
                </c:pt>
                <c:pt idx="120">
                  <c:v>43101</c:v>
                </c:pt>
                <c:pt idx="121">
                  <c:v>43132</c:v>
                </c:pt>
                <c:pt idx="122">
                  <c:v>43160</c:v>
                </c:pt>
                <c:pt idx="123">
                  <c:v>43191</c:v>
                </c:pt>
                <c:pt idx="124">
                  <c:v>43221</c:v>
                </c:pt>
                <c:pt idx="125">
                  <c:v>43252</c:v>
                </c:pt>
                <c:pt idx="126">
                  <c:v>43282</c:v>
                </c:pt>
                <c:pt idx="127">
                  <c:v>43313</c:v>
                </c:pt>
                <c:pt idx="128">
                  <c:v>43344</c:v>
                </c:pt>
                <c:pt idx="129">
                  <c:v>43374</c:v>
                </c:pt>
                <c:pt idx="130">
                  <c:v>43405</c:v>
                </c:pt>
                <c:pt idx="131">
                  <c:v>43435</c:v>
                </c:pt>
                <c:pt idx="132">
                  <c:v>43466</c:v>
                </c:pt>
                <c:pt idx="133">
                  <c:v>43497</c:v>
                </c:pt>
                <c:pt idx="134">
                  <c:v>43525</c:v>
                </c:pt>
                <c:pt idx="135">
                  <c:v>43556</c:v>
                </c:pt>
                <c:pt idx="136">
                  <c:v>43586</c:v>
                </c:pt>
                <c:pt idx="137">
                  <c:v>43617</c:v>
                </c:pt>
                <c:pt idx="138">
                  <c:v>43647</c:v>
                </c:pt>
                <c:pt idx="139">
                  <c:v>43678</c:v>
                </c:pt>
                <c:pt idx="140">
                  <c:v>43709</c:v>
                </c:pt>
                <c:pt idx="141">
                  <c:v>43739</c:v>
                </c:pt>
                <c:pt idx="142">
                  <c:v>43770</c:v>
                </c:pt>
                <c:pt idx="143">
                  <c:v>43800</c:v>
                </c:pt>
                <c:pt idx="144">
                  <c:v>43831</c:v>
                </c:pt>
                <c:pt idx="145">
                  <c:v>43862</c:v>
                </c:pt>
                <c:pt idx="146">
                  <c:v>43891</c:v>
                </c:pt>
                <c:pt idx="147">
                  <c:v>43922</c:v>
                </c:pt>
                <c:pt idx="148">
                  <c:v>43952</c:v>
                </c:pt>
                <c:pt idx="149">
                  <c:v>43983</c:v>
                </c:pt>
                <c:pt idx="150">
                  <c:v>44013</c:v>
                </c:pt>
                <c:pt idx="151">
                  <c:v>44044</c:v>
                </c:pt>
                <c:pt idx="152">
                  <c:v>44075</c:v>
                </c:pt>
                <c:pt idx="153">
                  <c:v>44105</c:v>
                </c:pt>
                <c:pt idx="154">
                  <c:v>44136</c:v>
                </c:pt>
                <c:pt idx="155">
                  <c:v>44166</c:v>
                </c:pt>
                <c:pt idx="156">
                  <c:v>44197</c:v>
                </c:pt>
                <c:pt idx="157">
                  <c:v>44228</c:v>
                </c:pt>
                <c:pt idx="158">
                  <c:v>44256</c:v>
                </c:pt>
                <c:pt idx="159">
                  <c:v>44287</c:v>
                </c:pt>
                <c:pt idx="160">
                  <c:v>44317</c:v>
                </c:pt>
                <c:pt idx="161">
                  <c:v>44348</c:v>
                </c:pt>
                <c:pt idx="162">
                  <c:v>44378</c:v>
                </c:pt>
                <c:pt idx="163">
                  <c:v>44409</c:v>
                </c:pt>
                <c:pt idx="164">
                  <c:v>44440</c:v>
                </c:pt>
                <c:pt idx="165">
                  <c:v>44470</c:v>
                </c:pt>
                <c:pt idx="166">
                  <c:v>44501</c:v>
                </c:pt>
                <c:pt idx="167">
                  <c:v>44531</c:v>
                </c:pt>
                <c:pt idx="168">
                  <c:v>44562</c:v>
                </c:pt>
                <c:pt idx="169">
                  <c:v>44593</c:v>
                </c:pt>
                <c:pt idx="170">
                  <c:v>44621</c:v>
                </c:pt>
                <c:pt idx="171">
                  <c:v>44652</c:v>
                </c:pt>
                <c:pt idx="172">
                  <c:v>44682</c:v>
                </c:pt>
                <c:pt idx="173">
                  <c:v>44713</c:v>
                </c:pt>
                <c:pt idx="174">
                  <c:v>44743</c:v>
                </c:pt>
                <c:pt idx="175">
                  <c:v>44774</c:v>
                </c:pt>
                <c:pt idx="176">
                  <c:v>44805</c:v>
                </c:pt>
                <c:pt idx="177">
                  <c:v>44835</c:v>
                </c:pt>
                <c:pt idx="178">
                  <c:v>44866</c:v>
                </c:pt>
                <c:pt idx="179">
                  <c:v>44896</c:v>
                </c:pt>
                <c:pt idx="180">
                  <c:v>44927</c:v>
                </c:pt>
                <c:pt idx="181">
                  <c:v>44958</c:v>
                </c:pt>
                <c:pt idx="182">
                  <c:v>44986</c:v>
                </c:pt>
                <c:pt idx="183">
                  <c:v>45017</c:v>
                </c:pt>
                <c:pt idx="184">
                  <c:v>45047</c:v>
                </c:pt>
                <c:pt idx="185">
                  <c:v>45078</c:v>
                </c:pt>
                <c:pt idx="186">
                  <c:v>45108</c:v>
                </c:pt>
                <c:pt idx="187">
                  <c:v>45139</c:v>
                </c:pt>
                <c:pt idx="188">
                  <c:v>45170</c:v>
                </c:pt>
                <c:pt idx="189">
                  <c:v>45200</c:v>
                </c:pt>
                <c:pt idx="190">
                  <c:v>45231</c:v>
                </c:pt>
                <c:pt idx="191">
                  <c:v>45261</c:v>
                </c:pt>
                <c:pt idx="192">
                  <c:v>45292</c:v>
                </c:pt>
                <c:pt idx="193">
                  <c:v>45323</c:v>
                </c:pt>
                <c:pt idx="194">
                  <c:v>45352</c:v>
                </c:pt>
                <c:pt idx="195">
                  <c:v>45383</c:v>
                </c:pt>
                <c:pt idx="196">
                  <c:v>45413</c:v>
                </c:pt>
                <c:pt idx="197">
                  <c:v>45444</c:v>
                </c:pt>
                <c:pt idx="198">
                  <c:v>45474</c:v>
                </c:pt>
                <c:pt idx="199">
                  <c:v>45505</c:v>
                </c:pt>
                <c:pt idx="200">
                  <c:v>45536</c:v>
                </c:pt>
                <c:pt idx="201">
                  <c:v>45566</c:v>
                </c:pt>
                <c:pt idx="202">
                  <c:v>45597</c:v>
                </c:pt>
                <c:pt idx="203">
                  <c:v>45627</c:v>
                </c:pt>
                <c:pt idx="204">
                  <c:v>45658</c:v>
                </c:pt>
                <c:pt idx="205">
                  <c:v>45689</c:v>
                </c:pt>
                <c:pt idx="206">
                  <c:v>45717</c:v>
                </c:pt>
                <c:pt idx="207">
                  <c:v>45748</c:v>
                </c:pt>
                <c:pt idx="208">
                  <c:v>45778</c:v>
                </c:pt>
                <c:pt idx="209">
                  <c:v>45809</c:v>
                </c:pt>
                <c:pt idx="210">
                  <c:v>45839</c:v>
                </c:pt>
                <c:pt idx="211">
                  <c:v>45870</c:v>
                </c:pt>
                <c:pt idx="212">
                  <c:v>45901</c:v>
                </c:pt>
                <c:pt idx="213">
                  <c:v>45931</c:v>
                </c:pt>
                <c:pt idx="214">
                  <c:v>45962</c:v>
                </c:pt>
                <c:pt idx="215">
                  <c:v>45992</c:v>
                </c:pt>
                <c:pt idx="216">
                  <c:v>46023</c:v>
                </c:pt>
                <c:pt idx="217">
                  <c:v>46054</c:v>
                </c:pt>
                <c:pt idx="218">
                  <c:v>46082</c:v>
                </c:pt>
                <c:pt idx="219">
                  <c:v>46113</c:v>
                </c:pt>
                <c:pt idx="220">
                  <c:v>46143</c:v>
                </c:pt>
                <c:pt idx="221">
                  <c:v>46174</c:v>
                </c:pt>
                <c:pt idx="222">
                  <c:v>46204</c:v>
                </c:pt>
              </c:numCache>
            </c:numRef>
          </c:cat>
          <c:val>
            <c:numRef>
              <c:f>Compiled!$E$2:$E$224</c:f>
              <c:numCache>
                <c:formatCode>#,##0.0</c:formatCode>
                <c:ptCount val="223"/>
                <c:pt idx="0">
                  <c:v>27313.458801714602</c:v>
                </c:pt>
                <c:pt idx="1">
                  <c:v>29713.692853870201</c:v>
                </c:pt>
                <c:pt idx="2">
                  <c:v>28606.712080345402</c:v>
                </c:pt>
                <c:pt idx="3">
                  <c:v>27767.306812377799</c:v>
                </c:pt>
                <c:pt idx="4">
                  <c:v>25758.508714080599</c:v>
                </c:pt>
                <c:pt idx="5">
                  <c:v>28623.848488507199</c:v>
                </c:pt>
                <c:pt idx="6">
                  <c:v>32449.117056821098</c:v>
                </c:pt>
                <c:pt idx="7">
                  <c:v>31541.251784914599</c:v>
                </c:pt>
                <c:pt idx="8">
                  <c:v>28047.308586297499</c:v>
                </c:pt>
                <c:pt idx="9">
                  <c:v>29120.942738585301</c:v>
                </c:pt>
                <c:pt idx="10">
                  <c:v>27643.5411673614</c:v>
                </c:pt>
                <c:pt idx="11">
                  <c:v>29511.6852843784</c:v>
                </c:pt>
                <c:pt idx="12">
                  <c:v>26983.664495122099</c:v>
                </c:pt>
                <c:pt idx="13">
                  <c:v>26497.8422708941</c:v>
                </c:pt>
                <c:pt idx="14">
                  <c:v>27079.165559692399</c:v>
                </c:pt>
                <c:pt idx="15">
                  <c:v>26462.919196589901</c:v>
                </c:pt>
                <c:pt idx="16">
                  <c:v>28289.5463476513</c:v>
                </c:pt>
                <c:pt idx="17">
                  <c:v>28230.0625736984</c:v>
                </c:pt>
                <c:pt idx="18">
                  <c:v>31077.480836999999</c:v>
                </c:pt>
                <c:pt idx="19">
                  <c:v>29467.112546</c:v>
                </c:pt>
                <c:pt idx="20">
                  <c:v>31355.592734999998</c:v>
                </c:pt>
                <c:pt idx="21">
                  <c:v>30750.454510760999</c:v>
                </c:pt>
                <c:pt idx="22">
                  <c:v>32643.001324148499</c:v>
                </c:pt>
                <c:pt idx="23">
                  <c:v>31672.934337455601</c:v>
                </c:pt>
                <c:pt idx="24">
                  <c:v>33761.249259821503</c:v>
                </c:pt>
                <c:pt idx="25">
                  <c:v>33686.386652926099</c:v>
                </c:pt>
                <c:pt idx="26">
                  <c:v>33101.846194474201</c:v>
                </c:pt>
                <c:pt idx="27">
                  <c:v>37097.609264899998</c:v>
                </c:pt>
                <c:pt idx="28">
                  <c:v>30856.576409392299</c:v>
                </c:pt>
                <c:pt idx="29">
                  <c:v>33672.203864327603</c:v>
                </c:pt>
                <c:pt idx="30">
                  <c:v>35763.872194978801</c:v>
                </c:pt>
                <c:pt idx="31">
                  <c:v>36343.921595158601</c:v>
                </c:pt>
                <c:pt idx="32">
                  <c:v>39839.8864871443</c:v>
                </c:pt>
                <c:pt idx="33">
                  <c:v>42272.301588733797</c:v>
                </c:pt>
                <c:pt idx="34">
                  <c:v>42483.125011648001</c:v>
                </c:pt>
                <c:pt idx="35">
                  <c:v>42908.161332315802</c:v>
                </c:pt>
                <c:pt idx="36">
                  <c:v>40436.3247264561</c:v>
                </c:pt>
                <c:pt idx="37">
                  <c:v>42823.231919082602</c:v>
                </c:pt>
                <c:pt idx="38">
                  <c:v>45257.692275717098</c:v>
                </c:pt>
                <c:pt idx="39">
                  <c:v>49244.741719004698</c:v>
                </c:pt>
                <c:pt idx="40">
                  <c:v>49703.374581991899</c:v>
                </c:pt>
                <c:pt idx="41">
                  <c:v>49294.182247267403</c:v>
                </c:pt>
                <c:pt idx="42">
                  <c:v>50557.533381507397</c:v>
                </c:pt>
                <c:pt idx="43">
                  <c:v>53507.035655626198</c:v>
                </c:pt>
                <c:pt idx="44">
                  <c:v>47553.073938697897</c:v>
                </c:pt>
                <c:pt idx="45">
                  <c:v>46110.809037763698</c:v>
                </c:pt>
                <c:pt idx="46">
                  <c:v>45522.146529722697</c:v>
                </c:pt>
                <c:pt idx="47">
                  <c:v>46755.060609009197</c:v>
                </c:pt>
                <c:pt idx="48">
                  <c:v>47330.850169456702</c:v>
                </c:pt>
                <c:pt idx="49">
                  <c:v>47060.217274907598</c:v>
                </c:pt>
                <c:pt idx="50">
                  <c:v>45726.4265656551</c:v>
                </c:pt>
                <c:pt idx="51">
                  <c:v>46301.009780516499</c:v>
                </c:pt>
                <c:pt idx="52">
                  <c:v>45880.459327074997</c:v>
                </c:pt>
                <c:pt idx="53">
                  <c:v>48394.086248596497</c:v>
                </c:pt>
                <c:pt idx="54">
                  <c:v>48204.764739230603</c:v>
                </c:pt>
                <c:pt idx="55">
                  <c:v>48050.248521649402</c:v>
                </c:pt>
                <c:pt idx="56">
                  <c:v>48665.873439360599</c:v>
                </c:pt>
                <c:pt idx="57">
                  <c:v>51548.3909042374</c:v>
                </c:pt>
                <c:pt idx="58">
                  <c:v>52417.516344390096</c:v>
                </c:pt>
                <c:pt idx="59">
                  <c:v>54649.262099574997</c:v>
                </c:pt>
                <c:pt idx="60">
                  <c:v>53421.268678291097</c:v>
                </c:pt>
                <c:pt idx="61">
                  <c:v>53178.966802647403</c:v>
                </c:pt>
                <c:pt idx="62">
                  <c:v>54820.155711317399</c:v>
                </c:pt>
                <c:pt idx="63">
                  <c:v>54799.829635914401</c:v>
                </c:pt>
                <c:pt idx="64">
                  <c:v>56143.732512069502</c:v>
                </c:pt>
                <c:pt idx="65">
                  <c:v>56367.669420807702</c:v>
                </c:pt>
                <c:pt idx="66">
                  <c:v>52936.590356147201</c:v>
                </c:pt>
                <c:pt idx="67">
                  <c:v>53751.624521150901</c:v>
                </c:pt>
                <c:pt idx="68">
                  <c:v>58392.724906887503</c:v>
                </c:pt>
                <c:pt idx="69">
                  <c:v>58838.041073000401</c:v>
                </c:pt>
                <c:pt idx="70">
                  <c:v>56716.857284667203</c:v>
                </c:pt>
                <c:pt idx="71">
                  <c:v>56287.836067894903</c:v>
                </c:pt>
                <c:pt idx="72">
                  <c:v>55473.267191635197</c:v>
                </c:pt>
                <c:pt idx="73">
                  <c:v>54453.492111775297</c:v>
                </c:pt>
                <c:pt idx="74">
                  <c:v>55622.052588967497</c:v>
                </c:pt>
                <c:pt idx="75">
                  <c:v>53772.795673518798</c:v>
                </c:pt>
                <c:pt idx="76">
                  <c:v>56667.902793023299</c:v>
                </c:pt>
                <c:pt idx="77">
                  <c:v>58463.687478415697</c:v>
                </c:pt>
                <c:pt idx="78">
                  <c:v>59525.299190143603</c:v>
                </c:pt>
                <c:pt idx="79">
                  <c:v>58340.666311563298</c:v>
                </c:pt>
                <c:pt idx="80">
                  <c:v>57773.962887310103</c:v>
                </c:pt>
                <c:pt idx="81">
                  <c:v>59213.020033737397</c:v>
                </c:pt>
                <c:pt idx="82">
                  <c:v>61359.847709115696</c:v>
                </c:pt>
                <c:pt idx="83">
                  <c:v>59263.159304207002</c:v>
                </c:pt>
                <c:pt idx="84">
                  <c:v>58655.441647770203</c:v>
                </c:pt>
                <c:pt idx="85">
                  <c:v>57802.536232953898</c:v>
                </c:pt>
                <c:pt idx="86">
                  <c:v>57318.458592875599</c:v>
                </c:pt>
                <c:pt idx="87">
                  <c:v>56052.176747562298</c:v>
                </c:pt>
                <c:pt idx="88">
                  <c:v>57136.816200973197</c:v>
                </c:pt>
                <c:pt idx="89">
                  <c:v>56894.358598718703</c:v>
                </c:pt>
                <c:pt idx="90">
                  <c:v>56306.8989761419</c:v>
                </c:pt>
                <c:pt idx="91">
                  <c:v>57423.412048288403</c:v>
                </c:pt>
                <c:pt idx="92">
                  <c:v>56226.191120290903</c:v>
                </c:pt>
                <c:pt idx="93">
                  <c:v>55764.742340211</c:v>
                </c:pt>
                <c:pt idx="94">
                  <c:v>54280.8539654993</c:v>
                </c:pt>
                <c:pt idx="95">
                  <c:v>55501.688470919202</c:v>
                </c:pt>
                <c:pt idx="96">
                  <c:v>55633.956279526297</c:v>
                </c:pt>
                <c:pt idx="97">
                  <c:v>55099.703191565197</c:v>
                </c:pt>
                <c:pt idx="98">
                  <c:v>57465.530519845001</c:v>
                </c:pt>
                <c:pt idx="99">
                  <c:v>58631.072114294198</c:v>
                </c:pt>
                <c:pt idx="100">
                  <c:v>58178.277963300898</c:v>
                </c:pt>
                <c:pt idx="101">
                  <c:v>58994.959149444599</c:v>
                </c:pt>
                <c:pt idx="102">
                  <c:v>58899.075340310003</c:v>
                </c:pt>
                <c:pt idx="103">
                  <c:v>57109.282684572499</c:v>
                </c:pt>
                <c:pt idx="104">
                  <c:v>58350.238894426999</c:v>
                </c:pt>
                <c:pt idx="105">
                  <c:v>56591.893407239397</c:v>
                </c:pt>
                <c:pt idx="106">
                  <c:v>56296.727967790197</c:v>
                </c:pt>
                <c:pt idx="107">
                  <c:v>54710.869685075202</c:v>
                </c:pt>
                <c:pt idx="108">
                  <c:v>56570.390956465599</c:v>
                </c:pt>
                <c:pt idx="109">
                  <c:v>57348.689186235999</c:v>
                </c:pt>
                <c:pt idx="110">
                  <c:v>56075.510145300497</c:v>
                </c:pt>
                <c:pt idx="111">
                  <c:v>55259.035138036299</c:v>
                </c:pt>
                <c:pt idx="112">
                  <c:v>57901.613202301203</c:v>
                </c:pt>
                <c:pt idx="113">
                  <c:v>58044.934764871898</c:v>
                </c:pt>
                <c:pt idx="114">
                  <c:v>56923.6667090587</c:v>
                </c:pt>
                <c:pt idx="115">
                  <c:v>56200.799484766299</c:v>
                </c:pt>
                <c:pt idx="116">
                  <c:v>55627.286405449398</c:v>
                </c:pt>
                <c:pt idx="117">
                  <c:v>54803.668590619003</c:v>
                </c:pt>
                <c:pt idx="118">
                  <c:v>56297.153303011699</c:v>
                </c:pt>
                <c:pt idx="119">
                  <c:v>54822.323728463198</c:v>
                </c:pt>
                <c:pt idx="120">
                  <c:v>58035.673310045502</c:v>
                </c:pt>
                <c:pt idx="121">
                  <c:v>57309.997533920097</c:v>
                </c:pt>
                <c:pt idx="122">
                  <c:v>57734.192174221003</c:v>
                </c:pt>
                <c:pt idx="123">
                  <c:v>59941.127625611101</c:v>
                </c:pt>
                <c:pt idx="124">
                  <c:v>60544.892859366497</c:v>
                </c:pt>
                <c:pt idx="125">
                  <c:v>57053.750552384801</c:v>
                </c:pt>
                <c:pt idx="126">
                  <c:v>60248.286613556098</c:v>
                </c:pt>
                <c:pt idx="127">
                  <c:v>60572.509107726401</c:v>
                </c:pt>
                <c:pt idx="128">
                  <c:v>61291.271922768603</c:v>
                </c:pt>
                <c:pt idx="129">
                  <c:v>58745.754594305603</c:v>
                </c:pt>
                <c:pt idx="130">
                  <c:v>61373.818636893797</c:v>
                </c:pt>
                <c:pt idx="131">
                  <c:v>60174.113629204097</c:v>
                </c:pt>
                <c:pt idx="132">
                  <c:v>61313.4310981956</c:v>
                </c:pt>
                <c:pt idx="133">
                  <c:v>61767.975447002304</c:v>
                </c:pt>
                <c:pt idx="134">
                  <c:v>62426.109872492802</c:v>
                </c:pt>
                <c:pt idx="135">
                  <c:v>65172.095150001798</c:v>
                </c:pt>
                <c:pt idx="136">
                  <c:v>62018.791769665797</c:v>
                </c:pt>
                <c:pt idx="137">
                  <c:v>61278.766684452297</c:v>
                </c:pt>
                <c:pt idx="138">
                  <c:v>57865.1873408881</c:v>
                </c:pt>
                <c:pt idx="139">
                  <c:v>55911.980058863301</c:v>
                </c:pt>
                <c:pt idx="140">
                  <c:v>55460.137278618298</c:v>
                </c:pt>
                <c:pt idx="141">
                  <c:v>56996.749259204</c:v>
                </c:pt>
                <c:pt idx="142">
                  <c:v>61814.535351707003</c:v>
                </c:pt>
                <c:pt idx="143">
                  <c:v>63313.441420469797</c:v>
                </c:pt>
                <c:pt idx="144">
                  <c:v>59577.913966336899</c:v>
                </c:pt>
                <c:pt idx="145">
                  <c:v>59134.5969234492</c:v>
                </c:pt>
                <c:pt idx="146">
                  <c:v>60361.295627629697</c:v>
                </c:pt>
                <c:pt idx="147">
                  <c:v>60048.3252696993</c:v>
                </c:pt>
                <c:pt idx="148">
                  <c:v>63061.367225989801</c:v>
                </c:pt>
                <c:pt idx="149">
                  <c:v>63264.726486455802</c:v>
                </c:pt>
                <c:pt idx="150">
                  <c:v>67249.886233314101</c:v>
                </c:pt>
                <c:pt idx="151">
                  <c:v>66902.949920605301</c:v>
                </c:pt>
                <c:pt idx="152">
                  <c:v>67055.605513507704</c:v>
                </c:pt>
                <c:pt idx="153">
                  <c:v>66368.512271629006</c:v>
                </c:pt>
                <c:pt idx="154">
                  <c:v>66628.920585947097</c:v>
                </c:pt>
                <c:pt idx="155">
                  <c:v>65078.701794725901</c:v>
                </c:pt>
                <c:pt idx="156">
                  <c:v>66918.255301633006</c:v>
                </c:pt>
                <c:pt idx="157">
                  <c:v>69340.289013613103</c:v>
                </c:pt>
                <c:pt idx="158">
                  <c:v>68321.414943101103</c:v>
                </c:pt>
                <c:pt idx="159">
                  <c:v>67872.760019921901</c:v>
                </c:pt>
                <c:pt idx="160">
                  <c:v>67389.063430089998</c:v>
                </c:pt>
                <c:pt idx="161">
                  <c:v>65305.676073595998</c:v>
                </c:pt>
                <c:pt idx="162">
                  <c:v>64672.715081731098</c:v>
                </c:pt>
                <c:pt idx="163">
                  <c:v>64233.849965933303</c:v>
                </c:pt>
                <c:pt idx="164">
                  <c:v>64785.858122436497</c:v>
                </c:pt>
                <c:pt idx="165">
                  <c:v>63964.292103967899</c:v>
                </c:pt>
                <c:pt idx="166">
                  <c:v>61389.631153322502</c:v>
                </c:pt>
                <c:pt idx="167">
                  <c:v>59429.927783730898</c:v>
                </c:pt>
                <c:pt idx="168">
                  <c:v>57174.999392786602</c:v>
                </c:pt>
                <c:pt idx="169">
                  <c:v>62489.908391391</c:v>
                </c:pt>
                <c:pt idx="170">
                  <c:v>62839.629120879101</c:v>
                </c:pt>
                <c:pt idx="171">
                  <c:v>64402.606164179197</c:v>
                </c:pt>
                <c:pt idx="172">
                  <c:v>67671.053771336097</c:v>
                </c:pt>
                <c:pt idx="173">
                  <c:v>66682.270478970604</c:v>
                </c:pt>
                <c:pt idx="174">
                  <c:v>66206.117307699198</c:v>
                </c:pt>
                <c:pt idx="175">
                  <c:v>63744.802905770099</c:v>
                </c:pt>
                <c:pt idx="176">
                  <c:v>62532.7703445765</c:v>
                </c:pt>
                <c:pt idx="177">
                  <c:v>63261.732327502999</c:v>
                </c:pt>
                <c:pt idx="178">
                  <c:v>65471.245317637797</c:v>
                </c:pt>
                <c:pt idx="179">
                  <c:v>66648.011412652602</c:v>
                </c:pt>
                <c:pt idx="180">
                  <c:v>67246.233848186894</c:v>
                </c:pt>
                <c:pt idx="181">
                  <c:v>68094.990879861303</c:v>
                </c:pt>
                <c:pt idx="182">
                  <c:v>67348.326654769306</c:v>
                </c:pt>
                <c:pt idx="183">
                  <c:v>64879.780255938698</c:v>
                </c:pt>
                <c:pt idx="184">
                  <c:v>64435.695650639696</c:v>
                </c:pt>
                <c:pt idx="185">
                  <c:v>62853.963647352801</c:v>
                </c:pt>
                <c:pt idx="186">
                  <c:v>63560.989586003598</c:v>
                </c:pt>
                <c:pt idx="187">
                  <c:v>62415.502460285003</c:v>
                </c:pt>
                <c:pt idx="188">
                  <c:v>65470.147613840803</c:v>
                </c:pt>
                <c:pt idx="189">
                  <c:v>67224.888358065902</c:v>
                </c:pt>
                <c:pt idx="190">
                  <c:v>66767.041700838599</c:v>
                </c:pt>
                <c:pt idx="191">
                  <c:v>69935.004055238503</c:v>
                </c:pt>
                <c:pt idx="192">
                  <c:v>72423.7106213878</c:v>
                </c:pt>
                <c:pt idx="193">
                  <c:v>71522.120156173696</c:v>
                </c:pt>
                <c:pt idx="194">
                  <c:v>70817.668526409994</c:v>
                </c:pt>
                <c:pt idx="195">
                  <c:v>69570.349676454003</c:v>
                </c:pt>
                <c:pt idx="196">
                  <c:v>78879.912461901898</c:v>
                </c:pt>
                <c:pt idx="197">
                  <c:v>78858.831932008499</c:v>
                </c:pt>
                <c:pt idx="198">
                  <c:v>81649.320888015107</c:v>
                </c:pt>
                <c:pt idx="199">
                  <c:v>85831.965866051294</c:v>
                </c:pt>
                <c:pt idx="200">
                  <c:v>85407.894306504793</c:v>
                </c:pt>
                <c:pt idx="201">
                  <c:v>84431.810140379195</c:v>
                </c:pt>
                <c:pt idx="202">
                  <c:v>82782.433469885407</c:v>
                </c:pt>
                <c:pt idx="203">
                  <c:v>82714.743012046005</c:v>
                </c:pt>
                <c:pt idx="204">
                  <c:v>82260.677280285207</c:v>
                </c:pt>
                <c:pt idx="205">
                  <c:v>83600.932714637704</c:v>
                </c:pt>
                <c:pt idx="206">
                  <c:v>85827.872961117406</c:v>
                </c:pt>
                <c:pt idx="207">
                  <c:v>85975.682734441594</c:v>
                </c:pt>
                <c:pt idx="208">
                  <c:v>86767.819195874603</c:v>
                </c:pt>
                <c:pt idx="209">
                  <c:v>84775.527575503394</c:v>
                </c:pt>
                <c:pt idx="210">
                  <c:v>79793.221805054403</c:v>
                </c:pt>
                <c:pt idx="211">
                  <c:v>78998.751200161394</c:v>
                </c:pt>
                <c:pt idx="212">
                  <c:v>78767.990870961905</c:v>
                </c:pt>
                <c:pt idx="213">
                  <c:v>76656.738322587596</c:v>
                </c:pt>
                <c:pt idx="214">
                  <c:v>77641.707051609497</c:v>
                </c:pt>
                <c:pt idx="215">
                  <c:v>78222.106276078193</c:v>
                </c:pt>
                <c:pt idx="216">
                  <c:v>79749.222565601594</c:v>
                </c:pt>
                <c:pt idx="217">
                  <c:v>83361.216514072206</c:v>
                </c:pt>
                <c:pt idx="218">
                  <c:v>82703.903035050098</c:v>
                </c:pt>
                <c:pt idx="219">
                  <c:v>86615.137516236995</c:v>
                </c:pt>
                <c:pt idx="220">
                  <c:v>93592.6564213354</c:v>
                </c:pt>
                <c:pt idx="221">
                  <c:v>98577.767574949903</c:v>
                </c:pt>
                <c:pt idx="222">
                  <c:v>96368.390359584097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677-2843-9A0D-B1CD765E3ABC}"/>
            </c:ext>
          </c:extLst>
        </c:ser>
        <c:ser>
          <c:idx val="4"/>
          <c:order val="1"/>
          <c:tx>
            <c:strRef>
              <c:f>Compiled!$F$1</c:f>
              <c:strCache>
                <c:ptCount val="1"/>
                <c:pt idx="0">
                  <c:v>Jangka Panjang (&gt; 1 Tahun)</c:v>
                </c:pt>
              </c:strCache>
            </c:strRef>
          </c:tx>
          <c:marker>
            <c:symbol val="none"/>
          </c:marker>
          <c:dLbls>
            <c:dLbl>
              <c:idx val="22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677-2843-9A0D-B1CD765E3ABC}"/>
                </c:ext>
              </c:extLst>
            </c:dLbl>
            <c:spPr>
              <a:solidFill>
                <a:schemeClr val="accent5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2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Compiled!$A$2:$A$224</c:f>
              <c:numCache>
                <c:formatCode>mmm\-yy</c:formatCode>
                <c:ptCount val="223"/>
                <c:pt idx="0">
                  <c:v>39448</c:v>
                </c:pt>
                <c:pt idx="1">
                  <c:v>39479</c:v>
                </c:pt>
                <c:pt idx="2">
                  <c:v>39508</c:v>
                </c:pt>
                <c:pt idx="3">
                  <c:v>39539</c:v>
                </c:pt>
                <c:pt idx="4">
                  <c:v>39569</c:v>
                </c:pt>
                <c:pt idx="5">
                  <c:v>39600</c:v>
                </c:pt>
                <c:pt idx="6">
                  <c:v>39630</c:v>
                </c:pt>
                <c:pt idx="7">
                  <c:v>39661</c:v>
                </c:pt>
                <c:pt idx="8">
                  <c:v>39692</c:v>
                </c:pt>
                <c:pt idx="9">
                  <c:v>39722</c:v>
                </c:pt>
                <c:pt idx="10">
                  <c:v>39753</c:v>
                </c:pt>
                <c:pt idx="11">
                  <c:v>39783</c:v>
                </c:pt>
                <c:pt idx="12">
                  <c:v>39814</c:v>
                </c:pt>
                <c:pt idx="13">
                  <c:v>39845</c:v>
                </c:pt>
                <c:pt idx="14">
                  <c:v>39873</c:v>
                </c:pt>
                <c:pt idx="15">
                  <c:v>39904</c:v>
                </c:pt>
                <c:pt idx="16">
                  <c:v>39934</c:v>
                </c:pt>
                <c:pt idx="17">
                  <c:v>39965</c:v>
                </c:pt>
                <c:pt idx="18">
                  <c:v>39995</c:v>
                </c:pt>
                <c:pt idx="19">
                  <c:v>40026</c:v>
                </c:pt>
                <c:pt idx="20">
                  <c:v>40057</c:v>
                </c:pt>
                <c:pt idx="21">
                  <c:v>40087</c:v>
                </c:pt>
                <c:pt idx="22">
                  <c:v>40118</c:v>
                </c:pt>
                <c:pt idx="23">
                  <c:v>40148</c:v>
                </c:pt>
                <c:pt idx="24">
                  <c:v>40179</c:v>
                </c:pt>
                <c:pt idx="25">
                  <c:v>40210</c:v>
                </c:pt>
                <c:pt idx="26">
                  <c:v>40238</c:v>
                </c:pt>
                <c:pt idx="27">
                  <c:v>40269</c:v>
                </c:pt>
                <c:pt idx="28">
                  <c:v>40299</c:v>
                </c:pt>
                <c:pt idx="29">
                  <c:v>40330</c:v>
                </c:pt>
                <c:pt idx="30">
                  <c:v>40360</c:v>
                </c:pt>
                <c:pt idx="31">
                  <c:v>40391</c:v>
                </c:pt>
                <c:pt idx="32">
                  <c:v>40422</c:v>
                </c:pt>
                <c:pt idx="33">
                  <c:v>40452</c:v>
                </c:pt>
                <c:pt idx="34">
                  <c:v>40483</c:v>
                </c:pt>
                <c:pt idx="35">
                  <c:v>40513</c:v>
                </c:pt>
                <c:pt idx="36">
                  <c:v>40544</c:v>
                </c:pt>
                <c:pt idx="37">
                  <c:v>40575</c:v>
                </c:pt>
                <c:pt idx="38">
                  <c:v>40603</c:v>
                </c:pt>
                <c:pt idx="39">
                  <c:v>40634</c:v>
                </c:pt>
                <c:pt idx="40">
                  <c:v>40664</c:v>
                </c:pt>
                <c:pt idx="41">
                  <c:v>40695</c:v>
                </c:pt>
                <c:pt idx="42">
                  <c:v>40725</c:v>
                </c:pt>
                <c:pt idx="43">
                  <c:v>40756</c:v>
                </c:pt>
                <c:pt idx="44">
                  <c:v>40787</c:v>
                </c:pt>
                <c:pt idx="45">
                  <c:v>40817</c:v>
                </c:pt>
                <c:pt idx="46">
                  <c:v>40848</c:v>
                </c:pt>
                <c:pt idx="47">
                  <c:v>40878</c:v>
                </c:pt>
                <c:pt idx="48">
                  <c:v>40909</c:v>
                </c:pt>
                <c:pt idx="49">
                  <c:v>40940</c:v>
                </c:pt>
                <c:pt idx="50">
                  <c:v>40969</c:v>
                </c:pt>
                <c:pt idx="51">
                  <c:v>41000</c:v>
                </c:pt>
                <c:pt idx="52">
                  <c:v>41030</c:v>
                </c:pt>
                <c:pt idx="53">
                  <c:v>41061</c:v>
                </c:pt>
                <c:pt idx="54">
                  <c:v>41091</c:v>
                </c:pt>
                <c:pt idx="55">
                  <c:v>41122</c:v>
                </c:pt>
                <c:pt idx="56">
                  <c:v>41153</c:v>
                </c:pt>
                <c:pt idx="57">
                  <c:v>41183</c:v>
                </c:pt>
                <c:pt idx="58">
                  <c:v>41214</c:v>
                </c:pt>
                <c:pt idx="59">
                  <c:v>41244</c:v>
                </c:pt>
                <c:pt idx="60">
                  <c:v>41275</c:v>
                </c:pt>
                <c:pt idx="61">
                  <c:v>41306</c:v>
                </c:pt>
                <c:pt idx="62">
                  <c:v>41334</c:v>
                </c:pt>
                <c:pt idx="63">
                  <c:v>41365</c:v>
                </c:pt>
                <c:pt idx="64">
                  <c:v>41395</c:v>
                </c:pt>
                <c:pt idx="65">
                  <c:v>41426</c:v>
                </c:pt>
                <c:pt idx="66">
                  <c:v>41456</c:v>
                </c:pt>
                <c:pt idx="67">
                  <c:v>41487</c:v>
                </c:pt>
                <c:pt idx="68">
                  <c:v>41518</c:v>
                </c:pt>
                <c:pt idx="69">
                  <c:v>41548</c:v>
                </c:pt>
                <c:pt idx="70">
                  <c:v>41579</c:v>
                </c:pt>
                <c:pt idx="71">
                  <c:v>41609</c:v>
                </c:pt>
                <c:pt idx="72">
                  <c:v>41640</c:v>
                </c:pt>
                <c:pt idx="73">
                  <c:v>41671</c:v>
                </c:pt>
                <c:pt idx="74">
                  <c:v>41699</c:v>
                </c:pt>
                <c:pt idx="75">
                  <c:v>41730</c:v>
                </c:pt>
                <c:pt idx="76">
                  <c:v>41760</c:v>
                </c:pt>
                <c:pt idx="77">
                  <c:v>41791</c:v>
                </c:pt>
                <c:pt idx="78">
                  <c:v>41821</c:v>
                </c:pt>
                <c:pt idx="79">
                  <c:v>41852</c:v>
                </c:pt>
                <c:pt idx="80">
                  <c:v>41883</c:v>
                </c:pt>
                <c:pt idx="81">
                  <c:v>41913</c:v>
                </c:pt>
                <c:pt idx="82">
                  <c:v>41944</c:v>
                </c:pt>
                <c:pt idx="83">
                  <c:v>41974</c:v>
                </c:pt>
                <c:pt idx="84">
                  <c:v>42005</c:v>
                </c:pt>
                <c:pt idx="85">
                  <c:v>42036</c:v>
                </c:pt>
                <c:pt idx="86">
                  <c:v>42064</c:v>
                </c:pt>
                <c:pt idx="87">
                  <c:v>42095</c:v>
                </c:pt>
                <c:pt idx="88">
                  <c:v>42125</c:v>
                </c:pt>
                <c:pt idx="89">
                  <c:v>42156</c:v>
                </c:pt>
                <c:pt idx="90">
                  <c:v>42186</c:v>
                </c:pt>
                <c:pt idx="91">
                  <c:v>42217</c:v>
                </c:pt>
                <c:pt idx="92">
                  <c:v>42248</c:v>
                </c:pt>
                <c:pt idx="93">
                  <c:v>42278</c:v>
                </c:pt>
                <c:pt idx="94">
                  <c:v>42309</c:v>
                </c:pt>
                <c:pt idx="95">
                  <c:v>42339</c:v>
                </c:pt>
                <c:pt idx="96">
                  <c:v>42370</c:v>
                </c:pt>
                <c:pt idx="97">
                  <c:v>42401</c:v>
                </c:pt>
                <c:pt idx="98">
                  <c:v>42430</c:v>
                </c:pt>
                <c:pt idx="99">
                  <c:v>42461</c:v>
                </c:pt>
                <c:pt idx="100">
                  <c:v>42491</c:v>
                </c:pt>
                <c:pt idx="101">
                  <c:v>42522</c:v>
                </c:pt>
                <c:pt idx="102">
                  <c:v>42552</c:v>
                </c:pt>
                <c:pt idx="103">
                  <c:v>42583</c:v>
                </c:pt>
                <c:pt idx="104">
                  <c:v>42614</c:v>
                </c:pt>
                <c:pt idx="105">
                  <c:v>42644</c:v>
                </c:pt>
                <c:pt idx="106">
                  <c:v>42675</c:v>
                </c:pt>
                <c:pt idx="107">
                  <c:v>42705</c:v>
                </c:pt>
                <c:pt idx="108">
                  <c:v>42736</c:v>
                </c:pt>
                <c:pt idx="109">
                  <c:v>42767</c:v>
                </c:pt>
                <c:pt idx="110">
                  <c:v>42795</c:v>
                </c:pt>
                <c:pt idx="111">
                  <c:v>42826</c:v>
                </c:pt>
                <c:pt idx="112">
                  <c:v>42856</c:v>
                </c:pt>
                <c:pt idx="113">
                  <c:v>42887</c:v>
                </c:pt>
                <c:pt idx="114">
                  <c:v>42917</c:v>
                </c:pt>
                <c:pt idx="115">
                  <c:v>42948</c:v>
                </c:pt>
                <c:pt idx="116">
                  <c:v>42979</c:v>
                </c:pt>
                <c:pt idx="117">
                  <c:v>43009</c:v>
                </c:pt>
                <c:pt idx="118">
                  <c:v>43040</c:v>
                </c:pt>
                <c:pt idx="119">
                  <c:v>43070</c:v>
                </c:pt>
                <c:pt idx="120">
                  <c:v>43101</c:v>
                </c:pt>
                <c:pt idx="121">
                  <c:v>43132</c:v>
                </c:pt>
                <c:pt idx="122">
                  <c:v>43160</c:v>
                </c:pt>
                <c:pt idx="123">
                  <c:v>43191</c:v>
                </c:pt>
                <c:pt idx="124">
                  <c:v>43221</c:v>
                </c:pt>
                <c:pt idx="125">
                  <c:v>43252</c:v>
                </c:pt>
                <c:pt idx="126">
                  <c:v>43282</c:v>
                </c:pt>
                <c:pt idx="127">
                  <c:v>43313</c:v>
                </c:pt>
                <c:pt idx="128">
                  <c:v>43344</c:v>
                </c:pt>
                <c:pt idx="129">
                  <c:v>43374</c:v>
                </c:pt>
                <c:pt idx="130">
                  <c:v>43405</c:v>
                </c:pt>
                <c:pt idx="131">
                  <c:v>43435</c:v>
                </c:pt>
                <c:pt idx="132">
                  <c:v>43466</c:v>
                </c:pt>
                <c:pt idx="133">
                  <c:v>43497</c:v>
                </c:pt>
                <c:pt idx="134">
                  <c:v>43525</c:v>
                </c:pt>
                <c:pt idx="135">
                  <c:v>43556</c:v>
                </c:pt>
                <c:pt idx="136">
                  <c:v>43586</c:v>
                </c:pt>
                <c:pt idx="137">
                  <c:v>43617</c:v>
                </c:pt>
                <c:pt idx="138">
                  <c:v>43647</c:v>
                </c:pt>
                <c:pt idx="139">
                  <c:v>43678</c:v>
                </c:pt>
                <c:pt idx="140">
                  <c:v>43709</c:v>
                </c:pt>
                <c:pt idx="141">
                  <c:v>43739</c:v>
                </c:pt>
                <c:pt idx="142">
                  <c:v>43770</c:v>
                </c:pt>
                <c:pt idx="143">
                  <c:v>43800</c:v>
                </c:pt>
                <c:pt idx="144">
                  <c:v>43831</c:v>
                </c:pt>
                <c:pt idx="145">
                  <c:v>43862</c:v>
                </c:pt>
                <c:pt idx="146">
                  <c:v>43891</c:v>
                </c:pt>
                <c:pt idx="147">
                  <c:v>43922</c:v>
                </c:pt>
                <c:pt idx="148">
                  <c:v>43952</c:v>
                </c:pt>
                <c:pt idx="149">
                  <c:v>43983</c:v>
                </c:pt>
                <c:pt idx="150">
                  <c:v>44013</c:v>
                </c:pt>
                <c:pt idx="151">
                  <c:v>44044</c:v>
                </c:pt>
                <c:pt idx="152">
                  <c:v>44075</c:v>
                </c:pt>
                <c:pt idx="153">
                  <c:v>44105</c:v>
                </c:pt>
                <c:pt idx="154">
                  <c:v>44136</c:v>
                </c:pt>
                <c:pt idx="155">
                  <c:v>44166</c:v>
                </c:pt>
                <c:pt idx="156">
                  <c:v>44197</c:v>
                </c:pt>
                <c:pt idx="157">
                  <c:v>44228</c:v>
                </c:pt>
                <c:pt idx="158">
                  <c:v>44256</c:v>
                </c:pt>
                <c:pt idx="159">
                  <c:v>44287</c:v>
                </c:pt>
                <c:pt idx="160">
                  <c:v>44317</c:v>
                </c:pt>
                <c:pt idx="161">
                  <c:v>44348</c:v>
                </c:pt>
                <c:pt idx="162">
                  <c:v>44378</c:v>
                </c:pt>
                <c:pt idx="163">
                  <c:v>44409</c:v>
                </c:pt>
                <c:pt idx="164">
                  <c:v>44440</c:v>
                </c:pt>
                <c:pt idx="165">
                  <c:v>44470</c:v>
                </c:pt>
                <c:pt idx="166">
                  <c:v>44501</c:v>
                </c:pt>
                <c:pt idx="167">
                  <c:v>44531</c:v>
                </c:pt>
                <c:pt idx="168">
                  <c:v>44562</c:v>
                </c:pt>
                <c:pt idx="169">
                  <c:v>44593</c:v>
                </c:pt>
                <c:pt idx="170">
                  <c:v>44621</c:v>
                </c:pt>
                <c:pt idx="171">
                  <c:v>44652</c:v>
                </c:pt>
                <c:pt idx="172">
                  <c:v>44682</c:v>
                </c:pt>
                <c:pt idx="173">
                  <c:v>44713</c:v>
                </c:pt>
                <c:pt idx="174">
                  <c:v>44743</c:v>
                </c:pt>
                <c:pt idx="175">
                  <c:v>44774</c:v>
                </c:pt>
                <c:pt idx="176">
                  <c:v>44805</c:v>
                </c:pt>
                <c:pt idx="177">
                  <c:v>44835</c:v>
                </c:pt>
                <c:pt idx="178">
                  <c:v>44866</c:v>
                </c:pt>
                <c:pt idx="179">
                  <c:v>44896</c:v>
                </c:pt>
                <c:pt idx="180">
                  <c:v>44927</c:v>
                </c:pt>
                <c:pt idx="181">
                  <c:v>44958</c:v>
                </c:pt>
                <c:pt idx="182">
                  <c:v>44986</c:v>
                </c:pt>
                <c:pt idx="183">
                  <c:v>45017</c:v>
                </c:pt>
                <c:pt idx="184">
                  <c:v>45047</c:v>
                </c:pt>
                <c:pt idx="185">
                  <c:v>45078</c:v>
                </c:pt>
                <c:pt idx="186">
                  <c:v>45108</c:v>
                </c:pt>
                <c:pt idx="187">
                  <c:v>45139</c:v>
                </c:pt>
                <c:pt idx="188">
                  <c:v>45170</c:v>
                </c:pt>
                <c:pt idx="189">
                  <c:v>45200</c:v>
                </c:pt>
                <c:pt idx="190">
                  <c:v>45231</c:v>
                </c:pt>
                <c:pt idx="191">
                  <c:v>45261</c:v>
                </c:pt>
                <c:pt idx="192">
                  <c:v>45292</c:v>
                </c:pt>
                <c:pt idx="193">
                  <c:v>45323</c:v>
                </c:pt>
                <c:pt idx="194">
                  <c:v>45352</c:v>
                </c:pt>
                <c:pt idx="195">
                  <c:v>45383</c:v>
                </c:pt>
                <c:pt idx="196">
                  <c:v>45413</c:v>
                </c:pt>
                <c:pt idx="197">
                  <c:v>45444</c:v>
                </c:pt>
                <c:pt idx="198">
                  <c:v>45474</c:v>
                </c:pt>
                <c:pt idx="199">
                  <c:v>45505</c:v>
                </c:pt>
                <c:pt idx="200">
                  <c:v>45536</c:v>
                </c:pt>
                <c:pt idx="201">
                  <c:v>45566</c:v>
                </c:pt>
                <c:pt idx="202">
                  <c:v>45597</c:v>
                </c:pt>
                <c:pt idx="203">
                  <c:v>45627</c:v>
                </c:pt>
                <c:pt idx="204">
                  <c:v>45658</c:v>
                </c:pt>
                <c:pt idx="205">
                  <c:v>45689</c:v>
                </c:pt>
                <c:pt idx="206">
                  <c:v>45717</c:v>
                </c:pt>
                <c:pt idx="207">
                  <c:v>45748</c:v>
                </c:pt>
                <c:pt idx="208">
                  <c:v>45778</c:v>
                </c:pt>
                <c:pt idx="209">
                  <c:v>45809</c:v>
                </c:pt>
                <c:pt idx="210">
                  <c:v>45839</c:v>
                </c:pt>
                <c:pt idx="211">
                  <c:v>45870</c:v>
                </c:pt>
                <c:pt idx="212">
                  <c:v>45901</c:v>
                </c:pt>
                <c:pt idx="213">
                  <c:v>45931</c:v>
                </c:pt>
                <c:pt idx="214">
                  <c:v>45962</c:v>
                </c:pt>
                <c:pt idx="215">
                  <c:v>45992</c:v>
                </c:pt>
                <c:pt idx="216">
                  <c:v>46023</c:v>
                </c:pt>
                <c:pt idx="217">
                  <c:v>46054</c:v>
                </c:pt>
                <c:pt idx="218">
                  <c:v>46082</c:v>
                </c:pt>
                <c:pt idx="219">
                  <c:v>46113</c:v>
                </c:pt>
                <c:pt idx="220">
                  <c:v>46143</c:v>
                </c:pt>
                <c:pt idx="221">
                  <c:v>46174</c:v>
                </c:pt>
                <c:pt idx="222">
                  <c:v>46204</c:v>
                </c:pt>
              </c:numCache>
            </c:numRef>
          </c:cat>
          <c:val>
            <c:numRef>
              <c:f>Compiled!$F$2:$F$224</c:f>
              <c:numCache>
                <c:formatCode>#,##0.0</c:formatCode>
                <c:ptCount val="223"/>
                <c:pt idx="0">
                  <c:v>117605.40955959199</c:v>
                </c:pt>
                <c:pt idx="1">
                  <c:v>119396.553045462</c:v>
                </c:pt>
                <c:pt idx="2">
                  <c:v>121097.40948425799</c:v>
                </c:pt>
                <c:pt idx="3">
                  <c:v>120103.875185827</c:v>
                </c:pt>
                <c:pt idx="4">
                  <c:v>120746.691286234</c:v>
                </c:pt>
                <c:pt idx="5">
                  <c:v>122148.42915191301</c:v>
                </c:pt>
                <c:pt idx="6">
                  <c:v>122579.82533601399</c:v>
                </c:pt>
                <c:pt idx="7">
                  <c:v>122639.869786086</c:v>
                </c:pt>
                <c:pt idx="8">
                  <c:v>123898.56524978</c:v>
                </c:pt>
                <c:pt idx="9">
                  <c:v>121414.86619695</c:v>
                </c:pt>
                <c:pt idx="10">
                  <c:v>120475.808790661</c:v>
                </c:pt>
                <c:pt idx="11">
                  <c:v>125568.477733211</c:v>
                </c:pt>
                <c:pt idx="12">
                  <c:v>124473.75188644799</c:v>
                </c:pt>
                <c:pt idx="13">
                  <c:v>120788.664831367</c:v>
                </c:pt>
                <c:pt idx="14">
                  <c:v>123885.844223156</c:v>
                </c:pt>
                <c:pt idx="15">
                  <c:v>125551.620971239</c:v>
                </c:pt>
                <c:pt idx="16">
                  <c:v>126165.761609436</c:v>
                </c:pt>
                <c:pt idx="17">
                  <c:v>125510.710312718</c:v>
                </c:pt>
                <c:pt idx="18">
                  <c:v>125940.09758000801</c:v>
                </c:pt>
                <c:pt idx="19">
                  <c:v>129054.83826804</c:v>
                </c:pt>
                <c:pt idx="20">
                  <c:v>136633.49913233699</c:v>
                </c:pt>
                <c:pt idx="21">
                  <c:v>140034.70053016499</c:v>
                </c:pt>
                <c:pt idx="22">
                  <c:v>142850.29983044</c:v>
                </c:pt>
                <c:pt idx="23">
                  <c:v>141197.59066254401</c:v>
                </c:pt>
                <c:pt idx="24">
                  <c:v>144280.12481913599</c:v>
                </c:pt>
                <c:pt idx="25">
                  <c:v>145280.10000709101</c:v>
                </c:pt>
                <c:pt idx="26">
                  <c:v>147731.78363444301</c:v>
                </c:pt>
                <c:pt idx="27">
                  <c:v>148745.199491751</c:v>
                </c:pt>
                <c:pt idx="28">
                  <c:v>149486.94034387701</c:v>
                </c:pt>
                <c:pt idx="29">
                  <c:v>149656.345563012</c:v>
                </c:pt>
                <c:pt idx="30">
                  <c:v>152886.35274547801</c:v>
                </c:pt>
                <c:pt idx="31">
                  <c:v>155608.44909254101</c:v>
                </c:pt>
                <c:pt idx="32">
                  <c:v>155985.61504507801</c:v>
                </c:pt>
                <c:pt idx="33">
                  <c:v>158071.04240287101</c:v>
                </c:pt>
                <c:pt idx="34">
                  <c:v>155349.66180674901</c:v>
                </c:pt>
                <c:pt idx="35">
                  <c:v>159505.00907192199</c:v>
                </c:pt>
                <c:pt idx="36">
                  <c:v>160166.821213352</c:v>
                </c:pt>
                <c:pt idx="37">
                  <c:v>161738.122165323</c:v>
                </c:pt>
                <c:pt idx="38">
                  <c:v>164822.31992057699</c:v>
                </c:pt>
                <c:pt idx="39">
                  <c:v>167554.14734449799</c:v>
                </c:pt>
                <c:pt idx="40">
                  <c:v>171810.27764951199</c:v>
                </c:pt>
                <c:pt idx="41">
                  <c:v>173522.103477517</c:v>
                </c:pt>
                <c:pt idx="42">
                  <c:v>176898.12752105799</c:v>
                </c:pt>
                <c:pt idx="43">
                  <c:v>176945.00567123599</c:v>
                </c:pt>
                <c:pt idx="44">
                  <c:v>176950.582415129</c:v>
                </c:pt>
                <c:pt idx="45">
                  <c:v>177214.359431855</c:v>
                </c:pt>
                <c:pt idx="46">
                  <c:v>176596.81286097999</c:v>
                </c:pt>
                <c:pt idx="47">
                  <c:v>178619.464507233</c:v>
                </c:pt>
                <c:pt idx="48">
                  <c:v>184002.282581837</c:v>
                </c:pt>
                <c:pt idx="49">
                  <c:v>182567.04256930499</c:v>
                </c:pt>
                <c:pt idx="50">
                  <c:v>183034.22298936301</c:v>
                </c:pt>
                <c:pt idx="51">
                  <c:v>189124.37848025499</c:v>
                </c:pt>
                <c:pt idx="52">
                  <c:v>191741.167213129</c:v>
                </c:pt>
                <c:pt idx="53">
                  <c:v>190522.696675279</c:v>
                </c:pt>
                <c:pt idx="54">
                  <c:v>193582.77396902599</c:v>
                </c:pt>
                <c:pt idx="55">
                  <c:v>193423.827938598</c:v>
                </c:pt>
                <c:pt idx="56">
                  <c:v>194983.456873085</c:v>
                </c:pt>
                <c:pt idx="57">
                  <c:v>196566.47319771899</c:v>
                </c:pt>
                <c:pt idx="58">
                  <c:v>198703.383865788</c:v>
                </c:pt>
                <c:pt idx="59">
                  <c:v>197714.96689437301</c:v>
                </c:pt>
                <c:pt idx="60">
                  <c:v>198460.75401803901</c:v>
                </c:pt>
                <c:pt idx="61">
                  <c:v>200663.55784331801</c:v>
                </c:pt>
                <c:pt idx="62">
                  <c:v>200001.79738222301</c:v>
                </c:pt>
                <c:pt idx="63">
                  <c:v>202894.445603762</c:v>
                </c:pt>
                <c:pt idx="64">
                  <c:v>203194.04902212901</c:v>
                </c:pt>
                <c:pt idx="65">
                  <c:v>201639.781004002</c:v>
                </c:pt>
                <c:pt idx="66">
                  <c:v>211827.86102247701</c:v>
                </c:pt>
                <c:pt idx="67">
                  <c:v>207712.17372417799</c:v>
                </c:pt>
                <c:pt idx="68">
                  <c:v>204774.68796022801</c:v>
                </c:pt>
                <c:pt idx="69">
                  <c:v>207243.53007851599</c:v>
                </c:pt>
                <c:pt idx="70">
                  <c:v>206551.00759916601</c:v>
                </c:pt>
                <c:pt idx="71">
                  <c:v>209369.90433768401</c:v>
                </c:pt>
                <c:pt idx="72">
                  <c:v>215272.78106335501</c:v>
                </c:pt>
                <c:pt idx="73">
                  <c:v>218600.05893356499</c:v>
                </c:pt>
                <c:pt idx="74">
                  <c:v>221212.26241684999</c:v>
                </c:pt>
                <c:pt idx="75">
                  <c:v>224173.06467739001</c:v>
                </c:pt>
                <c:pt idx="76">
                  <c:v>228077.04443672</c:v>
                </c:pt>
                <c:pt idx="77">
                  <c:v>227333.02959204299</c:v>
                </c:pt>
                <c:pt idx="78">
                  <c:v>232601.04594359201</c:v>
                </c:pt>
                <c:pt idx="79">
                  <c:v>232439.431558538</c:v>
                </c:pt>
                <c:pt idx="80">
                  <c:v>235819.80361344601</c:v>
                </c:pt>
                <c:pt idx="81">
                  <c:v>235893.07577791301</c:v>
                </c:pt>
                <c:pt idx="82">
                  <c:v>233038.155314923</c:v>
                </c:pt>
                <c:pt idx="83">
                  <c:v>234064.83583823699</c:v>
                </c:pt>
                <c:pt idx="84">
                  <c:v>242280.82341057801</c:v>
                </c:pt>
                <c:pt idx="85">
                  <c:v>242762.52786318801</c:v>
                </c:pt>
                <c:pt idx="86">
                  <c:v>241706.76414629599</c:v>
                </c:pt>
                <c:pt idx="87">
                  <c:v>244445.89830153299</c:v>
                </c:pt>
                <c:pt idx="88">
                  <c:v>246242.59261849799</c:v>
                </c:pt>
                <c:pt idx="89">
                  <c:v>248389.363034273</c:v>
                </c:pt>
                <c:pt idx="90">
                  <c:v>248726.942034979</c:v>
                </c:pt>
                <c:pt idx="91">
                  <c:v>247120.62562512001</c:v>
                </c:pt>
                <c:pt idx="92">
                  <c:v>246432.53254980399</c:v>
                </c:pt>
                <c:pt idx="93">
                  <c:v>248011.019104476</c:v>
                </c:pt>
                <c:pt idx="94">
                  <c:v>250759.151836823</c:v>
                </c:pt>
                <c:pt idx="95">
                  <c:v>255228.58357337199</c:v>
                </c:pt>
                <c:pt idx="96">
                  <c:v>255103.17143263499</c:v>
                </c:pt>
                <c:pt idx="97">
                  <c:v>259176.82753028499</c:v>
                </c:pt>
                <c:pt idx="98">
                  <c:v>260878.303081419</c:v>
                </c:pt>
                <c:pt idx="99">
                  <c:v>263020.09919193998</c:v>
                </c:pt>
                <c:pt idx="100">
                  <c:v>258820.414644301</c:v>
                </c:pt>
                <c:pt idx="101">
                  <c:v>268374.09311645798</c:v>
                </c:pt>
                <c:pt idx="102">
                  <c:v>268470.98007029598</c:v>
                </c:pt>
                <c:pt idx="103">
                  <c:v>268530.30698142399</c:v>
                </c:pt>
                <c:pt idx="104">
                  <c:v>270502.34222648799</c:v>
                </c:pt>
                <c:pt idx="105">
                  <c:v>269617.301699295</c:v>
                </c:pt>
                <c:pt idx="106">
                  <c:v>261895.535360212</c:v>
                </c:pt>
                <c:pt idx="107">
                  <c:v>265294.90200272901</c:v>
                </c:pt>
                <c:pt idx="108">
                  <c:v>267253.37972881098</c:v>
                </c:pt>
                <c:pt idx="109">
                  <c:v>267513.98986118298</c:v>
                </c:pt>
                <c:pt idx="110">
                  <c:v>273306.795741298</c:v>
                </c:pt>
                <c:pt idx="111">
                  <c:v>276461.13406151597</c:v>
                </c:pt>
                <c:pt idx="112">
                  <c:v>277451.64541705599</c:v>
                </c:pt>
                <c:pt idx="113">
                  <c:v>278754.08079615398</c:v>
                </c:pt>
                <c:pt idx="114">
                  <c:v>284088.24426235398</c:v>
                </c:pt>
                <c:pt idx="115">
                  <c:v>286292.84623661102</c:v>
                </c:pt>
                <c:pt idx="116">
                  <c:v>288933.35754997702</c:v>
                </c:pt>
                <c:pt idx="117">
                  <c:v>286901.647832694</c:v>
                </c:pt>
                <c:pt idx="118">
                  <c:v>291335.44508417899</c:v>
                </c:pt>
                <c:pt idx="119">
                  <c:v>297646.28156193497</c:v>
                </c:pt>
                <c:pt idx="120">
                  <c:v>298522.01910580799</c:v>
                </c:pt>
                <c:pt idx="121">
                  <c:v>298253.80968834402</c:v>
                </c:pt>
                <c:pt idx="122">
                  <c:v>299717.89289878798</c:v>
                </c:pt>
                <c:pt idx="123">
                  <c:v>296377.56685147301</c:v>
                </c:pt>
                <c:pt idx="124">
                  <c:v>297047.37244004302</c:v>
                </c:pt>
                <c:pt idx="125">
                  <c:v>296752.82051530899</c:v>
                </c:pt>
                <c:pt idx="126">
                  <c:v>296223.25443002098</c:v>
                </c:pt>
                <c:pt idx="127">
                  <c:v>299241.907903446</c:v>
                </c:pt>
                <c:pt idx="128">
                  <c:v>295798.54032308701</c:v>
                </c:pt>
                <c:pt idx="129">
                  <c:v>299297.37248151703</c:v>
                </c:pt>
                <c:pt idx="130">
                  <c:v>309470.09380136599</c:v>
                </c:pt>
                <c:pt idx="131">
                  <c:v>315256.09998379397</c:v>
                </c:pt>
                <c:pt idx="132">
                  <c:v>320016.67191373702</c:v>
                </c:pt>
                <c:pt idx="133">
                  <c:v>323952.03961764602</c:v>
                </c:pt>
                <c:pt idx="134">
                  <c:v>323760.28858974</c:v>
                </c:pt>
                <c:pt idx="135">
                  <c:v>322787.78509889299</c:v>
                </c:pt>
                <c:pt idx="136">
                  <c:v>322861.49637974403</c:v>
                </c:pt>
                <c:pt idx="137">
                  <c:v>327434.25975232403</c:v>
                </c:pt>
                <c:pt idx="138">
                  <c:v>335179.55849686801</c:v>
                </c:pt>
                <c:pt idx="139">
                  <c:v>335134.48986569501</c:v>
                </c:pt>
                <c:pt idx="140">
                  <c:v>337942.620960108</c:v>
                </c:pt>
                <c:pt idx="141">
                  <c:v>342969.78693141701</c:v>
                </c:pt>
                <c:pt idx="142">
                  <c:v>339200.70558734599</c:v>
                </c:pt>
                <c:pt idx="143">
                  <c:v>340249.18956085102</c:v>
                </c:pt>
                <c:pt idx="144">
                  <c:v>349816.42090426001</c:v>
                </c:pt>
                <c:pt idx="145">
                  <c:v>346473.284103007</c:v>
                </c:pt>
                <c:pt idx="146">
                  <c:v>327414.10626814398</c:v>
                </c:pt>
                <c:pt idx="147">
                  <c:v>338686.62730543601</c:v>
                </c:pt>
                <c:pt idx="148">
                  <c:v>339939.62123738101</c:v>
                </c:pt>
                <c:pt idx="149">
                  <c:v>344805.20750197698</c:v>
                </c:pt>
                <c:pt idx="150">
                  <c:v>341941.84520578303</c:v>
                </c:pt>
                <c:pt idx="151">
                  <c:v>345492.76334363798</c:v>
                </c:pt>
                <c:pt idx="152">
                  <c:v>341263.59207993699</c:v>
                </c:pt>
                <c:pt idx="153">
                  <c:v>346530.93181467801</c:v>
                </c:pt>
                <c:pt idx="154">
                  <c:v>348991.94107513299</c:v>
                </c:pt>
                <c:pt idx="155">
                  <c:v>351856.62961133098</c:v>
                </c:pt>
                <c:pt idx="156">
                  <c:v>353198.00638356397</c:v>
                </c:pt>
                <c:pt idx="157">
                  <c:v>352349.992782988</c:v>
                </c:pt>
                <c:pt idx="158">
                  <c:v>346568.16862363502</c:v>
                </c:pt>
                <c:pt idx="159">
                  <c:v>347063.68248646997</c:v>
                </c:pt>
                <c:pt idx="160">
                  <c:v>345992.54033411201</c:v>
                </c:pt>
                <c:pt idx="161">
                  <c:v>347859.431064879</c:v>
                </c:pt>
                <c:pt idx="162">
                  <c:v>348830.61546572403</c:v>
                </c:pt>
                <c:pt idx="163">
                  <c:v>357020.70980378799</c:v>
                </c:pt>
                <c:pt idx="164">
                  <c:v>356623.74273903202</c:v>
                </c:pt>
                <c:pt idx="165">
                  <c:v>355886.54618693597</c:v>
                </c:pt>
                <c:pt idx="166">
                  <c:v>352270.61119609198</c:v>
                </c:pt>
                <c:pt idx="167">
                  <c:v>352595.38747427298</c:v>
                </c:pt>
                <c:pt idx="168">
                  <c:v>353541.338294813</c:v>
                </c:pt>
                <c:pt idx="169">
                  <c:v>351041.24896307499</c:v>
                </c:pt>
                <c:pt idx="170">
                  <c:v>345790.98655203602</c:v>
                </c:pt>
                <c:pt idx="171">
                  <c:v>341556.99382799299</c:v>
                </c:pt>
                <c:pt idx="172">
                  <c:v>335470.93317190901</c:v>
                </c:pt>
                <c:pt idx="173">
                  <c:v>332884.16136709403</c:v>
                </c:pt>
                <c:pt idx="174">
                  <c:v>331156.42767665698</c:v>
                </c:pt>
                <c:pt idx="175">
                  <c:v>331927.75364099699</c:v>
                </c:pt>
                <c:pt idx="176">
                  <c:v>329796.719347923</c:v>
                </c:pt>
                <c:pt idx="177">
                  <c:v>324618.63878750999</c:v>
                </c:pt>
                <c:pt idx="178">
                  <c:v>325752.21764382499</c:v>
                </c:pt>
                <c:pt idx="179">
                  <c:v>328115.180764616</c:v>
                </c:pt>
                <c:pt idx="180">
                  <c:v>337483.45055605198</c:v>
                </c:pt>
                <c:pt idx="181">
                  <c:v>332710.47750286298</c:v>
                </c:pt>
                <c:pt idx="182">
                  <c:v>335593.79024362803</c:v>
                </c:pt>
                <c:pt idx="183">
                  <c:v>338452.87637438299</c:v>
                </c:pt>
                <c:pt idx="184">
                  <c:v>334375.949671462</c:v>
                </c:pt>
                <c:pt idx="185">
                  <c:v>333411.022907153</c:v>
                </c:pt>
                <c:pt idx="186">
                  <c:v>332766.01768558798</c:v>
                </c:pt>
                <c:pt idx="187">
                  <c:v>332339.67671801802</c:v>
                </c:pt>
                <c:pt idx="188">
                  <c:v>327943.455922511</c:v>
                </c:pt>
                <c:pt idx="189">
                  <c:v>324459.01753699599</c:v>
                </c:pt>
                <c:pt idx="190">
                  <c:v>333741.06165614602</c:v>
                </c:pt>
                <c:pt idx="191">
                  <c:v>336787.29823132302</c:v>
                </c:pt>
                <c:pt idx="192">
                  <c:v>332659.13995178399</c:v>
                </c:pt>
                <c:pt idx="193">
                  <c:v>334927.776981742</c:v>
                </c:pt>
                <c:pt idx="194">
                  <c:v>332362.28278314503</c:v>
                </c:pt>
                <c:pt idx="195">
                  <c:v>327885.45160315902</c:v>
                </c:pt>
                <c:pt idx="196">
                  <c:v>327570.69795511599</c:v>
                </c:pt>
                <c:pt idx="197">
                  <c:v>327998.29440939298</c:v>
                </c:pt>
                <c:pt idx="198">
                  <c:v>332327.22241983999</c:v>
                </c:pt>
                <c:pt idx="199">
                  <c:v>338485.30526662897</c:v>
                </c:pt>
                <c:pt idx="200">
                  <c:v>341914.54005976301</c:v>
                </c:pt>
                <c:pt idx="201">
                  <c:v>338661.78344810102</c:v>
                </c:pt>
                <c:pt idx="202">
                  <c:v>340491.79724360898</c:v>
                </c:pt>
                <c:pt idx="203">
                  <c:v>342403.12539802998</c:v>
                </c:pt>
                <c:pt idx="204">
                  <c:v>345388.31246667902</c:v>
                </c:pt>
                <c:pt idx="205">
                  <c:v>343798.39384548698</c:v>
                </c:pt>
                <c:pt idx="206">
                  <c:v>344410.45391179499</c:v>
                </c:pt>
                <c:pt idx="207">
                  <c:v>345894.98606823699</c:v>
                </c:pt>
                <c:pt idx="208">
                  <c:v>349012.29023037601</c:v>
                </c:pt>
                <c:pt idx="209">
                  <c:v>349572.68498282903</c:v>
                </c:pt>
                <c:pt idx="210">
                  <c:v>353881.68076761399</c:v>
                </c:pt>
                <c:pt idx="211">
                  <c:v>355816.43793511798</c:v>
                </c:pt>
                <c:pt idx="212">
                  <c:v>349439.940650278</c:v>
                </c:pt>
                <c:pt idx="213">
                  <c:v>350510.15286831302</c:v>
                </c:pt>
                <c:pt idx="214">
                  <c:v>349035.110954214</c:v>
                </c:pt>
                <c:pt idx="215">
                  <c:v>356093.096362893</c:v>
                </c:pt>
                <c:pt idx="216">
                  <c:v>357073.71177574102</c:v>
                </c:pt>
                <c:pt idx="217">
                  <c:v>356783.53380447201</c:v>
                </c:pt>
                <c:pt idx="218">
                  <c:v>352261.41748127498</c:v>
                </c:pt>
                <c:pt idx="219">
                  <c:v>354674.92971454503</c:v>
                </c:pt>
                <c:pt idx="220">
                  <c:v>352233.65625110501</c:v>
                </c:pt>
                <c:pt idx="221">
                  <c:v>355898.17901197099</c:v>
                </c:pt>
                <c:pt idx="222">
                  <c:v>358391.388328981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677-2843-9A0D-B1CD765E3A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9782975"/>
        <c:axId val="1677343167"/>
      </c:lineChart>
      <c:dateAx>
        <c:axId val="1639782975"/>
        <c:scaling>
          <c:orientation val="minMax"/>
          <c:min val="39508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77343167"/>
        <c:crosses val="autoZero"/>
        <c:auto val="1"/>
        <c:lblOffset val="100"/>
        <c:baseTimeUnit val="months"/>
        <c:majorUnit val="10"/>
        <c:majorTimeUnit val="months"/>
      </c:dateAx>
      <c:valAx>
        <c:axId val="1677343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39782975"/>
        <c:crosses val="autoZero"/>
        <c:crossBetween val="between"/>
        <c:dispUnits>
          <c:builtInUnit val="thousands"/>
        </c:dispUnits>
      </c:valAx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b="1" baseline="0" err="1">
                <a:latin typeface="Calibri" panose="020F0502020204030204" pitchFamily="34" charset="0"/>
                <a:cs typeface="Calibri" panose="020F0502020204030204" pitchFamily="34" charset="0"/>
              </a:rPr>
              <a:t>Posisi</a:t>
            </a:r>
            <a:r>
              <a:rPr lang="en-US" b="1" baseline="0">
                <a:latin typeface="Calibri" panose="020F0502020204030204" pitchFamily="34" charset="0"/>
                <a:cs typeface="Calibri" panose="020F0502020204030204" pitchFamily="34" charset="0"/>
              </a:rPr>
              <a:t> ULN </a:t>
            </a:r>
            <a:r>
              <a:rPr lang="en-US" b="1" baseline="0" err="1">
                <a:latin typeface="Calibri" panose="020F0502020204030204" pitchFamily="34" charset="0"/>
                <a:cs typeface="Calibri" panose="020F0502020204030204" pitchFamily="34" charset="0"/>
              </a:rPr>
              <a:t>Menurut</a:t>
            </a:r>
            <a:r>
              <a:rPr lang="en-US" b="1" baseline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baseline="0" err="1">
                <a:latin typeface="Calibri" panose="020F0502020204030204" pitchFamily="34" charset="0"/>
                <a:cs typeface="Calibri" panose="020F0502020204030204" pitchFamily="34" charset="0"/>
              </a:rPr>
              <a:t>Kepemilikan</a:t>
            </a:r>
            <a:endParaRPr lang="en-US" b="1" baseline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>
                <a:latin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sz="1200" baseline="0">
                <a:latin typeface="Calibri" panose="020F0502020204030204" pitchFamily="34" charset="0"/>
                <a:cs typeface="Calibri" panose="020F0502020204030204" pitchFamily="34" charset="0"/>
              </a:rPr>
              <a:t>(USD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Compiled!$B$1</c:f>
              <c:strCache>
                <c:ptCount val="1"/>
                <c:pt idx="0">
                  <c:v>Pemerintah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2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398-1A4B-BC4E-1C2FE33B044D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Compiled!$A$2:$A$224</c:f>
              <c:numCache>
                <c:formatCode>mmm\-yy</c:formatCode>
                <c:ptCount val="223"/>
                <c:pt idx="0">
                  <c:v>39448</c:v>
                </c:pt>
                <c:pt idx="1">
                  <c:v>39479</c:v>
                </c:pt>
                <c:pt idx="2">
                  <c:v>39508</c:v>
                </c:pt>
                <c:pt idx="3">
                  <c:v>39539</c:v>
                </c:pt>
                <c:pt idx="4">
                  <c:v>39569</c:v>
                </c:pt>
                <c:pt idx="5">
                  <c:v>39600</c:v>
                </c:pt>
                <c:pt idx="6">
                  <c:v>39630</c:v>
                </c:pt>
                <c:pt idx="7">
                  <c:v>39661</c:v>
                </c:pt>
                <c:pt idx="8">
                  <c:v>39692</c:v>
                </c:pt>
                <c:pt idx="9">
                  <c:v>39722</c:v>
                </c:pt>
                <c:pt idx="10">
                  <c:v>39753</c:v>
                </c:pt>
                <c:pt idx="11">
                  <c:v>39783</c:v>
                </c:pt>
                <c:pt idx="12">
                  <c:v>39814</c:v>
                </c:pt>
                <c:pt idx="13">
                  <c:v>39845</c:v>
                </c:pt>
                <c:pt idx="14">
                  <c:v>39873</c:v>
                </c:pt>
                <c:pt idx="15">
                  <c:v>39904</c:v>
                </c:pt>
                <c:pt idx="16">
                  <c:v>39934</c:v>
                </c:pt>
                <c:pt idx="17">
                  <c:v>39965</c:v>
                </c:pt>
                <c:pt idx="18">
                  <c:v>39995</c:v>
                </c:pt>
                <c:pt idx="19">
                  <c:v>40026</c:v>
                </c:pt>
                <c:pt idx="20">
                  <c:v>40057</c:v>
                </c:pt>
                <c:pt idx="21">
                  <c:v>40087</c:v>
                </c:pt>
                <c:pt idx="22">
                  <c:v>40118</c:v>
                </c:pt>
                <c:pt idx="23">
                  <c:v>40148</c:v>
                </c:pt>
                <c:pt idx="24">
                  <c:v>40179</c:v>
                </c:pt>
                <c:pt idx="25">
                  <c:v>40210</c:v>
                </c:pt>
                <c:pt idx="26">
                  <c:v>40238</c:v>
                </c:pt>
                <c:pt idx="27">
                  <c:v>40269</c:v>
                </c:pt>
                <c:pt idx="28">
                  <c:v>40299</c:v>
                </c:pt>
                <c:pt idx="29">
                  <c:v>40330</c:v>
                </c:pt>
                <c:pt idx="30">
                  <c:v>40360</c:v>
                </c:pt>
                <c:pt idx="31">
                  <c:v>40391</c:v>
                </c:pt>
                <c:pt idx="32">
                  <c:v>40422</c:v>
                </c:pt>
                <c:pt idx="33">
                  <c:v>40452</c:v>
                </c:pt>
                <c:pt idx="34">
                  <c:v>40483</c:v>
                </c:pt>
                <c:pt idx="35">
                  <c:v>40513</c:v>
                </c:pt>
                <c:pt idx="36">
                  <c:v>40544</c:v>
                </c:pt>
                <c:pt idx="37">
                  <c:v>40575</c:v>
                </c:pt>
                <c:pt idx="38">
                  <c:v>40603</c:v>
                </c:pt>
                <c:pt idx="39">
                  <c:v>40634</c:v>
                </c:pt>
                <c:pt idx="40">
                  <c:v>40664</c:v>
                </c:pt>
                <c:pt idx="41">
                  <c:v>40695</c:v>
                </c:pt>
                <c:pt idx="42">
                  <c:v>40725</c:v>
                </c:pt>
                <c:pt idx="43">
                  <c:v>40756</c:v>
                </c:pt>
                <c:pt idx="44">
                  <c:v>40787</c:v>
                </c:pt>
                <c:pt idx="45">
                  <c:v>40817</c:v>
                </c:pt>
                <c:pt idx="46">
                  <c:v>40848</c:v>
                </c:pt>
                <c:pt idx="47">
                  <c:v>40878</c:v>
                </c:pt>
                <c:pt idx="48">
                  <c:v>40909</c:v>
                </c:pt>
                <c:pt idx="49">
                  <c:v>40940</c:v>
                </c:pt>
                <c:pt idx="50">
                  <c:v>40969</c:v>
                </c:pt>
                <c:pt idx="51">
                  <c:v>41000</c:v>
                </c:pt>
                <c:pt idx="52">
                  <c:v>41030</c:v>
                </c:pt>
                <c:pt idx="53">
                  <c:v>41061</c:v>
                </c:pt>
                <c:pt idx="54">
                  <c:v>41091</c:v>
                </c:pt>
                <c:pt idx="55">
                  <c:v>41122</c:v>
                </c:pt>
                <c:pt idx="56">
                  <c:v>41153</c:v>
                </c:pt>
                <c:pt idx="57">
                  <c:v>41183</c:v>
                </c:pt>
                <c:pt idx="58">
                  <c:v>41214</c:v>
                </c:pt>
                <c:pt idx="59">
                  <c:v>41244</c:v>
                </c:pt>
                <c:pt idx="60">
                  <c:v>41275</c:v>
                </c:pt>
                <c:pt idx="61">
                  <c:v>41306</c:v>
                </c:pt>
                <c:pt idx="62">
                  <c:v>41334</c:v>
                </c:pt>
                <c:pt idx="63">
                  <c:v>41365</c:v>
                </c:pt>
                <c:pt idx="64">
                  <c:v>41395</c:v>
                </c:pt>
                <c:pt idx="65">
                  <c:v>41426</c:v>
                </c:pt>
                <c:pt idx="66">
                  <c:v>41456</c:v>
                </c:pt>
                <c:pt idx="67">
                  <c:v>41487</c:v>
                </c:pt>
                <c:pt idx="68">
                  <c:v>41518</c:v>
                </c:pt>
                <c:pt idx="69">
                  <c:v>41548</c:v>
                </c:pt>
                <c:pt idx="70">
                  <c:v>41579</c:v>
                </c:pt>
                <c:pt idx="71">
                  <c:v>41609</c:v>
                </c:pt>
                <c:pt idx="72">
                  <c:v>41640</c:v>
                </c:pt>
                <c:pt idx="73">
                  <c:v>41671</c:v>
                </c:pt>
                <c:pt idx="74">
                  <c:v>41699</c:v>
                </c:pt>
                <c:pt idx="75">
                  <c:v>41730</c:v>
                </c:pt>
                <c:pt idx="76">
                  <c:v>41760</c:v>
                </c:pt>
                <c:pt idx="77">
                  <c:v>41791</c:v>
                </c:pt>
                <c:pt idx="78">
                  <c:v>41821</c:v>
                </c:pt>
                <c:pt idx="79">
                  <c:v>41852</c:v>
                </c:pt>
                <c:pt idx="80">
                  <c:v>41883</c:v>
                </c:pt>
                <c:pt idx="81">
                  <c:v>41913</c:v>
                </c:pt>
                <c:pt idx="82">
                  <c:v>41944</c:v>
                </c:pt>
                <c:pt idx="83">
                  <c:v>41974</c:v>
                </c:pt>
                <c:pt idx="84">
                  <c:v>42005</c:v>
                </c:pt>
                <c:pt idx="85">
                  <c:v>42036</c:v>
                </c:pt>
                <c:pt idx="86">
                  <c:v>42064</c:v>
                </c:pt>
                <c:pt idx="87">
                  <c:v>42095</c:v>
                </c:pt>
                <c:pt idx="88">
                  <c:v>42125</c:v>
                </c:pt>
                <c:pt idx="89">
                  <c:v>42156</c:v>
                </c:pt>
                <c:pt idx="90">
                  <c:v>42186</c:v>
                </c:pt>
                <c:pt idx="91">
                  <c:v>42217</c:v>
                </c:pt>
                <c:pt idx="92">
                  <c:v>42248</c:v>
                </c:pt>
                <c:pt idx="93">
                  <c:v>42278</c:v>
                </c:pt>
                <c:pt idx="94">
                  <c:v>42309</c:v>
                </c:pt>
                <c:pt idx="95">
                  <c:v>42339</c:v>
                </c:pt>
                <c:pt idx="96">
                  <c:v>42370</c:v>
                </c:pt>
                <c:pt idx="97">
                  <c:v>42401</c:v>
                </c:pt>
                <c:pt idx="98">
                  <c:v>42430</c:v>
                </c:pt>
                <c:pt idx="99">
                  <c:v>42461</c:v>
                </c:pt>
                <c:pt idx="100">
                  <c:v>42491</c:v>
                </c:pt>
                <c:pt idx="101">
                  <c:v>42522</c:v>
                </c:pt>
                <c:pt idx="102">
                  <c:v>42552</c:v>
                </c:pt>
                <c:pt idx="103">
                  <c:v>42583</c:v>
                </c:pt>
                <c:pt idx="104">
                  <c:v>42614</c:v>
                </c:pt>
                <c:pt idx="105">
                  <c:v>42644</c:v>
                </c:pt>
                <c:pt idx="106">
                  <c:v>42675</c:v>
                </c:pt>
                <c:pt idx="107">
                  <c:v>42705</c:v>
                </c:pt>
                <c:pt idx="108">
                  <c:v>42736</c:v>
                </c:pt>
                <c:pt idx="109">
                  <c:v>42767</c:v>
                </c:pt>
                <c:pt idx="110">
                  <c:v>42795</c:v>
                </c:pt>
                <c:pt idx="111">
                  <c:v>42826</c:v>
                </c:pt>
                <c:pt idx="112">
                  <c:v>42856</c:v>
                </c:pt>
                <c:pt idx="113">
                  <c:v>42887</c:v>
                </c:pt>
                <c:pt idx="114">
                  <c:v>42917</c:v>
                </c:pt>
                <c:pt idx="115">
                  <c:v>42948</c:v>
                </c:pt>
                <c:pt idx="116">
                  <c:v>42979</c:v>
                </c:pt>
                <c:pt idx="117">
                  <c:v>43009</c:v>
                </c:pt>
                <c:pt idx="118">
                  <c:v>43040</c:v>
                </c:pt>
                <c:pt idx="119">
                  <c:v>43070</c:v>
                </c:pt>
                <c:pt idx="120">
                  <c:v>43101</c:v>
                </c:pt>
                <c:pt idx="121">
                  <c:v>43132</c:v>
                </c:pt>
                <c:pt idx="122">
                  <c:v>43160</c:v>
                </c:pt>
                <c:pt idx="123">
                  <c:v>43191</c:v>
                </c:pt>
                <c:pt idx="124">
                  <c:v>43221</c:v>
                </c:pt>
                <c:pt idx="125">
                  <c:v>43252</c:v>
                </c:pt>
                <c:pt idx="126">
                  <c:v>43282</c:v>
                </c:pt>
                <c:pt idx="127">
                  <c:v>43313</c:v>
                </c:pt>
                <c:pt idx="128">
                  <c:v>43344</c:v>
                </c:pt>
                <c:pt idx="129">
                  <c:v>43374</c:v>
                </c:pt>
                <c:pt idx="130">
                  <c:v>43405</c:v>
                </c:pt>
                <c:pt idx="131">
                  <c:v>43435</c:v>
                </c:pt>
                <c:pt idx="132">
                  <c:v>43466</c:v>
                </c:pt>
                <c:pt idx="133">
                  <c:v>43497</c:v>
                </c:pt>
                <c:pt idx="134">
                  <c:v>43525</c:v>
                </c:pt>
                <c:pt idx="135">
                  <c:v>43556</c:v>
                </c:pt>
                <c:pt idx="136">
                  <c:v>43586</c:v>
                </c:pt>
                <c:pt idx="137">
                  <c:v>43617</c:v>
                </c:pt>
                <c:pt idx="138">
                  <c:v>43647</c:v>
                </c:pt>
                <c:pt idx="139">
                  <c:v>43678</c:v>
                </c:pt>
                <c:pt idx="140">
                  <c:v>43709</c:v>
                </c:pt>
                <c:pt idx="141">
                  <c:v>43739</c:v>
                </c:pt>
                <c:pt idx="142">
                  <c:v>43770</c:v>
                </c:pt>
                <c:pt idx="143">
                  <c:v>43800</c:v>
                </c:pt>
                <c:pt idx="144">
                  <c:v>43831</c:v>
                </c:pt>
                <c:pt idx="145">
                  <c:v>43862</c:v>
                </c:pt>
                <c:pt idx="146">
                  <c:v>43891</c:v>
                </c:pt>
                <c:pt idx="147">
                  <c:v>43922</c:v>
                </c:pt>
                <c:pt idx="148">
                  <c:v>43952</c:v>
                </c:pt>
                <c:pt idx="149">
                  <c:v>43983</c:v>
                </c:pt>
                <c:pt idx="150">
                  <c:v>44013</c:v>
                </c:pt>
                <c:pt idx="151">
                  <c:v>44044</c:v>
                </c:pt>
                <c:pt idx="152">
                  <c:v>44075</c:v>
                </c:pt>
                <c:pt idx="153">
                  <c:v>44105</c:v>
                </c:pt>
                <c:pt idx="154">
                  <c:v>44136</c:v>
                </c:pt>
                <c:pt idx="155">
                  <c:v>44166</c:v>
                </c:pt>
                <c:pt idx="156">
                  <c:v>44197</c:v>
                </c:pt>
                <c:pt idx="157">
                  <c:v>44228</c:v>
                </c:pt>
                <c:pt idx="158">
                  <c:v>44256</c:v>
                </c:pt>
                <c:pt idx="159">
                  <c:v>44287</c:v>
                </c:pt>
                <c:pt idx="160">
                  <c:v>44317</c:v>
                </c:pt>
                <c:pt idx="161">
                  <c:v>44348</c:v>
                </c:pt>
                <c:pt idx="162">
                  <c:v>44378</c:v>
                </c:pt>
                <c:pt idx="163">
                  <c:v>44409</c:v>
                </c:pt>
                <c:pt idx="164">
                  <c:v>44440</c:v>
                </c:pt>
                <c:pt idx="165">
                  <c:v>44470</c:v>
                </c:pt>
                <c:pt idx="166">
                  <c:v>44501</c:v>
                </c:pt>
                <c:pt idx="167">
                  <c:v>44531</c:v>
                </c:pt>
                <c:pt idx="168">
                  <c:v>44562</c:v>
                </c:pt>
                <c:pt idx="169">
                  <c:v>44593</c:v>
                </c:pt>
                <c:pt idx="170">
                  <c:v>44621</c:v>
                </c:pt>
                <c:pt idx="171">
                  <c:v>44652</c:v>
                </c:pt>
                <c:pt idx="172">
                  <c:v>44682</c:v>
                </c:pt>
                <c:pt idx="173">
                  <c:v>44713</c:v>
                </c:pt>
                <c:pt idx="174">
                  <c:v>44743</c:v>
                </c:pt>
                <c:pt idx="175">
                  <c:v>44774</c:v>
                </c:pt>
                <c:pt idx="176">
                  <c:v>44805</c:v>
                </c:pt>
                <c:pt idx="177">
                  <c:v>44835</c:v>
                </c:pt>
                <c:pt idx="178">
                  <c:v>44866</c:v>
                </c:pt>
                <c:pt idx="179">
                  <c:v>44896</c:v>
                </c:pt>
                <c:pt idx="180">
                  <c:v>44927</c:v>
                </c:pt>
                <c:pt idx="181">
                  <c:v>44958</c:v>
                </c:pt>
                <c:pt idx="182">
                  <c:v>44986</c:v>
                </c:pt>
                <c:pt idx="183">
                  <c:v>45017</c:v>
                </c:pt>
                <c:pt idx="184">
                  <c:v>45047</c:v>
                </c:pt>
                <c:pt idx="185">
                  <c:v>45078</c:v>
                </c:pt>
                <c:pt idx="186">
                  <c:v>45108</c:v>
                </c:pt>
                <c:pt idx="187">
                  <c:v>45139</c:v>
                </c:pt>
                <c:pt idx="188">
                  <c:v>45170</c:v>
                </c:pt>
                <c:pt idx="189">
                  <c:v>45200</c:v>
                </c:pt>
                <c:pt idx="190">
                  <c:v>45231</c:v>
                </c:pt>
                <c:pt idx="191">
                  <c:v>45261</c:v>
                </c:pt>
                <c:pt idx="192">
                  <c:v>45292</c:v>
                </c:pt>
                <c:pt idx="193">
                  <c:v>45323</c:v>
                </c:pt>
                <c:pt idx="194">
                  <c:v>45352</c:v>
                </c:pt>
                <c:pt idx="195">
                  <c:v>45383</c:v>
                </c:pt>
                <c:pt idx="196">
                  <c:v>45413</c:v>
                </c:pt>
                <c:pt idx="197">
                  <c:v>45444</c:v>
                </c:pt>
                <c:pt idx="198">
                  <c:v>45474</c:v>
                </c:pt>
                <c:pt idx="199">
                  <c:v>45505</c:v>
                </c:pt>
                <c:pt idx="200">
                  <c:v>45536</c:v>
                </c:pt>
                <c:pt idx="201">
                  <c:v>45566</c:v>
                </c:pt>
                <c:pt idx="202">
                  <c:v>45597</c:v>
                </c:pt>
                <c:pt idx="203">
                  <c:v>45627</c:v>
                </c:pt>
                <c:pt idx="204">
                  <c:v>45658</c:v>
                </c:pt>
                <c:pt idx="205">
                  <c:v>45689</c:v>
                </c:pt>
                <c:pt idx="206">
                  <c:v>45717</c:v>
                </c:pt>
                <c:pt idx="207">
                  <c:v>45748</c:v>
                </c:pt>
                <c:pt idx="208">
                  <c:v>45778</c:v>
                </c:pt>
                <c:pt idx="209">
                  <c:v>45809</c:v>
                </c:pt>
                <c:pt idx="210">
                  <c:v>45839</c:v>
                </c:pt>
                <c:pt idx="211">
                  <c:v>45870</c:v>
                </c:pt>
                <c:pt idx="212">
                  <c:v>45901</c:v>
                </c:pt>
                <c:pt idx="213">
                  <c:v>45931</c:v>
                </c:pt>
                <c:pt idx="214">
                  <c:v>45962</c:v>
                </c:pt>
                <c:pt idx="215">
                  <c:v>45992</c:v>
                </c:pt>
                <c:pt idx="216">
                  <c:v>46023</c:v>
                </c:pt>
                <c:pt idx="217">
                  <c:v>46054</c:v>
                </c:pt>
                <c:pt idx="218">
                  <c:v>46082</c:v>
                </c:pt>
                <c:pt idx="219">
                  <c:v>46113</c:v>
                </c:pt>
                <c:pt idx="220">
                  <c:v>46143</c:v>
                </c:pt>
                <c:pt idx="221">
                  <c:v>46174</c:v>
                </c:pt>
                <c:pt idx="222">
                  <c:v>46204</c:v>
                </c:pt>
              </c:numCache>
            </c:numRef>
          </c:cat>
          <c:val>
            <c:numRef>
              <c:f>Compiled!$B$2:$B$224</c:f>
              <c:numCache>
                <c:formatCode>#,##0.0</c:formatCode>
                <c:ptCount val="223"/>
                <c:pt idx="0">
                  <c:v>80780.380361306903</c:v>
                </c:pt>
                <c:pt idx="1">
                  <c:v>81853.829899332501</c:v>
                </c:pt>
                <c:pt idx="2">
                  <c:v>83477.498564603593</c:v>
                </c:pt>
                <c:pt idx="3">
                  <c:v>82179.361998204506</c:v>
                </c:pt>
                <c:pt idx="4">
                  <c:v>81697.665000314504</c:v>
                </c:pt>
                <c:pt idx="5">
                  <c:v>83786.550640419897</c:v>
                </c:pt>
                <c:pt idx="6">
                  <c:v>83700.094392834595</c:v>
                </c:pt>
                <c:pt idx="7">
                  <c:v>83121.606571000506</c:v>
                </c:pt>
                <c:pt idx="8">
                  <c:v>83750.924836077698</c:v>
                </c:pt>
                <c:pt idx="9">
                  <c:v>80989.845935535399</c:v>
                </c:pt>
                <c:pt idx="10">
                  <c:v>80340.156958022504</c:v>
                </c:pt>
                <c:pt idx="11">
                  <c:v>85135.672017589794</c:v>
                </c:pt>
                <c:pt idx="12">
                  <c:v>83751.822186539794</c:v>
                </c:pt>
                <c:pt idx="13">
                  <c:v>79940.891455411402</c:v>
                </c:pt>
                <c:pt idx="14">
                  <c:v>83465.0477828484</c:v>
                </c:pt>
                <c:pt idx="15">
                  <c:v>84845.989631381803</c:v>
                </c:pt>
                <c:pt idx="16">
                  <c:v>86417.145540761296</c:v>
                </c:pt>
                <c:pt idx="17">
                  <c:v>85499.185221416396</c:v>
                </c:pt>
                <c:pt idx="18">
                  <c:v>86557.480607275298</c:v>
                </c:pt>
                <c:pt idx="19">
                  <c:v>87183.5420951712</c:v>
                </c:pt>
                <c:pt idx="20">
                  <c:v>89407.738374963301</c:v>
                </c:pt>
                <c:pt idx="21">
                  <c:v>90624.086310755098</c:v>
                </c:pt>
                <c:pt idx="22">
                  <c:v>92582.836301286705</c:v>
                </c:pt>
                <c:pt idx="23">
                  <c:v>90852.748000000007</c:v>
                </c:pt>
                <c:pt idx="24">
                  <c:v>93858.553562805304</c:v>
                </c:pt>
                <c:pt idx="25">
                  <c:v>94220.004902445493</c:v>
                </c:pt>
                <c:pt idx="26">
                  <c:v>95083.358262265203</c:v>
                </c:pt>
                <c:pt idx="27">
                  <c:v>96175.616190367306</c:v>
                </c:pt>
                <c:pt idx="28">
                  <c:v>95372.151533369295</c:v>
                </c:pt>
                <c:pt idx="29">
                  <c:v>97570.735275711995</c:v>
                </c:pt>
                <c:pt idx="30">
                  <c:v>100666.448270879</c:v>
                </c:pt>
                <c:pt idx="31">
                  <c:v>101458.85100330701</c:v>
                </c:pt>
                <c:pt idx="32">
                  <c:v>103249.780818082</c:v>
                </c:pt>
                <c:pt idx="33">
                  <c:v>105545.849095117</c:v>
                </c:pt>
                <c:pt idx="34">
                  <c:v>103835.36857571499</c:v>
                </c:pt>
                <c:pt idx="35">
                  <c:v>106859.89326221601</c:v>
                </c:pt>
                <c:pt idx="36">
                  <c:v>107030.666293601</c:v>
                </c:pt>
                <c:pt idx="37">
                  <c:v>108395.550536689</c:v>
                </c:pt>
                <c:pt idx="38">
                  <c:v>109704.697510515</c:v>
                </c:pt>
                <c:pt idx="39">
                  <c:v>112245.615472911</c:v>
                </c:pt>
                <c:pt idx="40">
                  <c:v>114455.83644681799</c:v>
                </c:pt>
                <c:pt idx="41">
                  <c:v>114886.74554715</c:v>
                </c:pt>
                <c:pt idx="42">
                  <c:v>117801.25579548</c:v>
                </c:pt>
                <c:pt idx="43">
                  <c:v>117549.04718283001</c:v>
                </c:pt>
                <c:pt idx="44">
                  <c:v>112961.722319755</c:v>
                </c:pt>
                <c:pt idx="45">
                  <c:v>112425.075568714</c:v>
                </c:pt>
                <c:pt idx="46">
                  <c:v>111641.024952812</c:v>
                </c:pt>
                <c:pt idx="47">
                  <c:v>112427.16322428601</c:v>
                </c:pt>
                <c:pt idx="48">
                  <c:v>116834.683830758</c:v>
                </c:pt>
                <c:pt idx="49">
                  <c:v>113816.591947718</c:v>
                </c:pt>
                <c:pt idx="50">
                  <c:v>112502.463133895</c:v>
                </c:pt>
                <c:pt idx="51">
                  <c:v>115615.60999371301</c:v>
                </c:pt>
                <c:pt idx="52">
                  <c:v>113729.255134832</c:v>
                </c:pt>
                <c:pt idx="53">
                  <c:v>112868.578352796</c:v>
                </c:pt>
                <c:pt idx="54">
                  <c:v>114204.735547964</c:v>
                </c:pt>
                <c:pt idx="55">
                  <c:v>113656.98536497301</c:v>
                </c:pt>
                <c:pt idx="56">
                  <c:v>115036.91714997</c:v>
                </c:pt>
                <c:pt idx="57">
                  <c:v>115244.365159408</c:v>
                </c:pt>
                <c:pt idx="58">
                  <c:v>116942.71979652</c:v>
                </c:pt>
                <c:pt idx="59">
                  <c:v>116186.963442365</c:v>
                </c:pt>
                <c:pt idx="60">
                  <c:v>115207.574897345</c:v>
                </c:pt>
                <c:pt idx="61">
                  <c:v>115152.798634028</c:v>
                </c:pt>
                <c:pt idx="62">
                  <c:v>114146.61817716301</c:v>
                </c:pt>
                <c:pt idx="63">
                  <c:v>117789.84131574399</c:v>
                </c:pt>
                <c:pt idx="64">
                  <c:v>116754.187473675</c:v>
                </c:pt>
                <c:pt idx="65">
                  <c:v>114010.007593385</c:v>
                </c:pt>
                <c:pt idx="66">
                  <c:v>115411.51142603401</c:v>
                </c:pt>
                <c:pt idx="67">
                  <c:v>112834.964673861</c:v>
                </c:pt>
                <c:pt idx="68">
                  <c:v>113589.871988133</c:v>
                </c:pt>
                <c:pt idx="69">
                  <c:v>116305.503620526</c:v>
                </c:pt>
                <c:pt idx="70">
                  <c:v>114081.621892225</c:v>
                </c:pt>
                <c:pt idx="71">
                  <c:v>114293.547944868</c:v>
                </c:pt>
                <c:pt idx="72">
                  <c:v>118876.60740513699</c:v>
                </c:pt>
                <c:pt idx="73">
                  <c:v>121911.88124757</c:v>
                </c:pt>
                <c:pt idx="74">
                  <c:v>122404.67935224</c:v>
                </c:pt>
                <c:pt idx="75">
                  <c:v>122529.82985577801</c:v>
                </c:pt>
                <c:pt idx="76">
                  <c:v>123154.959446651</c:v>
                </c:pt>
                <c:pt idx="77">
                  <c:v>122188.751466166</c:v>
                </c:pt>
                <c:pt idx="78">
                  <c:v>125789.85050353799</c:v>
                </c:pt>
                <c:pt idx="79">
                  <c:v>126111.98455459101</c:v>
                </c:pt>
                <c:pt idx="80">
                  <c:v>125409.468485112</c:v>
                </c:pt>
                <c:pt idx="81">
                  <c:v>126553.859893267</c:v>
                </c:pt>
                <c:pt idx="82">
                  <c:v>127288.552800178</c:v>
                </c:pt>
                <c:pt idx="83">
                  <c:v>123805.694262258</c:v>
                </c:pt>
                <c:pt idx="84">
                  <c:v>129760.926886596</c:v>
                </c:pt>
                <c:pt idx="85">
                  <c:v>129274.82444712899</c:v>
                </c:pt>
                <c:pt idx="86">
                  <c:v>127822.758008722</c:v>
                </c:pt>
                <c:pt idx="87">
                  <c:v>127959.32765075599</c:v>
                </c:pt>
                <c:pt idx="88">
                  <c:v>128439.197672339</c:v>
                </c:pt>
                <c:pt idx="89">
                  <c:v>129444.270765543</c:v>
                </c:pt>
                <c:pt idx="90">
                  <c:v>129470.54454862799</c:v>
                </c:pt>
                <c:pt idx="91">
                  <c:v>128780.78554938801</c:v>
                </c:pt>
                <c:pt idx="92">
                  <c:v>129063.452506808</c:v>
                </c:pt>
                <c:pt idx="93">
                  <c:v>131507.320818568</c:v>
                </c:pt>
                <c:pt idx="94">
                  <c:v>132646.35057615599</c:v>
                </c:pt>
                <c:pt idx="95">
                  <c:v>137395.52663544501</c:v>
                </c:pt>
                <c:pt idx="96">
                  <c:v>138346.972133389</c:v>
                </c:pt>
                <c:pt idx="97">
                  <c:v>141787.958320598</c:v>
                </c:pt>
                <c:pt idx="98">
                  <c:v>146162.98978533101</c:v>
                </c:pt>
                <c:pt idx="99">
                  <c:v>148299.394765548</c:v>
                </c:pt>
                <c:pt idx="100">
                  <c:v>145503.674004798</c:v>
                </c:pt>
                <c:pt idx="101">
                  <c:v>153263.843870735</c:v>
                </c:pt>
                <c:pt idx="102">
                  <c:v>154383.934338308</c:v>
                </c:pt>
                <c:pt idx="103">
                  <c:v>155187.78326777299</c:v>
                </c:pt>
                <c:pt idx="104">
                  <c:v>158259.357286332</c:v>
                </c:pt>
                <c:pt idx="105">
                  <c:v>155945.79263178899</c:v>
                </c:pt>
                <c:pt idx="106">
                  <c:v>150958.32001613101</c:v>
                </c:pt>
                <c:pt idx="107">
                  <c:v>154875.14812087201</c:v>
                </c:pt>
                <c:pt idx="108">
                  <c:v>157247.440396975</c:v>
                </c:pt>
                <c:pt idx="109">
                  <c:v>158166.370977691</c:v>
                </c:pt>
                <c:pt idx="110">
                  <c:v>162366.95880814199</c:v>
                </c:pt>
                <c:pt idx="111">
                  <c:v>163885.97096796401</c:v>
                </c:pt>
                <c:pt idx="112">
                  <c:v>164399.472217862</c:v>
                </c:pt>
                <c:pt idx="113">
                  <c:v>166278.20413464299</c:v>
                </c:pt>
                <c:pt idx="114">
                  <c:v>170384.45874529</c:v>
                </c:pt>
                <c:pt idx="115">
                  <c:v>171155.35449758</c:v>
                </c:pt>
                <c:pt idx="116">
                  <c:v>172376.95040436901</c:v>
                </c:pt>
                <c:pt idx="117">
                  <c:v>169784.057846702</c:v>
                </c:pt>
                <c:pt idx="118">
                  <c:v>172930.27727269099</c:v>
                </c:pt>
                <c:pt idx="119">
                  <c:v>177318.20915880601</c:v>
                </c:pt>
                <c:pt idx="120">
                  <c:v>180215.012273189</c:v>
                </c:pt>
                <c:pt idx="121">
                  <c:v>177852.456749743</c:v>
                </c:pt>
                <c:pt idx="122">
                  <c:v>181136.618132181</c:v>
                </c:pt>
                <c:pt idx="123">
                  <c:v>180500.49304793801</c:v>
                </c:pt>
                <c:pt idx="124">
                  <c:v>179268.53439360601</c:v>
                </c:pt>
                <c:pt idx="125">
                  <c:v>176481.281745788</c:v>
                </c:pt>
                <c:pt idx="126">
                  <c:v>177403.942246605</c:v>
                </c:pt>
                <c:pt idx="127">
                  <c:v>178122.99774853999</c:v>
                </c:pt>
                <c:pt idx="128">
                  <c:v>176131.316948222</c:v>
                </c:pt>
                <c:pt idx="129">
                  <c:v>175351.92384829099</c:v>
                </c:pt>
                <c:pt idx="130">
                  <c:v>180462.23688694599</c:v>
                </c:pt>
                <c:pt idx="131">
                  <c:v>183196.87188021999</c:v>
                </c:pt>
                <c:pt idx="132">
                  <c:v>187156.784925796</c:v>
                </c:pt>
                <c:pt idx="133">
                  <c:v>190840.97890941001</c:v>
                </c:pt>
                <c:pt idx="134">
                  <c:v>187685.08837318901</c:v>
                </c:pt>
                <c:pt idx="135">
                  <c:v>186688.65060204599</c:v>
                </c:pt>
                <c:pt idx="136">
                  <c:v>186296.74869595899</c:v>
                </c:pt>
                <c:pt idx="137">
                  <c:v>192547.562454317</c:v>
                </c:pt>
                <c:pt idx="138">
                  <c:v>194540.70117421201</c:v>
                </c:pt>
                <c:pt idx="139">
                  <c:v>193513.54773713101</c:v>
                </c:pt>
                <c:pt idx="140">
                  <c:v>194354.62656867201</c:v>
                </c:pt>
                <c:pt idx="141">
                  <c:v>199167.45150511101</c:v>
                </c:pt>
                <c:pt idx="142">
                  <c:v>198632.93353227701</c:v>
                </c:pt>
                <c:pt idx="143">
                  <c:v>199876.13938598201</c:v>
                </c:pt>
                <c:pt idx="144">
                  <c:v>204945.28776103299</c:v>
                </c:pt>
                <c:pt idx="145">
                  <c:v>200110.971433375</c:v>
                </c:pt>
                <c:pt idx="146">
                  <c:v>180953.391963576</c:v>
                </c:pt>
                <c:pt idx="147">
                  <c:v>189715.18929453101</c:v>
                </c:pt>
                <c:pt idx="148">
                  <c:v>192135.584094802</c:v>
                </c:pt>
                <c:pt idx="149">
                  <c:v>196532.38832767701</c:v>
                </c:pt>
                <c:pt idx="150">
                  <c:v>198976.53447088701</c:v>
                </c:pt>
                <c:pt idx="151">
                  <c:v>200140.32276970701</c:v>
                </c:pt>
                <c:pt idx="152">
                  <c:v>197373.863578321</c:v>
                </c:pt>
                <c:pt idx="153">
                  <c:v>199808.49984445301</c:v>
                </c:pt>
                <c:pt idx="154">
                  <c:v>203696.33435194899</c:v>
                </c:pt>
                <c:pt idx="155">
                  <c:v>206375.01632743399</c:v>
                </c:pt>
                <c:pt idx="156">
                  <c:v>210763.11734644501</c:v>
                </c:pt>
                <c:pt idx="157">
                  <c:v>209223.08042951801</c:v>
                </c:pt>
                <c:pt idx="158">
                  <c:v>203176.42591232399</c:v>
                </c:pt>
                <c:pt idx="159">
                  <c:v>205547.56297792101</c:v>
                </c:pt>
                <c:pt idx="160">
                  <c:v>203421.90633671801</c:v>
                </c:pt>
                <c:pt idx="161">
                  <c:v>205029.26452663701</c:v>
                </c:pt>
                <c:pt idx="162">
                  <c:v>205862.41330039501</c:v>
                </c:pt>
                <c:pt idx="163">
                  <c:v>207487.15195096401</c:v>
                </c:pt>
                <c:pt idx="164">
                  <c:v>205538.44154826301</c:v>
                </c:pt>
                <c:pt idx="165">
                  <c:v>204863.72768004501</c:v>
                </c:pt>
                <c:pt idx="166">
                  <c:v>202197.769127996</c:v>
                </c:pt>
                <c:pt idx="167">
                  <c:v>200174.643154502</c:v>
                </c:pt>
                <c:pt idx="168">
                  <c:v>199336.19881092999</c:v>
                </c:pt>
                <c:pt idx="169">
                  <c:v>201061.81739074801</c:v>
                </c:pt>
                <c:pt idx="170">
                  <c:v>196247.16224204001</c:v>
                </c:pt>
                <c:pt idx="171">
                  <c:v>190547.18183904199</c:v>
                </c:pt>
                <c:pt idx="172">
                  <c:v>188199.74481051101</c:v>
                </c:pt>
                <c:pt idx="173">
                  <c:v>187349.96771083001</c:v>
                </c:pt>
                <c:pt idx="174">
                  <c:v>185555.27095484801</c:v>
                </c:pt>
                <c:pt idx="175">
                  <c:v>184893.868100188</c:v>
                </c:pt>
                <c:pt idx="176">
                  <c:v>182288.99198409999</c:v>
                </c:pt>
                <c:pt idx="177">
                  <c:v>179686.95789484799</c:v>
                </c:pt>
                <c:pt idx="178">
                  <c:v>181577.23425897901</c:v>
                </c:pt>
                <c:pt idx="179">
                  <c:v>186474.27343249699</c:v>
                </c:pt>
                <c:pt idx="180">
                  <c:v>194288.16827726999</c:v>
                </c:pt>
                <c:pt idx="181">
                  <c:v>192282.10671556601</c:v>
                </c:pt>
                <c:pt idx="182">
                  <c:v>194016.066141877</c:v>
                </c:pt>
                <c:pt idx="183">
                  <c:v>194055.41802767801</c:v>
                </c:pt>
                <c:pt idx="184">
                  <c:v>192560.02314509699</c:v>
                </c:pt>
                <c:pt idx="185">
                  <c:v>192547.77204585201</c:v>
                </c:pt>
                <c:pt idx="186">
                  <c:v>193173.72892623601</c:v>
                </c:pt>
                <c:pt idx="187">
                  <c:v>191598.45555844001</c:v>
                </c:pt>
                <c:pt idx="188">
                  <c:v>188285.61887165101</c:v>
                </c:pt>
                <c:pt idx="189">
                  <c:v>185129.11831112401</c:v>
                </c:pt>
                <c:pt idx="190">
                  <c:v>192554.314858889</c:v>
                </c:pt>
                <c:pt idx="191">
                  <c:v>196635.999319978</c:v>
                </c:pt>
                <c:pt idx="192">
                  <c:v>194410.197163025</c:v>
                </c:pt>
                <c:pt idx="193">
                  <c:v>194812.27987810699</c:v>
                </c:pt>
                <c:pt idx="194">
                  <c:v>192243.53086757599</c:v>
                </c:pt>
                <c:pt idx="195">
                  <c:v>189094.89357406899</c:v>
                </c:pt>
                <c:pt idx="196">
                  <c:v>190969.17992918901</c:v>
                </c:pt>
                <c:pt idx="197">
                  <c:v>190984.89718486799</c:v>
                </c:pt>
                <c:pt idx="198">
                  <c:v>194271.093126869</c:v>
                </c:pt>
                <c:pt idx="199">
                  <c:v>200424.076354035</c:v>
                </c:pt>
                <c:pt idx="200">
                  <c:v>204140.397734684</c:v>
                </c:pt>
                <c:pt idx="201">
                  <c:v>201138.93640265701</c:v>
                </c:pt>
                <c:pt idx="202">
                  <c:v>203011.65921126201</c:v>
                </c:pt>
                <c:pt idx="203">
                  <c:v>203143.69855573401</c:v>
                </c:pt>
                <c:pt idx="204">
                  <c:v>204786.405710352</c:v>
                </c:pt>
                <c:pt idx="205">
                  <c:v>204697.56119199499</c:v>
                </c:pt>
                <c:pt idx="206">
                  <c:v>206909.07828448401</c:v>
                </c:pt>
                <c:pt idx="207">
                  <c:v>208760.868548934</c:v>
                </c:pt>
                <c:pt idx="208">
                  <c:v>209627.408566723</c:v>
                </c:pt>
                <c:pt idx="209">
                  <c:v>210142.29514407599</c:v>
                </c:pt>
                <c:pt idx="210">
                  <c:v>211663.07143435301</c:v>
                </c:pt>
                <c:pt idx="211">
                  <c:v>213852.48608920901</c:v>
                </c:pt>
                <c:pt idx="212">
                  <c:v>210133.19330438599</c:v>
                </c:pt>
                <c:pt idx="213">
                  <c:v>210503.49250201299</c:v>
                </c:pt>
                <c:pt idx="214">
                  <c:v>209796.04457765399</c:v>
                </c:pt>
                <c:pt idx="215">
                  <c:v>214266.141277627</c:v>
                </c:pt>
                <c:pt idx="216">
                  <c:v>216288.93495154299</c:v>
                </c:pt>
                <c:pt idx="217">
                  <c:v>215887.835519371</c:v>
                </c:pt>
                <c:pt idx="218">
                  <c:v>214670.733548235</c:v>
                </c:pt>
                <c:pt idx="219">
                  <c:v>216417.23657135601</c:v>
                </c:pt>
                <c:pt idx="220">
                  <c:v>217326.533705329</c:v>
                </c:pt>
                <c:pt idx="221">
                  <c:v>216293.24815560601</c:v>
                </c:pt>
                <c:pt idx="222">
                  <c:v>218391.10859702801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398-1A4B-BC4E-1C2FE33B044D}"/>
            </c:ext>
          </c:extLst>
        </c:ser>
        <c:ser>
          <c:idx val="1"/>
          <c:order val="1"/>
          <c:tx>
            <c:strRef>
              <c:f>Compiled!$C$1</c:f>
              <c:strCache>
                <c:ptCount val="1"/>
                <c:pt idx="0">
                  <c:v>Bank Indonesia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22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398-1A4B-BC4E-1C2FE33B044D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Compiled!$A$2:$A$224</c:f>
              <c:numCache>
                <c:formatCode>mmm\-yy</c:formatCode>
                <c:ptCount val="223"/>
                <c:pt idx="0">
                  <c:v>39448</c:v>
                </c:pt>
                <c:pt idx="1">
                  <c:v>39479</c:v>
                </c:pt>
                <c:pt idx="2">
                  <c:v>39508</c:v>
                </c:pt>
                <c:pt idx="3">
                  <c:v>39539</c:v>
                </c:pt>
                <c:pt idx="4">
                  <c:v>39569</c:v>
                </c:pt>
                <c:pt idx="5">
                  <c:v>39600</c:v>
                </c:pt>
                <c:pt idx="6">
                  <c:v>39630</c:v>
                </c:pt>
                <c:pt idx="7">
                  <c:v>39661</c:v>
                </c:pt>
                <c:pt idx="8">
                  <c:v>39692</c:v>
                </c:pt>
                <c:pt idx="9">
                  <c:v>39722</c:v>
                </c:pt>
                <c:pt idx="10">
                  <c:v>39753</c:v>
                </c:pt>
                <c:pt idx="11">
                  <c:v>39783</c:v>
                </c:pt>
                <c:pt idx="12">
                  <c:v>39814</c:v>
                </c:pt>
                <c:pt idx="13">
                  <c:v>39845</c:v>
                </c:pt>
                <c:pt idx="14">
                  <c:v>39873</c:v>
                </c:pt>
                <c:pt idx="15">
                  <c:v>39904</c:v>
                </c:pt>
                <c:pt idx="16">
                  <c:v>39934</c:v>
                </c:pt>
                <c:pt idx="17">
                  <c:v>39965</c:v>
                </c:pt>
                <c:pt idx="18">
                  <c:v>39995</c:v>
                </c:pt>
                <c:pt idx="19">
                  <c:v>40026</c:v>
                </c:pt>
                <c:pt idx="20">
                  <c:v>40057</c:v>
                </c:pt>
                <c:pt idx="21">
                  <c:v>40087</c:v>
                </c:pt>
                <c:pt idx="22">
                  <c:v>40118</c:v>
                </c:pt>
                <c:pt idx="23">
                  <c:v>40148</c:v>
                </c:pt>
                <c:pt idx="24">
                  <c:v>40179</c:v>
                </c:pt>
                <c:pt idx="25">
                  <c:v>40210</c:v>
                </c:pt>
                <c:pt idx="26">
                  <c:v>40238</c:v>
                </c:pt>
                <c:pt idx="27">
                  <c:v>40269</c:v>
                </c:pt>
                <c:pt idx="28">
                  <c:v>40299</c:v>
                </c:pt>
                <c:pt idx="29">
                  <c:v>40330</c:v>
                </c:pt>
                <c:pt idx="30">
                  <c:v>40360</c:v>
                </c:pt>
                <c:pt idx="31">
                  <c:v>40391</c:v>
                </c:pt>
                <c:pt idx="32">
                  <c:v>40422</c:v>
                </c:pt>
                <c:pt idx="33">
                  <c:v>40452</c:v>
                </c:pt>
                <c:pt idx="34">
                  <c:v>40483</c:v>
                </c:pt>
                <c:pt idx="35">
                  <c:v>40513</c:v>
                </c:pt>
                <c:pt idx="36">
                  <c:v>40544</c:v>
                </c:pt>
                <c:pt idx="37">
                  <c:v>40575</c:v>
                </c:pt>
                <c:pt idx="38">
                  <c:v>40603</c:v>
                </c:pt>
                <c:pt idx="39">
                  <c:v>40634</c:v>
                </c:pt>
                <c:pt idx="40">
                  <c:v>40664</c:v>
                </c:pt>
                <c:pt idx="41">
                  <c:v>40695</c:v>
                </c:pt>
                <c:pt idx="42">
                  <c:v>40725</c:v>
                </c:pt>
                <c:pt idx="43">
                  <c:v>40756</c:v>
                </c:pt>
                <c:pt idx="44">
                  <c:v>40787</c:v>
                </c:pt>
                <c:pt idx="45">
                  <c:v>40817</c:v>
                </c:pt>
                <c:pt idx="46">
                  <c:v>40848</c:v>
                </c:pt>
                <c:pt idx="47">
                  <c:v>40878</c:v>
                </c:pt>
                <c:pt idx="48">
                  <c:v>40909</c:v>
                </c:pt>
                <c:pt idx="49">
                  <c:v>40940</c:v>
                </c:pt>
                <c:pt idx="50">
                  <c:v>40969</c:v>
                </c:pt>
                <c:pt idx="51">
                  <c:v>41000</c:v>
                </c:pt>
                <c:pt idx="52">
                  <c:v>41030</c:v>
                </c:pt>
                <c:pt idx="53">
                  <c:v>41061</c:v>
                </c:pt>
                <c:pt idx="54">
                  <c:v>41091</c:v>
                </c:pt>
                <c:pt idx="55">
                  <c:v>41122</c:v>
                </c:pt>
                <c:pt idx="56">
                  <c:v>41153</c:v>
                </c:pt>
                <c:pt idx="57">
                  <c:v>41183</c:v>
                </c:pt>
                <c:pt idx="58">
                  <c:v>41214</c:v>
                </c:pt>
                <c:pt idx="59">
                  <c:v>41244</c:v>
                </c:pt>
                <c:pt idx="60">
                  <c:v>41275</c:v>
                </c:pt>
                <c:pt idx="61">
                  <c:v>41306</c:v>
                </c:pt>
                <c:pt idx="62">
                  <c:v>41334</c:v>
                </c:pt>
                <c:pt idx="63">
                  <c:v>41365</c:v>
                </c:pt>
                <c:pt idx="64">
                  <c:v>41395</c:v>
                </c:pt>
                <c:pt idx="65">
                  <c:v>41426</c:v>
                </c:pt>
                <c:pt idx="66">
                  <c:v>41456</c:v>
                </c:pt>
                <c:pt idx="67">
                  <c:v>41487</c:v>
                </c:pt>
                <c:pt idx="68">
                  <c:v>41518</c:v>
                </c:pt>
                <c:pt idx="69">
                  <c:v>41548</c:v>
                </c:pt>
                <c:pt idx="70">
                  <c:v>41579</c:v>
                </c:pt>
                <c:pt idx="71">
                  <c:v>41609</c:v>
                </c:pt>
                <c:pt idx="72">
                  <c:v>41640</c:v>
                </c:pt>
                <c:pt idx="73">
                  <c:v>41671</c:v>
                </c:pt>
                <c:pt idx="74">
                  <c:v>41699</c:v>
                </c:pt>
                <c:pt idx="75">
                  <c:v>41730</c:v>
                </c:pt>
                <c:pt idx="76">
                  <c:v>41760</c:v>
                </c:pt>
                <c:pt idx="77">
                  <c:v>41791</c:v>
                </c:pt>
                <c:pt idx="78">
                  <c:v>41821</c:v>
                </c:pt>
                <c:pt idx="79">
                  <c:v>41852</c:v>
                </c:pt>
                <c:pt idx="80">
                  <c:v>41883</c:v>
                </c:pt>
                <c:pt idx="81">
                  <c:v>41913</c:v>
                </c:pt>
                <c:pt idx="82">
                  <c:v>41944</c:v>
                </c:pt>
                <c:pt idx="83">
                  <c:v>41974</c:v>
                </c:pt>
                <c:pt idx="84">
                  <c:v>42005</c:v>
                </c:pt>
                <c:pt idx="85">
                  <c:v>42036</c:v>
                </c:pt>
                <c:pt idx="86">
                  <c:v>42064</c:v>
                </c:pt>
                <c:pt idx="87">
                  <c:v>42095</c:v>
                </c:pt>
                <c:pt idx="88">
                  <c:v>42125</c:v>
                </c:pt>
                <c:pt idx="89">
                  <c:v>42156</c:v>
                </c:pt>
                <c:pt idx="90">
                  <c:v>42186</c:v>
                </c:pt>
                <c:pt idx="91">
                  <c:v>42217</c:v>
                </c:pt>
                <c:pt idx="92">
                  <c:v>42248</c:v>
                </c:pt>
                <c:pt idx="93">
                  <c:v>42278</c:v>
                </c:pt>
                <c:pt idx="94">
                  <c:v>42309</c:v>
                </c:pt>
                <c:pt idx="95">
                  <c:v>42339</c:v>
                </c:pt>
                <c:pt idx="96">
                  <c:v>42370</c:v>
                </c:pt>
                <c:pt idx="97">
                  <c:v>42401</c:v>
                </c:pt>
                <c:pt idx="98">
                  <c:v>42430</c:v>
                </c:pt>
                <c:pt idx="99">
                  <c:v>42461</c:v>
                </c:pt>
                <c:pt idx="100">
                  <c:v>42491</c:v>
                </c:pt>
                <c:pt idx="101">
                  <c:v>42522</c:v>
                </c:pt>
                <c:pt idx="102">
                  <c:v>42552</c:v>
                </c:pt>
                <c:pt idx="103">
                  <c:v>42583</c:v>
                </c:pt>
                <c:pt idx="104">
                  <c:v>42614</c:v>
                </c:pt>
                <c:pt idx="105">
                  <c:v>42644</c:v>
                </c:pt>
                <c:pt idx="106">
                  <c:v>42675</c:v>
                </c:pt>
                <c:pt idx="107">
                  <c:v>42705</c:v>
                </c:pt>
                <c:pt idx="108">
                  <c:v>42736</c:v>
                </c:pt>
                <c:pt idx="109">
                  <c:v>42767</c:v>
                </c:pt>
                <c:pt idx="110">
                  <c:v>42795</c:v>
                </c:pt>
                <c:pt idx="111">
                  <c:v>42826</c:v>
                </c:pt>
                <c:pt idx="112">
                  <c:v>42856</c:v>
                </c:pt>
                <c:pt idx="113">
                  <c:v>42887</c:v>
                </c:pt>
                <c:pt idx="114">
                  <c:v>42917</c:v>
                </c:pt>
                <c:pt idx="115">
                  <c:v>42948</c:v>
                </c:pt>
                <c:pt idx="116">
                  <c:v>42979</c:v>
                </c:pt>
                <c:pt idx="117">
                  <c:v>43009</c:v>
                </c:pt>
                <c:pt idx="118">
                  <c:v>43040</c:v>
                </c:pt>
                <c:pt idx="119">
                  <c:v>43070</c:v>
                </c:pt>
                <c:pt idx="120">
                  <c:v>43101</c:v>
                </c:pt>
                <c:pt idx="121">
                  <c:v>43132</c:v>
                </c:pt>
                <c:pt idx="122">
                  <c:v>43160</c:v>
                </c:pt>
                <c:pt idx="123">
                  <c:v>43191</c:v>
                </c:pt>
                <c:pt idx="124">
                  <c:v>43221</c:v>
                </c:pt>
                <c:pt idx="125">
                  <c:v>43252</c:v>
                </c:pt>
                <c:pt idx="126">
                  <c:v>43282</c:v>
                </c:pt>
                <c:pt idx="127">
                  <c:v>43313</c:v>
                </c:pt>
                <c:pt idx="128">
                  <c:v>43344</c:v>
                </c:pt>
                <c:pt idx="129">
                  <c:v>43374</c:v>
                </c:pt>
                <c:pt idx="130">
                  <c:v>43405</c:v>
                </c:pt>
                <c:pt idx="131">
                  <c:v>43435</c:v>
                </c:pt>
                <c:pt idx="132">
                  <c:v>43466</c:v>
                </c:pt>
                <c:pt idx="133">
                  <c:v>43497</c:v>
                </c:pt>
                <c:pt idx="134">
                  <c:v>43525</c:v>
                </c:pt>
                <c:pt idx="135">
                  <c:v>43556</c:v>
                </c:pt>
                <c:pt idx="136">
                  <c:v>43586</c:v>
                </c:pt>
                <c:pt idx="137">
                  <c:v>43617</c:v>
                </c:pt>
                <c:pt idx="138">
                  <c:v>43647</c:v>
                </c:pt>
                <c:pt idx="139">
                  <c:v>43678</c:v>
                </c:pt>
                <c:pt idx="140">
                  <c:v>43709</c:v>
                </c:pt>
                <c:pt idx="141">
                  <c:v>43739</c:v>
                </c:pt>
                <c:pt idx="142">
                  <c:v>43770</c:v>
                </c:pt>
                <c:pt idx="143">
                  <c:v>43800</c:v>
                </c:pt>
                <c:pt idx="144">
                  <c:v>43831</c:v>
                </c:pt>
                <c:pt idx="145">
                  <c:v>43862</c:v>
                </c:pt>
                <c:pt idx="146">
                  <c:v>43891</c:v>
                </c:pt>
                <c:pt idx="147">
                  <c:v>43922</c:v>
                </c:pt>
                <c:pt idx="148">
                  <c:v>43952</c:v>
                </c:pt>
                <c:pt idx="149">
                  <c:v>43983</c:v>
                </c:pt>
                <c:pt idx="150">
                  <c:v>44013</c:v>
                </c:pt>
                <c:pt idx="151">
                  <c:v>44044</c:v>
                </c:pt>
                <c:pt idx="152">
                  <c:v>44075</c:v>
                </c:pt>
                <c:pt idx="153">
                  <c:v>44105</c:v>
                </c:pt>
                <c:pt idx="154">
                  <c:v>44136</c:v>
                </c:pt>
                <c:pt idx="155">
                  <c:v>44166</c:v>
                </c:pt>
                <c:pt idx="156">
                  <c:v>44197</c:v>
                </c:pt>
                <c:pt idx="157">
                  <c:v>44228</c:v>
                </c:pt>
                <c:pt idx="158">
                  <c:v>44256</c:v>
                </c:pt>
                <c:pt idx="159">
                  <c:v>44287</c:v>
                </c:pt>
                <c:pt idx="160">
                  <c:v>44317</c:v>
                </c:pt>
                <c:pt idx="161">
                  <c:v>44348</c:v>
                </c:pt>
                <c:pt idx="162">
                  <c:v>44378</c:v>
                </c:pt>
                <c:pt idx="163">
                  <c:v>44409</c:v>
                </c:pt>
                <c:pt idx="164">
                  <c:v>44440</c:v>
                </c:pt>
                <c:pt idx="165">
                  <c:v>44470</c:v>
                </c:pt>
                <c:pt idx="166">
                  <c:v>44501</c:v>
                </c:pt>
                <c:pt idx="167">
                  <c:v>44531</c:v>
                </c:pt>
                <c:pt idx="168">
                  <c:v>44562</c:v>
                </c:pt>
                <c:pt idx="169">
                  <c:v>44593</c:v>
                </c:pt>
                <c:pt idx="170">
                  <c:v>44621</c:v>
                </c:pt>
                <c:pt idx="171">
                  <c:v>44652</c:v>
                </c:pt>
                <c:pt idx="172">
                  <c:v>44682</c:v>
                </c:pt>
                <c:pt idx="173">
                  <c:v>44713</c:v>
                </c:pt>
                <c:pt idx="174">
                  <c:v>44743</c:v>
                </c:pt>
                <c:pt idx="175">
                  <c:v>44774</c:v>
                </c:pt>
                <c:pt idx="176">
                  <c:v>44805</c:v>
                </c:pt>
                <c:pt idx="177">
                  <c:v>44835</c:v>
                </c:pt>
                <c:pt idx="178">
                  <c:v>44866</c:v>
                </c:pt>
                <c:pt idx="179">
                  <c:v>44896</c:v>
                </c:pt>
                <c:pt idx="180">
                  <c:v>44927</c:v>
                </c:pt>
                <c:pt idx="181">
                  <c:v>44958</c:v>
                </c:pt>
                <c:pt idx="182">
                  <c:v>44986</c:v>
                </c:pt>
                <c:pt idx="183">
                  <c:v>45017</c:v>
                </c:pt>
                <c:pt idx="184">
                  <c:v>45047</c:v>
                </c:pt>
                <c:pt idx="185">
                  <c:v>45078</c:v>
                </c:pt>
                <c:pt idx="186">
                  <c:v>45108</c:v>
                </c:pt>
                <c:pt idx="187">
                  <c:v>45139</c:v>
                </c:pt>
                <c:pt idx="188">
                  <c:v>45170</c:v>
                </c:pt>
                <c:pt idx="189">
                  <c:v>45200</c:v>
                </c:pt>
                <c:pt idx="190">
                  <c:v>45231</c:v>
                </c:pt>
                <c:pt idx="191">
                  <c:v>45261</c:v>
                </c:pt>
                <c:pt idx="192">
                  <c:v>45292</c:v>
                </c:pt>
                <c:pt idx="193">
                  <c:v>45323</c:v>
                </c:pt>
                <c:pt idx="194">
                  <c:v>45352</c:v>
                </c:pt>
                <c:pt idx="195">
                  <c:v>45383</c:v>
                </c:pt>
                <c:pt idx="196">
                  <c:v>45413</c:v>
                </c:pt>
                <c:pt idx="197">
                  <c:v>45444</c:v>
                </c:pt>
                <c:pt idx="198">
                  <c:v>45474</c:v>
                </c:pt>
                <c:pt idx="199">
                  <c:v>45505</c:v>
                </c:pt>
                <c:pt idx="200">
                  <c:v>45536</c:v>
                </c:pt>
                <c:pt idx="201">
                  <c:v>45566</c:v>
                </c:pt>
                <c:pt idx="202">
                  <c:v>45597</c:v>
                </c:pt>
                <c:pt idx="203">
                  <c:v>45627</c:v>
                </c:pt>
                <c:pt idx="204">
                  <c:v>45658</c:v>
                </c:pt>
                <c:pt idx="205">
                  <c:v>45689</c:v>
                </c:pt>
                <c:pt idx="206">
                  <c:v>45717</c:v>
                </c:pt>
                <c:pt idx="207">
                  <c:v>45748</c:v>
                </c:pt>
                <c:pt idx="208">
                  <c:v>45778</c:v>
                </c:pt>
                <c:pt idx="209">
                  <c:v>45809</c:v>
                </c:pt>
                <c:pt idx="210">
                  <c:v>45839</c:v>
                </c:pt>
                <c:pt idx="211">
                  <c:v>45870</c:v>
                </c:pt>
                <c:pt idx="212">
                  <c:v>45901</c:v>
                </c:pt>
                <c:pt idx="213">
                  <c:v>45931</c:v>
                </c:pt>
                <c:pt idx="214">
                  <c:v>45962</c:v>
                </c:pt>
                <c:pt idx="215">
                  <c:v>45992</c:v>
                </c:pt>
                <c:pt idx="216">
                  <c:v>46023</c:v>
                </c:pt>
                <c:pt idx="217">
                  <c:v>46054</c:v>
                </c:pt>
                <c:pt idx="218">
                  <c:v>46082</c:v>
                </c:pt>
                <c:pt idx="219">
                  <c:v>46113</c:v>
                </c:pt>
                <c:pt idx="220">
                  <c:v>46143</c:v>
                </c:pt>
                <c:pt idx="221">
                  <c:v>46174</c:v>
                </c:pt>
                <c:pt idx="222">
                  <c:v>46204</c:v>
                </c:pt>
              </c:numCache>
            </c:numRef>
          </c:cat>
          <c:val>
            <c:numRef>
              <c:f>Compiled!$C$2:$C$224</c:f>
              <c:numCache>
                <c:formatCode>#,##0.0</c:formatCode>
                <c:ptCount val="223"/>
                <c:pt idx="0">
                  <c:v>3542.4569999999999</c:v>
                </c:pt>
                <c:pt idx="1">
                  <c:v>5987.0870000000004</c:v>
                </c:pt>
                <c:pt idx="2">
                  <c:v>4042.067</c:v>
                </c:pt>
                <c:pt idx="3">
                  <c:v>3764.0564907804201</c:v>
                </c:pt>
                <c:pt idx="4">
                  <c:v>2489.0381036929498</c:v>
                </c:pt>
                <c:pt idx="5">
                  <c:v>4342.6780947015504</c:v>
                </c:pt>
                <c:pt idx="6">
                  <c:v>7490.45203042906</c:v>
                </c:pt>
                <c:pt idx="7">
                  <c:v>6141.0996709303199</c:v>
                </c:pt>
                <c:pt idx="8">
                  <c:v>2822.26725413244</c:v>
                </c:pt>
                <c:pt idx="9">
                  <c:v>1229.8460993363201</c:v>
                </c:pt>
                <c:pt idx="10">
                  <c:v>1219.29414721645</c:v>
                </c:pt>
                <c:pt idx="11">
                  <c:v>1464.5290632839001</c:v>
                </c:pt>
                <c:pt idx="12">
                  <c:v>1619.56937686282</c:v>
                </c:pt>
                <c:pt idx="13">
                  <c:v>1336.3707896800199</c:v>
                </c:pt>
                <c:pt idx="14">
                  <c:v>2054.8715546131398</c:v>
                </c:pt>
                <c:pt idx="15">
                  <c:v>2055.2800000000002</c:v>
                </c:pt>
                <c:pt idx="16">
                  <c:v>2866.9079999999999</c:v>
                </c:pt>
                <c:pt idx="17">
                  <c:v>2646.6869999999999</c:v>
                </c:pt>
                <c:pt idx="18">
                  <c:v>4273.4750000000004</c:v>
                </c:pt>
                <c:pt idx="19">
                  <c:v>3041.3890000000001</c:v>
                </c:pt>
                <c:pt idx="20">
                  <c:v>7533.1572426174198</c:v>
                </c:pt>
                <c:pt idx="21">
                  <c:v>8234.5626769260598</c:v>
                </c:pt>
                <c:pt idx="22">
                  <c:v>8696.8084815483599</c:v>
                </c:pt>
                <c:pt idx="23">
                  <c:v>8412.232</c:v>
                </c:pt>
                <c:pt idx="24">
                  <c:v>8983.6940005706892</c:v>
                </c:pt>
                <c:pt idx="25">
                  <c:v>9970.2921859376602</c:v>
                </c:pt>
                <c:pt idx="26">
                  <c:v>10542.9960714142</c:v>
                </c:pt>
                <c:pt idx="27">
                  <c:v>12800.273040304301</c:v>
                </c:pt>
                <c:pt idx="28">
                  <c:v>7490.5993236536897</c:v>
                </c:pt>
                <c:pt idx="29">
                  <c:v>8126.1582535661</c:v>
                </c:pt>
                <c:pt idx="30">
                  <c:v>8338.4375339252201</c:v>
                </c:pt>
                <c:pt idx="31">
                  <c:v>11059.658942538599</c:v>
                </c:pt>
                <c:pt idx="32">
                  <c:v>12398.4239277243</c:v>
                </c:pt>
                <c:pt idx="33">
                  <c:v>13376.199969523101</c:v>
                </c:pt>
                <c:pt idx="34">
                  <c:v>11493.0755875713</c:v>
                </c:pt>
                <c:pt idx="35">
                  <c:v>11763.898055864</c:v>
                </c:pt>
                <c:pt idx="36">
                  <c:v>10886.721592243801</c:v>
                </c:pt>
                <c:pt idx="37">
                  <c:v>13069.9386757554</c:v>
                </c:pt>
                <c:pt idx="38">
                  <c:v>14900.197140563499</c:v>
                </c:pt>
                <c:pt idx="39">
                  <c:v>16350.697690312199</c:v>
                </c:pt>
                <c:pt idx="40">
                  <c:v>15088.0154688238</c:v>
                </c:pt>
                <c:pt idx="41">
                  <c:v>13221.799561535599</c:v>
                </c:pt>
                <c:pt idx="42">
                  <c:v>13157.0251186436</c:v>
                </c:pt>
                <c:pt idx="43">
                  <c:v>12453.4710398807</c:v>
                </c:pt>
                <c:pt idx="44">
                  <c:v>10271.964414583201</c:v>
                </c:pt>
                <c:pt idx="45">
                  <c:v>9272.6677306364109</c:v>
                </c:pt>
                <c:pt idx="46">
                  <c:v>7914.5405625724397</c:v>
                </c:pt>
                <c:pt idx="47">
                  <c:v>6215.2489734679702</c:v>
                </c:pt>
                <c:pt idx="48">
                  <c:v>6303.4902622986701</c:v>
                </c:pt>
                <c:pt idx="49">
                  <c:v>6387.7491353241903</c:v>
                </c:pt>
                <c:pt idx="50">
                  <c:v>5880.2190599636797</c:v>
                </c:pt>
                <c:pt idx="51">
                  <c:v>5897.3491639222602</c:v>
                </c:pt>
                <c:pt idx="52">
                  <c:v>5408.9478005822602</c:v>
                </c:pt>
                <c:pt idx="53">
                  <c:v>5298.0906021675701</c:v>
                </c:pt>
                <c:pt idx="54">
                  <c:v>5320.7110481770496</c:v>
                </c:pt>
                <c:pt idx="55">
                  <c:v>5417.0213051935798</c:v>
                </c:pt>
                <c:pt idx="56">
                  <c:v>5603.3506141942898</c:v>
                </c:pt>
                <c:pt idx="57">
                  <c:v>9879.7144035621895</c:v>
                </c:pt>
                <c:pt idx="58">
                  <c:v>9731.7450866371291</c:v>
                </c:pt>
                <c:pt idx="59">
                  <c:v>9931.7817386139104</c:v>
                </c:pt>
                <c:pt idx="60">
                  <c:v>10274.538065119201</c:v>
                </c:pt>
                <c:pt idx="61">
                  <c:v>9925.0359992405592</c:v>
                </c:pt>
                <c:pt idx="62">
                  <c:v>10004.2696366809</c:v>
                </c:pt>
                <c:pt idx="63">
                  <c:v>10327.471839084101</c:v>
                </c:pt>
                <c:pt idx="64">
                  <c:v>10207.845402229799</c:v>
                </c:pt>
                <c:pt idx="65">
                  <c:v>9122.2331053580001</c:v>
                </c:pt>
                <c:pt idx="66">
                  <c:v>10190.6853993102</c:v>
                </c:pt>
                <c:pt idx="67">
                  <c:v>9234.7111511122293</c:v>
                </c:pt>
                <c:pt idx="68">
                  <c:v>9622.2254844973795</c:v>
                </c:pt>
                <c:pt idx="69">
                  <c:v>9454.6886250203406</c:v>
                </c:pt>
                <c:pt idx="70">
                  <c:v>9173.0094855912703</c:v>
                </c:pt>
                <c:pt idx="71">
                  <c:v>9254.6426692310306</c:v>
                </c:pt>
                <c:pt idx="72">
                  <c:v>9045.3910014970406</c:v>
                </c:pt>
                <c:pt idx="73">
                  <c:v>7118.83505669856</c:v>
                </c:pt>
                <c:pt idx="74">
                  <c:v>8106.9025311539699</c:v>
                </c:pt>
                <c:pt idx="75">
                  <c:v>8430.3376622179803</c:v>
                </c:pt>
                <c:pt idx="76">
                  <c:v>9064.1303182033898</c:v>
                </c:pt>
                <c:pt idx="77">
                  <c:v>9467.0715059333397</c:v>
                </c:pt>
                <c:pt idx="78">
                  <c:v>8366.3608781948406</c:v>
                </c:pt>
                <c:pt idx="79">
                  <c:v>8095.3518435116903</c:v>
                </c:pt>
                <c:pt idx="80">
                  <c:v>7528.0897898666599</c:v>
                </c:pt>
                <c:pt idx="81">
                  <c:v>6616.4764788959301</c:v>
                </c:pt>
                <c:pt idx="82">
                  <c:v>6565.0861819414104</c:v>
                </c:pt>
                <c:pt idx="83">
                  <c:v>5930.0287250616402</c:v>
                </c:pt>
                <c:pt idx="84">
                  <c:v>5962.8675419148603</c:v>
                </c:pt>
                <c:pt idx="85">
                  <c:v>5480.5618060388297</c:v>
                </c:pt>
                <c:pt idx="86">
                  <c:v>4932.7585532561998</c:v>
                </c:pt>
                <c:pt idx="87">
                  <c:v>4903.6604557185201</c:v>
                </c:pt>
                <c:pt idx="88">
                  <c:v>5171.1229144940498</c:v>
                </c:pt>
                <c:pt idx="89">
                  <c:v>5155.49270242686</c:v>
                </c:pt>
                <c:pt idx="90">
                  <c:v>5040.5410175864099</c:v>
                </c:pt>
                <c:pt idx="91">
                  <c:v>5201.6140979333904</c:v>
                </c:pt>
                <c:pt idx="92">
                  <c:v>5143.3742252731699</c:v>
                </c:pt>
                <c:pt idx="93">
                  <c:v>5113.3092451928496</c:v>
                </c:pt>
                <c:pt idx="94">
                  <c:v>5100.4802837963198</c:v>
                </c:pt>
                <c:pt idx="95">
                  <c:v>5212.21209949277</c:v>
                </c:pt>
                <c:pt idx="96">
                  <c:v>5053.8706151200004</c:v>
                </c:pt>
                <c:pt idx="97">
                  <c:v>5080.5478943021499</c:v>
                </c:pt>
                <c:pt idx="98">
                  <c:v>5149.11435656719</c:v>
                </c:pt>
                <c:pt idx="99">
                  <c:v>5456.7328080995703</c:v>
                </c:pt>
                <c:pt idx="100">
                  <c:v>5180.5519054054203</c:v>
                </c:pt>
                <c:pt idx="101">
                  <c:v>5432.7161361768103</c:v>
                </c:pt>
                <c:pt idx="102">
                  <c:v>5315.9888689571399</c:v>
                </c:pt>
                <c:pt idx="103">
                  <c:v>4534.1536036372099</c:v>
                </c:pt>
                <c:pt idx="104">
                  <c:v>3922.8259080302601</c:v>
                </c:pt>
                <c:pt idx="105">
                  <c:v>3851.9038327363601</c:v>
                </c:pt>
                <c:pt idx="106">
                  <c:v>3521.3480553306399</c:v>
                </c:pt>
                <c:pt idx="107">
                  <c:v>3408.2234728655999</c:v>
                </c:pt>
                <c:pt idx="108">
                  <c:v>3987.9414918939301</c:v>
                </c:pt>
                <c:pt idx="109">
                  <c:v>3928.6432640047701</c:v>
                </c:pt>
                <c:pt idx="110">
                  <c:v>3944.86055351615</c:v>
                </c:pt>
                <c:pt idx="111">
                  <c:v>3991.65959437533</c:v>
                </c:pt>
                <c:pt idx="112">
                  <c:v>4124.39569352122</c:v>
                </c:pt>
                <c:pt idx="113">
                  <c:v>4003.5547907415398</c:v>
                </c:pt>
                <c:pt idx="114">
                  <c:v>3955.5224722938501</c:v>
                </c:pt>
                <c:pt idx="115">
                  <c:v>3783.86974538718</c:v>
                </c:pt>
                <c:pt idx="116">
                  <c:v>3534.3299979246999</c:v>
                </c:pt>
                <c:pt idx="117">
                  <c:v>3424.68207327344</c:v>
                </c:pt>
                <c:pt idx="118">
                  <c:v>3468.54284141055</c:v>
                </c:pt>
                <c:pt idx="119">
                  <c:v>3303.6913023775301</c:v>
                </c:pt>
                <c:pt idx="120">
                  <c:v>3174.9398601211301</c:v>
                </c:pt>
                <c:pt idx="121">
                  <c:v>3544.0884828037902</c:v>
                </c:pt>
                <c:pt idx="122">
                  <c:v>3548.0311808331599</c:v>
                </c:pt>
                <c:pt idx="123">
                  <c:v>3327.4252734325401</c:v>
                </c:pt>
                <c:pt idx="124">
                  <c:v>3278.94836889925</c:v>
                </c:pt>
                <c:pt idx="125">
                  <c:v>3246.8670196006301</c:v>
                </c:pt>
                <c:pt idx="126">
                  <c:v>3426.6856036470099</c:v>
                </c:pt>
                <c:pt idx="127">
                  <c:v>3180.5480837384198</c:v>
                </c:pt>
                <c:pt idx="128">
                  <c:v>3035.0750153121598</c:v>
                </c:pt>
                <c:pt idx="129">
                  <c:v>2982.6393842396901</c:v>
                </c:pt>
                <c:pt idx="130">
                  <c:v>3055.4874859307502</c:v>
                </c:pt>
                <c:pt idx="131">
                  <c:v>3078.30094141261</c:v>
                </c:pt>
                <c:pt idx="132">
                  <c:v>3092.94873331086</c:v>
                </c:pt>
                <c:pt idx="133">
                  <c:v>2982.23304611809</c:v>
                </c:pt>
                <c:pt idx="134">
                  <c:v>2779.7990373717098</c:v>
                </c:pt>
                <c:pt idx="135">
                  <c:v>3033.8692902816701</c:v>
                </c:pt>
                <c:pt idx="136">
                  <c:v>2953.8065284624399</c:v>
                </c:pt>
                <c:pt idx="137">
                  <c:v>2995.6548949794101</c:v>
                </c:pt>
                <c:pt idx="138">
                  <c:v>2981.55079176564</c:v>
                </c:pt>
                <c:pt idx="139">
                  <c:v>2774.9581932535698</c:v>
                </c:pt>
                <c:pt idx="140">
                  <c:v>2783.1484533165499</c:v>
                </c:pt>
                <c:pt idx="141">
                  <c:v>2784.0153844780698</c:v>
                </c:pt>
                <c:pt idx="142">
                  <c:v>2722.9970190173299</c:v>
                </c:pt>
                <c:pt idx="143">
                  <c:v>2996.2795752144102</c:v>
                </c:pt>
                <c:pt idx="144">
                  <c:v>2818.7103758972098</c:v>
                </c:pt>
                <c:pt idx="145">
                  <c:v>2716.6766394289898</c:v>
                </c:pt>
                <c:pt idx="146">
                  <c:v>2801.76310417473</c:v>
                </c:pt>
                <c:pt idx="147">
                  <c:v>2721.3607539516902</c:v>
                </c:pt>
                <c:pt idx="148">
                  <c:v>2725.1596472116598</c:v>
                </c:pt>
                <c:pt idx="149">
                  <c:v>2753.8260783168398</c:v>
                </c:pt>
                <c:pt idx="150">
                  <c:v>2793.0326369229001</c:v>
                </c:pt>
                <c:pt idx="151">
                  <c:v>2815.87919353086</c:v>
                </c:pt>
                <c:pt idx="152">
                  <c:v>2793.9650424085298</c:v>
                </c:pt>
                <c:pt idx="153">
                  <c:v>2813.5666353435499</c:v>
                </c:pt>
                <c:pt idx="154">
                  <c:v>2829.35570337646</c:v>
                </c:pt>
                <c:pt idx="155">
                  <c:v>2870.8664800040401</c:v>
                </c:pt>
                <c:pt idx="156">
                  <c:v>2867.5908559776299</c:v>
                </c:pt>
                <c:pt idx="157">
                  <c:v>2882.7000382870001</c:v>
                </c:pt>
                <c:pt idx="158">
                  <c:v>2823.11012077839</c:v>
                </c:pt>
                <c:pt idx="159">
                  <c:v>2864.5101756632198</c:v>
                </c:pt>
                <c:pt idx="160">
                  <c:v>2869.6412741009499</c:v>
                </c:pt>
                <c:pt idx="161">
                  <c:v>2836.32888637523</c:v>
                </c:pt>
                <c:pt idx="162">
                  <c:v>2837.6582819535702</c:v>
                </c:pt>
                <c:pt idx="163">
                  <c:v>9166.1075373609601</c:v>
                </c:pt>
                <c:pt idx="164">
                  <c:v>9107.7867495099508</c:v>
                </c:pt>
                <c:pt idx="165">
                  <c:v>9107.6409387047606</c:v>
                </c:pt>
                <c:pt idx="166">
                  <c:v>9008.4402727713696</c:v>
                </c:pt>
                <c:pt idx="167">
                  <c:v>9030.2344420123009</c:v>
                </c:pt>
                <c:pt idx="168">
                  <c:v>8960.8119884504995</c:v>
                </c:pt>
                <c:pt idx="169">
                  <c:v>8982.9701266373595</c:v>
                </c:pt>
                <c:pt idx="170">
                  <c:v>8912.67639909844</c:v>
                </c:pt>
                <c:pt idx="171">
                  <c:v>8689.9077283315401</c:v>
                </c:pt>
                <c:pt idx="172">
                  <c:v>8692.9433404837291</c:v>
                </c:pt>
                <c:pt idx="173">
                  <c:v>8587.9768079941296</c:v>
                </c:pt>
                <c:pt idx="174">
                  <c:v>8485.0445494883206</c:v>
                </c:pt>
                <c:pt idx="175">
                  <c:v>8403.2157852674009</c:v>
                </c:pt>
                <c:pt idx="176">
                  <c:v>8221.5751494368196</c:v>
                </c:pt>
                <c:pt idx="177">
                  <c:v>8282.73135240587</c:v>
                </c:pt>
                <c:pt idx="178">
                  <c:v>8580.0573915942605</c:v>
                </c:pt>
                <c:pt idx="179">
                  <c:v>9198.2488654332992</c:v>
                </c:pt>
                <c:pt idx="180">
                  <c:v>9344.3689102017997</c:v>
                </c:pt>
                <c:pt idx="181">
                  <c:v>9258.9925287224305</c:v>
                </c:pt>
                <c:pt idx="182">
                  <c:v>9396.0859472129105</c:v>
                </c:pt>
                <c:pt idx="183">
                  <c:v>9423.1769908349706</c:v>
                </c:pt>
                <c:pt idx="184">
                  <c:v>9268.1014095185401</c:v>
                </c:pt>
                <c:pt idx="185">
                  <c:v>9289.0566018379395</c:v>
                </c:pt>
                <c:pt idx="186">
                  <c:v>9365.0986720135206</c:v>
                </c:pt>
                <c:pt idx="187">
                  <c:v>9271.4550967219802</c:v>
                </c:pt>
                <c:pt idx="188">
                  <c:v>9446.8594928476195</c:v>
                </c:pt>
                <c:pt idx="189">
                  <c:v>10100.9178594855</c:v>
                </c:pt>
                <c:pt idx="190">
                  <c:v>12079.872381924701</c:v>
                </c:pt>
                <c:pt idx="191">
                  <c:v>13434.425372977201</c:v>
                </c:pt>
                <c:pt idx="192">
                  <c:v>14609.836590200801</c:v>
                </c:pt>
                <c:pt idx="193">
                  <c:v>15020.2394375568</c:v>
                </c:pt>
                <c:pt idx="194">
                  <c:v>14617.5283676709</c:v>
                </c:pt>
                <c:pt idx="195">
                  <c:v>13995.084826013899</c:v>
                </c:pt>
                <c:pt idx="196">
                  <c:v>18783.825039893101</c:v>
                </c:pt>
                <c:pt idx="197">
                  <c:v>21111.8529363372</c:v>
                </c:pt>
                <c:pt idx="198">
                  <c:v>24821.998151993401</c:v>
                </c:pt>
                <c:pt idx="199">
                  <c:v>26785.8182541768</c:v>
                </c:pt>
                <c:pt idx="200">
                  <c:v>27649.005681553499</c:v>
                </c:pt>
                <c:pt idx="201">
                  <c:v>27151.187903868999</c:v>
                </c:pt>
                <c:pt idx="202">
                  <c:v>26462.173195541101</c:v>
                </c:pt>
                <c:pt idx="203">
                  <c:v>27597.321432362402</c:v>
                </c:pt>
                <c:pt idx="204">
                  <c:v>28334.894424994302</c:v>
                </c:pt>
                <c:pt idx="205">
                  <c:v>27650.511268064201</c:v>
                </c:pt>
                <c:pt idx="206">
                  <c:v>28023.514488077399</c:v>
                </c:pt>
                <c:pt idx="207">
                  <c:v>27996.597365928399</c:v>
                </c:pt>
                <c:pt idx="208">
                  <c:v>29542.069109026699</c:v>
                </c:pt>
                <c:pt idx="209">
                  <c:v>28291.1271537055</c:v>
                </c:pt>
                <c:pt idx="210">
                  <c:v>25254.251900484101</c:v>
                </c:pt>
                <c:pt idx="211">
                  <c:v>23886.275092547101</c:v>
                </c:pt>
                <c:pt idx="212">
                  <c:v>22961.4669380421</c:v>
                </c:pt>
                <c:pt idx="213">
                  <c:v>22717.161093660801</c:v>
                </c:pt>
                <c:pt idx="214">
                  <c:v>22819.987203254099</c:v>
                </c:pt>
                <c:pt idx="215">
                  <c:v>24674.442263414501</c:v>
                </c:pt>
                <c:pt idx="216">
                  <c:v>25459.6623393472</c:v>
                </c:pt>
                <c:pt idx="217">
                  <c:v>28294.686723605701</c:v>
                </c:pt>
                <c:pt idx="218">
                  <c:v>27263.084321884799</c:v>
                </c:pt>
                <c:pt idx="219">
                  <c:v>30109.0664429313</c:v>
                </c:pt>
                <c:pt idx="220">
                  <c:v>31148.580063661699</c:v>
                </c:pt>
                <c:pt idx="221">
                  <c:v>42458.778830071002</c:v>
                </c:pt>
                <c:pt idx="222">
                  <c:v>41891.799408747298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398-1A4B-BC4E-1C2FE33B044D}"/>
            </c:ext>
          </c:extLst>
        </c:ser>
        <c:ser>
          <c:idx val="2"/>
          <c:order val="2"/>
          <c:tx>
            <c:strRef>
              <c:f>Compiled!$D$1</c:f>
              <c:strCache>
                <c:ptCount val="1"/>
                <c:pt idx="0">
                  <c:v>Swasta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222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398-1A4B-BC4E-1C2FE33B044D}"/>
                </c:ext>
              </c:extLst>
            </c:dLbl>
            <c:spPr>
              <a:solidFill>
                <a:schemeClr val="accent3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Compiled!$A$2:$A$224</c:f>
              <c:numCache>
                <c:formatCode>mmm\-yy</c:formatCode>
                <c:ptCount val="223"/>
                <c:pt idx="0">
                  <c:v>39448</c:v>
                </c:pt>
                <c:pt idx="1">
                  <c:v>39479</c:v>
                </c:pt>
                <c:pt idx="2">
                  <c:v>39508</c:v>
                </c:pt>
                <c:pt idx="3">
                  <c:v>39539</c:v>
                </c:pt>
                <c:pt idx="4">
                  <c:v>39569</c:v>
                </c:pt>
                <c:pt idx="5">
                  <c:v>39600</c:v>
                </c:pt>
                <c:pt idx="6">
                  <c:v>39630</c:v>
                </c:pt>
                <c:pt idx="7">
                  <c:v>39661</c:v>
                </c:pt>
                <c:pt idx="8">
                  <c:v>39692</c:v>
                </c:pt>
                <c:pt idx="9">
                  <c:v>39722</c:v>
                </c:pt>
                <c:pt idx="10">
                  <c:v>39753</c:v>
                </c:pt>
                <c:pt idx="11">
                  <c:v>39783</c:v>
                </c:pt>
                <c:pt idx="12">
                  <c:v>39814</c:v>
                </c:pt>
                <c:pt idx="13">
                  <c:v>39845</c:v>
                </c:pt>
                <c:pt idx="14">
                  <c:v>39873</c:v>
                </c:pt>
                <c:pt idx="15">
                  <c:v>39904</c:v>
                </c:pt>
                <c:pt idx="16">
                  <c:v>39934</c:v>
                </c:pt>
                <c:pt idx="17">
                  <c:v>39965</c:v>
                </c:pt>
                <c:pt idx="18">
                  <c:v>39995</c:v>
                </c:pt>
                <c:pt idx="19">
                  <c:v>40026</c:v>
                </c:pt>
                <c:pt idx="20">
                  <c:v>40057</c:v>
                </c:pt>
                <c:pt idx="21">
                  <c:v>40087</c:v>
                </c:pt>
                <c:pt idx="22">
                  <c:v>40118</c:v>
                </c:pt>
                <c:pt idx="23">
                  <c:v>40148</c:v>
                </c:pt>
                <c:pt idx="24">
                  <c:v>40179</c:v>
                </c:pt>
                <c:pt idx="25">
                  <c:v>40210</c:v>
                </c:pt>
                <c:pt idx="26">
                  <c:v>40238</c:v>
                </c:pt>
                <c:pt idx="27">
                  <c:v>40269</c:v>
                </c:pt>
                <c:pt idx="28">
                  <c:v>40299</c:v>
                </c:pt>
                <c:pt idx="29">
                  <c:v>40330</c:v>
                </c:pt>
                <c:pt idx="30">
                  <c:v>40360</c:v>
                </c:pt>
                <c:pt idx="31">
                  <c:v>40391</c:v>
                </c:pt>
                <c:pt idx="32">
                  <c:v>40422</c:v>
                </c:pt>
                <c:pt idx="33">
                  <c:v>40452</c:v>
                </c:pt>
                <c:pt idx="34">
                  <c:v>40483</c:v>
                </c:pt>
                <c:pt idx="35">
                  <c:v>40513</c:v>
                </c:pt>
                <c:pt idx="36">
                  <c:v>40544</c:v>
                </c:pt>
                <c:pt idx="37">
                  <c:v>40575</c:v>
                </c:pt>
                <c:pt idx="38">
                  <c:v>40603</c:v>
                </c:pt>
                <c:pt idx="39">
                  <c:v>40634</c:v>
                </c:pt>
                <c:pt idx="40">
                  <c:v>40664</c:v>
                </c:pt>
                <c:pt idx="41">
                  <c:v>40695</c:v>
                </c:pt>
                <c:pt idx="42">
                  <c:v>40725</c:v>
                </c:pt>
                <c:pt idx="43">
                  <c:v>40756</c:v>
                </c:pt>
                <c:pt idx="44">
                  <c:v>40787</c:v>
                </c:pt>
                <c:pt idx="45">
                  <c:v>40817</c:v>
                </c:pt>
                <c:pt idx="46">
                  <c:v>40848</c:v>
                </c:pt>
                <c:pt idx="47">
                  <c:v>40878</c:v>
                </c:pt>
                <c:pt idx="48">
                  <c:v>40909</c:v>
                </c:pt>
                <c:pt idx="49">
                  <c:v>40940</c:v>
                </c:pt>
                <c:pt idx="50">
                  <c:v>40969</c:v>
                </c:pt>
                <c:pt idx="51">
                  <c:v>41000</c:v>
                </c:pt>
                <c:pt idx="52">
                  <c:v>41030</c:v>
                </c:pt>
                <c:pt idx="53">
                  <c:v>41061</c:v>
                </c:pt>
                <c:pt idx="54">
                  <c:v>41091</c:v>
                </c:pt>
                <c:pt idx="55">
                  <c:v>41122</c:v>
                </c:pt>
                <c:pt idx="56">
                  <c:v>41153</c:v>
                </c:pt>
                <c:pt idx="57">
                  <c:v>41183</c:v>
                </c:pt>
                <c:pt idx="58">
                  <c:v>41214</c:v>
                </c:pt>
                <c:pt idx="59">
                  <c:v>41244</c:v>
                </c:pt>
                <c:pt idx="60">
                  <c:v>41275</c:v>
                </c:pt>
                <c:pt idx="61">
                  <c:v>41306</c:v>
                </c:pt>
                <c:pt idx="62">
                  <c:v>41334</c:v>
                </c:pt>
                <c:pt idx="63">
                  <c:v>41365</c:v>
                </c:pt>
                <c:pt idx="64">
                  <c:v>41395</c:v>
                </c:pt>
                <c:pt idx="65">
                  <c:v>41426</c:v>
                </c:pt>
                <c:pt idx="66">
                  <c:v>41456</c:v>
                </c:pt>
                <c:pt idx="67">
                  <c:v>41487</c:v>
                </c:pt>
                <c:pt idx="68">
                  <c:v>41518</c:v>
                </c:pt>
                <c:pt idx="69">
                  <c:v>41548</c:v>
                </c:pt>
                <c:pt idx="70">
                  <c:v>41579</c:v>
                </c:pt>
                <c:pt idx="71">
                  <c:v>41609</c:v>
                </c:pt>
                <c:pt idx="72">
                  <c:v>41640</c:v>
                </c:pt>
                <c:pt idx="73">
                  <c:v>41671</c:v>
                </c:pt>
                <c:pt idx="74">
                  <c:v>41699</c:v>
                </c:pt>
                <c:pt idx="75">
                  <c:v>41730</c:v>
                </c:pt>
                <c:pt idx="76">
                  <c:v>41760</c:v>
                </c:pt>
                <c:pt idx="77">
                  <c:v>41791</c:v>
                </c:pt>
                <c:pt idx="78">
                  <c:v>41821</c:v>
                </c:pt>
                <c:pt idx="79">
                  <c:v>41852</c:v>
                </c:pt>
                <c:pt idx="80">
                  <c:v>41883</c:v>
                </c:pt>
                <c:pt idx="81">
                  <c:v>41913</c:v>
                </c:pt>
                <c:pt idx="82">
                  <c:v>41944</c:v>
                </c:pt>
                <c:pt idx="83">
                  <c:v>41974</c:v>
                </c:pt>
                <c:pt idx="84">
                  <c:v>42005</c:v>
                </c:pt>
                <c:pt idx="85">
                  <c:v>42036</c:v>
                </c:pt>
                <c:pt idx="86">
                  <c:v>42064</c:v>
                </c:pt>
                <c:pt idx="87">
                  <c:v>42095</c:v>
                </c:pt>
                <c:pt idx="88">
                  <c:v>42125</c:v>
                </c:pt>
                <c:pt idx="89">
                  <c:v>42156</c:v>
                </c:pt>
                <c:pt idx="90">
                  <c:v>42186</c:v>
                </c:pt>
                <c:pt idx="91">
                  <c:v>42217</c:v>
                </c:pt>
                <c:pt idx="92">
                  <c:v>42248</c:v>
                </c:pt>
                <c:pt idx="93">
                  <c:v>42278</c:v>
                </c:pt>
                <c:pt idx="94">
                  <c:v>42309</c:v>
                </c:pt>
                <c:pt idx="95">
                  <c:v>42339</c:v>
                </c:pt>
                <c:pt idx="96">
                  <c:v>42370</c:v>
                </c:pt>
                <c:pt idx="97">
                  <c:v>42401</c:v>
                </c:pt>
                <c:pt idx="98">
                  <c:v>42430</c:v>
                </c:pt>
                <c:pt idx="99">
                  <c:v>42461</c:v>
                </c:pt>
                <c:pt idx="100">
                  <c:v>42491</c:v>
                </c:pt>
                <c:pt idx="101">
                  <c:v>42522</c:v>
                </c:pt>
                <c:pt idx="102">
                  <c:v>42552</c:v>
                </c:pt>
                <c:pt idx="103">
                  <c:v>42583</c:v>
                </c:pt>
                <c:pt idx="104">
                  <c:v>42614</c:v>
                </c:pt>
                <c:pt idx="105">
                  <c:v>42644</c:v>
                </c:pt>
                <c:pt idx="106">
                  <c:v>42675</c:v>
                </c:pt>
                <c:pt idx="107">
                  <c:v>42705</c:v>
                </c:pt>
                <c:pt idx="108">
                  <c:v>42736</c:v>
                </c:pt>
                <c:pt idx="109">
                  <c:v>42767</c:v>
                </c:pt>
                <c:pt idx="110">
                  <c:v>42795</c:v>
                </c:pt>
                <c:pt idx="111">
                  <c:v>42826</c:v>
                </c:pt>
                <c:pt idx="112">
                  <c:v>42856</c:v>
                </c:pt>
                <c:pt idx="113">
                  <c:v>42887</c:v>
                </c:pt>
                <c:pt idx="114">
                  <c:v>42917</c:v>
                </c:pt>
                <c:pt idx="115">
                  <c:v>42948</c:v>
                </c:pt>
                <c:pt idx="116">
                  <c:v>42979</c:v>
                </c:pt>
                <c:pt idx="117">
                  <c:v>43009</c:v>
                </c:pt>
                <c:pt idx="118">
                  <c:v>43040</c:v>
                </c:pt>
                <c:pt idx="119">
                  <c:v>43070</c:v>
                </c:pt>
                <c:pt idx="120">
                  <c:v>43101</c:v>
                </c:pt>
                <c:pt idx="121">
                  <c:v>43132</c:v>
                </c:pt>
                <c:pt idx="122">
                  <c:v>43160</c:v>
                </c:pt>
                <c:pt idx="123">
                  <c:v>43191</c:v>
                </c:pt>
                <c:pt idx="124">
                  <c:v>43221</c:v>
                </c:pt>
                <c:pt idx="125">
                  <c:v>43252</c:v>
                </c:pt>
                <c:pt idx="126">
                  <c:v>43282</c:v>
                </c:pt>
                <c:pt idx="127">
                  <c:v>43313</c:v>
                </c:pt>
                <c:pt idx="128">
                  <c:v>43344</c:v>
                </c:pt>
                <c:pt idx="129">
                  <c:v>43374</c:v>
                </c:pt>
                <c:pt idx="130">
                  <c:v>43405</c:v>
                </c:pt>
                <c:pt idx="131">
                  <c:v>43435</c:v>
                </c:pt>
                <c:pt idx="132">
                  <c:v>43466</c:v>
                </c:pt>
                <c:pt idx="133">
                  <c:v>43497</c:v>
                </c:pt>
                <c:pt idx="134">
                  <c:v>43525</c:v>
                </c:pt>
                <c:pt idx="135">
                  <c:v>43556</c:v>
                </c:pt>
                <c:pt idx="136">
                  <c:v>43586</c:v>
                </c:pt>
                <c:pt idx="137">
                  <c:v>43617</c:v>
                </c:pt>
                <c:pt idx="138">
                  <c:v>43647</c:v>
                </c:pt>
                <c:pt idx="139">
                  <c:v>43678</c:v>
                </c:pt>
                <c:pt idx="140">
                  <c:v>43709</c:v>
                </c:pt>
                <c:pt idx="141">
                  <c:v>43739</c:v>
                </c:pt>
                <c:pt idx="142">
                  <c:v>43770</c:v>
                </c:pt>
                <c:pt idx="143">
                  <c:v>43800</c:v>
                </c:pt>
                <c:pt idx="144">
                  <c:v>43831</c:v>
                </c:pt>
                <c:pt idx="145">
                  <c:v>43862</c:v>
                </c:pt>
                <c:pt idx="146">
                  <c:v>43891</c:v>
                </c:pt>
                <c:pt idx="147">
                  <c:v>43922</c:v>
                </c:pt>
                <c:pt idx="148">
                  <c:v>43952</c:v>
                </c:pt>
                <c:pt idx="149">
                  <c:v>43983</c:v>
                </c:pt>
                <c:pt idx="150">
                  <c:v>44013</c:v>
                </c:pt>
                <c:pt idx="151">
                  <c:v>44044</c:v>
                </c:pt>
                <c:pt idx="152">
                  <c:v>44075</c:v>
                </c:pt>
                <c:pt idx="153">
                  <c:v>44105</c:v>
                </c:pt>
                <c:pt idx="154">
                  <c:v>44136</c:v>
                </c:pt>
                <c:pt idx="155">
                  <c:v>44166</c:v>
                </c:pt>
                <c:pt idx="156">
                  <c:v>44197</c:v>
                </c:pt>
                <c:pt idx="157">
                  <c:v>44228</c:v>
                </c:pt>
                <c:pt idx="158">
                  <c:v>44256</c:v>
                </c:pt>
                <c:pt idx="159">
                  <c:v>44287</c:v>
                </c:pt>
                <c:pt idx="160">
                  <c:v>44317</c:v>
                </c:pt>
                <c:pt idx="161">
                  <c:v>44348</c:v>
                </c:pt>
                <c:pt idx="162">
                  <c:v>44378</c:v>
                </c:pt>
                <c:pt idx="163">
                  <c:v>44409</c:v>
                </c:pt>
                <c:pt idx="164">
                  <c:v>44440</c:v>
                </c:pt>
                <c:pt idx="165">
                  <c:v>44470</c:v>
                </c:pt>
                <c:pt idx="166">
                  <c:v>44501</c:v>
                </c:pt>
                <c:pt idx="167">
                  <c:v>44531</c:v>
                </c:pt>
                <c:pt idx="168">
                  <c:v>44562</c:v>
                </c:pt>
                <c:pt idx="169">
                  <c:v>44593</c:v>
                </c:pt>
                <c:pt idx="170">
                  <c:v>44621</c:v>
                </c:pt>
                <c:pt idx="171">
                  <c:v>44652</c:v>
                </c:pt>
                <c:pt idx="172">
                  <c:v>44682</c:v>
                </c:pt>
                <c:pt idx="173">
                  <c:v>44713</c:v>
                </c:pt>
                <c:pt idx="174">
                  <c:v>44743</c:v>
                </c:pt>
                <c:pt idx="175">
                  <c:v>44774</c:v>
                </c:pt>
                <c:pt idx="176">
                  <c:v>44805</c:v>
                </c:pt>
                <c:pt idx="177">
                  <c:v>44835</c:v>
                </c:pt>
                <c:pt idx="178">
                  <c:v>44866</c:v>
                </c:pt>
                <c:pt idx="179">
                  <c:v>44896</c:v>
                </c:pt>
                <c:pt idx="180">
                  <c:v>44927</c:v>
                </c:pt>
                <c:pt idx="181">
                  <c:v>44958</c:v>
                </c:pt>
                <c:pt idx="182">
                  <c:v>44986</c:v>
                </c:pt>
                <c:pt idx="183">
                  <c:v>45017</c:v>
                </c:pt>
                <c:pt idx="184">
                  <c:v>45047</c:v>
                </c:pt>
                <c:pt idx="185">
                  <c:v>45078</c:v>
                </c:pt>
                <c:pt idx="186">
                  <c:v>45108</c:v>
                </c:pt>
                <c:pt idx="187">
                  <c:v>45139</c:v>
                </c:pt>
                <c:pt idx="188">
                  <c:v>45170</c:v>
                </c:pt>
                <c:pt idx="189">
                  <c:v>45200</c:v>
                </c:pt>
                <c:pt idx="190">
                  <c:v>45231</c:v>
                </c:pt>
                <c:pt idx="191">
                  <c:v>45261</c:v>
                </c:pt>
                <c:pt idx="192">
                  <c:v>45292</c:v>
                </c:pt>
                <c:pt idx="193">
                  <c:v>45323</c:v>
                </c:pt>
                <c:pt idx="194">
                  <c:v>45352</c:v>
                </c:pt>
                <c:pt idx="195">
                  <c:v>45383</c:v>
                </c:pt>
                <c:pt idx="196">
                  <c:v>45413</c:v>
                </c:pt>
                <c:pt idx="197">
                  <c:v>45444</c:v>
                </c:pt>
                <c:pt idx="198">
                  <c:v>45474</c:v>
                </c:pt>
                <c:pt idx="199">
                  <c:v>45505</c:v>
                </c:pt>
                <c:pt idx="200">
                  <c:v>45536</c:v>
                </c:pt>
                <c:pt idx="201">
                  <c:v>45566</c:v>
                </c:pt>
                <c:pt idx="202">
                  <c:v>45597</c:v>
                </c:pt>
                <c:pt idx="203">
                  <c:v>45627</c:v>
                </c:pt>
                <c:pt idx="204">
                  <c:v>45658</c:v>
                </c:pt>
                <c:pt idx="205">
                  <c:v>45689</c:v>
                </c:pt>
                <c:pt idx="206">
                  <c:v>45717</c:v>
                </c:pt>
                <c:pt idx="207">
                  <c:v>45748</c:v>
                </c:pt>
                <c:pt idx="208">
                  <c:v>45778</c:v>
                </c:pt>
                <c:pt idx="209">
                  <c:v>45809</c:v>
                </c:pt>
                <c:pt idx="210">
                  <c:v>45839</c:v>
                </c:pt>
                <c:pt idx="211">
                  <c:v>45870</c:v>
                </c:pt>
                <c:pt idx="212">
                  <c:v>45901</c:v>
                </c:pt>
                <c:pt idx="213">
                  <c:v>45931</c:v>
                </c:pt>
                <c:pt idx="214">
                  <c:v>45962</c:v>
                </c:pt>
                <c:pt idx="215">
                  <c:v>45992</c:v>
                </c:pt>
                <c:pt idx="216">
                  <c:v>46023</c:v>
                </c:pt>
                <c:pt idx="217">
                  <c:v>46054</c:v>
                </c:pt>
                <c:pt idx="218">
                  <c:v>46082</c:v>
                </c:pt>
                <c:pt idx="219">
                  <c:v>46113</c:v>
                </c:pt>
                <c:pt idx="220">
                  <c:v>46143</c:v>
                </c:pt>
                <c:pt idx="221">
                  <c:v>46174</c:v>
                </c:pt>
                <c:pt idx="222">
                  <c:v>46204</c:v>
                </c:pt>
              </c:numCache>
            </c:numRef>
          </c:cat>
          <c:val>
            <c:numRef>
              <c:f>Compiled!$D$2:$D$224</c:f>
              <c:numCache>
                <c:formatCode>#,##0.0</c:formatCode>
                <c:ptCount val="223"/>
                <c:pt idx="0">
                  <c:v>60596.036999999997</c:v>
                </c:pt>
                <c:pt idx="1">
                  <c:v>61269.331225105801</c:v>
                </c:pt>
                <c:pt idx="2">
                  <c:v>62184.577413922001</c:v>
                </c:pt>
                <c:pt idx="3">
                  <c:v>61927.7621794433</c:v>
                </c:pt>
                <c:pt idx="4">
                  <c:v>62318.507946944701</c:v>
                </c:pt>
                <c:pt idx="5">
                  <c:v>62643.061367899303</c:v>
                </c:pt>
                <c:pt idx="6">
                  <c:v>63838.391000000003</c:v>
                </c:pt>
                <c:pt idx="7">
                  <c:v>64918.396419455297</c:v>
                </c:pt>
                <c:pt idx="8">
                  <c:v>65372.682606597002</c:v>
                </c:pt>
                <c:pt idx="9">
                  <c:v>68316.109430779805</c:v>
                </c:pt>
                <c:pt idx="10">
                  <c:v>66559.9007291827</c:v>
                </c:pt>
                <c:pt idx="11">
                  <c:v>68479.964419148106</c:v>
                </c:pt>
                <c:pt idx="12">
                  <c:v>66086.028695043395</c:v>
                </c:pt>
                <c:pt idx="13">
                  <c:v>66009.244646846593</c:v>
                </c:pt>
                <c:pt idx="14">
                  <c:v>65445.081886627398</c:v>
                </c:pt>
                <c:pt idx="15">
                  <c:v>65113.270536447002</c:v>
                </c:pt>
                <c:pt idx="16">
                  <c:v>65171.244416326103</c:v>
                </c:pt>
                <c:pt idx="17">
                  <c:v>65594.890664999693</c:v>
                </c:pt>
                <c:pt idx="18">
                  <c:v>66186.6128097326</c:v>
                </c:pt>
                <c:pt idx="19">
                  <c:v>68297.009718868605</c:v>
                </c:pt>
                <c:pt idx="20">
                  <c:v>71048.187069720603</c:v>
                </c:pt>
                <c:pt idx="21">
                  <c:v>71926.496053244395</c:v>
                </c:pt>
                <c:pt idx="22">
                  <c:v>74213.656371753095</c:v>
                </c:pt>
                <c:pt idx="23">
                  <c:v>73605.557697490003</c:v>
                </c:pt>
                <c:pt idx="24">
                  <c:v>75199.126515581098</c:v>
                </c:pt>
                <c:pt idx="25">
                  <c:v>74776.199571634002</c:v>
                </c:pt>
                <c:pt idx="26">
                  <c:v>75207.265444594494</c:v>
                </c:pt>
                <c:pt idx="27">
                  <c:v>76866.789525979097</c:v>
                </c:pt>
                <c:pt idx="28">
                  <c:v>77480.762219910204</c:v>
                </c:pt>
                <c:pt idx="29">
                  <c:v>77631.795898060998</c:v>
                </c:pt>
                <c:pt idx="30">
                  <c:v>79645.340779652601</c:v>
                </c:pt>
                <c:pt idx="31">
                  <c:v>79433.864564854302</c:v>
                </c:pt>
                <c:pt idx="32">
                  <c:v>80177.2972239152</c:v>
                </c:pt>
                <c:pt idx="33">
                  <c:v>81421.294926964503</c:v>
                </c:pt>
                <c:pt idx="34">
                  <c:v>82504.342655110304</c:v>
                </c:pt>
                <c:pt idx="35">
                  <c:v>83789.379086157103</c:v>
                </c:pt>
                <c:pt idx="36">
                  <c:v>82685.758053963393</c:v>
                </c:pt>
                <c:pt idx="37">
                  <c:v>83095.864871961006</c:v>
                </c:pt>
                <c:pt idx="38">
                  <c:v>85475.117545215704</c:v>
                </c:pt>
                <c:pt idx="39">
                  <c:v>88202.575900279393</c:v>
                </c:pt>
                <c:pt idx="40">
                  <c:v>91969.800315862303</c:v>
                </c:pt>
                <c:pt idx="41">
                  <c:v>94707.740616099705</c:v>
                </c:pt>
                <c:pt idx="42">
                  <c:v>96497.379988442903</c:v>
                </c:pt>
                <c:pt idx="43">
                  <c:v>100449.523104152</c:v>
                </c:pt>
                <c:pt idx="44">
                  <c:v>101269.96961948799</c:v>
                </c:pt>
                <c:pt idx="45">
                  <c:v>101627.425170268</c:v>
                </c:pt>
                <c:pt idx="46">
                  <c:v>102563.393875318</c:v>
                </c:pt>
                <c:pt idx="47">
                  <c:v>106732.112918488</c:v>
                </c:pt>
                <c:pt idx="48">
                  <c:v>108194.958658237</c:v>
                </c:pt>
                <c:pt idx="49">
                  <c:v>109422.91876117099</c:v>
                </c:pt>
                <c:pt idx="50">
                  <c:v>110377.967361159</c:v>
                </c:pt>
                <c:pt idx="51">
                  <c:v>113912.429103136</c:v>
                </c:pt>
                <c:pt idx="52">
                  <c:v>118483.42360479</c:v>
                </c:pt>
                <c:pt idx="53">
                  <c:v>120750.113968912</c:v>
                </c:pt>
                <c:pt idx="54">
                  <c:v>122262.09211211601</c:v>
                </c:pt>
                <c:pt idx="55">
                  <c:v>122400.069790081</c:v>
                </c:pt>
                <c:pt idx="56">
                  <c:v>123009.062548281</c:v>
                </c:pt>
                <c:pt idx="57">
                  <c:v>122990.784538986</c:v>
                </c:pt>
                <c:pt idx="58">
                  <c:v>124446.435327021</c:v>
                </c:pt>
                <c:pt idx="59">
                  <c:v>126245.483812969</c:v>
                </c:pt>
                <c:pt idx="60">
                  <c:v>126399.909733865</c:v>
                </c:pt>
                <c:pt idx="61">
                  <c:v>128764.690012697</c:v>
                </c:pt>
                <c:pt idx="62">
                  <c:v>130671.06527969601</c:v>
                </c:pt>
                <c:pt idx="63">
                  <c:v>129576.962084849</c:v>
                </c:pt>
                <c:pt idx="64">
                  <c:v>132375.748658294</c:v>
                </c:pt>
                <c:pt idx="65">
                  <c:v>134875.20972606601</c:v>
                </c:pt>
                <c:pt idx="66">
                  <c:v>139162.25455328001</c:v>
                </c:pt>
                <c:pt idx="67">
                  <c:v>139394.122420356</c:v>
                </c:pt>
                <c:pt idx="68">
                  <c:v>139955.31539448601</c:v>
                </c:pt>
                <c:pt idx="69">
                  <c:v>140321.37890596999</c:v>
                </c:pt>
                <c:pt idx="70">
                  <c:v>140013.233506016</c:v>
                </c:pt>
                <c:pt idx="71">
                  <c:v>142109.54979148001</c:v>
                </c:pt>
                <c:pt idx="72">
                  <c:v>142824.04984835701</c:v>
                </c:pt>
                <c:pt idx="73">
                  <c:v>144022.83474107101</c:v>
                </c:pt>
                <c:pt idx="74">
                  <c:v>146322.73312242399</c:v>
                </c:pt>
                <c:pt idx="75">
                  <c:v>146985.69283291299</c:v>
                </c:pt>
                <c:pt idx="76">
                  <c:v>152525.85746488901</c:v>
                </c:pt>
                <c:pt idx="77">
                  <c:v>154140.89409835899</c:v>
                </c:pt>
                <c:pt idx="78">
                  <c:v>157970.133752002</c:v>
                </c:pt>
                <c:pt idx="79">
                  <c:v>156572.761471998</c:v>
                </c:pt>
                <c:pt idx="80">
                  <c:v>160656.20822577801</c:v>
                </c:pt>
                <c:pt idx="81">
                  <c:v>161935.75943948701</c:v>
                </c:pt>
                <c:pt idx="82">
                  <c:v>160544.36404191901</c:v>
                </c:pt>
                <c:pt idx="83">
                  <c:v>163592.272155124</c:v>
                </c:pt>
                <c:pt idx="84">
                  <c:v>165212.470629838</c:v>
                </c:pt>
                <c:pt idx="85">
                  <c:v>165809.67784297501</c:v>
                </c:pt>
                <c:pt idx="86">
                  <c:v>166269.706177193</c:v>
                </c:pt>
                <c:pt idx="87">
                  <c:v>167635.08694261999</c:v>
                </c:pt>
                <c:pt idx="88">
                  <c:v>169769.08823263799</c:v>
                </c:pt>
                <c:pt idx="89">
                  <c:v>170683.95816502199</c:v>
                </c:pt>
                <c:pt idx="90">
                  <c:v>170522.75544490601</c:v>
                </c:pt>
                <c:pt idx="91">
                  <c:v>170561.63802608699</c:v>
                </c:pt>
                <c:pt idx="92">
                  <c:v>168451.89693801399</c:v>
                </c:pt>
                <c:pt idx="93">
                  <c:v>167155.131380926</c:v>
                </c:pt>
                <c:pt idx="94">
                  <c:v>167293.17494237001</c:v>
                </c:pt>
                <c:pt idx="95">
                  <c:v>168122.53330935299</c:v>
                </c:pt>
                <c:pt idx="96">
                  <c:v>167336.38115453001</c:v>
                </c:pt>
                <c:pt idx="97">
                  <c:v>167408.02450694999</c:v>
                </c:pt>
                <c:pt idx="98">
                  <c:v>167031.72945936499</c:v>
                </c:pt>
                <c:pt idx="99">
                  <c:v>167895.04373258699</c:v>
                </c:pt>
                <c:pt idx="100">
                  <c:v>166314.46669739799</c:v>
                </c:pt>
                <c:pt idx="101">
                  <c:v>168672.492258991</c:v>
                </c:pt>
                <c:pt idx="102">
                  <c:v>167670.132203341</c:v>
                </c:pt>
                <c:pt idx="103">
                  <c:v>165917.652794586</c:v>
                </c:pt>
                <c:pt idx="104">
                  <c:v>166670.39792655199</c:v>
                </c:pt>
                <c:pt idx="105">
                  <c:v>166411.49864200901</c:v>
                </c:pt>
                <c:pt idx="106">
                  <c:v>163712.59525653999</c:v>
                </c:pt>
                <c:pt idx="107">
                  <c:v>161722.400094068</c:v>
                </c:pt>
                <c:pt idx="108">
                  <c:v>162588.38879640799</c:v>
                </c:pt>
                <c:pt idx="109">
                  <c:v>162767.664805723</c:v>
                </c:pt>
                <c:pt idx="110">
                  <c:v>163070.48652494</c:v>
                </c:pt>
                <c:pt idx="111">
                  <c:v>163842.538637213</c:v>
                </c:pt>
                <c:pt idx="112">
                  <c:v>166829.390707974</c:v>
                </c:pt>
                <c:pt idx="113">
                  <c:v>166517.25663564101</c:v>
                </c:pt>
                <c:pt idx="114">
                  <c:v>166671.929753829</c:v>
                </c:pt>
                <c:pt idx="115">
                  <c:v>167554.42147840999</c:v>
                </c:pt>
                <c:pt idx="116">
                  <c:v>168649.36355313199</c:v>
                </c:pt>
                <c:pt idx="117">
                  <c:v>168496.57650333701</c:v>
                </c:pt>
                <c:pt idx="118">
                  <c:v>171233.77827308999</c:v>
                </c:pt>
                <c:pt idx="119">
                  <c:v>171846.70482921501</c:v>
                </c:pt>
                <c:pt idx="120">
                  <c:v>173167.74028254399</c:v>
                </c:pt>
                <c:pt idx="121">
                  <c:v>174167.26198971699</c:v>
                </c:pt>
                <c:pt idx="122">
                  <c:v>172767.43575999499</c:v>
                </c:pt>
                <c:pt idx="123">
                  <c:v>172490.77615571301</c:v>
                </c:pt>
                <c:pt idx="124">
                  <c:v>175044.782536905</c:v>
                </c:pt>
                <c:pt idx="125">
                  <c:v>174078.422302305</c:v>
                </c:pt>
                <c:pt idx="126">
                  <c:v>175640.91319332499</c:v>
                </c:pt>
                <c:pt idx="127">
                  <c:v>178510.87117889401</c:v>
                </c:pt>
                <c:pt idx="128">
                  <c:v>177923.42028232099</c:v>
                </c:pt>
                <c:pt idx="129">
                  <c:v>179708.56384329201</c:v>
                </c:pt>
                <c:pt idx="130">
                  <c:v>187326.188065383</c:v>
                </c:pt>
                <c:pt idx="131">
                  <c:v>189155.04079136599</c:v>
                </c:pt>
                <c:pt idx="132">
                  <c:v>191080.369352826</c:v>
                </c:pt>
                <c:pt idx="133">
                  <c:v>191896.80310912101</c:v>
                </c:pt>
                <c:pt idx="134">
                  <c:v>195721.51105167199</c:v>
                </c:pt>
                <c:pt idx="135">
                  <c:v>198237.36035656699</c:v>
                </c:pt>
                <c:pt idx="136">
                  <c:v>195629.73292498899</c:v>
                </c:pt>
                <c:pt idx="137">
                  <c:v>193169.80908748001</c:v>
                </c:pt>
                <c:pt idx="138">
                  <c:v>195522.49387177901</c:v>
                </c:pt>
                <c:pt idx="139">
                  <c:v>194757.96399417301</c:v>
                </c:pt>
                <c:pt idx="140">
                  <c:v>196264.98321673699</c:v>
                </c:pt>
                <c:pt idx="141">
                  <c:v>198015.069301032</c:v>
                </c:pt>
                <c:pt idx="142">
                  <c:v>199659.310387759</c:v>
                </c:pt>
                <c:pt idx="143">
                  <c:v>200690.21202012501</c:v>
                </c:pt>
                <c:pt idx="144">
                  <c:v>201630.33673366599</c:v>
                </c:pt>
                <c:pt idx="145">
                  <c:v>202780.23295365201</c:v>
                </c:pt>
                <c:pt idx="146">
                  <c:v>204020.24682802401</c:v>
                </c:pt>
                <c:pt idx="147">
                  <c:v>206298.40252665299</c:v>
                </c:pt>
                <c:pt idx="148">
                  <c:v>208140.24472135701</c:v>
                </c:pt>
                <c:pt idx="149">
                  <c:v>208783.71958243899</c:v>
                </c:pt>
                <c:pt idx="150">
                  <c:v>207422.164331287</c:v>
                </c:pt>
                <c:pt idx="151">
                  <c:v>209439.51130100599</c:v>
                </c:pt>
                <c:pt idx="152">
                  <c:v>208151.36897271499</c:v>
                </c:pt>
                <c:pt idx="153">
                  <c:v>210277.377606511</c:v>
                </c:pt>
                <c:pt idx="154">
                  <c:v>209095.17160575499</c:v>
                </c:pt>
                <c:pt idx="155">
                  <c:v>207689.448598619</c:v>
                </c:pt>
                <c:pt idx="156">
                  <c:v>206485.553482774</c:v>
                </c:pt>
                <c:pt idx="157">
                  <c:v>209584.501328796</c:v>
                </c:pt>
                <c:pt idx="158">
                  <c:v>208890.047533634</c:v>
                </c:pt>
                <c:pt idx="159">
                  <c:v>206524.36935280799</c:v>
                </c:pt>
                <c:pt idx="160">
                  <c:v>207090.05615338299</c:v>
                </c:pt>
                <c:pt idx="161">
                  <c:v>205299.51372546301</c:v>
                </c:pt>
                <c:pt idx="162">
                  <c:v>204803.258965107</c:v>
                </c:pt>
                <c:pt idx="163">
                  <c:v>204601.30028139701</c:v>
                </c:pt>
                <c:pt idx="164">
                  <c:v>206763.372563696</c:v>
                </c:pt>
                <c:pt idx="165">
                  <c:v>205879.46967215399</c:v>
                </c:pt>
                <c:pt idx="166">
                  <c:v>202454.032948648</c:v>
                </c:pt>
                <c:pt idx="167">
                  <c:v>202820.43766148901</c:v>
                </c:pt>
                <c:pt idx="168">
                  <c:v>202419.32688821899</c:v>
                </c:pt>
                <c:pt idx="169">
                  <c:v>203486.36983708001</c:v>
                </c:pt>
                <c:pt idx="170">
                  <c:v>203470.77703177699</c:v>
                </c:pt>
                <c:pt idx="171">
                  <c:v>206722.51042479801</c:v>
                </c:pt>
                <c:pt idx="172">
                  <c:v>206249.29879224999</c:v>
                </c:pt>
                <c:pt idx="173">
                  <c:v>203628.48732724099</c:v>
                </c:pt>
                <c:pt idx="174">
                  <c:v>203322.22948002</c:v>
                </c:pt>
                <c:pt idx="175">
                  <c:v>202375.472661312</c:v>
                </c:pt>
                <c:pt idx="176">
                  <c:v>201818.92255896301</c:v>
                </c:pt>
                <c:pt idx="177">
                  <c:v>199910.68186775799</c:v>
                </c:pt>
                <c:pt idx="178">
                  <c:v>201066.17131088901</c:v>
                </c:pt>
                <c:pt idx="179">
                  <c:v>199090.66987933801</c:v>
                </c:pt>
                <c:pt idx="180">
                  <c:v>201097.14721676701</c:v>
                </c:pt>
                <c:pt idx="181">
                  <c:v>199264.36913843601</c:v>
                </c:pt>
                <c:pt idx="182">
                  <c:v>199529.964809308</c:v>
                </c:pt>
                <c:pt idx="183">
                  <c:v>199854.06161180901</c:v>
                </c:pt>
                <c:pt idx="184">
                  <c:v>196983.52076748601</c:v>
                </c:pt>
                <c:pt idx="185">
                  <c:v>194428.15790681599</c:v>
                </c:pt>
                <c:pt idx="186">
                  <c:v>193788.17967334299</c:v>
                </c:pt>
                <c:pt idx="187">
                  <c:v>193885.26852314101</c:v>
                </c:pt>
                <c:pt idx="188">
                  <c:v>195681.125171853</c:v>
                </c:pt>
                <c:pt idx="189">
                  <c:v>196453.869724452</c:v>
                </c:pt>
                <c:pt idx="190">
                  <c:v>195873.91611617099</c:v>
                </c:pt>
                <c:pt idx="191">
                  <c:v>196651.87759360601</c:v>
                </c:pt>
                <c:pt idx="192">
                  <c:v>196062.816819945</c:v>
                </c:pt>
                <c:pt idx="193">
                  <c:v>196617.377822251</c:v>
                </c:pt>
                <c:pt idx="194">
                  <c:v>196318.89207430801</c:v>
                </c:pt>
                <c:pt idx="195">
                  <c:v>194365.82287953101</c:v>
                </c:pt>
                <c:pt idx="196">
                  <c:v>196697.605447935</c:v>
                </c:pt>
                <c:pt idx="197">
                  <c:v>194760.37622019599</c:v>
                </c:pt>
                <c:pt idx="198">
                  <c:v>194883.452028992</c:v>
                </c:pt>
                <c:pt idx="199">
                  <c:v>197107.376524469</c:v>
                </c:pt>
                <c:pt idx="200">
                  <c:v>195533.03095003101</c:v>
                </c:pt>
                <c:pt idx="201">
                  <c:v>194803.46928195399</c:v>
                </c:pt>
                <c:pt idx="202">
                  <c:v>193800.398306691</c:v>
                </c:pt>
                <c:pt idx="203">
                  <c:v>194376.84842197999</c:v>
                </c:pt>
                <c:pt idx="204">
                  <c:v>194527.689611618</c:v>
                </c:pt>
                <c:pt idx="205">
                  <c:v>195051.25410006501</c:v>
                </c:pt>
                <c:pt idx="206">
                  <c:v>195305.73410035099</c:v>
                </c:pt>
                <c:pt idx="207">
                  <c:v>195113.20288781601</c:v>
                </c:pt>
                <c:pt idx="208">
                  <c:v>196610.6317505</c:v>
                </c:pt>
                <c:pt idx="209">
                  <c:v>195914.790260551</c:v>
                </c:pt>
                <c:pt idx="210">
                  <c:v>196757.579237831</c:v>
                </c:pt>
                <c:pt idx="211">
                  <c:v>197076.427953523</c:v>
                </c:pt>
                <c:pt idx="212">
                  <c:v>195113.27127881101</c:v>
                </c:pt>
                <c:pt idx="213">
                  <c:v>193946.23759522699</c:v>
                </c:pt>
                <c:pt idx="214">
                  <c:v>194060.78622491501</c:v>
                </c:pt>
                <c:pt idx="215">
                  <c:v>195374.61909792901</c:v>
                </c:pt>
                <c:pt idx="216">
                  <c:v>195074.33705045201</c:v>
                </c:pt>
                <c:pt idx="217">
                  <c:v>195962.22807556801</c:v>
                </c:pt>
                <c:pt idx="218">
                  <c:v>193031.50264620499</c:v>
                </c:pt>
                <c:pt idx="219">
                  <c:v>194763.76421649501</c:v>
                </c:pt>
                <c:pt idx="220">
                  <c:v>197351.19890344999</c:v>
                </c:pt>
                <c:pt idx="221">
                  <c:v>195723.91960124401</c:v>
                </c:pt>
                <c:pt idx="222">
                  <c:v>194476.87068279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4398-1A4B-BC4E-1C2FE33B04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39782975"/>
        <c:axId val="1677343167"/>
      </c:lineChart>
      <c:dateAx>
        <c:axId val="1639782975"/>
        <c:scaling>
          <c:orientation val="minMax"/>
          <c:min val="39508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77343167"/>
        <c:crosses val="autoZero"/>
        <c:auto val="1"/>
        <c:lblOffset val="100"/>
        <c:baseTimeUnit val="months"/>
        <c:majorUnit val="10"/>
        <c:majorTimeUnit val="months"/>
      </c:dateAx>
      <c:valAx>
        <c:axId val="1677343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39782975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b="1" baseline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b="1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baseline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Posisi</a:t>
            </a:r>
            <a:r>
              <a:rPr lang="en-US" b="1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ULN </a:t>
            </a:r>
            <a:r>
              <a:rPr lang="en-US" b="1" baseline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Keseluruhan</a:t>
            </a:r>
            <a:r>
              <a:rPr lang="en-US" b="1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baseline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b="1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b="1" baseline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Kepemilikan</a:t>
            </a:r>
            <a:endParaRPr lang="en-US" b="1" baseline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sz="1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(USD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1"/>
          <c:order val="0"/>
          <c:tx>
            <c:strRef>
              <c:f>'Ownership Comparison'!$C$2</c:f>
              <c:strCache>
                <c:ptCount val="1"/>
                <c:pt idx="0">
                  <c:v>Jul-26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218,4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E04-1649-AB38-D0822814989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41,9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E04-1649-AB38-D0822814989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194,5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E04-1649-AB38-D0822814989A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'Ownership Comparison'!$A$3:$A$5</c:f>
              <c:strCache>
                <c:ptCount val="3"/>
                <c:pt idx="0">
                  <c:v>Pemerintah</c:v>
                </c:pt>
                <c:pt idx="1">
                  <c:v>Bank Indonesia</c:v>
                </c:pt>
                <c:pt idx="2">
                  <c:v>Swasta</c:v>
                </c:pt>
              </c:strCache>
            </c:strRef>
          </c:cat>
          <c:val>
            <c:numRef>
              <c:f>'Ownership Comparison'!$C$3:$C$5</c:f>
              <c:numCache>
                <c:formatCode>General</c:formatCode>
                <c:ptCount val="3"/>
                <c:pt idx="0">
                  <c:v>218391.10859702801</c:v>
                </c:pt>
                <c:pt idx="1">
                  <c:v>41891.799408747247</c:v>
                </c:pt>
                <c:pt idx="2">
                  <c:v>194476.87068279029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04-1649-AB38-D0822814989A}"/>
            </c:ext>
          </c:extLst>
        </c:ser>
        <c:ser>
          <c:idx val="0"/>
          <c:order val="1"/>
          <c:tx>
            <c:strRef>
              <c:f>'Ownership Comparison'!$B$2</c:f>
              <c:strCache>
                <c:ptCount val="1"/>
                <c:pt idx="0">
                  <c:v>Dec-18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183,2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E04-1649-AB38-D0822814989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3,08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E04-1649-AB38-D0822814989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189,2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E04-1649-AB38-D0822814989A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'Ownership Comparison'!$A$3:$A$5</c:f>
              <c:strCache>
                <c:ptCount val="3"/>
                <c:pt idx="0">
                  <c:v>Pemerintah</c:v>
                </c:pt>
                <c:pt idx="1">
                  <c:v>Bank Indonesia</c:v>
                </c:pt>
                <c:pt idx="2">
                  <c:v>Swasta</c:v>
                </c:pt>
              </c:strCache>
            </c:strRef>
          </c:cat>
          <c:val>
            <c:numRef>
              <c:f>'Ownership Comparison'!$B$3:$B$5</c:f>
              <c:numCache>
                <c:formatCode>General</c:formatCode>
                <c:ptCount val="3"/>
                <c:pt idx="0">
                  <c:v>183196.87188021984</c:v>
                </c:pt>
                <c:pt idx="1">
                  <c:v>3078.3009414126059</c:v>
                </c:pt>
                <c:pt idx="2">
                  <c:v>189155.0407913659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E04-1649-AB38-D082281498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639652351"/>
        <c:axId val="1617850623"/>
      </c:barChart>
      <c:catAx>
        <c:axId val="1639652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17850623"/>
        <c:crosses val="autoZero"/>
        <c:auto val="1"/>
        <c:lblAlgn val="ctr"/>
        <c:lblOffset val="100"/>
        <c:noMultiLvlLbl val="0"/>
      </c:catAx>
      <c:valAx>
        <c:axId val="1617850623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39652351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 err="1"/>
              <a:t>Perubahan</a:t>
            </a:r>
            <a:r>
              <a:rPr lang="en-US" sz="1400" b="1"/>
              <a:t> </a:t>
            </a:r>
            <a:r>
              <a:rPr lang="en-US" sz="1400" b="1" err="1"/>
              <a:t>Posisi</a:t>
            </a:r>
            <a:r>
              <a:rPr lang="en-US" sz="1400" b="1"/>
              <a:t> ULN </a:t>
            </a:r>
            <a:r>
              <a:rPr lang="en-US" sz="1400" b="1" err="1"/>
              <a:t>Jangka</a:t>
            </a:r>
            <a:r>
              <a:rPr lang="en-US" sz="1400" b="1"/>
              <a:t> </a:t>
            </a:r>
            <a:r>
              <a:rPr lang="en-US" sz="1400" b="1" err="1"/>
              <a:t>Pendek</a:t>
            </a:r>
            <a:r>
              <a:rPr lang="en-US" sz="1400" b="1"/>
              <a:t> </a:t>
            </a:r>
            <a:r>
              <a:rPr lang="en-US" sz="1400" b="1" err="1"/>
              <a:t>Berdasarkan</a:t>
            </a:r>
            <a:r>
              <a:rPr lang="en-US" sz="1400" b="1"/>
              <a:t> </a:t>
            </a:r>
            <a:r>
              <a:rPr lang="en-US" sz="1400" b="1" err="1"/>
              <a:t>Kepemilikan</a:t>
            </a:r>
            <a:endParaRPr lang="en-US" sz="1400" b="1"/>
          </a:p>
          <a:p>
            <a:pPr>
              <a:defRPr/>
            </a:pPr>
            <a:r>
              <a:rPr lang="en-US" sz="1200"/>
              <a:t>(USD Bn)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1"/>
          <c:order val="0"/>
          <c:tx>
            <c:strRef>
              <c:f>'Ownership Comparison'!$C$2</c:f>
              <c:strCache>
                <c:ptCount val="1"/>
                <c:pt idx="0">
                  <c:v>Jul-26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18,5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5BA-654F-842A-27E8A2634C1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25,7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5BA-654F-842A-27E8A2634C1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52,1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5BA-654F-842A-27E8A2634C1D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'Ownership Comparison'!$A$8:$A$10</c:f>
              <c:strCache>
                <c:ptCount val="3"/>
                <c:pt idx="0">
                  <c:v>Pemerintah</c:v>
                </c:pt>
                <c:pt idx="1">
                  <c:v>Bank Indonesia</c:v>
                </c:pt>
                <c:pt idx="2">
                  <c:v>Swasta</c:v>
                </c:pt>
              </c:strCache>
            </c:strRef>
          </c:cat>
          <c:val>
            <c:numRef>
              <c:f>'Ownership Comparison'!$C$8:$C$10</c:f>
              <c:numCache>
                <c:formatCode>_(* #,##0_);_(* \(#,##0\);_(* "-"_);_(@_)</c:formatCode>
                <c:ptCount val="3"/>
                <c:pt idx="0">
                  <c:v>18537.066550987267</c:v>
                </c:pt>
                <c:pt idx="1">
                  <c:v>25731.776751242287</c:v>
                </c:pt>
                <c:pt idx="2">
                  <c:v>52099.54705735459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BA-654F-842A-27E8A2634C1D}"/>
            </c:ext>
          </c:extLst>
        </c:ser>
        <c:ser>
          <c:idx val="0"/>
          <c:order val="1"/>
          <c:tx>
            <c:strRef>
              <c:f>'Ownership Comparison'!$B$2</c:f>
              <c:strCache>
                <c:ptCount val="1"/>
                <c:pt idx="0">
                  <c:v>Dec-18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12,9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5BA-654F-842A-27E8A2634C1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0,4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5BA-654F-842A-27E8A2634C1D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'Ownership Comparison'!$A$8:$A$10</c:f>
              <c:strCache>
                <c:ptCount val="3"/>
                <c:pt idx="0">
                  <c:v>Pemerintah</c:v>
                </c:pt>
                <c:pt idx="1">
                  <c:v>Bank Indonesia</c:v>
                </c:pt>
                <c:pt idx="2">
                  <c:v>Swasta</c:v>
                </c:pt>
              </c:strCache>
            </c:strRef>
          </c:cat>
          <c:val>
            <c:numRef>
              <c:f>'Ownership Comparison'!$B$8:$B$10</c:f>
              <c:numCache>
                <c:formatCode>_(* #,##0_);_(* \(#,##0\);_(* "-"_);_(@_)</c:formatCode>
                <c:ptCount val="3"/>
                <c:pt idx="0">
                  <c:v>12866.81055529373</c:v>
                </c:pt>
                <c:pt idx="1">
                  <c:v>351.04281227260617</c:v>
                </c:pt>
                <c:pt idx="2">
                  <c:v>46956.260261637792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BA-654F-842A-27E8A2634C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639652351"/>
        <c:axId val="1617850623"/>
      </c:barChart>
      <c:catAx>
        <c:axId val="1639652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17850623"/>
        <c:crosses val="autoZero"/>
        <c:auto val="1"/>
        <c:lblAlgn val="ctr"/>
        <c:lblOffset val="100"/>
        <c:noMultiLvlLbl val="0"/>
      </c:catAx>
      <c:valAx>
        <c:axId val="1617850623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39652351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b="1" err="1"/>
              <a:t>Perubahan</a:t>
            </a:r>
            <a:r>
              <a:rPr lang="en-US" b="1"/>
              <a:t> </a:t>
            </a:r>
            <a:r>
              <a:rPr lang="en-US" b="1" err="1"/>
              <a:t>Posisi</a:t>
            </a:r>
            <a:r>
              <a:rPr lang="en-US" b="1"/>
              <a:t> ULN </a:t>
            </a:r>
            <a:r>
              <a:rPr lang="en-US" b="1" err="1"/>
              <a:t>Jangka</a:t>
            </a:r>
            <a:r>
              <a:rPr lang="en-US" b="1"/>
              <a:t> Panjang </a:t>
            </a:r>
            <a:r>
              <a:rPr lang="en-US" b="1" err="1"/>
              <a:t>Berdasarkan</a:t>
            </a:r>
            <a:r>
              <a:rPr lang="en-US" b="1"/>
              <a:t> </a:t>
            </a:r>
            <a:r>
              <a:rPr lang="en-US" b="1" err="1"/>
              <a:t>Kepemilikan</a:t>
            </a:r>
            <a:endParaRPr lang="en-US" b="1"/>
          </a:p>
          <a:p>
            <a:pPr>
              <a:defRPr/>
            </a:pPr>
            <a:r>
              <a:rPr lang="en-US"/>
              <a:t>(</a:t>
            </a:r>
            <a:r>
              <a:rPr lang="en-US" err="1"/>
              <a:t>Miliar</a:t>
            </a:r>
            <a:r>
              <a:rPr lang="en-US"/>
              <a:t> USD)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1"/>
          <c:order val="0"/>
          <c:tx>
            <c:strRef>
              <c:f>'Ownership Comparison'!$C$2</c:f>
              <c:strCache>
                <c:ptCount val="1"/>
                <c:pt idx="0">
                  <c:v>Jul-26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199,9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759-604A-88AD-24F152A3E33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16,2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759-604A-88AD-24F152A3E33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142,4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759-604A-88AD-24F152A3E339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'Ownership Comparison'!$A$13:$A$15</c:f>
              <c:strCache>
                <c:ptCount val="3"/>
                <c:pt idx="0">
                  <c:v>Pemerintah</c:v>
                </c:pt>
                <c:pt idx="1">
                  <c:v>Bank Indonesia</c:v>
                </c:pt>
                <c:pt idx="2">
                  <c:v>Swasta</c:v>
                </c:pt>
              </c:strCache>
            </c:strRef>
          </c:cat>
          <c:val>
            <c:numRef>
              <c:f>'Ownership Comparison'!$C$13:$C$15</c:f>
              <c:numCache>
                <c:formatCode>_(* #,##0_);_(* \(#,##0\);_(* "-"_);_(@_)</c:formatCode>
                <c:ptCount val="3"/>
                <c:pt idx="0">
                  <c:v>199854.04204604073</c:v>
                </c:pt>
                <c:pt idx="1">
                  <c:v>16160.02265750496</c:v>
                </c:pt>
                <c:pt idx="2">
                  <c:v>142377.3236254357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59-604A-88AD-24F152A3E339}"/>
            </c:ext>
          </c:extLst>
        </c:ser>
        <c:ser>
          <c:idx val="0"/>
          <c:order val="1"/>
          <c:tx>
            <c:strRef>
              <c:f>'Ownership Comparison'!$B$2</c:f>
              <c:strCache>
                <c:ptCount val="1"/>
                <c:pt idx="0">
                  <c:v>Dec-18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170,3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B759-604A-88AD-24F152A3E33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2,7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759-604A-88AD-24F152A3E33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142,2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B759-604A-88AD-24F152A3E339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'Ownership Comparison'!$A$13:$A$15</c:f>
              <c:strCache>
                <c:ptCount val="3"/>
                <c:pt idx="0">
                  <c:v>Pemerintah</c:v>
                </c:pt>
                <c:pt idx="1">
                  <c:v>Bank Indonesia</c:v>
                </c:pt>
                <c:pt idx="2">
                  <c:v>Swasta</c:v>
                </c:pt>
              </c:strCache>
            </c:strRef>
          </c:cat>
          <c:val>
            <c:numRef>
              <c:f>'Ownership Comparison'!$B$13:$B$15</c:f>
              <c:numCache>
                <c:formatCode>_(* #,##0_);_(* \(#,##0\);_(* "-"_);_(@_)</c:formatCode>
                <c:ptCount val="3"/>
                <c:pt idx="0">
                  <c:v>170330.06132492612</c:v>
                </c:pt>
                <c:pt idx="1">
                  <c:v>2727.2581291399997</c:v>
                </c:pt>
                <c:pt idx="2">
                  <c:v>142198.7805297281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759-604A-88AD-24F152A3E3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639652351"/>
        <c:axId val="1617850623"/>
      </c:barChart>
      <c:catAx>
        <c:axId val="1639652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17850623"/>
        <c:crosses val="autoZero"/>
        <c:auto val="1"/>
        <c:lblAlgn val="ctr"/>
        <c:lblOffset val="100"/>
        <c:noMultiLvlLbl val="0"/>
      </c:catAx>
      <c:valAx>
        <c:axId val="1617850623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639652351"/>
        <c:crosses val="autoZero"/>
        <c:crossBetween val="between"/>
        <c:dispUnits>
          <c:builtInUnit val="thousands"/>
        </c:dispUnits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/>
          <a:lstStyle/>
          <a:p>
            <a:pPr algn="ctr">
              <a:defRPr/>
            </a:pPr>
            <a:r>
              <a:rPr lang="en-US" err="1"/>
              <a:t>Persepsi</a:t>
            </a:r>
            <a:r>
              <a:rPr lang="en-US"/>
              <a:t> Risiko Indonesia</a:t>
            </a:r>
          </a:p>
          <a:p>
            <a:pPr algn="ctr">
              <a:defRPr/>
            </a:pPr>
            <a:r>
              <a:rPr lang="en-US" b="0"/>
              <a:t>(</a:t>
            </a:r>
            <a:r>
              <a:rPr lang="en-US" b="0" err="1"/>
              <a:t>persen</a:t>
            </a:r>
            <a:r>
              <a:rPr lang="en-US" b="0"/>
              <a:t>; </a:t>
            </a:r>
            <a:r>
              <a:rPr lang="en-US" b="0" err="1"/>
              <a:t>indeks</a:t>
            </a:r>
            <a:r>
              <a:rPr lang="en-US" b="0"/>
              <a:t>-RHS)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819492403051112E-2"/>
          <c:y val="0.15341532493961768"/>
          <c:w val="0.81147202827560949"/>
          <c:h val="0.68570721889209718"/>
        </c:manualLayout>
      </c:layout>
      <c:areaChart>
        <c:grouping val="standard"/>
        <c:varyColors val="0"/>
        <c:ser>
          <c:idx val="2"/>
          <c:order val="2"/>
          <c:tx>
            <c:v> </c:v>
          </c:tx>
          <c:spPr>
            <a:solidFill>
              <a:srgbClr val="FBEEC9">
                <a:alpha val="30000"/>
              </a:srgbClr>
            </a:solidFill>
            <a:ln>
              <a:noFill/>
            </a:ln>
          </c:spPr>
          <c:cat>
            <c:numRef>
              <c:f>Sheet1!$A$2:$A$2108</c:f>
              <c:numCache>
                <c:formatCode>m/d/yyyy</c:formatCode>
                <c:ptCount val="2107"/>
                <c:pt idx="0">
                  <c:v>43089</c:v>
                </c:pt>
                <c:pt idx="1">
                  <c:v>43090</c:v>
                </c:pt>
                <c:pt idx="2">
                  <c:v>43091</c:v>
                </c:pt>
                <c:pt idx="3">
                  <c:v>43096</c:v>
                </c:pt>
                <c:pt idx="4">
                  <c:v>43097</c:v>
                </c:pt>
                <c:pt idx="5">
                  <c:v>43098</c:v>
                </c:pt>
                <c:pt idx="6">
                  <c:v>43102</c:v>
                </c:pt>
                <c:pt idx="7">
                  <c:v>43103</c:v>
                </c:pt>
                <c:pt idx="8">
                  <c:v>43104</c:v>
                </c:pt>
                <c:pt idx="9">
                  <c:v>43105</c:v>
                </c:pt>
                <c:pt idx="10">
                  <c:v>43108</c:v>
                </c:pt>
                <c:pt idx="11">
                  <c:v>43109</c:v>
                </c:pt>
                <c:pt idx="12">
                  <c:v>43110</c:v>
                </c:pt>
                <c:pt idx="13">
                  <c:v>43111</c:v>
                </c:pt>
                <c:pt idx="14">
                  <c:v>43112</c:v>
                </c:pt>
                <c:pt idx="15">
                  <c:v>43115</c:v>
                </c:pt>
                <c:pt idx="16">
                  <c:v>43116</c:v>
                </c:pt>
                <c:pt idx="17">
                  <c:v>43117</c:v>
                </c:pt>
                <c:pt idx="18">
                  <c:v>43118</c:v>
                </c:pt>
                <c:pt idx="19">
                  <c:v>43119</c:v>
                </c:pt>
                <c:pt idx="20">
                  <c:v>43122</c:v>
                </c:pt>
                <c:pt idx="21">
                  <c:v>43123</c:v>
                </c:pt>
                <c:pt idx="22">
                  <c:v>43124</c:v>
                </c:pt>
                <c:pt idx="23">
                  <c:v>43125</c:v>
                </c:pt>
                <c:pt idx="24">
                  <c:v>43126</c:v>
                </c:pt>
                <c:pt idx="25">
                  <c:v>43129</c:v>
                </c:pt>
                <c:pt idx="26">
                  <c:v>43130</c:v>
                </c:pt>
                <c:pt idx="27">
                  <c:v>43131</c:v>
                </c:pt>
                <c:pt idx="28">
                  <c:v>43132</c:v>
                </c:pt>
                <c:pt idx="29">
                  <c:v>43133</c:v>
                </c:pt>
                <c:pt idx="30">
                  <c:v>43136</c:v>
                </c:pt>
                <c:pt idx="31">
                  <c:v>43137</c:v>
                </c:pt>
                <c:pt idx="32">
                  <c:v>43138</c:v>
                </c:pt>
                <c:pt idx="33">
                  <c:v>43139</c:v>
                </c:pt>
                <c:pt idx="34">
                  <c:v>43140</c:v>
                </c:pt>
                <c:pt idx="35">
                  <c:v>43143</c:v>
                </c:pt>
                <c:pt idx="36">
                  <c:v>43144</c:v>
                </c:pt>
                <c:pt idx="37">
                  <c:v>43145</c:v>
                </c:pt>
                <c:pt idx="38">
                  <c:v>43146</c:v>
                </c:pt>
                <c:pt idx="39">
                  <c:v>43150</c:v>
                </c:pt>
                <c:pt idx="40">
                  <c:v>43151</c:v>
                </c:pt>
                <c:pt idx="41">
                  <c:v>43152</c:v>
                </c:pt>
                <c:pt idx="42">
                  <c:v>43153</c:v>
                </c:pt>
                <c:pt idx="43">
                  <c:v>43154</c:v>
                </c:pt>
                <c:pt idx="44">
                  <c:v>43157</c:v>
                </c:pt>
                <c:pt idx="45">
                  <c:v>43158</c:v>
                </c:pt>
                <c:pt idx="46">
                  <c:v>43159</c:v>
                </c:pt>
                <c:pt idx="47">
                  <c:v>43160</c:v>
                </c:pt>
                <c:pt idx="48">
                  <c:v>43161</c:v>
                </c:pt>
                <c:pt idx="49">
                  <c:v>43164</c:v>
                </c:pt>
                <c:pt idx="50">
                  <c:v>43165</c:v>
                </c:pt>
                <c:pt idx="51">
                  <c:v>43166</c:v>
                </c:pt>
                <c:pt idx="52">
                  <c:v>43167</c:v>
                </c:pt>
                <c:pt idx="53">
                  <c:v>43168</c:v>
                </c:pt>
                <c:pt idx="54">
                  <c:v>43171</c:v>
                </c:pt>
                <c:pt idx="55">
                  <c:v>43172</c:v>
                </c:pt>
                <c:pt idx="56">
                  <c:v>43173</c:v>
                </c:pt>
                <c:pt idx="57">
                  <c:v>43174</c:v>
                </c:pt>
                <c:pt idx="58">
                  <c:v>43175</c:v>
                </c:pt>
                <c:pt idx="59">
                  <c:v>43178</c:v>
                </c:pt>
                <c:pt idx="60">
                  <c:v>43179</c:v>
                </c:pt>
                <c:pt idx="61">
                  <c:v>43180</c:v>
                </c:pt>
                <c:pt idx="62">
                  <c:v>43181</c:v>
                </c:pt>
                <c:pt idx="63">
                  <c:v>43182</c:v>
                </c:pt>
                <c:pt idx="64">
                  <c:v>43185</c:v>
                </c:pt>
                <c:pt idx="65">
                  <c:v>43186</c:v>
                </c:pt>
                <c:pt idx="66">
                  <c:v>43187</c:v>
                </c:pt>
                <c:pt idx="67">
                  <c:v>43188</c:v>
                </c:pt>
                <c:pt idx="68">
                  <c:v>43192</c:v>
                </c:pt>
                <c:pt idx="69">
                  <c:v>43193</c:v>
                </c:pt>
                <c:pt idx="70">
                  <c:v>43194</c:v>
                </c:pt>
                <c:pt idx="71">
                  <c:v>43195</c:v>
                </c:pt>
                <c:pt idx="72">
                  <c:v>43196</c:v>
                </c:pt>
                <c:pt idx="73">
                  <c:v>43199</c:v>
                </c:pt>
                <c:pt idx="74">
                  <c:v>43200</c:v>
                </c:pt>
                <c:pt idx="75">
                  <c:v>43201</c:v>
                </c:pt>
                <c:pt idx="76">
                  <c:v>43202</c:v>
                </c:pt>
                <c:pt idx="77">
                  <c:v>43203</c:v>
                </c:pt>
                <c:pt idx="78">
                  <c:v>43206</c:v>
                </c:pt>
                <c:pt idx="79">
                  <c:v>43207</c:v>
                </c:pt>
                <c:pt idx="80">
                  <c:v>43208</c:v>
                </c:pt>
                <c:pt idx="81">
                  <c:v>43209</c:v>
                </c:pt>
                <c:pt idx="82">
                  <c:v>43210</c:v>
                </c:pt>
                <c:pt idx="83">
                  <c:v>43213</c:v>
                </c:pt>
                <c:pt idx="84">
                  <c:v>43214</c:v>
                </c:pt>
                <c:pt idx="85">
                  <c:v>43215</c:v>
                </c:pt>
                <c:pt idx="86">
                  <c:v>43216</c:v>
                </c:pt>
                <c:pt idx="87">
                  <c:v>43217</c:v>
                </c:pt>
                <c:pt idx="88">
                  <c:v>43220</c:v>
                </c:pt>
                <c:pt idx="89">
                  <c:v>43222</c:v>
                </c:pt>
                <c:pt idx="90">
                  <c:v>43223</c:v>
                </c:pt>
                <c:pt idx="91">
                  <c:v>43224</c:v>
                </c:pt>
                <c:pt idx="92">
                  <c:v>43227</c:v>
                </c:pt>
                <c:pt idx="93">
                  <c:v>43228</c:v>
                </c:pt>
                <c:pt idx="94">
                  <c:v>43229</c:v>
                </c:pt>
                <c:pt idx="95">
                  <c:v>43231</c:v>
                </c:pt>
                <c:pt idx="96">
                  <c:v>43234</c:v>
                </c:pt>
                <c:pt idx="97">
                  <c:v>43235</c:v>
                </c:pt>
                <c:pt idx="98">
                  <c:v>43236</c:v>
                </c:pt>
                <c:pt idx="99">
                  <c:v>43237</c:v>
                </c:pt>
                <c:pt idx="100">
                  <c:v>43238</c:v>
                </c:pt>
                <c:pt idx="101">
                  <c:v>43241</c:v>
                </c:pt>
                <c:pt idx="102">
                  <c:v>43242</c:v>
                </c:pt>
                <c:pt idx="103">
                  <c:v>43243</c:v>
                </c:pt>
                <c:pt idx="104">
                  <c:v>43244</c:v>
                </c:pt>
                <c:pt idx="105">
                  <c:v>43245</c:v>
                </c:pt>
                <c:pt idx="106">
                  <c:v>43248</c:v>
                </c:pt>
                <c:pt idx="107">
                  <c:v>43250</c:v>
                </c:pt>
                <c:pt idx="108">
                  <c:v>43251</c:v>
                </c:pt>
                <c:pt idx="109">
                  <c:v>43255</c:v>
                </c:pt>
                <c:pt idx="110">
                  <c:v>43256</c:v>
                </c:pt>
                <c:pt idx="111">
                  <c:v>43257</c:v>
                </c:pt>
                <c:pt idx="112">
                  <c:v>43258</c:v>
                </c:pt>
                <c:pt idx="113">
                  <c:v>43259</c:v>
                </c:pt>
                <c:pt idx="114">
                  <c:v>43271</c:v>
                </c:pt>
                <c:pt idx="115">
                  <c:v>43272</c:v>
                </c:pt>
                <c:pt idx="116">
                  <c:v>43273</c:v>
                </c:pt>
                <c:pt idx="117">
                  <c:v>43276</c:v>
                </c:pt>
                <c:pt idx="118">
                  <c:v>43277</c:v>
                </c:pt>
                <c:pt idx="119">
                  <c:v>43278</c:v>
                </c:pt>
                <c:pt idx="120">
                  <c:v>43279</c:v>
                </c:pt>
                <c:pt idx="121">
                  <c:v>43280</c:v>
                </c:pt>
                <c:pt idx="122">
                  <c:v>43283</c:v>
                </c:pt>
                <c:pt idx="123">
                  <c:v>43284</c:v>
                </c:pt>
                <c:pt idx="124">
                  <c:v>43285</c:v>
                </c:pt>
                <c:pt idx="125">
                  <c:v>43286</c:v>
                </c:pt>
                <c:pt idx="126">
                  <c:v>43287</c:v>
                </c:pt>
                <c:pt idx="127">
                  <c:v>43290</c:v>
                </c:pt>
                <c:pt idx="128">
                  <c:v>43291</c:v>
                </c:pt>
                <c:pt idx="129">
                  <c:v>43292</c:v>
                </c:pt>
                <c:pt idx="130">
                  <c:v>43293</c:v>
                </c:pt>
                <c:pt idx="131">
                  <c:v>43294</c:v>
                </c:pt>
                <c:pt idx="132">
                  <c:v>43297</c:v>
                </c:pt>
                <c:pt idx="133">
                  <c:v>43298</c:v>
                </c:pt>
                <c:pt idx="134">
                  <c:v>43299</c:v>
                </c:pt>
                <c:pt idx="135">
                  <c:v>43300</c:v>
                </c:pt>
                <c:pt idx="136">
                  <c:v>43301</c:v>
                </c:pt>
                <c:pt idx="137">
                  <c:v>43304</c:v>
                </c:pt>
                <c:pt idx="138">
                  <c:v>43305</c:v>
                </c:pt>
                <c:pt idx="139">
                  <c:v>43306</c:v>
                </c:pt>
                <c:pt idx="140">
                  <c:v>43307</c:v>
                </c:pt>
                <c:pt idx="141">
                  <c:v>43308</c:v>
                </c:pt>
                <c:pt idx="142">
                  <c:v>43311</c:v>
                </c:pt>
                <c:pt idx="143">
                  <c:v>43312</c:v>
                </c:pt>
                <c:pt idx="144">
                  <c:v>43313</c:v>
                </c:pt>
                <c:pt idx="145">
                  <c:v>43314</c:v>
                </c:pt>
                <c:pt idx="146">
                  <c:v>43315</c:v>
                </c:pt>
                <c:pt idx="147">
                  <c:v>43318</c:v>
                </c:pt>
                <c:pt idx="148">
                  <c:v>43319</c:v>
                </c:pt>
                <c:pt idx="149">
                  <c:v>43320</c:v>
                </c:pt>
                <c:pt idx="150">
                  <c:v>43321</c:v>
                </c:pt>
                <c:pt idx="151">
                  <c:v>43322</c:v>
                </c:pt>
                <c:pt idx="152">
                  <c:v>43325</c:v>
                </c:pt>
                <c:pt idx="153">
                  <c:v>43326</c:v>
                </c:pt>
                <c:pt idx="154">
                  <c:v>43327</c:v>
                </c:pt>
                <c:pt idx="155">
                  <c:v>43328</c:v>
                </c:pt>
                <c:pt idx="156">
                  <c:v>43332</c:v>
                </c:pt>
                <c:pt idx="157">
                  <c:v>43333</c:v>
                </c:pt>
                <c:pt idx="158">
                  <c:v>43335</c:v>
                </c:pt>
                <c:pt idx="159">
                  <c:v>43336</c:v>
                </c:pt>
                <c:pt idx="160">
                  <c:v>43339</c:v>
                </c:pt>
                <c:pt idx="161">
                  <c:v>43340</c:v>
                </c:pt>
                <c:pt idx="162">
                  <c:v>43341</c:v>
                </c:pt>
                <c:pt idx="163">
                  <c:v>43342</c:v>
                </c:pt>
                <c:pt idx="164">
                  <c:v>43343</c:v>
                </c:pt>
                <c:pt idx="165">
                  <c:v>43346</c:v>
                </c:pt>
                <c:pt idx="166">
                  <c:v>43347</c:v>
                </c:pt>
                <c:pt idx="167">
                  <c:v>43348</c:v>
                </c:pt>
                <c:pt idx="168">
                  <c:v>43349</c:v>
                </c:pt>
                <c:pt idx="169">
                  <c:v>43350</c:v>
                </c:pt>
                <c:pt idx="170">
                  <c:v>43353</c:v>
                </c:pt>
                <c:pt idx="171">
                  <c:v>43355</c:v>
                </c:pt>
                <c:pt idx="172">
                  <c:v>43356</c:v>
                </c:pt>
                <c:pt idx="173">
                  <c:v>43357</c:v>
                </c:pt>
                <c:pt idx="174">
                  <c:v>43360</c:v>
                </c:pt>
                <c:pt idx="175">
                  <c:v>43361</c:v>
                </c:pt>
                <c:pt idx="176">
                  <c:v>43362</c:v>
                </c:pt>
                <c:pt idx="177">
                  <c:v>43363</c:v>
                </c:pt>
                <c:pt idx="178">
                  <c:v>43364</c:v>
                </c:pt>
                <c:pt idx="179">
                  <c:v>43367</c:v>
                </c:pt>
                <c:pt idx="180">
                  <c:v>43368</c:v>
                </c:pt>
                <c:pt idx="181">
                  <c:v>43369</c:v>
                </c:pt>
                <c:pt idx="182">
                  <c:v>43370</c:v>
                </c:pt>
                <c:pt idx="183">
                  <c:v>43371</c:v>
                </c:pt>
                <c:pt idx="184">
                  <c:v>43374</c:v>
                </c:pt>
                <c:pt idx="185">
                  <c:v>43375</c:v>
                </c:pt>
                <c:pt idx="186">
                  <c:v>43376</c:v>
                </c:pt>
                <c:pt idx="187">
                  <c:v>43377</c:v>
                </c:pt>
                <c:pt idx="188">
                  <c:v>43378</c:v>
                </c:pt>
                <c:pt idx="189">
                  <c:v>43381</c:v>
                </c:pt>
                <c:pt idx="190">
                  <c:v>43382</c:v>
                </c:pt>
                <c:pt idx="191">
                  <c:v>43383</c:v>
                </c:pt>
                <c:pt idx="192">
                  <c:v>43384</c:v>
                </c:pt>
                <c:pt idx="193">
                  <c:v>43385</c:v>
                </c:pt>
                <c:pt idx="194">
                  <c:v>43388</c:v>
                </c:pt>
                <c:pt idx="195">
                  <c:v>43389</c:v>
                </c:pt>
                <c:pt idx="196">
                  <c:v>43390</c:v>
                </c:pt>
                <c:pt idx="197">
                  <c:v>43391</c:v>
                </c:pt>
                <c:pt idx="198">
                  <c:v>43392</c:v>
                </c:pt>
                <c:pt idx="199">
                  <c:v>43395</c:v>
                </c:pt>
                <c:pt idx="200">
                  <c:v>43396</c:v>
                </c:pt>
                <c:pt idx="201">
                  <c:v>43397</c:v>
                </c:pt>
                <c:pt idx="202">
                  <c:v>43398</c:v>
                </c:pt>
                <c:pt idx="203">
                  <c:v>43399</c:v>
                </c:pt>
                <c:pt idx="204">
                  <c:v>43402</c:v>
                </c:pt>
                <c:pt idx="205">
                  <c:v>43403</c:v>
                </c:pt>
                <c:pt idx="206">
                  <c:v>43404</c:v>
                </c:pt>
                <c:pt idx="207">
                  <c:v>43405</c:v>
                </c:pt>
                <c:pt idx="208">
                  <c:v>43406</c:v>
                </c:pt>
                <c:pt idx="209">
                  <c:v>43409</c:v>
                </c:pt>
                <c:pt idx="210">
                  <c:v>43410</c:v>
                </c:pt>
                <c:pt idx="211">
                  <c:v>43411</c:v>
                </c:pt>
                <c:pt idx="212">
                  <c:v>43412</c:v>
                </c:pt>
                <c:pt idx="213">
                  <c:v>43413</c:v>
                </c:pt>
                <c:pt idx="214">
                  <c:v>43416</c:v>
                </c:pt>
                <c:pt idx="215">
                  <c:v>43417</c:v>
                </c:pt>
                <c:pt idx="216">
                  <c:v>43418</c:v>
                </c:pt>
                <c:pt idx="217">
                  <c:v>43419</c:v>
                </c:pt>
                <c:pt idx="218">
                  <c:v>43420</c:v>
                </c:pt>
                <c:pt idx="219">
                  <c:v>43423</c:v>
                </c:pt>
                <c:pt idx="220">
                  <c:v>43425</c:v>
                </c:pt>
                <c:pt idx="221">
                  <c:v>43426</c:v>
                </c:pt>
                <c:pt idx="222">
                  <c:v>43427</c:v>
                </c:pt>
                <c:pt idx="223">
                  <c:v>43430</c:v>
                </c:pt>
                <c:pt idx="224">
                  <c:v>43431</c:v>
                </c:pt>
                <c:pt idx="225">
                  <c:v>43432</c:v>
                </c:pt>
                <c:pt idx="226">
                  <c:v>43433</c:v>
                </c:pt>
                <c:pt idx="227">
                  <c:v>43434</c:v>
                </c:pt>
                <c:pt idx="228">
                  <c:v>43437</c:v>
                </c:pt>
                <c:pt idx="229">
                  <c:v>43438</c:v>
                </c:pt>
                <c:pt idx="230">
                  <c:v>43439</c:v>
                </c:pt>
                <c:pt idx="231">
                  <c:v>43440</c:v>
                </c:pt>
                <c:pt idx="232">
                  <c:v>43441</c:v>
                </c:pt>
                <c:pt idx="233">
                  <c:v>43444</c:v>
                </c:pt>
                <c:pt idx="234">
                  <c:v>43445</c:v>
                </c:pt>
                <c:pt idx="235">
                  <c:v>43446</c:v>
                </c:pt>
                <c:pt idx="236">
                  <c:v>43447</c:v>
                </c:pt>
                <c:pt idx="237">
                  <c:v>43448</c:v>
                </c:pt>
                <c:pt idx="238">
                  <c:v>43451</c:v>
                </c:pt>
                <c:pt idx="239">
                  <c:v>43452</c:v>
                </c:pt>
                <c:pt idx="240">
                  <c:v>43453</c:v>
                </c:pt>
                <c:pt idx="241">
                  <c:v>43454</c:v>
                </c:pt>
                <c:pt idx="242">
                  <c:v>43455</c:v>
                </c:pt>
                <c:pt idx="243">
                  <c:v>43460</c:v>
                </c:pt>
                <c:pt idx="244">
                  <c:v>43461</c:v>
                </c:pt>
                <c:pt idx="245">
                  <c:v>43462</c:v>
                </c:pt>
                <c:pt idx="246">
                  <c:v>43467</c:v>
                </c:pt>
                <c:pt idx="247">
                  <c:v>43468</c:v>
                </c:pt>
                <c:pt idx="248">
                  <c:v>43469</c:v>
                </c:pt>
                <c:pt idx="249">
                  <c:v>43472</c:v>
                </c:pt>
                <c:pt idx="250">
                  <c:v>43473</c:v>
                </c:pt>
                <c:pt idx="251">
                  <c:v>43474</c:v>
                </c:pt>
                <c:pt idx="252">
                  <c:v>43475</c:v>
                </c:pt>
                <c:pt idx="253">
                  <c:v>43476</c:v>
                </c:pt>
                <c:pt idx="254">
                  <c:v>43479</c:v>
                </c:pt>
                <c:pt idx="255">
                  <c:v>43480</c:v>
                </c:pt>
                <c:pt idx="256">
                  <c:v>43481</c:v>
                </c:pt>
                <c:pt idx="257">
                  <c:v>43482</c:v>
                </c:pt>
                <c:pt idx="258">
                  <c:v>43483</c:v>
                </c:pt>
                <c:pt idx="259">
                  <c:v>43486</c:v>
                </c:pt>
                <c:pt idx="260">
                  <c:v>43487</c:v>
                </c:pt>
                <c:pt idx="261">
                  <c:v>43488</c:v>
                </c:pt>
                <c:pt idx="262">
                  <c:v>43489</c:v>
                </c:pt>
                <c:pt idx="263">
                  <c:v>43490</c:v>
                </c:pt>
                <c:pt idx="264">
                  <c:v>43493</c:v>
                </c:pt>
                <c:pt idx="265">
                  <c:v>43494</c:v>
                </c:pt>
                <c:pt idx="266">
                  <c:v>43495</c:v>
                </c:pt>
                <c:pt idx="267">
                  <c:v>43496</c:v>
                </c:pt>
                <c:pt idx="268">
                  <c:v>43497</c:v>
                </c:pt>
                <c:pt idx="269">
                  <c:v>43500</c:v>
                </c:pt>
                <c:pt idx="270">
                  <c:v>43502</c:v>
                </c:pt>
                <c:pt idx="271">
                  <c:v>43503</c:v>
                </c:pt>
                <c:pt idx="272">
                  <c:v>43504</c:v>
                </c:pt>
                <c:pt idx="273">
                  <c:v>43507</c:v>
                </c:pt>
                <c:pt idx="274">
                  <c:v>43508</c:v>
                </c:pt>
                <c:pt idx="275">
                  <c:v>43509</c:v>
                </c:pt>
                <c:pt idx="276">
                  <c:v>43510</c:v>
                </c:pt>
                <c:pt idx="277">
                  <c:v>43511</c:v>
                </c:pt>
                <c:pt idx="278">
                  <c:v>43514</c:v>
                </c:pt>
                <c:pt idx="279">
                  <c:v>43515</c:v>
                </c:pt>
                <c:pt idx="280">
                  <c:v>43516</c:v>
                </c:pt>
                <c:pt idx="281">
                  <c:v>43517</c:v>
                </c:pt>
                <c:pt idx="282">
                  <c:v>43518</c:v>
                </c:pt>
                <c:pt idx="283">
                  <c:v>43521</c:v>
                </c:pt>
                <c:pt idx="284">
                  <c:v>43522</c:v>
                </c:pt>
                <c:pt idx="285">
                  <c:v>43523</c:v>
                </c:pt>
                <c:pt idx="286">
                  <c:v>43524</c:v>
                </c:pt>
                <c:pt idx="287">
                  <c:v>43525</c:v>
                </c:pt>
                <c:pt idx="288">
                  <c:v>43528</c:v>
                </c:pt>
                <c:pt idx="289">
                  <c:v>43529</c:v>
                </c:pt>
                <c:pt idx="290">
                  <c:v>43530</c:v>
                </c:pt>
                <c:pt idx="291">
                  <c:v>43532</c:v>
                </c:pt>
                <c:pt idx="292">
                  <c:v>43535</c:v>
                </c:pt>
                <c:pt idx="293">
                  <c:v>43536</c:v>
                </c:pt>
                <c:pt idx="294">
                  <c:v>43537</c:v>
                </c:pt>
                <c:pt idx="295">
                  <c:v>43538</c:v>
                </c:pt>
                <c:pt idx="296">
                  <c:v>43539</c:v>
                </c:pt>
                <c:pt idx="297">
                  <c:v>43542</c:v>
                </c:pt>
                <c:pt idx="298">
                  <c:v>43543</c:v>
                </c:pt>
                <c:pt idx="299">
                  <c:v>43544</c:v>
                </c:pt>
                <c:pt idx="300">
                  <c:v>43545</c:v>
                </c:pt>
                <c:pt idx="301">
                  <c:v>43546</c:v>
                </c:pt>
                <c:pt idx="302">
                  <c:v>43549</c:v>
                </c:pt>
                <c:pt idx="303">
                  <c:v>43550</c:v>
                </c:pt>
                <c:pt idx="304">
                  <c:v>43551</c:v>
                </c:pt>
                <c:pt idx="305">
                  <c:v>43552</c:v>
                </c:pt>
                <c:pt idx="306">
                  <c:v>43553</c:v>
                </c:pt>
                <c:pt idx="307">
                  <c:v>43556</c:v>
                </c:pt>
                <c:pt idx="308">
                  <c:v>43557</c:v>
                </c:pt>
                <c:pt idx="309">
                  <c:v>43559</c:v>
                </c:pt>
                <c:pt idx="310">
                  <c:v>43560</c:v>
                </c:pt>
                <c:pt idx="311">
                  <c:v>43563</c:v>
                </c:pt>
                <c:pt idx="312">
                  <c:v>43564</c:v>
                </c:pt>
                <c:pt idx="313">
                  <c:v>43565</c:v>
                </c:pt>
                <c:pt idx="314">
                  <c:v>43566</c:v>
                </c:pt>
                <c:pt idx="315">
                  <c:v>43567</c:v>
                </c:pt>
                <c:pt idx="316">
                  <c:v>43570</c:v>
                </c:pt>
                <c:pt idx="317">
                  <c:v>43571</c:v>
                </c:pt>
                <c:pt idx="318">
                  <c:v>43573</c:v>
                </c:pt>
                <c:pt idx="319">
                  <c:v>43577</c:v>
                </c:pt>
                <c:pt idx="320">
                  <c:v>43578</c:v>
                </c:pt>
                <c:pt idx="321">
                  <c:v>43579</c:v>
                </c:pt>
                <c:pt idx="322">
                  <c:v>43580</c:v>
                </c:pt>
                <c:pt idx="323">
                  <c:v>43581</c:v>
                </c:pt>
                <c:pt idx="324">
                  <c:v>43584</c:v>
                </c:pt>
                <c:pt idx="325">
                  <c:v>43585</c:v>
                </c:pt>
                <c:pt idx="326">
                  <c:v>43587</c:v>
                </c:pt>
                <c:pt idx="327">
                  <c:v>43588</c:v>
                </c:pt>
                <c:pt idx="328">
                  <c:v>43591</c:v>
                </c:pt>
                <c:pt idx="329">
                  <c:v>43592</c:v>
                </c:pt>
                <c:pt idx="330">
                  <c:v>43593</c:v>
                </c:pt>
                <c:pt idx="331">
                  <c:v>43594</c:v>
                </c:pt>
                <c:pt idx="332">
                  <c:v>43595</c:v>
                </c:pt>
                <c:pt idx="333">
                  <c:v>43598</c:v>
                </c:pt>
                <c:pt idx="334">
                  <c:v>43599</c:v>
                </c:pt>
                <c:pt idx="335">
                  <c:v>43600</c:v>
                </c:pt>
                <c:pt idx="336">
                  <c:v>43601</c:v>
                </c:pt>
                <c:pt idx="337">
                  <c:v>43602</c:v>
                </c:pt>
                <c:pt idx="338">
                  <c:v>43605</c:v>
                </c:pt>
                <c:pt idx="339">
                  <c:v>43606</c:v>
                </c:pt>
                <c:pt idx="340">
                  <c:v>43607</c:v>
                </c:pt>
                <c:pt idx="341">
                  <c:v>43608</c:v>
                </c:pt>
                <c:pt idx="342">
                  <c:v>43609</c:v>
                </c:pt>
                <c:pt idx="343">
                  <c:v>43612</c:v>
                </c:pt>
                <c:pt idx="344">
                  <c:v>43613</c:v>
                </c:pt>
                <c:pt idx="345">
                  <c:v>43614</c:v>
                </c:pt>
                <c:pt idx="346">
                  <c:v>43616</c:v>
                </c:pt>
                <c:pt idx="347">
                  <c:v>43626</c:v>
                </c:pt>
                <c:pt idx="348">
                  <c:v>43627</c:v>
                </c:pt>
                <c:pt idx="349">
                  <c:v>43628</c:v>
                </c:pt>
                <c:pt idx="350">
                  <c:v>43629</c:v>
                </c:pt>
                <c:pt idx="351">
                  <c:v>43630</c:v>
                </c:pt>
                <c:pt idx="352">
                  <c:v>43633</c:v>
                </c:pt>
                <c:pt idx="353">
                  <c:v>43634</c:v>
                </c:pt>
                <c:pt idx="354">
                  <c:v>43635</c:v>
                </c:pt>
                <c:pt idx="355">
                  <c:v>43636</c:v>
                </c:pt>
                <c:pt idx="356">
                  <c:v>43637</c:v>
                </c:pt>
                <c:pt idx="357">
                  <c:v>43640</c:v>
                </c:pt>
                <c:pt idx="358">
                  <c:v>43641</c:v>
                </c:pt>
                <c:pt idx="359">
                  <c:v>43642</c:v>
                </c:pt>
                <c:pt idx="360">
                  <c:v>43643</c:v>
                </c:pt>
                <c:pt idx="361">
                  <c:v>43644</c:v>
                </c:pt>
                <c:pt idx="362">
                  <c:v>43647</c:v>
                </c:pt>
                <c:pt idx="363">
                  <c:v>43648</c:v>
                </c:pt>
                <c:pt idx="364">
                  <c:v>43649</c:v>
                </c:pt>
                <c:pt idx="365">
                  <c:v>43650</c:v>
                </c:pt>
                <c:pt idx="366">
                  <c:v>43651</c:v>
                </c:pt>
                <c:pt idx="367">
                  <c:v>43654</c:v>
                </c:pt>
                <c:pt idx="368">
                  <c:v>43655</c:v>
                </c:pt>
                <c:pt idx="369">
                  <c:v>43656</c:v>
                </c:pt>
                <c:pt idx="370">
                  <c:v>43657</c:v>
                </c:pt>
                <c:pt idx="371">
                  <c:v>43658</c:v>
                </c:pt>
                <c:pt idx="372">
                  <c:v>43661</c:v>
                </c:pt>
                <c:pt idx="373">
                  <c:v>43662</c:v>
                </c:pt>
                <c:pt idx="374">
                  <c:v>43663</c:v>
                </c:pt>
                <c:pt idx="375">
                  <c:v>43664</c:v>
                </c:pt>
                <c:pt idx="376">
                  <c:v>43665</c:v>
                </c:pt>
                <c:pt idx="377">
                  <c:v>43668</c:v>
                </c:pt>
                <c:pt idx="378">
                  <c:v>43669</c:v>
                </c:pt>
                <c:pt idx="379">
                  <c:v>43670</c:v>
                </c:pt>
                <c:pt idx="380">
                  <c:v>43671</c:v>
                </c:pt>
                <c:pt idx="381">
                  <c:v>43672</c:v>
                </c:pt>
                <c:pt idx="382">
                  <c:v>43675</c:v>
                </c:pt>
                <c:pt idx="383">
                  <c:v>43676</c:v>
                </c:pt>
                <c:pt idx="384">
                  <c:v>43677</c:v>
                </c:pt>
                <c:pt idx="385">
                  <c:v>43678</c:v>
                </c:pt>
                <c:pt idx="386">
                  <c:v>43679</c:v>
                </c:pt>
                <c:pt idx="387">
                  <c:v>43682</c:v>
                </c:pt>
                <c:pt idx="388">
                  <c:v>43683</c:v>
                </c:pt>
                <c:pt idx="389">
                  <c:v>43684</c:v>
                </c:pt>
                <c:pt idx="390">
                  <c:v>43685</c:v>
                </c:pt>
                <c:pt idx="391">
                  <c:v>43686</c:v>
                </c:pt>
                <c:pt idx="392">
                  <c:v>43689</c:v>
                </c:pt>
                <c:pt idx="393">
                  <c:v>43690</c:v>
                </c:pt>
                <c:pt idx="394">
                  <c:v>43691</c:v>
                </c:pt>
                <c:pt idx="395">
                  <c:v>43692</c:v>
                </c:pt>
                <c:pt idx="396">
                  <c:v>43693</c:v>
                </c:pt>
                <c:pt idx="397">
                  <c:v>43696</c:v>
                </c:pt>
                <c:pt idx="398">
                  <c:v>43697</c:v>
                </c:pt>
                <c:pt idx="399">
                  <c:v>43698</c:v>
                </c:pt>
                <c:pt idx="400">
                  <c:v>43699</c:v>
                </c:pt>
                <c:pt idx="401">
                  <c:v>43700</c:v>
                </c:pt>
                <c:pt idx="402">
                  <c:v>43703</c:v>
                </c:pt>
                <c:pt idx="403">
                  <c:v>43704</c:v>
                </c:pt>
                <c:pt idx="404">
                  <c:v>43705</c:v>
                </c:pt>
                <c:pt idx="405">
                  <c:v>43706</c:v>
                </c:pt>
                <c:pt idx="406">
                  <c:v>43707</c:v>
                </c:pt>
                <c:pt idx="407">
                  <c:v>43710</c:v>
                </c:pt>
                <c:pt idx="408">
                  <c:v>43711</c:v>
                </c:pt>
                <c:pt idx="409">
                  <c:v>43712</c:v>
                </c:pt>
                <c:pt idx="410">
                  <c:v>43713</c:v>
                </c:pt>
                <c:pt idx="411">
                  <c:v>43714</c:v>
                </c:pt>
                <c:pt idx="412">
                  <c:v>43717</c:v>
                </c:pt>
                <c:pt idx="413">
                  <c:v>43718</c:v>
                </c:pt>
                <c:pt idx="414">
                  <c:v>43719</c:v>
                </c:pt>
                <c:pt idx="415">
                  <c:v>43720</c:v>
                </c:pt>
                <c:pt idx="416">
                  <c:v>43721</c:v>
                </c:pt>
                <c:pt idx="417">
                  <c:v>43724</c:v>
                </c:pt>
                <c:pt idx="418">
                  <c:v>43725</c:v>
                </c:pt>
                <c:pt idx="419">
                  <c:v>43726</c:v>
                </c:pt>
                <c:pt idx="420">
                  <c:v>43727</c:v>
                </c:pt>
                <c:pt idx="421">
                  <c:v>43728</c:v>
                </c:pt>
                <c:pt idx="422">
                  <c:v>43731</c:v>
                </c:pt>
                <c:pt idx="423">
                  <c:v>43732</c:v>
                </c:pt>
                <c:pt idx="424">
                  <c:v>43733</c:v>
                </c:pt>
                <c:pt idx="425">
                  <c:v>43734</c:v>
                </c:pt>
                <c:pt idx="426">
                  <c:v>43735</c:v>
                </c:pt>
                <c:pt idx="427">
                  <c:v>43738</c:v>
                </c:pt>
                <c:pt idx="428">
                  <c:v>43739</c:v>
                </c:pt>
                <c:pt idx="429">
                  <c:v>43740</c:v>
                </c:pt>
                <c:pt idx="430">
                  <c:v>43741</c:v>
                </c:pt>
                <c:pt idx="431">
                  <c:v>43742</c:v>
                </c:pt>
                <c:pt idx="432">
                  <c:v>43745</c:v>
                </c:pt>
                <c:pt idx="433">
                  <c:v>43746</c:v>
                </c:pt>
                <c:pt idx="434">
                  <c:v>43747</c:v>
                </c:pt>
                <c:pt idx="435">
                  <c:v>43748</c:v>
                </c:pt>
                <c:pt idx="436">
                  <c:v>43749</c:v>
                </c:pt>
                <c:pt idx="437">
                  <c:v>43752</c:v>
                </c:pt>
                <c:pt idx="438">
                  <c:v>43753</c:v>
                </c:pt>
                <c:pt idx="439">
                  <c:v>43754</c:v>
                </c:pt>
                <c:pt idx="440">
                  <c:v>43755</c:v>
                </c:pt>
                <c:pt idx="441">
                  <c:v>43756</c:v>
                </c:pt>
                <c:pt idx="442">
                  <c:v>43759</c:v>
                </c:pt>
                <c:pt idx="443">
                  <c:v>43760</c:v>
                </c:pt>
                <c:pt idx="444">
                  <c:v>43761</c:v>
                </c:pt>
                <c:pt idx="445">
                  <c:v>43762</c:v>
                </c:pt>
                <c:pt idx="446">
                  <c:v>43763</c:v>
                </c:pt>
                <c:pt idx="447">
                  <c:v>43766</c:v>
                </c:pt>
                <c:pt idx="448">
                  <c:v>43767</c:v>
                </c:pt>
                <c:pt idx="449">
                  <c:v>43768</c:v>
                </c:pt>
                <c:pt idx="450">
                  <c:v>43769</c:v>
                </c:pt>
                <c:pt idx="451">
                  <c:v>43770</c:v>
                </c:pt>
                <c:pt idx="452">
                  <c:v>43773</c:v>
                </c:pt>
                <c:pt idx="453">
                  <c:v>43774</c:v>
                </c:pt>
                <c:pt idx="454">
                  <c:v>43775</c:v>
                </c:pt>
                <c:pt idx="455">
                  <c:v>43776</c:v>
                </c:pt>
                <c:pt idx="456">
                  <c:v>43777</c:v>
                </c:pt>
                <c:pt idx="457">
                  <c:v>43780</c:v>
                </c:pt>
                <c:pt idx="458">
                  <c:v>43781</c:v>
                </c:pt>
                <c:pt idx="459">
                  <c:v>43782</c:v>
                </c:pt>
                <c:pt idx="460">
                  <c:v>43783</c:v>
                </c:pt>
                <c:pt idx="461">
                  <c:v>43784</c:v>
                </c:pt>
                <c:pt idx="462">
                  <c:v>43787</c:v>
                </c:pt>
                <c:pt idx="463">
                  <c:v>43788</c:v>
                </c:pt>
                <c:pt idx="464">
                  <c:v>43789</c:v>
                </c:pt>
                <c:pt idx="465">
                  <c:v>43790</c:v>
                </c:pt>
                <c:pt idx="466">
                  <c:v>43791</c:v>
                </c:pt>
                <c:pt idx="467">
                  <c:v>43794</c:v>
                </c:pt>
                <c:pt idx="468">
                  <c:v>43795</c:v>
                </c:pt>
                <c:pt idx="469">
                  <c:v>43796</c:v>
                </c:pt>
                <c:pt idx="470">
                  <c:v>43797</c:v>
                </c:pt>
                <c:pt idx="471">
                  <c:v>43798</c:v>
                </c:pt>
                <c:pt idx="472">
                  <c:v>43801</c:v>
                </c:pt>
                <c:pt idx="473">
                  <c:v>43802</c:v>
                </c:pt>
                <c:pt idx="474">
                  <c:v>43803</c:v>
                </c:pt>
                <c:pt idx="475">
                  <c:v>43804</c:v>
                </c:pt>
                <c:pt idx="476">
                  <c:v>43805</c:v>
                </c:pt>
                <c:pt idx="477">
                  <c:v>43808</c:v>
                </c:pt>
                <c:pt idx="478">
                  <c:v>43809</c:v>
                </c:pt>
                <c:pt idx="479">
                  <c:v>43810</c:v>
                </c:pt>
                <c:pt idx="480">
                  <c:v>43811</c:v>
                </c:pt>
                <c:pt idx="481">
                  <c:v>43812</c:v>
                </c:pt>
                <c:pt idx="482">
                  <c:v>43815</c:v>
                </c:pt>
                <c:pt idx="483">
                  <c:v>43816</c:v>
                </c:pt>
                <c:pt idx="484">
                  <c:v>43817</c:v>
                </c:pt>
                <c:pt idx="485">
                  <c:v>43818</c:v>
                </c:pt>
                <c:pt idx="486">
                  <c:v>43819</c:v>
                </c:pt>
                <c:pt idx="487">
                  <c:v>43822</c:v>
                </c:pt>
                <c:pt idx="488">
                  <c:v>43825</c:v>
                </c:pt>
                <c:pt idx="489">
                  <c:v>43826</c:v>
                </c:pt>
                <c:pt idx="490">
                  <c:v>43829</c:v>
                </c:pt>
                <c:pt idx="491">
                  <c:v>43832</c:v>
                </c:pt>
                <c:pt idx="492">
                  <c:v>43833</c:v>
                </c:pt>
                <c:pt idx="493">
                  <c:v>43836</c:v>
                </c:pt>
                <c:pt idx="494">
                  <c:v>43837</c:v>
                </c:pt>
                <c:pt idx="495">
                  <c:v>43838</c:v>
                </c:pt>
                <c:pt idx="496">
                  <c:v>43839</c:v>
                </c:pt>
                <c:pt idx="497">
                  <c:v>43840</c:v>
                </c:pt>
                <c:pt idx="498">
                  <c:v>43843</c:v>
                </c:pt>
                <c:pt idx="499">
                  <c:v>43844</c:v>
                </c:pt>
                <c:pt idx="500">
                  <c:v>43845</c:v>
                </c:pt>
                <c:pt idx="501">
                  <c:v>43846</c:v>
                </c:pt>
                <c:pt idx="502">
                  <c:v>43847</c:v>
                </c:pt>
                <c:pt idx="503">
                  <c:v>43850</c:v>
                </c:pt>
                <c:pt idx="504">
                  <c:v>43851</c:v>
                </c:pt>
                <c:pt idx="505">
                  <c:v>43852</c:v>
                </c:pt>
                <c:pt idx="506">
                  <c:v>43853</c:v>
                </c:pt>
                <c:pt idx="507">
                  <c:v>43854</c:v>
                </c:pt>
                <c:pt idx="508">
                  <c:v>43857</c:v>
                </c:pt>
                <c:pt idx="509">
                  <c:v>43858</c:v>
                </c:pt>
                <c:pt idx="510">
                  <c:v>43859</c:v>
                </c:pt>
                <c:pt idx="511">
                  <c:v>43860</c:v>
                </c:pt>
                <c:pt idx="512">
                  <c:v>43861</c:v>
                </c:pt>
                <c:pt idx="513">
                  <c:v>43864</c:v>
                </c:pt>
                <c:pt idx="514">
                  <c:v>43865</c:v>
                </c:pt>
                <c:pt idx="515">
                  <c:v>43866</c:v>
                </c:pt>
                <c:pt idx="516">
                  <c:v>43867</c:v>
                </c:pt>
                <c:pt idx="517">
                  <c:v>43868</c:v>
                </c:pt>
                <c:pt idx="518">
                  <c:v>43871</c:v>
                </c:pt>
                <c:pt idx="519">
                  <c:v>43872</c:v>
                </c:pt>
                <c:pt idx="520">
                  <c:v>43873</c:v>
                </c:pt>
                <c:pt idx="521">
                  <c:v>43874</c:v>
                </c:pt>
                <c:pt idx="522">
                  <c:v>43875</c:v>
                </c:pt>
                <c:pt idx="523">
                  <c:v>43878</c:v>
                </c:pt>
                <c:pt idx="524">
                  <c:v>43879</c:v>
                </c:pt>
                <c:pt idx="525">
                  <c:v>43880</c:v>
                </c:pt>
                <c:pt idx="526">
                  <c:v>43881</c:v>
                </c:pt>
                <c:pt idx="527">
                  <c:v>43882</c:v>
                </c:pt>
                <c:pt idx="528">
                  <c:v>43885</c:v>
                </c:pt>
                <c:pt idx="529">
                  <c:v>43886</c:v>
                </c:pt>
                <c:pt idx="530">
                  <c:v>43887</c:v>
                </c:pt>
                <c:pt idx="531">
                  <c:v>43888</c:v>
                </c:pt>
                <c:pt idx="532">
                  <c:v>43889</c:v>
                </c:pt>
                <c:pt idx="533">
                  <c:v>43892</c:v>
                </c:pt>
                <c:pt idx="534">
                  <c:v>43893</c:v>
                </c:pt>
                <c:pt idx="535">
                  <c:v>43894</c:v>
                </c:pt>
                <c:pt idx="536">
                  <c:v>43895</c:v>
                </c:pt>
                <c:pt idx="537">
                  <c:v>43896</c:v>
                </c:pt>
                <c:pt idx="538">
                  <c:v>43899</c:v>
                </c:pt>
                <c:pt idx="539">
                  <c:v>43900</c:v>
                </c:pt>
                <c:pt idx="540">
                  <c:v>43901</c:v>
                </c:pt>
                <c:pt idx="541">
                  <c:v>43902</c:v>
                </c:pt>
                <c:pt idx="542">
                  <c:v>43903</c:v>
                </c:pt>
                <c:pt idx="543">
                  <c:v>43906</c:v>
                </c:pt>
                <c:pt idx="544">
                  <c:v>43907</c:v>
                </c:pt>
                <c:pt idx="545">
                  <c:v>43908</c:v>
                </c:pt>
                <c:pt idx="546">
                  <c:v>43909</c:v>
                </c:pt>
                <c:pt idx="547">
                  <c:v>43910</c:v>
                </c:pt>
                <c:pt idx="548">
                  <c:v>43913</c:v>
                </c:pt>
                <c:pt idx="549">
                  <c:v>43914</c:v>
                </c:pt>
                <c:pt idx="550">
                  <c:v>43916</c:v>
                </c:pt>
                <c:pt idx="551">
                  <c:v>43917</c:v>
                </c:pt>
                <c:pt idx="552">
                  <c:v>43920</c:v>
                </c:pt>
                <c:pt idx="553">
                  <c:v>43921</c:v>
                </c:pt>
                <c:pt idx="554">
                  <c:v>43922</c:v>
                </c:pt>
                <c:pt idx="555">
                  <c:v>43923</c:v>
                </c:pt>
                <c:pt idx="556">
                  <c:v>43924</c:v>
                </c:pt>
                <c:pt idx="557">
                  <c:v>43927</c:v>
                </c:pt>
                <c:pt idx="558">
                  <c:v>43928</c:v>
                </c:pt>
                <c:pt idx="559">
                  <c:v>43929</c:v>
                </c:pt>
                <c:pt idx="560">
                  <c:v>43930</c:v>
                </c:pt>
                <c:pt idx="561">
                  <c:v>43934</c:v>
                </c:pt>
                <c:pt idx="562">
                  <c:v>43935</c:v>
                </c:pt>
                <c:pt idx="563">
                  <c:v>43936</c:v>
                </c:pt>
                <c:pt idx="564">
                  <c:v>43937</c:v>
                </c:pt>
                <c:pt idx="565">
                  <c:v>43938</c:v>
                </c:pt>
                <c:pt idx="566">
                  <c:v>43941</c:v>
                </c:pt>
                <c:pt idx="567">
                  <c:v>43942</c:v>
                </c:pt>
                <c:pt idx="568">
                  <c:v>43943</c:v>
                </c:pt>
                <c:pt idx="569">
                  <c:v>43944</c:v>
                </c:pt>
                <c:pt idx="570">
                  <c:v>43945</c:v>
                </c:pt>
                <c:pt idx="571">
                  <c:v>43948</c:v>
                </c:pt>
                <c:pt idx="572">
                  <c:v>43949</c:v>
                </c:pt>
                <c:pt idx="573">
                  <c:v>43950</c:v>
                </c:pt>
                <c:pt idx="574">
                  <c:v>43951</c:v>
                </c:pt>
                <c:pt idx="575">
                  <c:v>43955</c:v>
                </c:pt>
                <c:pt idx="576">
                  <c:v>43956</c:v>
                </c:pt>
                <c:pt idx="577">
                  <c:v>43957</c:v>
                </c:pt>
                <c:pt idx="578">
                  <c:v>43959</c:v>
                </c:pt>
                <c:pt idx="579">
                  <c:v>43962</c:v>
                </c:pt>
                <c:pt idx="580">
                  <c:v>43963</c:v>
                </c:pt>
                <c:pt idx="581">
                  <c:v>43964</c:v>
                </c:pt>
                <c:pt idx="582">
                  <c:v>43965</c:v>
                </c:pt>
                <c:pt idx="583">
                  <c:v>43966</c:v>
                </c:pt>
                <c:pt idx="584">
                  <c:v>43969</c:v>
                </c:pt>
                <c:pt idx="585">
                  <c:v>43970</c:v>
                </c:pt>
                <c:pt idx="586">
                  <c:v>43971</c:v>
                </c:pt>
                <c:pt idx="587">
                  <c:v>43977</c:v>
                </c:pt>
                <c:pt idx="588">
                  <c:v>43978</c:v>
                </c:pt>
                <c:pt idx="589">
                  <c:v>43979</c:v>
                </c:pt>
                <c:pt idx="590">
                  <c:v>43980</c:v>
                </c:pt>
                <c:pt idx="591">
                  <c:v>43984</c:v>
                </c:pt>
                <c:pt idx="592">
                  <c:v>43985</c:v>
                </c:pt>
                <c:pt idx="593">
                  <c:v>43986</c:v>
                </c:pt>
                <c:pt idx="594">
                  <c:v>43987</c:v>
                </c:pt>
                <c:pt idx="595">
                  <c:v>43990</c:v>
                </c:pt>
                <c:pt idx="596">
                  <c:v>43991</c:v>
                </c:pt>
                <c:pt idx="597">
                  <c:v>43992</c:v>
                </c:pt>
                <c:pt idx="598">
                  <c:v>43993</c:v>
                </c:pt>
                <c:pt idx="599">
                  <c:v>43994</c:v>
                </c:pt>
                <c:pt idx="600">
                  <c:v>43997</c:v>
                </c:pt>
                <c:pt idx="601">
                  <c:v>43998</c:v>
                </c:pt>
                <c:pt idx="602">
                  <c:v>43999</c:v>
                </c:pt>
                <c:pt idx="603">
                  <c:v>44000</c:v>
                </c:pt>
                <c:pt idx="604">
                  <c:v>44001</c:v>
                </c:pt>
                <c:pt idx="605">
                  <c:v>44004</c:v>
                </c:pt>
                <c:pt idx="606">
                  <c:v>44005</c:v>
                </c:pt>
                <c:pt idx="607">
                  <c:v>44006</c:v>
                </c:pt>
                <c:pt idx="608">
                  <c:v>44007</c:v>
                </c:pt>
                <c:pt idx="609">
                  <c:v>44008</c:v>
                </c:pt>
                <c:pt idx="610">
                  <c:v>44011</c:v>
                </c:pt>
                <c:pt idx="611">
                  <c:v>44012</c:v>
                </c:pt>
                <c:pt idx="612">
                  <c:v>44013</c:v>
                </c:pt>
                <c:pt idx="613">
                  <c:v>44014</c:v>
                </c:pt>
                <c:pt idx="614">
                  <c:v>44015</c:v>
                </c:pt>
                <c:pt idx="615">
                  <c:v>44018</c:v>
                </c:pt>
                <c:pt idx="616">
                  <c:v>44019</c:v>
                </c:pt>
                <c:pt idx="617">
                  <c:v>44020</c:v>
                </c:pt>
                <c:pt idx="618">
                  <c:v>44021</c:v>
                </c:pt>
                <c:pt idx="619">
                  <c:v>44022</c:v>
                </c:pt>
                <c:pt idx="620">
                  <c:v>44025</c:v>
                </c:pt>
                <c:pt idx="621">
                  <c:v>44026</c:v>
                </c:pt>
                <c:pt idx="622">
                  <c:v>44027</c:v>
                </c:pt>
                <c:pt idx="623">
                  <c:v>44028</c:v>
                </c:pt>
                <c:pt idx="624">
                  <c:v>44029</c:v>
                </c:pt>
                <c:pt idx="625">
                  <c:v>44032</c:v>
                </c:pt>
                <c:pt idx="626">
                  <c:v>44033</c:v>
                </c:pt>
                <c:pt idx="627">
                  <c:v>44034</c:v>
                </c:pt>
                <c:pt idx="628">
                  <c:v>44035</c:v>
                </c:pt>
                <c:pt idx="629">
                  <c:v>44036</c:v>
                </c:pt>
                <c:pt idx="630">
                  <c:v>44039</c:v>
                </c:pt>
                <c:pt idx="631">
                  <c:v>44040</c:v>
                </c:pt>
                <c:pt idx="632">
                  <c:v>44041</c:v>
                </c:pt>
                <c:pt idx="633">
                  <c:v>44042</c:v>
                </c:pt>
                <c:pt idx="634">
                  <c:v>44046</c:v>
                </c:pt>
                <c:pt idx="635">
                  <c:v>44047</c:v>
                </c:pt>
                <c:pt idx="636">
                  <c:v>44048</c:v>
                </c:pt>
                <c:pt idx="637">
                  <c:v>44049</c:v>
                </c:pt>
                <c:pt idx="638">
                  <c:v>44050</c:v>
                </c:pt>
                <c:pt idx="639">
                  <c:v>44053</c:v>
                </c:pt>
                <c:pt idx="640">
                  <c:v>44054</c:v>
                </c:pt>
                <c:pt idx="641">
                  <c:v>44055</c:v>
                </c:pt>
                <c:pt idx="642">
                  <c:v>44056</c:v>
                </c:pt>
                <c:pt idx="643">
                  <c:v>44057</c:v>
                </c:pt>
                <c:pt idx="644">
                  <c:v>44061</c:v>
                </c:pt>
                <c:pt idx="645">
                  <c:v>44062</c:v>
                </c:pt>
                <c:pt idx="646">
                  <c:v>44067</c:v>
                </c:pt>
                <c:pt idx="647">
                  <c:v>44068</c:v>
                </c:pt>
                <c:pt idx="648">
                  <c:v>44069</c:v>
                </c:pt>
                <c:pt idx="649">
                  <c:v>44070</c:v>
                </c:pt>
                <c:pt idx="650">
                  <c:v>44071</c:v>
                </c:pt>
                <c:pt idx="651">
                  <c:v>44074</c:v>
                </c:pt>
                <c:pt idx="652">
                  <c:v>44075</c:v>
                </c:pt>
                <c:pt idx="653">
                  <c:v>44076</c:v>
                </c:pt>
                <c:pt idx="654">
                  <c:v>44077</c:v>
                </c:pt>
                <c:pt idx="655">
                  <c:v>44078</c:v>
                </c:pt>
                <c:pt idx="656">
                  <c:v>44081</c:v>
                </c:pt>
                <c:pt idx="657">
                  <c:v>44082</c:v>
                </c:pt>
                <c:pt idx="658">
                  <c:v>44083</c:v>
                </c:pt>
                <c:pt idx="659">
                  <c:v>44084</c:v>
                </c:pt>
                <c:pt idx="660">
                  <c:v>44085</c:v>
                </c:pt>
                <c:pt idx="661">
                  <c:v>44088</c:v>
                </c:pt>
                <c:pt idx="662">
                  <c:v>44089</c:v>
                </c:pt>
                <c:pt idx="663">
                  <c:v>44090</c:v>
                </c:pt>
                <c:pt idx="664">
                  <c:v>44091</c:v>
                </c:pt>
                <c:pt idx="665">
                  <c:v>44092</c:v>
                </c:pt>
                <c:pt idx="666">
                  <c:v>44095</c:v>
                </c:pt>
                <c:pt idx="667">
                  <c:v>44096</c:v>
                </c:pt>
                <c:pt idx="668">
                  <c:v>44097</c:v>
                </c:pt>
                <c:pt idx="669">
                  <c:v>44098</c:v>
                </c:pt>
                <c:pt idx="670">
                  <c:v>44099</c:v>
                </c:pt>
                <c:pt idx="671">
                  <c:v>44102</c:v>
                </c:pt>
                <c:pt idx="672">
                  <c:v>44103</c:v>
                </c:pt>
                <c:pt idx="673">
                  <c:v>44104</c:v>
                </c:pt>
                <c:pt idx="674">
                  <c:v>44105</c:v>
                </c:pt>
                <c:pt idx="675">
                  <c:v>44106</c:v>
                </c:pt>
                <c:pt idx="676">
                  <c:v>44109</c:v>
                </c:pt>
                <c:pt idx="677">
                  <c:v>44110</c:v>
                </c:pt>
                <c:pt idx="678">
                  <c:v>44111</c:v>
                </c:pt>
                <c:pt idx="679">
                  <c:v>44112</c:v>
                </c:pt>
                <c:pt idx="680">
                  <c:v>44113</c:v>
                </c:pt>
                <c:pt idx="681">
                  <c:v>44116</c:v>
                </c:pt>
                <c:pt idx="682">
                  <c:v>44117</c:v>
                </c:pt>
                <c:pt idx="683">
                  <c:v>44118</c:v>
                </c:pt>
                <c:pt idx="684">
                  <c:v>44119</c:v>
                </c:pt>
                <c:pt idx="685">
                  <c:v>44120</c:v>
                </c:pt>
                <c:pt idx="686">
                  <c:v>44123</c:v>
                </c:pt>
                <c:pt idx="687">
                  <c:v>44124</c:v>
                </c:pt>
                <c:pt idx="688">
                  <c:v>44125</c:v>
                </c:pt>
                <c:pt idx="689">
                  <c:v>44126</c:v>
                </c:pt>
                <c:pt idx="690">
                  <c:v>44127</c:v>
                </c:pt>
                <c:pt idx="691">
                  <c:v>44130</c:v>
                </c:pt>
                <c:pt idx="692">
                  <c:v>44131</c:v>
                </c:pt>
                <c:pt idx="693">
                  <c:v>44137</c:v>
                </c:pt>
                <c:pt idx="694">
                  <c:v>44138</c:v>
                </c:pt>
                <c:pt idx="695">
                  <c:v>44139</c:v>
                </c:pt>
                <c:pt idx="696">
                  <c:v>44140</c:v>
                </c:pt>
                <c:pt idx="697">
                  <c:v>44141</c:v>
                </c:pt>
                <c:pt idx="698">
                  <c:v>44144</c:v>
                </c:pt>
                <c:pt idx="699">
                  <c:v>44145</c:v>
                </c:pt>
                <c:pt idx="700">
                  <c:v>44146</c:v>
                </c:pt>
                <c:pt idx="701">
                  <c:v>44147</c:v>
                </c:pt>
                <c:pt idx="702">
                  <c:v>44148</c:v>
                </c:pt>
                <c:pt idx="703">
                  <c:v>44151</c:v>
                </c:pt>
                <c:pt idx="704">
                  <c:v>44152</c:v>
                </c:pt>
                <c:pt idx="705">
                  <c:v>44153</c:v>
                </c:pt>
                <c:pt idx="706">
                  <c:v>44154</c:v>
                </c:pt>
                <c:pt idx="707">
                  <c:v>44155</c:v>
                </c:pt>
                <c:pt idx="708">
                  <c:v>44158</c:v>
                </c:pt>
                <c:pt idx="709">
                  <c:v>44159</c:v>
                </c:pt>
                <c:pt idx="710">
                  <c:v>44160</c:v>
                </c:pt>
                <c:pt idx="711">
                  <c:v>44161</c:v>
                </c:pt>
                <c:pt idx="712">
                  <c:v>44162</c:v>
                </c:pt>
                <c:pt idx="713">
                  <c:v>44165</c:v>
                </c:pt>
                <c:pt idx="714">
                  <c:v>44166</c:v>
                </c:pt>
                <c:pt idx="715">
                  <c:v>44167</c:v>
                </c:pt>
                <c:pt idx="716">
                  <c:v>44168</c:v>
                </c:pt>
                <c:pt idx="717">
                  <c:v>44169</c:v>
                </c:pt>
                <c:pt idx="718">
                  <c:v>44172</c:v>
                </c:pt>
                <c:pt idx="719">
                  <c:v>44173</c:v>
                </c:pt>
                <c:pt idx="720">
                  <c:v>44175</c:v>
                </c:pt>
                <c:pt idx="721">
                  <c:v>44176</c:v>
                </c:pt>
                <c:pt idx="722">
                  <c:v>44179</c:v>
                </c:pt>
                <c:pt idx="723">
                  <c:v>44180</c:v>
                </c:pt>
                <c:pt idx="724">
                  <c:v>44181</c:v>
                </c:pt>
                <c:pt idx="725">
                  <c:v>44182</c:v>
                </c:pt>
                <c:pt idx="726">
                  <c:v>44183</c:v>
                </c:pt>
                <c:pt idx="727">
                  <c:v>44186</c:v>
                </c:pt>
                <c:pt idx="728">
                  <c:v>44187</c:v>
                </c:pt>
                <c:pt idx="729">
                  <c:v>44188</c:v>
                </c:pt>
                <c:pt idx="730">
                  <c:v>44193</c:v>
                </c:pt>
                <c:pt idx="731">
                  <c:v>44194</c:v>
                </c:pt>
                <c:pt idx="732">
                  <c:v>44195</c:v>
                </c:pt>
                <c:pt idx="733">
                  <c:v>44200</c:v>
                </c:pt>
                <c:pt idx="734">
                  <c:v>44201</c:v>
                </c:pt>
                <c:pt idx="735">
                  <c:v>44202</c:v>
                </c:pt>
                <c:pt idx="736">
                  <c:v>44203</c:v>
                </c:pt>
                <c:pt idx="737">
                  <c:v>44204</c:v>
                </c:pt>
                <c:pt idx="738">
                  <c:v>44207</c:v>
                </c:pt>
                <c:pt idx="739">
                  <c:v>44208</c:v>
                </c:pt>
                <c:pt idx="740">
                  <c:v>44209</c:v>
                </c:pt>
                <c:pt idx="741">
                  <c:v>44210</c:v>
                </c:pt>
                <c:pt idx="742">
                  <c:v>44211</c:v>
                </c:pt>
                <c:pt idx="743">
                  <c:v>44214</c:v>
                </c:pt>
                <c:pt idx="744">
                  <c:v>44215</c:v>
                </c:pt>
                <c:pt idx="745">
                  <c:v>44216</c:v>
                </c:pt>
                <c:pt idx="746">
                  <c:v>44217</c:v>
                </c:pt>
                <c:pt idx="747">
                  <c:v>44218</c:v>
                </c:pt>
                <c:pt idx="748">
                  <c:v>44221</c:v>
                </c:pt>
                <c:pt idx="749">
                  <c:v>44222</c:v>
                </c:pt>
                <c:pt idx="750">
                  <c:v>44223</c:v>
                </c:pt>
                <c:pt idx="751">
                  <c:v>44224</c:v>
                </c:pt>
                <c:pt idx="752">
                  <c:v>44225</c:v>
                </c:pt>
                <c:pt idx="753">
                  <c:v>44228</c:v>
                </c:pt>
                <c:pt idx="754">
                  <c:v>44229</c:v>
                </c:pt>
                <c:pt idx="755">
                  <c:v>44230</c:v>
                </c:pt>
                <c:pt idx="756">
                  <c:v>44231</c:v>
                </c:pt>
                <c:pt idx="757">
                  <c:v>44232</c:v>
                </c:pt>
                <c:pt idx="758">
                  <c:v>44235</c:v>
                </c:pt>
                <c:pt idx="759">
                  <c:v>44236</c:v>
                </c:pt>
                <c:pt idx="760">
                  <c:v>44237</c:v>
                </c:pt>
                <c:pt idx="761">
                  <c:v>44238</c:v>
                </c:pt>
                <c:pt idx="762">
                  <c:v>44242</c:v>
                </c:pt>
                <c:pt idx="763">
                  <c:v>44243</c:v>
                </c:pt>
                <c:pt idx="764">
                  <c:v>44244</c:v>
                </c:pt>
                <c:pt idx="765">
                  <c:v>44245</c:v>
                </c:pt>
                <c:pt idx="766">
                  <c:v>44246</c:v>
                </c:pt>
                <c:pt idx="767">
                  <c:v>44249</c:v>
                </c:pt>
                <c:pt idx="768">
                  <c:v>44250</c:v>
                </c:pt>
                <c:pt idx="769">
                  <c:v>44251</c:v>
                </c:pt>
                <c:pt idx="770">
                  <c:v>44252</c:v>
                </c:pt>
                <c:pt idx="771">
                  <c:v>44253</c:v>
                </c:pt>
                <c:pt idx="772">
                  <c:v>44256</c:v>
                </c:pt>
                <c:pt idx="773">
                  <c:v>44257</c:v>
                </c:pt>
                <c:pt idx="774">
                  <c:v>44258</c:v>
                </c:pt>
                <c:pt idx="775">
                  <c:v>44259</c:v>
                </c:pt>
                <c:pt idx="776">
                  <c:v>44260</c:v>
                </c:pt>
                <c:pt idx="777">
                  <c:v>44263</c:v>
                </c:pt>
                <c:pt idx="778">
                  <c:v>44264</c:v>
                </c:pt>
                <c:pt idx="779">
                  <c:v>44265</c:v>
                </c:pt>
                <c:pt idx="780">
                  <c:v>44267</c:v>
                </c:pt>
                <c:pt idx="781">
                  <c:v>44270</c:v>
                </c:pt>
                <c:pt idx="782">
                  <c:v>44271</c:v>
                </c:pt>
                <c:pt idx="783">
                  <c:v>44272</c:v>
                </c:pt>
                <c:pt idx="784">
                  <c:v>44273</c:v>
                </c:pt>
                <c:pt idx="785">
                  <c:v>44274</c:v>
                </c:pt>
                <c:pt idx="786">
                  <c:v>44277</c:v>
                </c:pt>
                <c:pt idx="787">
                  <c:v>44278</c:v>
                </c:pt>
                <c:pt idx="788">
                  <c:v>44279</c:v>
                </c:pt>
                <c:pt idx="789">
                  <c:v>44280</c:v>
                </c:pt>
                <c:pt idx="790">
                  <c:v>44281</c:v>
                </c:pt>
                <c:pt idx="791">
                  <c:v>44284</c:v>
                </c:pt>
                <c:pt idx="792">
                  <c:v>44285</c:v>
                </c:pt>
                <c:pt idx="793">
                  <c:v>44286</c:v>
                </c:pt>
                <c:pt idx="794">
                  <c:v>44287</c:v>
                </c:pt>
                <c:pt idx="795">
                  <c:v>44291</c:v>
                </c:pt>
                <c:pt idx="796">
                  <c:v>44292</c:v>
                </c:pt>
                <c:pt idx="797">
                  <c:v>44293</c:v>
                </c:pt>
                <c:pt idx="798">
                  <c:v>44294</c:v>
                </c:pt>
                <c:pt idx="799">
                  <c:v>44295</c:v>
                </c:pt>
                <c:pt idx="800">
                  <c:v>44298</c:v>
                </c:pt>
                <c:pt idx="801">
                  <c:v>44299</c:v>
                </c:pt>
                <c:pt idx="802">
                  <c:v>44300</c:v>
                </c:pt>
                <c:pt idx="803">
                  <c:v>44301</c:v>
                </c:pt>
                <c:pt idx="804">
                  <c:v>44302</c:v>
                </c:pt>
                <c:pt idx="805">
                  <c:v>44305</c:v>
                </c:pt>
                <c:pt idx="806">
                  <c:v>44306</c:v>
                </c:pt>
                <c:pt idx="807">
                  <c:v>44307</c:v>
                </c:pt>
                <c:pt idx="808">
                  <c:v>44308</c:v>
                </c:pt>
                <c:pt idx="809">
                  <c:v>44309</c:v>
                </c:pt>
                <c:pt idx="810">
                  <c:v>44312</c:v>
                </c:pt>
                <c:pt idx="811">
                  <c:v>44313</c:v>
                </c:pt>
                <c:pt idx="812">
                  <c:v>44314</c:v>
                </c:pt>
                <c:pt idx="813">
                  <c:v>44315</c:v>
                </c:pt>
                <c:pt idx="814">
                  <c:v>44316</c:v>
                </c:pt>
                <c:pt idx="815">
                  <c:v>44319</c:v>
                </c:pt>
                <c:pt idx="816">
                  <c:v>44320</c:v>
                </c:pt>
                <c:pt idx="817">
                  <c:v>44321</c:v>
                </c:pt>
                <c:pt idx="818">
                  <c:v>44322</c:v>
                </c:pt>
                <c:pt idx="819">
                  <c:v>44323</c:v>
                </c:pt>
                <c:pt idx="820">
                  <c:v>44326</c:v>
                </c:pt>
                <c:pt idx="821">
                  <c:v>44327</c:v>
                </c:pt>
                <c:pt idx="822">
                  <c:v>44333</c:v>
                </c:pt>
                <c:pt idx="823">
                  <c:v>44334</c:v>
                </c:pt>
                <c:pt idx="824">
                  <c:v>44335</c:v>
                </c:pt>
                <c:pt idx="825">
                  <c:v>44336</c:v>
                </c:pt>
                <c:pt idx="826">
                  <c:v>44337</c:v>
                </c:pt>
                <c:pt idx="827">
                  <c:v>44340</c:v>
                </c:pt>
                <c:pt idx="828">
                  <c:v>44341</c:v>
                </c:pt>
                <c:pt idx="829">
                  <c:v>44343</c:v>
                </c:pt>
                <c:pt idx="830">
                  <c:v>44344</c:v>
                </c:pt>
                <c:pt idx="831">
                  <c:v>44347</c:v>
                </c:pt>
                <c:pt idx="832">
                  <c:v>44349</c:v>
                </c:pt>
                <c:pt idx="833">
                  <c:v>44350</c:v>
                </c:pt>
                <c:pt idx="834">
                  <c:v>44351</c:v>
                </c:pt>
                <c:pt idx="835">
                  <c:v>44354</c:v>
                </c:pt>
                <c:pt idx="836">
                  <c:v>44355</c:v>
                </c:pt>
                <c:pt idx="837">
                  <c:v>44356</c:v>
                </c:pt>
                <c:pt idx="838">
                  <c:v>44357</c:v>
                </c:pt>
                <c:pt idx="839">
                  <c:v>44358</c:v>
                </c:pt>
                <c:pt idx="840">
                  <c:v>44361</c:v>
                </c:pt>
                <c:pt idx="841">
                  <c:v>44362</c:v>
                </c:pt>
                <c:pt idx="842">
                  <c:v>44363</c:v>
                </c:pt>
                <c:pt idx="843">
                  <c:v>44364</c:v>
                </c:pt>
                <c:pt idx="844">
                  <c:v>44365</c:v>
                </c:pt>
                <c:pt idx="845">
                  <c:v>44368</c:v>
                </c:pt>
                <c:pt idx="846">
                  <c:v>44369</c:v>
                </c:pt>
                <c:pt idx="847">
                  <c:v>44370</c:v>
                </c:pt>
                <c:pt idx="848">
                  <c:v>44371</c:v>
                </c:pt>
                <c:pt idx="849">
                  <c:v>44372</c:v>
                </c:pt>
                <c:pt idx="850">
                  <c:v>44375</c:v>
                </c:pt>
                <c:pt idx="851">
                  <c:v>44376</c:v>
                </c:pt>
                <c:pt idx="852">
                  <c:v>44377</c:v>
                </c:pt>
                <c:pt idx="853">
                  <c:v>44378</c:v>
                </c:pt>
                <c:pt idx="854">
                  <c:v>44379</c:v>
                </c:pt>
                <c:pt idx="855">
                  <c:v>44382</c:v>
                </c:pt>
                <c:pt idx="856">
                  <c:v>44383</c:v>
                </c:pt>
                <c:pt idx="857">
                  <c:v>44384</c:v>
                </c:pt>
                <c:pt idx="858">
                  <c:v>44385</c:v>
                </c:pt>
                <c:pt idx="859">
                  <c:v>44386</c:v>
                </c:pt>
                <c:pt idx="860">
                  <c:v>44389</c:v>
                </c:pt>
                <c:pt idx="861">
                  <c:v>44390</c:v>
                </c:pt>
                <c:pt idx="862">
                  <c:v>44391</c:v>
                </c:pt>
                <c:pt idx="863">
                  <c:v>44392</c:v>
                </c:pt>
                <c:pt idx="864">
                  <c:v>44393</c:v>
                </c:pt>
                <c:pt idx="865">
                  <c:v>44396</c:v>
                </c:pt>
                <c:pt idx="866">
                  <c:v>44398</c:v>
                </c:pt>
                <c:pt idx="867">
                  <c:v>44399</c:v>
                </c:pt>
                <c:pt idx="868">
                  <c:v>44400</c:v>
                </c:pt>
                <c:pt idx="869">
                  <c:v>44403</c:v>
                </c:pt>
                <c:pt idx="870">
                  <c:v>44404</c:v>
                </c:pt>
                <c:pt idx="871">
                  <c:v>44405</c:v>
                </c:pt>
                <c:pt idx="872">
                  <c:v>44406</c:v>
                </c:pt>
                <c:pt idx="873">
                  <c:v>44407</c:v>
                </c:pt>
                <c:pt idx="874">
                  <c:v>44410</c:v>
                </c:pt>
                <c:pt idx="875">
                  <c:v>44411</c:v>
                </c:pt>
                <c:pt idx="876">
                  <c:v>44412</c:v>
                </c:pt>
                <c:pt idx="877">
                  <c:v>44413</c:v>
                </c:pt>
                <c:pt idx="878">
                  <c:v>44414</c:v>
                </c:pt>
                <c:pt idx="879">
                  <c:v>44417</c:v>
                </c:pt>
                <c:pt idx="880">
                  <c:v>44418</c:v>
                </c:pt>
                <c:pt idx="881">
                  <c:v>44420</c:v>
                </c:pt>
                <c:pt idx="882">
                  <c:v>44421</c:v>
                </c:pt>
                <c:pt idx="883">
                  <c:v>44424</c:v>
                </c:pt>
                <c:pt idx="884">
                  <c:v>44426</c:v>
                </c:pt>
                <c:pt idx="885">
                  <c:v>44427</c:v>
                </c:pt>
                <c:pt idx="886">
                  <c:v>44428</c:v>
                </c:pt>
                <c:pt idx="887">
                  <c:v>44431</c:v>
                </c:pt>
                <c:pt idx="888">
                  <c:v>44432</c:v>
                </c:pt>
                <c:pt idx="889">
                  <c:v>44433</c:v>
                </c:pt>
                <c:pt idx="890">
                  <c:v>44434</c:v>
                </c:pt>
                <c:pt idx="891">
                  <c:v>44435</c:v>
                </c:pt>
                <c:pt idx="892">
                  <c:v>44438</c:v>
                </c:pt>
                <c:pt idx="893">
                  <c:v>44439</c:v>
                </c:pt>
                <c:pt idx="894">
                  <c:v>44440</c:v>
                </c:pt>
                <c:pt idx="895">
                  <c:v>44441</c:v>
                </c:pt>
                <c:pt idx="896">
                  <c:v>44442</c:v>
                </c:pt>
                <c:pt idx="897">
                  <c:v>44445</c:v>
                </c:pt>
                <c:pt idx="898">
                  <c:v>44446</c:v>
                </c:pt>
                <c:pt idx="899">
                  <c:v>44447</c:v>
                </c:pt>
                <c:pt idx="900">
                  <c:v>44448</c:v>
                </c:pt>
                <c:pt idx="901">
                  <c:v>44449</c:v>
                </c:pt>
                <c:pt idx="902">
                  <c:v>44452</c:v>
                </c:pt>
                <c:pt idx="903">
                  <c:v>44453</c:v>
                </c:pt>
                <c:pt idx="904">
                  <c:v>44454</c:v>
                </c:pt>
                <c:pt idx="905">
                  <c:v>44455</c:v>
                </c:pt>
                <c:pt idx="906">
                  <c:v>44456</c:v>
                </c:pt>
                <c:pt idx="907">
                  <c:v>44459</c:v>
                </c:pt>
                <c:pt idx="908">
                  <c:v>44460</c:v>
                </c:pt>
                <c:pt idx="909">
                  <c:v>44461</c:v>
                </c:pt>
                <c:pt idx="910">
                  <c:v>44462</c:v>
                </c:pt>
                <c:pt idx="911">
                  <c:v>44463</c:v>
                </c:pt>
                <c:pt idx="912">
                  <c:v>44466</c:v>
                </c:pt>
                <c:pt idx="913">
                  <c:v>44467</c:v>
                </c:pt>
                <c:pt idx="914">
                  <c:v>44468</c:v>
                </c:pt>
                <c:pt idx="915">
                  <c:v>44469</c:v>
                </c:pt>
                <c:pt idx="916">
                  <c:v>44470</c:v>
                </c:pt>
                <c:pt idx="917">
                  <c:v>44473</c:v>
                </c:pt>
                <c:pt idx="918">
                  <c:v>44474</c:v>
                </c:pt>
                <c:pt idx="919">
                  <c:v>44475</c:v>
                </c:pt>
                <c:pt idx="920">
                  <c:v>44476</c:v>
                </c:pt>
                <c:pt idx="921">
                  <c:v>44477</c:v>
                </c:pt>
                <c:pt idx="922">
                  <c:v>44480</c:v>
                </c:pt>
                <c:pt idx="923">
                  <c:v>44481</c:v>
                </c:pt>
                <c:pt idx="924">
                  <c:v>44482</c:v>
                </c:pt>
                <c:pt idx="925">
                  <c:v>44483</c:v>
                </c:pt>
                <c:pt idx="926">
                  <c:v>44484</c:v>
                </c:pt>
                <c:pt idx="927">
                  <c:v>44487</c:v>
                </c:pt>
                <c:pt idx="928">
                  <c:v>44488</c:v>
                </c:pt>
                <c:pt idx="929">
                  <c:v>44490</c:v>
                </c:pt>
                <c:pt idx="930">
                  <c:v>44491</c:v>
                </c:pt>
                <c:pt idx="931">
                  <c:v>44494</c:v>
                </c:pt>
                <c:pt idx="932">
                  <c:v>44495</c:v>
                </c:pt>
                <c:pt idx="933">
                  <c:v>44496</c:v>
                </c:pt>
                <c:pt idx="934">
                  <c:v>44497</c:v>
                </c:pt>
                <c:pt idx="935">
                  <c:v>44498</c:v>
                </c:pt>
                <c:pt idx="936">
                  <c:v>44501</c:v>
                </c:pt>
                <c:pt idx="937">
                  <c:v>44502</c:v>
                </c:pt>
                <c:pt idx="938">
                  <c:v>44503</c:v>
                </c:pt>
                <c:pt idx="939">
                  <c:v>44504</c:v>
                </c:pt>
                <c:pt idx="940">
                  <c:v>44505</c:v>
                </c:pt>
                <c:pt idx="941">
                  <c:v>44508</c:v>
                </c:pt>
                <c:pt idx="942">
                  <c:v>44509</c:v>
                </c:pt>
                <c:pt idx="943">
                  <c:v>44510</c:v>
                </c:pt>
                <c:pt idx="944">
                  <c:v>44511</c:v>
                </c:pt>
                <c:pt idx="945">
                  <c:v>44512</c:v>
                </c:pt>
                <c:pt idx="946">
                  <c:v>44515</c:v>
                </c:pt>
                <c:pt idx="947">
                  <c:v>44516</c:v>
                </c:pt>
                <c:pt idx="948">
                  <c:v>44517</c:v>
                </c:pt>
                <c:pt idx="949">
                  <c:v>44518</c:v>
                </c:pt>
                <c:pt idx="950">
                  <c:v>44519</c:v>
                </c:pt>
                <c:pt idx="951">
                  <c:v>44522</c:v>
                </c:pt>
                <c:pt idx="952">
                  <c:v>44523</c:v>
                </c:pt>
                <c:pt idx="953">
                  <c:v>44524</c:v>
                </c:pt>
                <c:pt idx="954">
                  <c:v>44525</c:v>
                </c:pt>
                <c:pt idx="955">
                  <c:v>44526</c:v>
                </c:pt>
                <c:pt idx="956">
                  <c:v>44529</c:v>
                </c:pt>
                <c:pt idx="957">
                  <c:v>44530</c:v>
                </c:pt>
                <c:pt idx="958">
                  <c:v>44531</c:v>
                </c:pt>
                <c:pt idx="959">
                  <c:v>44532</c:v>
                </c:pt>
                <c:pt idx="960">
                  <c:v>44533</c:v>
                </c:pt>
                <c:pt idx="961">
                  <c:v>44536</c:v>
                </c:pt>
                <c:pt idx="962">
                  <c:v>44537</c:v>
                </c:pt>
                <c:pt idx="963">
                  <c:v>44538</c:v>
                </c:pt>
                <c:pt idx="964">
                  <c:v>44539</c:v>
                </c:pt>
                <c:pt idx="965">
                  <c:v>44540</c:v>
                </c:pt>
                <c:pt idx="966">
                  <c:v>44543</c:v>
                </c:pt>
                <c:pt idx="967">
                  <c:v>44544</c:v>
                </c:pt>
                <c:pt idx="968">
                  <c:v>44545</c:v>
                </c:pt>
                <c:pt idx="969">
                  <c:v>44546</c:v>
                </c:pt>
                <c:pt idx="970">
                  <c:v>44547</c:v>
                </c:pt>
                <c:pt idx="971">
                  <c:v>44550</c:v>
                </c:pt>
                <c:pt idx="972">
                  <c:v>44551</c:v>
                </c:pt>
                <c:pt idx="973">
                  <c:v>44552</c:v>
                </c:pt>
                <c:pt idx="974">
                  <c:v>44553</c:v>
                </c:pt>
                <c:pt idx="975">
                  <c:v>44554</c:v>
                </c:pt>
                <c:pt idx="976">
                  <c:v>44557</c:v>
                </c:pt>
                <c:pt idx="977">
                  <c:v>44558</c:v>
                </c:pt>
                <c:pt idx="978">
                  <c:v>44559</c:v>
                </c:pt>
                <c:pt idx="979">
                  <c:v>44560</c:v>
                </c:pt>
                <c:pt idx="980">
                  <c:v>44564</c:v>
                </c:pt>
                <c:pt idx="981">
                  <c:v>44565</c:v>
                </c:pt>
                <c:pt idx="982">
                  <c:v>44566</c:v>
                </c:pt>
                <c:pt idx="983">
                  <c:v>44567</c:v>
                </c:pt>
                <c:pt idx="984">
                  <c:v>44568</c:v>
                </c:pt>
                <c:pt idx="985">
                  <c:v>44571</c:v>
                </c:pt>
                <c:pt idx="986">
                  <c:v>44572</c:v>
                </c:pt>
                <c:pt idx="987">
                  <c:v>44573</c:v>
                </c:pt>
                <c:pt idx="988">
                  <c:v>44574</c:v>
                </c:pt>
                <c:pt idx="989">
                  <c:v>44575</c:v>
                </c:pt>
                <c:pt idx="990">
                  <c:v>44578</c:v>
                </c:pt>
                <c:pt idx="991">
                  <c:v>44579</c:v>
                </c:pt>
                <c:pt idx="992">
                  <c:v>44580</c:v>
                </c:pt>
                <c:pt idx="993">
                  <c:v>44581</c:v>
                </c:pt>
                <c:pt idx="994">
                  <c:v>44582</c:v>
                </c:pt>
                <c:pt idx="995">
                  <c:v>44585</c:v>
                </c:pt>
                <c:pt idx="996">
                  <c:v>44586</c:v>
                </c:pt>
                <c:pt idx="997">
                  <c:v>44587</c:v>
                </c:pt>
                <c:pt idx="998">
                  <c:v>44588</c:v>
                </c:pt>
                <c:pt idx="999">
                  <c:v>44589</c:v>
                </c:pt>
                <c:pt idx="1000">
                  <c:v>44592</c:v>
                </c:pt>
                <c:pt idx="1001">
                  <c:v>44594</c:v>
                </c:pt>
                <c:pt idx="1002">
                  <c:v>44595</c:v>
                </c:pt>
                <c:pt idx="1003">
                  <c:v>44596</c:v>
                </c:pt>
                <c:pt idx="1004">
                  <c:v>44599</c:v>
                </c:pt>
                <c:pt idx="1005">
                  <c:v>44600</c:v>
                </c:pt>
                <c:pt idx="1006">
                  <c:v>44601</c:v>
                </c:pt>
                <c:pt idx="1007">
                  <c:v>44602</c:v>
                </c:pt>
                <c:pt idx="1008">
                  <c:v>44603</c:v>
                </c:pt>
                <c:pt idx="1009">
                  <c:v>44606</c:v>
                </c:pt>
                <c:pt idx="1010">
                  <c:v>44607</c:v>
                </c:pt>
                <c:pt idx="1011">
                  <c:v>44608</c:v>
                </c:pt>
                <c:pt idx="1012">
                  <c:v>44609</c:v>
                </c:pt>
                <c:pt idx="1013">
                  <c:v>44610</c:v>
                </c:pt>
                <c:pt idx="1014">
                  <c:v>44613</c:v>
                </c:pt>
                <c:pt idx="1015">
                  <c:v>44614</c:v>
                </c:pt>
                <c:pt idx="1016">
                  <c:v>44615</c:v>
                </c:pt>
                <c:pt idx="1017">
                  <c:v>44616</c:v>
                </c:pt>
                <c:pt idx="1018">
                  <c:v>44617</c:v>
                </c:pt>
                <c:pt idx="1019">
                  <c:v>44621</c:v>
                </c:pt>
                <c:pt idx="1020">
                  <c:v>44622</c:v>
                </c:pt>
                <c:pt idx="1021">
                  <c:v>44624</c:v>
                </c:pt>
                <c:pt idx="1022">
                  <c:v>44627</c:v>
                </c:pt>
                <c:pt idx="1023">
                  <c:v>44628</c:v>
                </c:pt>
                <c:pt idx="1024">
                  <c:v>44629</c:v>
                </c:pt>
                <c:pt idx="1025">
                  <c:v>44630</c:v>
                </c:pt>
                <c:pt idx="1026">
                  <c:v>44631</c:v>
                </c:pt>
                <c:pt idx="1027">
                  <c:v>44634</c:v>
                </c:pt>
                <c:pt idx="1028">
                  <c:v>44635</c:v>
                </c:pt>
                <c:pt idx="1029">
                  <c:v>44636</c:v>
                </c:pt>
                <c:pt idx="1030">
                  <c:v>44637</c:v>
                </c:pt>
                <c:pt idx="1031">
                  <c:v>44638</c:v>
                </c:pt>
                <c:pt idx="1032">
                  <c:v>44641</c:v>
                </c:pt>
                <c:pt idx="1033">
                  <c:v>44642</c:v>
                </c:pt>
                <c:pt idx="1034">
                  <c:v>44643</c:v>
                </c:pt>
                <c:pt idx="1035">
                  <c:v>44644</c:v>
                </c:pt>
                <c:pt idx="1036">
                  <c:v>44645</c:v>
                </c:pt>
                <c:pt idx="1037">
                  <c:v>44648</c:v>
                </c:pt>
                <c:pt idx="1038">
                  <c:v>44649</c:v>
                </c:pt>
                <c:pt idx="1039">
                  <c:v>44650</c:v>
                </c:pt>
                <c:pt idx="1040">
                  <c:v>44651</c:v>
                </c:pt>
                <c:pt idx="1041">
                  <c:v>44652</c:v>
                </c:pt>
                <c:pt idx="1042">
                  <c:v>44655</c:v>
                </c:pt>
                <c:pt idx="1043">
                  <c:v>44656</c:v>
                </c:pt>
                <c:pt idx="1044">
                  <c:v>44657</c:v>
                </c:pt>
                <c:pt idx="1045">
                  <c:v>44658</c:v>
                </c:pt>
                <c:pt idx="1046">
                  <c:v>44659</c:v>
                </c:pt>
                <c:pt idx="1047">
                  <c:v>44662</c:v>
                </c:pt>
                <c:pt idx="1048">
                  <c:v>44663</c:v>
                </c:pt>
                <c:pt idx="1049">
                  <c:v>44664</c:v>
                </c:pt>
                <c:pt idx="1050">
                  <c:v>44665</c:v>
                </c:pt>
                <c:pt idx="1051">
                  <c:v>44669</c:v>
                </c:pt>
                <c:pt idx="1052">
                  <c:v>44670</c:v>
                </c:pt>
                <c:pt idx="1053">
                  <c:v>44671</c:v>
                </c:pt>
                <c:pt idx="1054">
                  <c:v>44672</c:v>
                </c:pt>
                <c:pt idx="1055">
                  <c:v>44673</c:v>
                </c:pt>
                <c:pt idx="1056">
                  <c:v>44676</c:v>
                </c:pt>
                <c:pt idx="1057">
                  <c:v>44677</c:v>
                </c:pt>
                <c:pt idx="1058">
                  <c:v>44678</c:v>
                </c:pt>
                <c:pt idx="1059">
                  <c:v>44679</c:v>
                </c:pt>
                <c:pt idx="1060">
                  <c:v>44690</c:v>
                </c:pt>
                <c:pt idx="1061">
                  <c:v>44691</c:v>
                </c:pt>
                <c:pt idx="1062">
                  <c:v>44692</c:v>
                </c:pt>
                <c:pt idx="1063">
                  <c:v>44693</c:v>
                </c:pt>
                <c:pt idx="1064">
                  <c:v>44694</c:v>
                </c:pt>
                <c:pt idx="1065">
                  <c:v>44698</c:v>
                </c:pt>
                <c:pt idx="1066">
                  <c:v>44699</c:v>
                </c:pt>
                <c:pt idx="1067">
                  <c:v>44700</c:v>
                </c:pt>
                <c:pt idx="1068">
                  <c:v>44701</c:v>
                </c:pt>
                <c:pt idx="1069">
                  <c:v>44704</c:v>
                </c:pt>
                <c:pt idx="1070">
                  <c:v>44705</c:v>
                </c:pt>
                <c:pt idx="1071">
                  <c:v>44706</c:v>
                </c:pt>
                <c:pt idx="1072">
                  <c:v>44708</c:v>
                </c:pt>
                <c:pt idx="1073">
                  <c:v>44711</c:v>
                </c:pt>
                <c:pt idx="1074">
                  <c:v>44712</c:v>
                </c:pt>
                <c:pt idx="1075">
                  <c:v>44714</c:v>
                </c:pt>
                <c:pt idx="1076">
                  <c:v>44715</c:v>
                </c:pt>
                <c:pt idx="1077">
                  <c:v>44718</c:v>
                </c:pt>
                <c:pt idx="1078">
                  <c:v>44719</c:v>
                </c:pt>
                <c:pt idx="1079">
                  <c:v>44720</c:v>
                </c:pt>
                <c:pt idx="1080">
                  <c:v>44721</c:v>
                </c:pt>
                <c:pt idx="1081">
                  <c:v>44722</c:v>
                </c:pt>
                <c:pt idx="1082">
                  <c:v>44725</c:v>
                </c:pt>
                <c:pt idx="1083">
                  <c:v>44726</c:v>
                </c:pt>
                <c:pt idx="1084">
                  <c:v>44727</c:v>
                </c:pt>
                <c:pt idx="1085">
                  <c:v>44728</c:v>
                </c:pt>
                <c:pt idx="1086">
                  <c:v>44729</c:v>
                </c:pt>
                <c:pt idx="1087">
                  <c:v>44732</c:v>
                </c:pt>
                <c:pt idx="1088">
                  <c:v>44733</c:v>
                </c:pt>
                <c:pt idx="1089">
                  <c:v>44734</c:v>
                </c:pt>
                <c:pt idx="1090">
                  <c:v>44735</c:v>
                </c:pt>
                <c:pt idx="1091">
                  <c:v>44736</c:v>
                </c:pt>
                <c:pt idx="1092">
                  <c:v>44739</c:v>
                </c:pt>
                <c:pt idx="1093">
                  <c:v>44740</c:v>
                </c:pt>
                <c:pt idx="1094">
                  <c:v>44741</c:v>
                </c:pt>
                <c:pt idx="1095">
                  <c:v>44742</c:v>
                </c:pt>
                <c:pt idx="1096">
                  <c:v>44743</c:v>
                </c:pt>
                <c:pt idx="1097">
                  <c:v>44746</c:v>
                </c:pt>
                <c:pt idx="1098">
                  <c:v>44747</c:v>
                </c:pt>
                <c:pt idx="1099">
                  <c:v>44748</c:v>
                </c:pt>
                <c:pt idx="1100">
                  <c:v>44749</c:v>
                </c:pt>
                <c:pt idx="1101">
                  <c:v>44750</c:v>
                </c:pt>
                <c:pt idx="1102">
                  <c:v>44753</c:v>
                </c:pt>
                <c:pt idx="1103">
                  <c:v>44754</c:v>
                </c:pt>
                <c:pt idx="1104">
                  <c:v>44755</c:v>
                </c:pt>
                <c:pt idx="1105">
                  <c:v>44756</c:v>
                </c:pt>
                <c:pt idx="1106">
                  <c:v>44757</c:v>
                </c:pt>
                <c:pt idx="1107">
                  <c:v>44760</c:v>
                </c:pt>
                <c:pt idx="1108">
                  <c:v>44761</c:v>
                </c:pt>
                <c:pt idx="1109">
                  <c:v>44762</c:v>
                </c:pt>
                <c:pt idx="1110">
                  <c:v>44763</c:v>
                </c:pt>
                <c:pt idx="1111">
                  <c:v>44764</c:v>
                </c:pt>
                <c:pt idx="1112">
                  <c:v>44767</c:v>
                </c:pt>
                <c:pt idx="1113">
                  <c:v>44768</c:v>
                </c:pt>
                <c:pt idx="1114">
                  <c:v>44769</c:v>
                </c:pt>
                <c:pt idx="1115">
                  <c:v>44770</c:v>
                </c:pt>
                <c:pt idx="1116">
                  <c:v>44771</c:v>
                </c:pt>
                <c:pt idx="1117">
                  <c:v>44774</c:v>
                </c:pt>
                <c:pt idx="1118">
                  <c:v>44775</c:v>
                </c:pt>
                <c:pt idx="1119">
                  <c:v>44776</c:v>
                </c:pt>
                <c:pt idx="1120">
                  <c:v>44777</c:v>
                </c:pt>
                <c:pt idx="1121">
                  <c:v>44778</c:v>
                </c:pt>
                <c:pt idx="1122">
                  <c:v>44781</c:v>
                </c:pt>
                <c:pt idx="1123">
                  <c:v>44782</c:v>
                </c:pt>
                <c:pt idx="1124">
                  <c:v>44783</c:v>
                </c:pt>
                <c:pt idx="1125">
                  <c:v>44784</c:v>
                </c:pt>
                <c:pt idx="1126">
                  <c:v>44785</c:v>
                </c:pt>
                <c:pt idx="1127">
                  <c:v>44788</c:v>
                </c:pt>
                <c:pt idx="1128">
                  <c:v>44789</c:v>
                </c:pt>
                <c:pt idx="1129">
                  <c:v>44791</c:v>
                </c:pt>
                <c:pt idx="1130">
                  <c:v>44792</c:v>
                </c:pt>
                <c:pt idx="1131">
                  <c:v>44795</c:v>
                </c:pt>
                <c:pt idx="1132">
                  <c:v>44796</c:v>
                </c:pt>
                <c:pt idx="1133">
                  <c:v>44797</c:v>
                </c:pt>
                <c:pt idx="1134">
                  <c:v>44798</c:v>
                </c:pt>
                <c:pt idx="1135">
                  <c:v>44799</c:v>
                </c:pt>
                <c:pt idx="1136">
                  <c:v>44802</c:v>
                </c:pt>
                <c:pt idx="1137">
                  <c:v>44803</c:v>
                </c:pt>
                <c:pt idx="1138">
                  <c:v>44804</c:v>
                </c:pt>
                <c:pt idx="1139">
                  <c:v>44805</c:v>
                </c:pt>
                <c:pt idx="1140">
                  <c:v>44806</c:v>
                </c:pt>
                <c:pt idx="1141">
                  <c:v>44809</c:v>
                </c:pt>
                <c:pt idx="1142">
                  <c:v>44810</c:v>
                </c:pt>
                <c:pt idx="1143">
                  <c:v>44811</c:v>
                </c:pt>
                <c:pt idx="1144">
                  <c:v>44812</c:v>
                </c:pt>
                <c:pt idx="1145">
                  <c:v>44813</c:v>
                </c:pt>
                <c:pt idx="1146">
                  <c:v>44816</c:v>
                </c:pt>
                <c:pt idx="1147">
                  <c:v>44817</c:v>
                </c:pt>
                <c:pt idx="1148">
                  <c:v>44818</c:v>
                </c:pt>
                <c:pt idx="1149">
                  <c:v>44819</c:v>
                </c:pt>
                <c:pt idx="1150">
                  <c:v>44820</c:v>
                </c:pt>
                <c:pt idx="1151">
                  <c:v>44823</c:v>
                </c:pt>
                <c:pt idx="1152">
                  <c:v>44824</c:v>
                </c:pt>
                <c:pt idx="1153">
                  <c:v>44825</c:v>
                </c:pt>
                <c:pt idx="1154">
                  <c:v>44826</c:v>
                </c:pt>
                <c:pt idx="1155">
                  <c:v>44827</c:v>
                </c:pt>
                <c:pt idx="1156">
                  <c:v>44830</c:v>
                </c:pt>
                <c:pt idx="1157">
                  <c:v>44831</c:v>
                </c:pt>
                <c:pt idx="1158">
                  <c:v>44832</c:v>
                </c:pt>
                <c:pt idx="1159">
                  <c:v>44833</c:v>
                </c:pt>
                <c:pt idx="1160">
                  <c:v>44834</c:v>
                </c:pt>
                <c:pt idx="1161">
                  <c:v>44837</c:v>
                </c:pt>
                <c:pt idx="1162">
                  <c:v>44838</c:v>
                </c:pt>
                <c:pt idx="1163">
                  <c:v>44839</c:v>
                </c:pt>
                <c:pt idx="1164">
                  <c:v>44840</c:v>
                </c:pt>
                <c:pt idx="1165">
                  <c:v>44841</c:v>
                </c:pt>
                <c:pt idx="1166">
                  <c:v>44844</c:v>
                </c:pt>
                <c:pt idx="1167">
                  <c:v>44845</c:v>
                </c:pt>
                <c:pt idx="1168">
                  <c:v>44846</c:v>
                </c:pt>
                <c:pt idx="1169">
                  <c:v>44847</c:v>
                </c:pt>
                <c:pt idx="1170">
                  <c:v>44848</c:v>
                </c:pt>
                <c:pt idx="1171">
                  <c:v>44851</c:v>
                </c:pt>
                <c:pt idx="1172">
                  <c:v>44852</c:v>
                </c:pt>
                <c:pt idx="1173">
                  <c:v>44853</c:v>
                </c:pt>
                <c:pt idx="1174">
                  <c:v>44854</c:v>
                </c:pt>
                <c:pt idx="1175">
                  <c:v>44855</c:v>
                </c:pt>
                <c:pt idx="1176">
                  <c:v>44858</c:v>
                </c:pt>
                <c:pt idx="1177">
                  <c:v>44859</c:v>
                </c:pt>
                <c:pt idx="1178">
                  <c:v>44860</c:v>
                </c:pt>
                <c:pt idx="1179">
                  <c:v>44861</c:v>
                </c:pt>
                <c:pt idx="1180">
                  <c:v>44862</c:v>
                </c:pt>
                <c:pt idx="1181">
                  <c:v>44865</c:v>
                </c:pt>
                <c:pt idx="1182">
                  <c:v>44866</c:v>
                </c:pt>
                <c:pt idx="1183">
                  <c:v>44867</c:v>
                </c:pt>
                <c:pt idx="1184">
                  <c:v>44868</c:v>
                </c:pt>
                <c:pt idx="1185">
                  <c:v>44869</c:v>
                </c:pt>
                <c:pt idx="1186">
                  <c:v>44872</c:v>
                </c:pt>
                <c:pt idx="1187">
                  <c:v>44873</c:v>
                </c:pt>
                <c:pt idx="1188">
                  <c:v>44874</c:v>
                </c:pt>
                <c:pt idx="1189">
                  <c:v>44875</c:v>
                </c:pt>
                <c:pt idx="1190">
                  <c:v>44876</c:v>
                </c:pt>
                <c:pt idx="1191">
                  <c:v>44879</c:v>
                </c:pt>
                <c:pt idx="1192">
                  <c:v>44880</c:v>
                </c:pt>
                <c:pt idx="1193">
                  <c:v>44881</c:v>
                </c:pt>
                <c:pt idx="1194">
                  <c:v>44882</c:v>
                </c:pt>
                <c:pt idx="1195">
                  <c:v>44883</c:v>
                </c:pt>
                <c:pt idx="1196">
                  <c:v>44886</c:v>
                </c:pt>
                <c:pt idx="1197">
                  <c:v>44887</c:v>
                </c:pt>
                <c:pt idx="1198">
                  <c:v>44888</c:v>
                </c:pt>
                <c:pt idx="1199">
                  <c:v>44889</c:v>
                </c:pt>
                <c:pt idx="1200">
                  <c:v>44890</c:v>
                </c:pt>
                <c:pt idx="1201">
                  <c:v>44893</c:v>
                </c:pt>
                <c:pt idx="1202">
                  <c:v>44894</c:v>
                </c:pt>
                <c:pt idx="1203">
                  <c:v>44895</c:v>
                </c:pt>
                <c:pt idx="1204">
                  <c:v>44896</c:v>
                </c:pt>
                <c:pt idx="1205">
                  <c:v>44897</c:v>
                </c:pt>
                <c:pt idx="1206">
                  <c:v>44900</c:v>
                </c:pt>
                <c:pt idx="1207">
                  <c:v>44901</c:v>
                </c:pt>
                <c:pt idx="1208">
                  <c:v>44902</c:v>
                </c:pt>
                <c:pt idx="1209">
                  <c:v>44903</c:v>
                </c:pt>
                <c:pt idx="1210">
                  <c:v>44904</c:v>
                </c:pt>
                <c:pt idx="1211">
                  <c:v>44907</c:v>
                </c:pt>
                <c:pt idx="1212">
                  <c:v>44908</c:v>
                </c:pt>
                <c:pt idx="1213">
                  <c:v>44909</c:v>
                </c:pt>
                <c:pt idx="1214">
                  <c:v>44910</c:v>
                </c:pt>
                <c:pt idx="1215">
                  <c:v>44911</c:v>
                </c:pt>
                <c:pt idx="1216">
                  <c:v>44914</c:v>
                </c:pt>
                <c:pt idx="1217">
                  <c:v>44915</c:v>
                </c:pt>
                <c:pt idx="1218">
                  <c:v>44916</c:v>
                </c:pt>
                <c:pt idx="1219">
                  <c:v>44917</c:v>
                </c:pt>
                <c:pt idx="1220">
                  <c:v>44918</c:v>
                </c:pt>
                <c:pt idx="1221">
                  <c:v>44921</c:v>
                </c:pt>
                <c:pt idx="1222">
                  <c:v>44922</c:v>
                </c:pt>
                <c:pt idx="1223">
                  <c:v>44923</c:v>
                </c:pt>
                <c:pt idx="1224">
                  <c:v>44924</c:v>
                </c:pt>
                <c:pt idx="1225">
                  <c:v>44925</c:v>
                </c:pt>
                <c:pt idx="1226">
                  <c:v>44928</c:v>
                </c:pt>
                <c:pt idx="1227">
                  <c:v>44929</c:v>
                </c:pt>
                <c:pt idx="1228">
                  <c:v>44930</c:v>
                </c:pt>
                <c:pt idx="1229">
                  <c:v>44931</c:v>
                </c:pt>
                <c:pt idx="1230">
                  <c:v>44932</c:v>
                </c:pt>
                <c:pt idx="1231">
                  <c:v>44935</c:v>
                </c:pt>
                <c:pt idx="1232">
                  <c:v>44936</c:v>
                </c:pt>
                <c:pt idx="1233">
                  <c:v>44937</c:v>
                </c:pt>
                <c:pt idx="1234">
                  <c:v>44938</c:v>
                </c:pt>
                <c:pt idx="1235">
                  <c:v>44939</c:v>
                </c:pt>
                <c:pt idx="1236">
                  <c:v>44942</c:v>
                </c:pt>
                <c:pt idx="1237">
                  <c:v>44943</c:v>
                </c:pt>
                <c:pt idx="1238">
                  <c:v>44944</c:v>
                </c:pt>
                <c:pt idx="1239">
                  <c:v>44945</c:v>
                </c:pt>
                <c:pt idx="1240">
                  <c:v>44946</c:v>
                </c:pt>
                <c:pt idx="1241">
                  <c:v>44950</c:v>
                </c:pt>
                <c:pt idx="1242">
                  <c:v>44951</c:v>
                </c:pt>
                <c:pt idx="1243">
                  <c:v>44952</c:v>
                </c:pt>
                <c:pt idx="1244">
                  <c:v>44953</c:v>
                </c:pt>
                <c:pt idx="1245">
                  <c:v>44956</c:v>
                </c:pt>
                <c:pt idx="1246">
                  <c:v>44957</c:v>
                </c:pt>
                <c:pt idx="1247">
                  <c:v>44958</c:v>
                </c:pt>
                <c:pt idx="1248">
                  <c:v>44959</c:v>
                </c:pt>
                <c:pt idx="1249">
                  <c:v>44960</c:v>
                </c:pt>
                <c:pt idx="1250">
                  <c:v>44963</c:v>
                </c:pt>
                <c:pt idx="1251">
                  <c:v>44964</c:v>
                </c:pt>
                <c:pt idx="1252">
                  <c:v>44965</c:v>
                </c:pt>
                <c:pt idx="1253">
                  <c:v>44966</c:v>
                </c:pt>
                <c:pt idx="1254">
                  <c:v>44967</c:v>
                </c:pt>
                <c:pt idx="1255">
                  <c:v>44970</c:v>
                </c:pt>
                <c:pt idx="1256">
                  <c:v>44971</c:v>
                </c:pt>
                <c:pt idx="1257">
                  <c:v>44972</c:v>
                </c:pt>
                <c:pt idx="1258">
                  <c:v>44973</c:v>
                </c:pt>
                <c:pt idx="1259">
                  <c:v>44974</c:v>
                </c:pt>
                <c:pt idx="1260">
                  <c:v>44977</c:v>
                </c:pt>
                <c:pt idx="1261">
                  <c:v>44978</c:v>
                </c:pt>
                <c:pt idx="1262">
                  <c:v>44979</c:v>
                </c:pt>
                <c:pt idx="1263">
                  <c:v>44980</c:v>
                </c:pt>
                <c:pt idx="1264">
                  <c:v>44981</c:v>
                </c:pt>
                <c:pt idx="1265">
                  <c:v>44984</c:v>
                </c:pt>
                <c:pt idx="1266">
                  <c:v>44985</c:v>
                </c:pt>
                <c:pt idx="1267">
                  <c:v>44986</c:v>
                </c:pt>
                <c:pt idx="1268">
                  <c:v>44987</c:v>
                </c:pt>
                <c:pt idx="1269">
                  <c:v>44988</c:v>
                </c:pt>
                <c:pt idx="1270">
                  <c:v>44991</c:v>
                </c:pt>
                <c:pt idx="1271">
                  <c:v>44992</c:v>
                </c:pt>
                <c:pt idx="1272">
                  <c:v>44993</c:v>
                </c:pt>
                <c:pt idx="1273">
                  <c:v>44994</c:v>
                </c:pt>
                <c:pt idx="1274">
                  <c:v>44995</c:v>
                </c:pt>
                <c:pt idx="1275">
                  <c:v>44998</c:v>
                </c:pt>
                <c:pt idx="1276">
                  <c:v>44999</c:v>
                </c:pt>
                <c:pt idx="1277">
                  <c:v>45000</c:v>
                </c:pt>
                <c:pt idx="1278">
                  <c:v>45001</c:v>
                </c:pt>
                <c:pt idx="1279">
                  <c:v>45002</c:v>
                </c:pt>
                <c:pt idx="1280">
                  <c:v>45005</c:v>
                </c:pt>
                <c:pt idx="1281">
                  <c:v>45006</c:v>
                </c:pt>
                <c:pt idx="1282">
                  <c:v>45009</c:v>
                </c:pt>
                <c:pt idx="1283">
                  <c:v>45012</c:v>
                </c:pt>
                <c:pt idx="1284">
                  <c:v>45013</c:v>
                </c:pt>
                <c:pt idx="1285">
                  <c:v>45014</c:v>
                </c:pt>
                <c:pt idx="1286">
                  <c:v>45015</c:v>
                </c:pt>
                <c:pt idx="1287">
                  <c:v>45016</c:v>
                </c:pt>
                <c:pt idx="1288">
                  <c:v>45019</c:v>
                </c:pt>
                <c:pt idx="1289">
                  <c:v>45020</c:v>
                </c:pt>
                <c:pt idx="1290">
                  <c:v>45021</c:v>
                </c:pt>
                <c:pt idx="1291">
                  <c:v>45022</c:v>
                </c:pt>
                <c:pt idx="1292">
                  <c:v>45026</c:v>
                </c:pt>
                <c:pt idx="1293">
                  <c:v>45027</c:v>
                </c:pt>
                <c:pt idx="1294">
                  <c:v>45028</c:v>
                </c:pt>
                <c:pt idx="1295">
                  <c:v>45029</c:v>
                </c:pt>
                <c:pt idx="1296">
                  <c:v>45030</c:v>
                </c:pt>
                <c:pt idx="1297">
                  <c:v>45033</c:v>
                </c:pt>
                <c:pt idx="1298">
                  <c:v>45034</c:v>
                </c:pt>
                <c:pt idx="1299">
                  <c:v>45042</c:v>
                </c:pt>
                <c:pt idx="1300">
                  <c:v>45043</c:v>
                </c:pt>
                <c:pt idx="1301">
                  <c:v>45044</c:v>
                </c:pt>
                <c:pt idx="1302">
                  <c:v>45048</c:v>
                </c:pt>
                <c:pt idx="1303">
                  <c:v>45049</c:v>
                </c:pt>
                <c:pt idx="1304">
                  <c:v>45050</c:v>
                </c:pt>
                <c:pt idx="1305">
                  <c:v>45051</c:v>
                </c:pt>
                <c:pt idx="1306">
                  <c:v>45054</c:v>
                </c:pt>
                <c:pt idx="1307">
                  <c:v>45055</c:v>
                </c:pt>
                <c:pt idx="1308">
                  <c:v>45056</c:v>
                </c:pt>
                <c:pt idx="1309">
                  <c:v>45057</c:v>
                </c:pt>
                <c:pt idx="1310">
                  <c:v>45058</c:v>
                </c:pt>
                <c:pt idx="1311">
                  <c:v>45061</c:v>
                </c:pt>
                <c:pt idx="1312">
                  <c:v>45062</c:v>
                </c:pt>
                <c:pt idx="1313">
                  <c:v>45063</c:v>
                </c:pt>
                <c:pt idx="1314">
                  <c:v>45065</c:v>
                </c:pt>
                <c:pt idx="1315">
                  <c:v>45068</c:v>
                </c:pt>
                <c:pt idx="1316">
                  <c:v>45069</c:v>
                </c:pt>
                <c:pt idx="1317">
                  <c:v>45070</c:v>
                </c:pt>
                <c:pt idx="1318">
                  <c:v>45071</c:v>
                </c:pt>
                <c:pt idx="1319">
                  <c:v>45072</c:v>
                </c:pt>
                <c:pt idx="1320">
                  <c:v>45075</c:v>
                </c:pt>
                <c:pt idx="1321">
                  <c:v>45076</c:v>
                </c:pt>
                <c:pt idx="1322">
                  <c:v>45077</c:v>
                </c:pt>
                <c:pt idx="1323">
                  <c:v>45082</c:v>
                </c:pt>
                <c:pt idx="1324">
                  <c:v>45083</c:v>
                </c:pt>
                <c:pt idx="1325">
                  <c:v>45084</c:v>
                </c:pt>
                <c:pt idx="1326">
                  <c:v>45085</c:v>
                </c:pt>
                <c:pt idx="1327">
                  <c:v>45086</c:v>
                </c:pt>
                <c:pt idx="1328">
                  <c:v>45089</c:v>
                </c:pt>
                <c:pt idx="1329">
                  <c:v>45090</c:v>
                </c:pt>
                <c:pt idx="1330">
                  <c:v>45091</c:v>
                </c:pt>
                <c:pt idx="1331">
                  <c:v>45092</c:v>
                </c:pt>
                <c:pt idx="1332">
                  <c:v>45093</c:v>
                </c:pt>
                <c:pt idx="1333">
                  <c:v>45096</c:v>
                </c:pt>
                <c:pt idx="1334">
                  <c:v>45097</c:v>
                </c:pt>
                <c:pt idx="1335">
                  <c:v>45098</c:v>
                </c:pt>
                <c:pt idx="1336">
                  <c:v>45099</c:v>
                </c:pt>
                <c:pt idx="1337">
                  <c:v>45100</c:v>
                </c:pt>
                <c:pt idx="1338">
                  <c:v>45103</c:v>
                </c:pt>
                <c:pt idx="1339">
                  <c:v>45104</c:v>
                </c:pt>
                <c:pt idx="1340">
                  <c:v>45110</c:v>
                </c:pt>
                <c:pt idx="1341">
                  <c:v>45111</c:v>
                </c:pt>
                <c:pt idx="1342">
                  <c:v>45112</c:v>
                </c:pt>
                <c:pt idx="1343">
                  <c:v>45113</c:v>
                </c:pt>
                <c:pt idx="1344">
                  <c:v>45114</c:v>
                </c:pt>
                <c:pt idx="1345">
                  <c:v>45117</c:v>
                </c:pt>
                <c:pt idx="1346">
                  <c:v>45118</c:v>
                </c:pt>
                <c:pt idx="1347">
                  <c:v>45119</c:v>
                </c:pt>
                <c:pt idx="1348">
                  <c:v>45120</c:v>
                </c:pt>
                <c:pt idx="1349">
                  <c:v>45121</c:v>
                </c:pt>
                <c:pt idx="1350">
                  <c:v>45124</c:v>
                </c:pt>
                <c:pt idx="1351">
                  <c:v>45125</c:v>
                </c:pt>
                <c:pt idx="1352">
                  <c:v>45127</c:v>
                </c:pt>
                <c:pt idx="1353">
                  <c:v>45128</c:v>
                </c:pt>
                <c:pt idx="1354">
                  <c:v>45131</c:v>
                </c:pt>
                <c:pt idx="1355">
                  <c:v>45132</c:v>
                </c:pt>
                <c:pt idx="1356">
                  <c:v>45133</c:v>
                </c:pt>
                <c:pt idx="1357">
                  <c:v>45134</c:v>
                </c:pt>
                <c:pt idx="1358">
                  <c:v>45135</c:v>
                </c:pt>
                <c:pt idx="1359">
                  <c:v>45138</c:v>
                </c:pt>
                <c:pt idx="1360">
                  <c:v>45139</c:v>
                </c:pt>
                <c:pt idx="1361">
                  <c:v>45140</c:v>
                </c:pt>
                <c:pt idx="1362">
                  <c:v>45141</c:v>
                </c:pt>
                <c:pt idx="1363">
                  <c:v>45142</c:v>
                </c:pt>
                <c:pt idx="1364">
                  <c:v>45145</c:v>
                </c:pt>
                <c:pt idx="1365">
                  <c:v>45146</c:v>
                </c:pt>
                <c:pt idx="1366">
                  <c:v>45147</c:v>
                </c:pt>
                <c:pt idx="1367">
                  <c:v>45148</c:v>
                </c:pt>
                <c:pt idx="1368">
                  <c:v>45149</c:v>
                </c:pt>
                <c:pt idx="1369">
                  <c:v>45152</c:v>
                </c:pt>
                <c:pt idx="1370">
                  <c:v>45153</c:v>
                </c:pt>
                <c:pt idx="1371">
                  <c:v>45154</c:v>
                </c:pt>
                <c:pt idx="1372">
                  <c:v>45156</c:v>
                </c:pt>
                <c:pt idx="1373">
                  <c:v>45159</c:v>
                </c:pt>
                <c:pt idx="1374">
                  <c:v>45160</c:v>
                </c:pt>
                <c:pt idx="1375">
                  <c:v>45161</c:v>
                </c:pt>
                <c:pt idx="1376">
                  <c:v>45162</c:v>
                </c:pt>
                <c:pt idx="1377">
                  <c:v>45163</c:v>
                </c:pt>
                <c:pt idx="1378">
                  <c:v>45166</c:v>
                </c:pt>
                <c:pt idx="1379">
                  <c:v>45167</c:v>
                </c:pt>
                <c:pt idx="1380">
                  <c:v>45168</c:v>
                </c:pt>
                <c:pt idx="1381">
                  <c:v>45169</c:v>
                </c:pt>
                <c:pt idx="1382">
                  <c:v>45170</c:v>
                </c:pt>
                <c:pt idx="1383">
                  <c:v>45173</c:v>
                </c:pt>
                <c:pt idx="1384">
                  <c:v>45174</c:v>
                </c:pt>
                <c:pt idx="1385">
                  <c:v>45175</c:v>
                </c:pt>
                <c:pt idx="1386">
                  <c:v>45176</c:v>
                </c:pt>
                <c:pt idx="1387">
                  <c:v>45177</c:v>
                </c:pt>
                <c:pt idx="1388">
                  <c:v>45180</c:v>
                </c:pt>
                <c:pt idx="1389">
                  <c:v>45181</c:v>
                </c:pt>
                <c:pt idx="1390">
                  <c:v>45182</c:v>
                </c:pt>
                <c:pt idx="1391">
                  <c:v>45183</c:v>
                </c:pt>
                <c:pt idx="1392">
                  <c:v>45184</c:v>
                </c:pt>
                <c:pt idx="1393">
                  <c:v>45187</c:v>
                </c:pt>
                <c:pt idx="1394">
                  <c:v>45188</c:v>
                </c:pt>
                <c:pt idx="1395">
                  <c:v>45189</c:v>
                </c:pt>
                <c:pt idx="1396">
                  <c:v>45190</c:v>
                </c:pt>
                <c:pt idx="1397">
                  <c:v>45191</c:v>
                </c:pt>
                <c:pt idx="1398">
                  <c:v>45194</c:v>
                </c:pt>
                <c:pt idx="1399">
                  <c:v>45195</c:v>
                </c:pt>
                <c:pt idx="1400">
                  <c:v>45196</c:v>
                </c:pt>
                <c:pt idx="1401">
                  <c:v>45198</c:v>
                </c:pt>
                <c:pt idx="1402">
                  <c:v>45201</c:v>
                </c:pt>
                <c:pt idx="1403">
                  <c:v>45202</c:v>
                </c:pt>
                <c:pt idx="1404">
                  <c:v>45203</c:v>
                </c:pt>
                <c:pt idx="1405">
                  <c:v>45204</c:v>
                </c:pt>
                <c:pt idx="1406">
                  <c:v>45205</c:v>
                </c:pt>
                <c:pt idx="1407">
                  <c:v>45208</c:v>
                </c:pt>
                <c:pt idx="1408">
                  <c:v>45209</c:v>
                </c:pt>
                <c:pt idx="1409">
                  <c:v>45210</c:v>
                </c:pt>
                <c:pt idx="1410">
                  <c:v>45211</c:v>
                </c:pt>
                <c:pt idx="1411">
                  <c:v>45212</c:v>
                </c:pt>
                <c:pt idx="1412">
                  <c:v>45215</c:v>
                </c:pt>
                <c:pt idx="1413">
                  <c:v>45216</c:v>
                </c:pt>
                <c:pt idx="1414">
                  <c:v>45217</c:v>
                </c:pt>
                <c:pt idx="1415">
                  <c:v>45218</c:v>
                </c:pt>
                <c:pt idx="1416">
                  <c:v>45219</c:v>
                </c:pt>
                <c:pt idx="1417">
                  <c:v>45222</c:v>
                </c:pt>
                <c:pt idx="1418">
                  <c:v>45223</c:v>
                </c:pt>
                <c:pt idx="1419">
                  <c:v>45224</c:v>
                </c:pt>
                <c:pt idx="1420">
                  <c:v>45225</c:v>
                </c:pt>
                <c:pt idx="1421">
                  <c:v>45226</c:v>
                </c:pt>
                <c:pt idx="1422">
                  <c:v>45229</c:v>
                </c:pt>
                <c:pt idx="1423">
                  <c:v>45230</c:v>
                </c:pt>
                <c:pt idx="1424">
                  <c:v>45231</c:v>
                </c:pt>
                <c:pt idx="1425">
                  <c:v>45232</c:v>
                </c:pt>
                <c:pt idx="1426">
                  <c:v>45233</c:v>
                </c:pt>
                <c:pt idx="1427">
                  <c:v>45236</c:v>
                </c:pt>
                <c:pt idx="1428">
                  <c:v>45237</c:v>
                </c:pt>
                <c:pt idx="1429">
                  <c:v>45238</c:v>
                </c:pt>
                <c:pt idx="1430">
                  <c:v>45239</c:v>
                </c:pt>
                <c:pt idx="1431">
                  <c:v>45240</c:v>
                </c:pt>
                <c:pt idx="1432">
                  <c:v>45243</c:v>
                </c:pt>
                <c:pt idx="1433">
                  <c:v>45244</c:v>
                </c:pt>
                <c:pt idx="1434">
                  <c:v>45245</c:v>
                </c:pt>
                <c:pt idx="1435">
                  <c:v>45246</c:v>
                </c:pt>
                <c:pt idx="1436">
                  <c:v>45247</c:v>
                </c:pt>
                <c:pt idx="1437">
                  <c:v>45250</c:v>
                </c:pt>
                <c:pt idx="1438">
                  <c:v>45251</c:v>
                </c:pt>
                <c:pt idx="1439">
                  <c:v>45252</c:v>
                </c:pt>
                <c:pt idx="1440">
                  <c:v>45253</c:v>
                </c:pt>
                <c:pt idx="1441">
                  <c:v>45254</c:v>
                </c:pt>
                <c:pt idx="1442">
                  <c:v>45257</c:v>
                </c:pt>
                <c:pt idx="1443">
                  <c:v>45258</c:v>
                </c:pt>
                <c:pt idx="1444">
                  <c:v>45259</c:v>
                </c:pt>
                <c:pt idx="1445">
                  <c:v>45260</c:v>
                </c:pt>
                <c:pt idx="1446">
                  <c:v>45261</c:v>
                </c:pt>
                <c:pt idx="1447">
                  <c:v>45264</c:v>
                </c:pt>
                <c:pt idx="1448">
                  <c:v>45265</c:v>
                </c:pt>
                <c:pt idx="1449">
                  <c:v>45266</c:v>
                </c:pt>
                <c:pt idx="1450">
                  <c:v>45267</c:v>
                </c:pt>
                <c:pt idx="1451">
                  <c:v>45268</c:v>
                </c:pt>
                <c:pt idx="1452">
                  <c:v>45271</c:v>
                </c:pt>
                <c:pt idx="1453">
                  <c:v>45272</c:v>
                </c:pt>
                <c:pt idx="1454">
                  <c:v>45273</c:v>
                </c:pt>
                <c:pt idx="1455">
                  <c:v>45274</c:v>
                </c:pt>
                <c:pt idx="1456">
                  <c:v>45275</c:v>
                </c:pt>
                <c:pt idx="1457">
                  <c:v>45278</c:v>
                </c:pt>
                <c:pt idx="1458">
                  <c:v>45279</c:v>
                </c:pt>
                <c:pt idx="1459">
                  <c:v>45280</c:v>
                </c:pt>
                <c:pt idx="1460">
                  <c:v>45281</c:v>
                </c:pt>
                <c:pt idx="1461">
                  <c:v>45282</c:v>
                </c:pt>
                <c:pt idx="1462">
                  <c:v>45287</c:v>
                </c:pt>
                <c:pt idx="1463">
                  <c:v>45288</c:v>
                </c:pt>
                <c:pt idx="1464">
                  <c:v>45289</c:v>
                </c:pt>
                <c:pt idx="1465">
                  <c:v>45293</c:v>
                </c:pt>
                <c:pt idx="1466">
                  <c:v>45294</c:v>
                </c:pt>
                <c:pt idx="1467">
                  <c:v>45295</c:v>
                </c:pt>
                <c:pt idx="1468">
                  <c:v>45296</c:v>
                </c:pt>
                <c:pt idx="1469">
                  <c:v>45299</c:v>
                </c:pt>
                <c:pt idx="1470">
                  <c:v>45300</c:v>
                </c:pt>
                <c:pt idx="1471">
                  <c:v>45301</c:v>
                </c:pt>
                <c:pt idx="1472">
                  <c:v>45302</c:v>
                </c:pt>
                <c:pt idx="1473">
                  <c:v>45303</c:v>
                </c:pt>
                <c:pt idx="1474">
                  <c:v>45306</c:v>
                </c:pt>
                <c:pt idx="1475">
                  <c:v>45307</c:v>
                </c:pt>
                <c:pt idx="1476">
                  <c:v>45308</c:v>
                </c:pt>
                <c:pt idx="1477">
                  <c:v>45309</c:v>
                </c:pt>
                <c:pt idx="1478">
                  <c:v>45310</c:v>
                </c:pt>
                <c:pt idx="1479">
                  <c:v>45313</c:v>
                </c:pt>
                <c:pt idx="1480">
                  <c:v>45314</c:v>
                </c:pt>
                <c:pt idx="1481">
                  <c:v>45315</c:v>
                </c:pt>
                <c:pt idx="1482">
                  <c:v>45316</c:v>
                </c:pt>
                <c:pt idx="1483">
                  <c:v>45317</c:v>
                </c:pt>
                <c:pt idx="1484">
                  <c:v>45320</c:v>
                </c:pt>
                <c:pt idx="1485">
                  <c:v>45321</c:v>
                </c:pt>
                <c:pt idx="1486">
                  <c:v>45322</c:v>
                </c:pt>
                <c:pt idx="1487">
                  <c:v>45323</c:v>
                </c:pt>
                <c:pt idx="1488">
                  <c:v>45324</c:v>
                </c:pt>
                <c:pt idx="1489">
                  <c:v>45327</c:v>
                </c:pt>
                <c:pt idx="1490">
                  <c:v>45328</c:v>
                </c:pt>
                <c:pt idx="1491">
                  <c:v>45329</c:v>
                </c:pt>
                <c:pt idx="1492">
                  <c:v>45334</c:v>
                </c:pt>
                <c:pt idx="1493">
                  <c:v>45335</c:v>
                </c:pt>
                <c:pt idx="1494">
                  <c:v>45337</c:v>
                </c:pt>
                <c:pt idx="1495">
                  <c:v>45338</c:v>
                </c:pt>
                <c:pt idx="1496">
                  <c:v>45341</c:v>
                </c:pt>
                <c:pt idx="1497">
                  <c:v>45342</c:v>
                </c:pt>
                <c:pt idx="1498">
                  <c:v>45343</c:v>
                </c:pt>
                <c:pt idx="1499">
                  <c:v>45344</c:v>
                </c:pt>
                <c:pt idx="1500">
                  <c:v>45345</c:v>
                </c:pt>
                <c:pt idx="1501">
                  <c:v>45348</c:v>
                </c:pt>
                <c:pt idx="1502">
                  <c:v>45349</c:v>
                </c:pt>
                <c:pt idx="1503">
                  <c:v>45350</c:v>
                </c:pt>
                <c:pt idx="1504">
                  <c:v>45351</c:v>
                </c:pt>
                <c:pt idx="1505">
                  <c:v>45352</c:v>
                </c:pt>
                <c:pt idx="1506">
                  <c:v>45355</c:v>
                </c:pt>
                <c:pt idx="1507">
                  <c:v>45356</c:v>
                </c:pt>
                <c:pt idx="1508">
                  <c:v>45357</c:v>
                </c:pt>
                <c:pt idx="1509">
                  <c:v>45358</c:v>
                </c:pt>
                <c:pt idx="1510">
                  <c:v>45359</c:v>
                </c:pt>
                <c:pt idx="1511">
                  <c:v>45364</c:v>
                </c:pt>
                <c:pt idx="1512">
                  <c:v>45365</c:v>
                </c:pt>
                <c:pt idx="1513">
                  <c:v>45366</c:v>
                </c:pt>
                <c:pt idx="1514">
                  <c:v>45369</c:v>
                </c:pt>
                <c:pt idx="1515">
                  <c:v>45370</c:v>
                </c:pt>
                <c:pt idx="1516">
                  <c:v>45371</c:v>
                </c:pt>
                <c:pt idx="1517">
                  <c:v>45372</c:v>
                </c:pt>
                <c:pt idx="1518">
                  <c:v>45373</c:v>
                </c:pt>
                <c:pt idx="1519">
                  <c:v>45376</c:v>
                </c:pt>
                <c:pt idx="1520">
                  <c:v>45377</c:v>
                </c:pt>
                <c:pt idx="1521">
                  <c:v>45378</c:v>
                </c:pt>
                <c:pt idx="1522">
                  <c:v>45379</c:v>
                </c:pt>
                <c:pt idx="1523">
                  <c:v>45383</c:v>
                </c:pt>
                <c:pt idx="1524">
                  <c:v>45384</c:v>
                </c:pt>
                <c:pt idx="1525">
                  <c:v>45385</c:v>
                </c:pt>
                <c:pt idx="1526">
                  <c:v>45386</c:v>
                </c:pt>
                <c:pt idx="1527">
                  <c:v>45387</c:v>
                </c:pt>
                <c:pt idx="1528">
                  <c:v>45398</c:v>
                </c:pt>
                <c:pt idx="1529">
                  <c:v>45399</c:v>
                </c:pt>
                <c:pt idx="1530">
                  <c:v>45400</c:v>
                </c:pt>
                <c:pt idx="1531">
                  <c:v>45401</c:v>
                </c:pt>
                <c:pt idx="1532">
                  <c:v>45404</c:v>
                </c:pt>
                <c:pt idx="1533">
                  <c:v>45405</c:v>
                </c:pt>
                <c:pt idx="1534">
                  <c:v>45406</c:v>
                </c:pt>
                <c:pt idx="1535">
                  <c:v>45407</c:v>
                </c:pt>
                <c:pt idx="1536">
                  <c:v>45408</c:v>
                </c:pt>
                <c:pt idx="1537">
                  <c:v>45411</c:v>
                </c:pt>
                <c:pt idx="1538">
                  <c:v>45412</c:v>
                </c:pt>
                <c:pt idx="1539">
                  <c:v>45414</c:v>
                </c:pt>
                <c:pt idx="1540">
                  <c:v>45415</c:v>
                </c:pt>
                <c:pt idx="1541">
                  <c:v>45418</c:v>
                </c:pt>
                <c:pt idx="1542">
                  <c:v>45419</c:v>
                </c:pt>
                <c:pt idx="1543">
                  <c:v>45420</c:v>
                </c:pt>
                <c:pt idx="1544">
                  <c:v>45425</c:v>
                </c:pt>
                <c:pt idx="1545">
                  <c:v>45426</c:v>
                </c:pt>
                <c:pt idx="1546">
                  <c:v>45427</c:v>
                </c:pt>
                <c:pt idx="1547">
                  <c:v>45428</c:v>
                </c:pt>
                <c:pt idx="1548">
                  <c:v>45429</c:v>
                </c:pt>
                <c:pt idx="1549">
                  <c:v>45432</c:v>
                </c:pt>
                <c:pt idx="1550">
                  <c:v>45433</c:v>
                </c:pt>
                <c:pt idx="1551">
                  <c:v>45434</c:v>
                </c:pt>
                <c:pt idx="1552">
                  <c:v>45439</c:v>
                </c:pt>
                <c:pt idx="1553">
                  <c:v>45440</c:v>
                </c:pt>
                <c:pt idx="1554">
                  <c:v>45441</c:v>
                </c:pt>
                <c:pt idx="1555">
                  <c:v>45442</c:v>
                </c:pt>
                <c:pt idx="1556">
                  <c:v>45443</c:v>
                </c:pt>
                <c:pt idx="1557">
                  <c:v>45446</c:v>
                </c:pt>
                <c:pt idx="1558">
                  <c:v>45447</c:v>
                </c:pt>
                <c:pt idx="1559">
                  <c:v>45448</c:v>
                </c:pt>
                <c:pt idx="1560">
                  <c:v>45449</c:v>
                </c:pt>
                <c:pt idx="1561">
                  <c:v>45450</c:v>
                </c:pt>
                <c:pt idx="1562">
                  <c:v>45453</c:v>
                </c:pt>
                <c:pt idx="1563">
                  <c:v>45454</c:v>
                </c:pt>
                <c:pt idx="1564">
                  <c:v>45455</c:v>
                </c:pt>
                <c:pt idx="1565">
                  <c:v>45456</c:v>
                </c:pt>
                <c:pt idx="1566">
                  <c:v>45457</c:v>
                </c:pt>
                <c:pt idx="1567">
                  <c:v>45462</c:v>
                </c:pt>
                <c:pt idx="1568">
                  <c:v>45463</c:v>
                </c:pt>
                <c:pt idx="1569">
                  <c:v>45464</c:v>
                </c:pt>
                <c:pt idx="1570">
                  <c:v>45467</c:v>
                </c:pt>
                <c:pt idx="1571">
                  <c:v>45468</c:v>
                </c:pt>
                <c:pt idx="1572">
                  <c:v>45469</c:v>
                </c:pt>
                <c:pt idx="1573">
                  <c:v>45470</c:v>
                </c:pt>
                <c:pt idx="1574">
                  <c:v>45471</c:v>
                </c:pt>
                <c:pt idx="1575">
                  <c:v>45474</c:v>
                </c:pt>
                <c:pt idx="1576">
                  <c:v>45475</c:v>
                </c:pt>
                <c:pt idx="1577">
                  <c:v>45476</c:v>
                </c:pt>
                <c:pt idx="1578">
                  <c:v>45477</c:v>
                </c:pt>
                <c:pt idx="1579">
                  <c:v>45478</c:v>
                </c:pt>
                <c:pt idx="1580">
                  <c:v>45481</c:v>
                </c:pt>
                <c:pt idx="1581">
                  <c:v>45482</c:v>
                </c:pt>
                <c:pt idx="1582">
                  <c:v>45483</c:v>
                </c:pt>
                <c:pt idx="1583">
                  <c:v>45484</c:v>
                </c:pt>
                <c:pt idx="1584">
                  <c:v>45485</c:v>
                </c:pt>
                <c:pt idx="1585">
                  <c:v>45488</c:v>
                </c:pt>
                <c:pt idx="1586">
                  <c:v>45489</c:v>
                </c:pt>
                <c:pt idx="1587">
                  <c:v>45490</c:v>
                </c:pt>
                <c:pt idx="1588">
                  <c:v>45491</c:v>
                </c:pt>
                <c:pt idx="1589">
                  <c:v>45492</c:v>
                </c:pt>
                <c:pt idx="1590">
                  <c:v>45495</c:v>
                </c:pt>
                <c:pt idx="1591">
                  <c:v>45496</c:v>
                </c:pt>
                <c:pt idx="1592">
                  <c:v>45497</c:v>
                </c:pt>
                <c:pt idx="1593">
                  <c:v>45498</c:v>
                </c:pt>
                <c:pt idx="1594">
                  <c:v>45499</c:v>
                </c:pt>
                <c:pt idx="1595">
                  <c:v>45502</c:v>
                </c:pt>
                <c:pt idx="1596">
                  <c:v>45503</c:v>
                </c:pt>
                <c:pt idx="1597">
                  <c:v>45504</c:v>
                </c:pt>
                <c:pt idx="1598">
                  <c:v>45505</c:v>
                </c:pt>
                <c:pt idx="1599">
                  <c:v>45506</c:v>
                </c:pt>
                <c:pt idx="1600">
                  <c:v>45509</c:v>
                </c:pt>
                <c:pt idx="1601">
                  <c:v>45510</c:v>
                </c:pt>
                <c:pt idx="1602">
                  <c:v>45511</c:v>
                </c:pt>
                <c:pt idx="1603">
                  <c:v>45512</c:v>
                </c:pt>
                <c:pt idx="1604">
                  <c:v>45513</c:v>
                </c:pt>
                <c:pt idx="1605">
                  <c:v>45516</c:v>
                </c:pt>
                <c:pt idx="1606">
                  <c:v>45517</c:v>
                </c:pt>
                <c:pt idx="1607">
                  <c:v>45518</c:v>
                </c:pt>
                <c:pt idx="1608">
                  <c:v>45519</c:v>
                </c:pt>
                <c:pt idx="1609">
                  <c:v>45520</c:v>
                </c:pt>
                <c:pt idx="1610">
                  <c:v>45523</c:v>
                </c:pt>
                <c:pt idx="1611">
                  <c:v>45524</c:v>
                </c:pt>
                <c:pt idx="1612">
                  <c:v>45525</c:v>
                </c:pt>
                <c:pt idx="1613">
                  <c:v>45526</c:v>
                </c:pt>
                <c:pt idx="1614">
                  <c:v>45527</c:v>
                </c:pt>
                <c:pt idx="1615">
                  <c:v>45530</c:v>
                </c:pt>
                <c:pt idx="1616">
                  <c:v>45531</c:v>
                </c:pt>
                <c:pt idx="1617">
                  <c:v>45532</c:v>
                </c:pt>
                <c:pt idx="1618">
                  <c:v>45533</c:v>
                </c:pt>
                <c:pt idx="1619">
                  <c:v>45534</c:v>
                </c:pt>
                <c:pt idx="1620">
                  <c:v>45537</c:v>
                </c:pt>
                <c:pt idx="1621">
                  <c:v>45538</c:v>
                </c:pt>
                <c:pt idx="1622">
                  <c:v>45539</c:v>
                </c:pt>
                <c:pt idx="1623">
                  <c:v>45540</c:v>
                </c:pt>
                <c:pt idx="1624">
                  <c:v>45541</c:v>
                </c:pt>
                <c:pt idx="1625">
                  <c:v>45544</c:v>
                </c:pt>
                <c:pt idx="1626">
                  <c:v>45545</c:v>
                </c:pt>
                <c:pt idx="1627">
                  <c:v>45546</c:v>
                </c:pt>
                <c:pt idx="1628">
                  <c:v>45547</c:v>
                </c:pt>
                <c:pt idx="1629">
                  <c:v>45548</c:v>
                </c:pt>
                <c:pt idx="1630">
                  <c:v>45552</c:v>
                </c:pt>
                <c:pt idx="1631">
                  <c:v>45553</c:v>
                </c:pt>
                <c:pt idx="1632">
                  <c:v>45554</c:v>
                </c:pt>
                <c:pt idx="1633">
                  <c:v>45555</c:v>
                </c:pt>
                <c:pt idx="1634">
                  <c:v>45558</c:v>
                </c:pt>
                <c:pt idx="1635">
                  <c:v>45559</c:v>
                </c:pt>
                <c:pt idx="1636">
                  <c:v>45560</c:v>
                </c:pt>
                <c:pt idx="1637">
                  <c:v>45561</c:v>
                </c:pt>
                <c:pt idx="1638">
                  <c:v>45562</c:v>
                </c:pt>
                <c:pt idx="1639">
                  <c:v>45565</c:v>
                </c:pt>
                <c:pt idx="1640">
                  <c:v>45566</c:v>
                </c:pt>
                <c:pt idx="1641">
                  <c:v>45567</c:v>
                </c:pt>
                <c:pt idx="1642">
                  <c:v>45568</c:v>
                </c:pt>
                <c:pt idx="1643">
                  <c:v>45569</c:v>
                </c:pt>
                <c:pt idx="1644">
                  <c:v>45572</c:v>
                </c:pt>
                <c:pt idx="1645">
                  <c:v>45573</c:v>
                </c:pt>
                <c:pt idx="1646">
                  <c:v>45574</c:v>
                </c:pt>
                <c:pt idx="1647">
                  <c:v>45575</c:v>
                </c:pt>
                <c:pt idx="1648">
                  <c:v>45576</c:v>
                </c:pt>
                <c:pt idx="1649">
                  <c:v>45579</c:v>
                </c:pt>
                <c:pt idx="1650">
                  <c:v>45580</c:v>
                </c:pt>
                <c:pt idx="1651">
                  <c:v>45581</c:v>
                </c:pt>
                <c:pt idx="1652">
                  <c:v>45582</c:v>
                </c:pt>
                <c:pt idx="1653">
                  <c:v>45583</c:v>
                </c:pt>
                <c:pt idx="1654">
                  <c:v>45586</c:v>
                </c:pt>
                <c:pt idx="1655">
                  <c:v>45587</c:v>
                </c:pt>
                <c:pt idx="1656">
                  <c:v>45588</c:v>
                </c:pt>
                <c:pt idx="1657">
                  <c:v>45589</c:v>
                </c:pt>
                <c:pt idx="1658">
                  <c:v>45590</c:v>
                </c:pt>
                <c:pt idx="1659">
                  <c:v>45593</c:v>
                </c:pt>
                <c:pt idx="1660">
                  <c:v>45594</c:v>
                </c:pt>
                <c:pt idx="1661">
                  <c:v>45595</c:v>
                </c:pt>
                <c:pt idx="1662">
                  <c:v>45596</c:v>
                </c:pt>
                <c:pt idx="1663">
                  <c:v>45597</c:v>
                </c:pt>
                <c:pt idx="1664">
                  <c:v>45600</c:v>
                </c:pt>
                <c:pt idx="1665">
                  <c:v>45601</c:v>
                </c:pt>
                <c:pt idx="1666">
                  <c:v>45602</c:v>
                </c:pt>
                <c:pt idx="1667">
                  <c:v>45603</c:v>
                </c:pt>
                <c:pt idx="1668">
                  <c:v>45604</c:v>
                </c:pt>
                <c:pt idx="1669">
                  <c:v>45607</c:v>
                </c:pt>
                <c:pt idx="1670">
                  <c:v>45608</c:v>
                </c:pt>
                <c:pt idx="1671">
                  <c:v>45609</c:v>
                </c:pt>
                <c:pt idx="1672">
                  <c:v>45610</c:v>
                </c:pt>
                <c:pt idx="1673">
                  <c:v>45611</c:v>
                </c:pt>
                <c:pt idx="1674">
                  <c:v>45614</c:v>
                </c:pt>
                <c:pt idx="1675">
                  <c:v>45615</c:v>
                </c:pt>
                <c:pt idx="1676">
                  <c:v>45616</c:v>
                </c:pt>
                <c:pt idx="1677">
                  <c:v>45617</c:v>
                </c:pt>
                <c:pt idx="1678">
                  <c:v>45618</c:v>
                </c:pt>
                <c:pt idx="1679">
                  <c:v>45621</c:v>
                </c:pt>
                <c:pt idx="1680">
                  <c:v>45622</c:v>
                </c:pt>
                <c:pt idx="1681">
                  <c:v>45624</c:v>
                </c:pt>
                <c:pt idx="1682">
                  <c:v>45625</c:v>
                </c:pt>
                <c:pt idx="1683">
                  <c:v>45628</c:v>
                </c:pt>
                <c:pt idx="1684">
                  <c:v>45629</c:v>
                </c:pt>
                <c:pt idx="1685">
                  <c:v>45630</c:v>
                </c:pt>
                <c:pt idx="1686">
                  <c:v>45631</c:v>
                </c:pt>
                <c:pt idx="1687">
                  <c:v>45632</c:v>
                </c:pt>
                <c:pt idx="1688">
                  <c:v>45635</c:v>
                </c:pt>
                <c:pt idx="1689">
                  <c:v>45636</c:v>
                </c:pt>
                <c:pt idx="1690">
                  <c:v>45637</c:v>
                </c:pt>
                <c:pt idx="1691">
                  <c:v>45638</c:v>
                </c:pt>
                <c:pt idx="1692">
                  <c:v>45639</c:v>
                </c:pt>
                <c:pt idx="1693">
                  <c:v>45642</c:v>
                </c:pt>
                <c:pt idx="1694">
                  <c:v>45643</c:v>
                </c:pt>
                <c:pt idx="1695">
                  <c:v>45644</c:v>
                </c:pt>
                <c:pt idx="1696">
                  <c:v>45645</c:v>
                </c:pt>
                <c:pt idx="1697">
                  <c:v>45646</c:v>
                </c:pt>
                <c:pt idx="1698">
                  <c:v>45649</c:v>
                </c:pt>
                <c:pt idx="1699">
                  <c:v>45650</c:v>
                </c:pt>
                <c:pt idx="1700">
                  <c:v>45653</c:v>
                </c:pt>
                <c:pt idx="1701">
                  <c:v>45656</c:v>
                </c:pt>
                <c:pt idx="1702">
                  <c:v>45659</c:v>
                </c:pt>
                <c:pt idx="1703">
                  <c:v>45660</c:v>
                </c:pt>
                <c:pt idx="1704">
                  <c:v>45663</c:v>
                </c:pt>
                <c:pt idx="1705">
                  <c:v>45664</c:v>
                </c:pt>
                <c:pt idx="1706">
                  <c:v>45665</c:v>
                </c:pt>
                <c:pt idx="1707">
                  <c:v>45666</c:v>
                </c:pt>
                <c:pt idx="1708">
                  <c:v>45667</c:v>
                </c:pt>
                <c:pt idx="1709">
                  <c:v>45670</c:v>
                </c:pt>
                <c:pt idx="1710">
                  <c:v>45671</c:v>
                </c:pt>
                <c:pt idx="1711">
                  <c:v>45672</c:v>
                </c:pt>
                <c:pt idx="1712">
                  <c:v>45673</c:v>
                </c:pt>
                <c:pt idx="1713">
                  <c:v>45674</c:v>
                </c:pt>
                <c:pt idx="1714">
                  <c:v>45677</c:v>
                </c:pt>
                <c:pt idx="1715">
                  <c:v>45678</c:v>
                </c:pt>
                <c:pt idx="1716">
                  <c:v>45679</c:v>
                </c:pt>
                <c:pt idx="1717">
                  <c:v>45680</c:v>
                </c:pt>
                <c:pt idx="1718">
                  <c:v>45681</c:v>
                </c:pt>
                <c:pt idx="1719">
                  <c:v>45687</c:v>
                </c:pt>
                <c:pt idx="1720">
                  <c:v>45688</c:v>
                </c:pt>
                <c:pt idx="1721">
                  <c:v>45691</c:v>
                </c:pt>
                <c:pt idx="1722">
                  <c:v>45692</c:v>
                </c:pt>
                <c:pt idx="1723">
                  <c:v>45693</c:v>
                </c:pt>
                <c:pt idx="1724">
                  <c:v>45694</c:v>
                </c:pt>
                <c:pt idx="1725">
                  <c:v>45695</c:v>
                </c:pt>
                <c:pt idx="1726">
                  <c:v>45698</c:v>
                </c:pt>
                <c:pt idx="1727">
                  <c:v>45699</c:v>
                </c:pt>
                <c:pt idx="1728">
                  <c:v>45700</c:v>
                </c:pt>
                <c:pt idx="1729">
                  <c:v>45701</c:v>
                </c:pt>
                <c:pt idx="1730">
                  <c:v>45702</c:v>
                </c:pt>
                <c:pt idx="1731">
                  <c:v>45705</c:v>
                </c:pt>
                <c:pt idx="1732">
                  <c:v>45706</c:v>
                </c:pt>
                <c:pt idx="1733">
                  <c:v>45707</c:v>
                </c:pt>
                <c:pt idx="1734">
                  <c:v>45708</c:v>
                </c:pt>
                <c:pt idx="1735">
                  <c:v>45709</c:v>
                </c:pt>
                <c:pt idx="1736">
                  <c:v>45712</c:v>
                </c:pt>
                <c:pt idx="1737">
                  <c:v>45713</c:v>
                </c:pt>
                <c:pt idx="1738">
                  <c:v>45714</c:v>
                </c:pt>
                <c:pt idx="1739">
                  <c:v>45715</c:v>
                </c:pt>
                <c:pt idx="1740">
                  <c:v>45716</c:v>
                </c:pt>
                <c:pt idx="1741">
                  <c:v>45719</c:v>
                </c:pt>
                <c:pt idx="1742">
                  <c:v>45720</c:v>
                </c:pt>
                <c:pt idx="1743">
                  <c:v>45721</c:v>
                </c:pt>
                <c:pt idx="1744">
                  <c:v>45722</c:v>
                </c:pt>
                <c:pt idx="1745">
                  <c:v>45723</c:v>
                </c:pt>
                <c:pt idx="1746">
                  <c:v>45726</c:v>
                </c:pt>
                <c:pt idx="1747">
                  <c:v>45727</c:v>
                </c:pt>
                <c:pt idx="1748">
                  <c:v>45728</c:v>
                </c:pt>
                <c:pt idx="1749">
                  <c:v>45729</c:v>
                </c:pt>
                <c:pt idx="1750">
                  <c:v>45730</c:v>
                </c:pt>
                <c:pt idx="1751">
                  <c:v>45733</c:v>
                </c:pt>
                <c:pt idx="1752">
                  <c:v>45734</c:v>
                </c:pt>
                <c:pt idx="1753">
                  <c:v>45735</c:v>
                </c:pt>
                <c:pt idx="1754">
                  <c:v>45736</c:v>
                </c:pt>
                <c:pt idx="1755">
                  <c:v>45737</c:v>
                </c:pt>
                <c:pt idx="1756">
                  <c:v>45740</c:v>
                </c:pt>
                <c:pt idx="1757">
                  <c:v>45741</c:v>
                </c:pt>
                <c:pt idx="1758">
                  <c:v>45742</c:v>
                </c:pt>
                <c:pt idx="1759">
                  <c:v>45743</c:v>
                </c:pt>
                <c:pt idx="1760">
                  <c:v>45755</c:v>
                </c:pt>
                <c:pt idx="1761">
                  <c:v>45756</c:v>
                </c:pt>
                <c:pt idx="1762">
                  <c:v>45757</c:v>
                </c:pt>
                <c:pt idx="1763">
                  <c:v>45758</c:v>
                </c:pt>
                <c:pt idx="1764">
                  <c:v>45761</c:v>
                </c:pt>
                <c:pt idx="1765">
                  <c:v>45762</c:v>
                </c:pt>
                <c:pt idx="1766">
                  <c:v>45763</c:v>
                </c:pt>
                <c:pt idx="1767">
                  <c:v>45764</c:v>
                </c:pt>
                <c:pt idx="1768">
                  <c:v>45768</c:v>
                </c:pt>
                <c:pt idx="1769">
                  <c:v>45769</c:v>
                </c:pt>
                <c:pt idx="1770">
                  <c:v>45770</c:v>
                </c:pt>
                <c:pt idx="1771">
                  <c:v>45771</c:v>
                </c:pt>
                <c:pt idx="1772">
                  <c:v>45772</c:v>
                </c:pt>
                <c:pt idx="1773">
                  <c:v>45775</c:v>
                </c:pt>
                <c:pt idx="1774">
                  <c:v>45776</c:v>
                </c:pt>
                <c:pt idx="1775">
                  <c:v>45777</c:v>
                </c:pt>
                <c:pt idx="1776">
                  <c:v>45779</c:v>
                </c:pt>
                <c:pt idx="1777">
                  <c:v>45782</c:v>
                </c:pt>
                <c:pt idx="1778">
                  <c:v>45783</c:v>
                </c:pt>
                <c:pt idx="1779">
                  <c:v>45784</c:v>
                </c:pt>
                <c:pt idx="1780">
                  <c:v>45785</c:v>
                </c:pt>
                <c:pt idx="1781">
                  <c:v>45786</c:v>
                </c:pt>
                <c:pt idx="1782">
                  <c:v>45791</c:v>
                </c:pt>
                <c:pt idx="1783">
                  <c:v>45792</c:v>
                </c:pt>
                <c:pt idx="1784">
                  <c:v>45793</c:v>
                </c:pt>
                <c:pt idx="1785">
                  <c:v>45796</c:v>
                </c:pt>
                <c:pt idx="1786">
                  <c:v>45797</c:v>
                </c:pt>
                <c:pt idx="1787">
                  <c:v>45798</c:v>
                </c:pt>
                <c:pt idx="1788">
                  <c:v>45799</c:v>
                </c:pt>
                <c:pt idx="1789">
                  <c:v>45800</c:v>
                </c:pt>
                <c:pt idx="1790">
                  <c:v>45803</c:v>
                </c:pt>
                <c:pt idx="1791">
                  <c:v>45804</c:v>
                </c:pt>
                <c:pt idx="1792">
                  <c:v>45805</c:v>
                </c:pt>
                <c:pt idx="1793">
                  <c:v>45810</c:v>
                </c:pt>
                <c:pt idx="1794">
                  <c:v>45811</c:v>
                </c:pt>
                <c:pt idx="1795">
                  <c:v>45812</c:v>
                </c:pt>
                <c:pt idx="1796">
                  <c:v>45813</c:v>
                </c:pt>
                <c:pt idx="1797">
                  <c:v>45818</c:v>
                </c:pt>
                <c:pt idx="1798">
                  <c:v>45819</c:v>
                </c:pt>
                <c:pt idx="1799">
                  <c:v>45820</c:v>
                </c:pt>
                <c:pt idx="1800">
                  <c:v>45821</c:v>
                </c:pt>
                <c:pt idx="1801">
                  <c:v>45824</c:v>
                </c:pt>
                <c:pt idx="1802">
                  <c:v>45825</c:v>
                </c:pt>
                <c:pt idx="1803">
                  <c:v>45826</c:v>
                </c:pt>
                <c:pt idx="1804">
                  <c:v>45827</c:v>
                </c:pt>
                <c:pt idx="1805">
                  <c:v>45828</c:v>
                </c:pt>
                <c:pt idx="1806">
                  <c:v>45831</c:v>
                </c:pt>
                <c:pt idx="1807">
                  <c:v>45832</c:v>
                </c:pt>
                <c:pt idx="1808">
                  <c:v>45833</c:v>
                </c:pt>
                <c:pt idx="1809">
                  <c:v>45834</c:v>
                </c:pt>
                <c:pt idx="1810">
                  <c:v>45838</c:v>
                </c:pt>
                <c:pt idx="1811">
                  <c:v>45839</c:v>
                </c:pt>
                <c:pt idx="1812">
                  <c:v>45840</c:v>
                </c:pt>
                <c:pt idx="1813">
                  <c:v>45841</c:v>
                </c:pt>
                <c:pt idx="1814">
                  <c:v>45842</c:v>
                </c:pt>
                <c:pt idx="1815">
                  <c:v>45845</c:v>
                </c:pt>
                <c:pt idx="1816">
                  <c:v>45846</c:v>
                </c:pt>
                <c:pt idx="1817">
                  <c:v>45847</c:v>
                </c:pt>
                <c:pt idx="1818">
                  <c:v>45848</c:v>
                </c:pt>
                <c:pt idx="1819">
                  <c:v>45849</c:v>
                </c:pt>
                <c:pt idx="1820">
                  <c:v>45852</c:v>
                </c:pt>
                <c:pt idx="1821">
                  <c:v>45853</c:v>
                </c:pt>
                <c:pt idx="1822">
                  <c:v>45854</c:v>
                </c:pt>
                <c:pt idx="1823">
                  <c:v>45855</c:v>
                </c:pt>
                <c:pt idx="1824">
                  <c:v>45856</c:v>
                </c:pt>
                <c:pt idx="1825">
                  <c:v>45859</c:v>
                </c:pt>
                <c:pt idx="1826">
                  <c:v>45860</c:v>
                </c:pt>
                <c:pt idx="1827">
                  <c:v>45861</c:v>
                </c:pt>
                <c:pt idx="1828">
                  <c:v>45862</c:v>
                </c:pt>
                <c:pt idx="1829">
                  <c:v>45863</c:v>
                </c:pt>
                <c:pt idx="1830">
                  <c:v>45866</c:v>
                </c:pt>
                <c:pt idx="1831">
                  <c:v>45867</c:v>
                </c:pt>
                <c:pt idx="1832">
                  <c:v>45868</c:v>
                </c:pt>
                <c:pt idx="1833">
                  <c:v>45869</c:v>
                </c:pt>
                <c:pt idx="1834">
                  <c:v>45870</c:v>
                </c:pt>
                <c:pt idx="1835">
                  <c:v>45873</c:v>
                </c:pt>
                <c:pt idx="1836">
                  <c:v>45874</c:v>
                </c:pt>
                <c:pt idx="1837">
                  <c:v>45875</c:v>
                </c:pt>
                <c:pt idx="1838">
                  <c:v>45876</c:v>
                </c:pt>
                <c:pt idx="1839">
                  <c:v>45877</c:v>
                </c:pt>
                <c:pt idx="1840">
                  <c:v>45880</c:v>
                </c:pt>
                <c:pt idx="1841">
                  <c:v>45881</c:v>
                </c:pt>
                <c:pt idx="1842">
                  <c:v>45882</c:v>
                </c:pt>
                <c:pt idx="1843">
                  <c:v>45883</c:v>
                </c:pt>
                <c:pt idx="1844">
                  <c:v>45884</c:v>
                </c:pt>
                <c:pt idx="1845">
                  <c:v>45888</c:v>
                </c:pt>
                <c:pt idx="1846">
                  <c:v>45889</c:v>
                </c:pt>
                <c:pt idx="1847">
                  <c:v>45890</c:v>
                </c:pt>
                <c:pt idx="1848">
                  <c:v>45891</c:v>
                </c:pt>
                <c:pt idx="1849">
                  <c:v>45894</c:v>
                </c:pt>
                <c:pt idx="1850">
                  <c:v>45895</c:v>
                </c:pt>
                <c:pt idx="1851">
                  <c:v>45896</c:v>
                </c:pt>
                <c:pt idx="1852">
                  <c:v>45897</c:v>
                </c:pt>
                <c:pt idx="1853">
                  <c:v>45898</c:v>
                </c:pt>
                <c:pt idx="1854">
                  <c:v>45901</c:v>
                </c:pt>
                <c:pt idx="1855">
                  <c:v>45902</c:v>
                </c:pt>
                <c:pt idx="1856">
                  <c:v>45903</c:v>
                </c:pt>
                <c:pt idx="1857">
                  <c:v>45904</c:v>
                </c:pt>
                <c:pt idx="1858">
                  <c:v>45908</c:v>
                </c:pt>
                <c:pt idx="1859">
                  <c:v>45909</c:v>
                </c:pt>
                <c:pt idx="1860">
                  <c:v>45910</c:v>
                </c:pt>
                <c:pt idx="1861">
                  <c:v>45911</c:v>
                </c:pt>
                <c:pt idx="1862">
                  <c:v>45912</c:v>
                </c:pt>
                <c:pt idx="1863">
                  <c:v>45915</c:v>
                </c:pt>
                <c:pt idx="1864">
                  <c:v>45916</c:v>
                </c:pt>
                <c:pt idx="1865">
                  <c:v>45917</c:v>
                </c:pt>
                <c:pt idx="1866">
                  <c:v>45918</c:v>
                </c:pt>
                <c:pt idx="1867">
                  <c:v>45919</c:v>
                </c:pt>
                <c:pt idx="1868">
                  <c:v>45922</c:v>
                </c:pt>
                <c:pt idx="1869">
                  <c:v>45923</c:v>
                </c:pt>
                <c:pt idx="1870">
                  <c:v>45924</c:v>
                </c:pt>
                <c:pt idx="1871">
                  <c:v>45925</c:v>
                </c:pt>
                <c:pt idx="1872">
                  <c:v>45926</c:v>
                </c:pt>
                <c:pt idx="1873">
                  <c:v>45929</c:v>
                </c:pt>
                <c:pt idx="1874">
                  <c:v>45930</c:v>
                </c:pt>
                <c:pt idx="1875">
                  <c:v>45931</c:v>
                </c:pt>
                <c:pt idx="1876">
                  <c:v>45932</c:v>
                </c:pt>
                <c:pt idx="1877">
                  <c:v>45933</c:v>
                </c:pt>
                <c:pt idx="1878">
                  <c:v>45936</c:v>
                </c:pt>
                <c:pt idx="1879">
                  <c:v>45937</c:v>
                </c:pt>
                <c:pt idx="1880">
                  <c:v>45938</c:v>
                </c:pt>
                <c:pt idx="1881">
                  <c:v>45939</c:v>
                </c:pt>
                <c:pt idx="1882">
                  <c:v>45940</c:v>
                </c:pt>
                <c:pt idx="1883">
                  <c:v>45943</c:v>
                </c:pt>
                <c:pt idx="1884">
                  <c:v>45944</c:v>
                </c:pt>
                <c:pt idx="1885">
                  <c:v>45945</c:v>
                </c:pt>
                <c:pt idx="1886">
                  <c:v>45946</c:v>
                </c:pt>
                <c:pt idx="1887">
                  <c:v>45947</c:v>
                </c:pt>
                <c:pt idx="1888">
                  <c:v>45950</c:v>
                </c:pt>
                <c:pt idx="1889">
                  <c:v>45951</c:v>
                </c:pt>
                <c:pt idx="1890">
                  <c:v>45952</c:v>
                </c:pt>
                <c:pt idx="1891">
                  <c:v>45953</c:v>
                </c:pt>
                <c:pt idx="1892">
                  <c:v>45954</c:v>
                </c:pt>
                <c:pt idx="1893">
                  <c:v>45957</c:v>
                </c:pt>
                <c:pt idx="1894">
                  <c:v>45958</c:v>
                </c:pt>
                <c:pt idx="1895">
                  <c:v>45959</c:v>
                </c:pt>
                <c:pt idx="1896">
                  <c:v>45960</c:v>
                </c:pt>
                <c:pt idx="1897">
                  <c:v>45961</c:v>
                </c:pt>
                <c:pt idx="1898">
                  <c:v>45964</c:v>
                </c:pt>
                <c:pt idx="1899">
                  <c:v>45965</c:v>
                </c:pt>
                <c:pt idx="1900">
                  <c:v>45966</c:v>
                </c:pt>
                <c:pt idx="1901">
                  <c:v>45967</c:v>
                </c:pt>
                <c:pt idx="1902">
                  <c:v>45968</c:v>
                </c:pt>
                <c:pt idx="1903">
                  <c:v>45971</c:v>
                </c:pt>
                <c:pt idx="1904">
                  <c:v>45972</c:v>
                </c:pt>
                <c:pt idx="1905">
                  <c:v>45973</c:v>
                </c:pt>
                <c:pt idx="1906">
                  <c:v>45974</c:v>
                </c:pt>
                <c:pt idx="1907">
                  <c:v>45975</c:v>
                </c:pt>
                <c:pt idx="1908">
                  <c:v>45978</c:v>
                </c:pt>
                <c:pt idx="1909">
                  <c:v>45979</c:v>
                </c:pt>
                <c:pt idx="1910">
                  <c:v>45980</c:v>
                </c:pt>
                <c:pt idx="1911">
                  <c:v>45981</c:v>
                </c:pt>
                <c:pt idx="1912">
                  <c:v>45982</c:v>
                </c:pt>
                <c:pt idx="1913">
                  <c:v>45985</c:v>
                </c:pt>
                <c:pt idx="1914">
                  <c:v>45986</c:v>
                </c:pt>
                <c:pt idx="1915">
                  <c:v>45987</c:v>
                </c:pt>
                <c:pt idx="1916">
                  <c:v>45988</c:v>
                </c:pt>
                <c:pt idx="1917">
                  <c:v>45989</c:v>
                </c:pt>
                <c:pt idx="1918">
                  <c:v>45992</c:v>
                </c:pt>
                <c:pt idx="1919">
                  <c:v>45993</c:v>
                </c:pt>
                <c:pt idx="1920">
                  <c:v>45994</c:v>
                </c:pt>
                <c:pt idx="1921">
                  <c:v>45995</c:v>
                </c:pt>
                <c:pt idx="1922">
                  <c:v>45996</c:v>
                </c:pt>
                <c:pt idx="1923">
                  <c:v>45999</c:v>
                </c:pt>
                <c:pt idx="1924">
                  <c:v>46000</c:v>
                </c:pt>
                <c:pt idx="1925">
                  <c:v>46001</c:v>
                </c:pt>
                <c:pt idx="1926">
                  <c:v>46002</c:v>
                </c:pt>
                <c:pt idx="1927">
                  <c:v>46003</c:v>
                </c:pt>
                <c:pt idx="1928">
                  <c:v>46006</c:v>
                </c:pt>
                <c:pt idx="1929">
                  <c:v>46007</c:v>
                </c:pt>
                <c:pt idx="1930">
                  <c:v>46008</c:v>
                </c:pt>
                <c:pt idx="1931">
                  <c:v>46009</c:v>
                </c:pt>
                <c:pt idx="1932">
                  <c:v>46010</c:v>
                </c:pt>
                <c:pt idx="1933">
                  <c:v>46013</c:v>
                </c:pt>
                <c:pt idx="1934">
                  <c:v>46014</c:v>
                </c:pt>
                <c:pt idx="1935">
                  <c:v>46015</c:v>
                </c:pt>
                <c:pt idx="1936">
                  <c:v>46020</c:v>
                </c:pt>
                <c:pt idx="1937">
                  <c:v>46021</c:v>
                </c:pt>
                <c:pt idx="1938">
                  <c:v>46024</c:v>
                </c:pt>
                <c:pt idx="1939">
                  <c:v>46027</c:v>
                </c:pt>
                <c:pt idx="1940">
                  <c:v>46028</c:v>
                </c:pt>
                <c:pt idx="1941">
                  <c:v>46029</c:v>
                </c:pt>
                <c:pt idx="1942">
                  <c:v>46030</c:v>
                </c:pt>
                <c:pt idx="1943">
                  <c:v>46031</c:v>
                </c:pt>
                <c:pt idx="1944">
                  <c:v>46034</c:v>
                </c:pt>
                <c:pt idx="1945">
                  <c:v>46035</c:v>
                </c:pt>
                <c:pt idx="1946">
                  <c:v>46036</c:v>
                </c:pt>
                <c:pt idx="1947">
                  <c:v>46037</c:v>
                </c:pt>
                <c:pt idx="1948">
                  <c:v>46041</c:v>
                </c:pt>
                <c:pt idx="1949">
                  <c:v>46042</c:v>
                </c:pt>
                <c:pt idx="1950">
                  <c:v>46043</c:v>
                </c:pt>
                <c:pt idx="1951">
                  <c:v>46044</c:v>
                </c:pt>
                <c:pt idx="1952">
                  <c:v>46045</c:v>
                </c:pt>
                <c:pt idx="1953">
                  <c:v>46048</c:v>
                </c:pt>
                <c:pt idx="1954">
                  <c:v>46049</c:v>
                </c:pt>
                <c:pt idx="1955">
                  <c:v>46050</c:v>
                </c:pt>
                <c:pt idx="1956">
                  <c:v>46051</c:v>
                </c:pt>
                <c:pt idx="1957">
                  <c:v>46052</c:v>
                </c:pt>
                <c:pt idx="1958">
                  <c:v>46055</c:v>
                </c:pt>
                <c:pt idx="1959">
                  <c:v>46056</c:v>
                </c:pt>
                <c:pt idx="1960">
                  <c:v>46057</c:v>
                </c:pt>
                <c:pt idx="1961">
                  <c:v>46058</c:v>
                </c:pt>
                <c:pt idx="1962">
                  <c:v>46059</c:v>
                </c:pt>
                <c:pt idx="1963">
                  <c:v>46062</c:v>
                </c:pt>
                <c:pt idx="1964">
                  <c:v>46063</c:v>
                </c:pt>
                <c:pt idx="1965">
                  <c:v>46064</c:v>
                </c:pt>
                <c:pt idx="1966">
                  <c:v>46065</c:v>
                </c:pt>
                <c:pt idx="1967">
                  <c:v>46066</c:v>
                </c:pt>
                <c:pt idx="1968">
                  <c:v>46071</c:v>
                </c:pt>
                <c:pt idx="1969">
                  <c:v>46072</c:v>
                </c:pt>
                <c:pt idx="1970">
                  <c:v>46073</c:v>
                </c:pt>
                <c:pt idx="1971">
                  <c:v>46076</c:v>
                </c:pt>
                <c:pt idx="1972">
                  <c:v>46077</c:v>
                </c:pt>
                <c:pt idx="1973">
                  <c:v>46078</c:v>
                </c:pt>
                <c:pt idx="1974">
                  <c:v>46079</c:v>
                </c:pt>
                <c:pt idx="1975">
                  <c:v>46080</c:v>
                </c:pt>
                <c:pt idx="1976">
                  <c:v>46083</c:v>
                </c:pt>
                <c:pt idx="1977">
                  <c:v>46084</c:v>
                </c:pt>
                <c:pt idx="1978">
                  <c:v>46085</c:v>
                </c:pt>
                <c:pt idx="1979">
                  <c:v>46086</c:v>
                </c:pt>
                <c:pt idx="1980">
                  <c:v>46087</c:v>
                </c:pt>
                <c:pt idx="1981">
                  <c:v>46090</c:v>
                </c:pt>
                <c:pt idx="1982">
                  <c:v>46091</c:v>
                </c:pt>
                <c:pt idx="1983">
                  <c:v>46092</c:v>
                </c:pt>
                <c:pt idx="1984">
                  <c:v>46093</c:v>
                </c:pt>
                <c:pt idx="1985">
                  <c:v>46094</c:v>
                </c:pt>
                <c:pt idx="1986">
                  <c:v>46097</c:v>
                </c:pt>
                <c:pt idx="1987">
                  <c:v>46098</c:v>
                </c:pt>
                <c:pt idx="1988">
                  <c:v>46106</c:v>
                </c:pt>
                <c:pt idx="1989">
                  <c:v>46107</c:v>
                </c:pt>
                <c:pt idx="1990">
                  <c:v>46108</c:v>
                </c:pt>
                <c:pt idx="1991">
                  <c:v>46111</c:v>
                </c:pt>
                <c:pt idx="1992">
                  <c:v>46112</c:v>
                </c:pt>
                <c:pt idx="1993">
                  <c:v>46113</c:v>
                </c:pt>
                <c:pt idx="1994">
                  <c:v>46114</c:v>
                </c:pt>
                <c:pt idx="1995">
                  <c:v>46118</c:v>
                </c:pt>
                <c:pt idx="1996">
                  <c:v>46119</c:v>
                </c:pt>
                <c:pt idx="1997">
                  <c:v>46120</c:v>
                </c:pt>
                <c:pt idx="1998">
                  <c:v>46121</c:v>
                </c:pt>
                <c:pt idx="1999">
                  <c:v>46122</c:v>
                </c:pt>
                <c:pt idx="2000" formatCode="d\-mmm\-yy">
                  <c:v>46125</c:v>
                </c:pt>
                <c:pt idx="2001" formatCode="d\-mmm\-yy">
                  <c:v>46126</c:v>
                </c:pt>
                <c:pt idx="2002" formatCode="d\-mmm\-yy">
                  <c:v>46127</c:v>
                </c:pt>
                <c:pt idx="2003" formatCode="d\-mmm\-yy">
                  <c:v>46128</c:v>
                </c:pt>
                <c:pt idx="2004" formatCode="d\-mmm\-yy">
                  <c:v>46129</c:v>
                </c:pt>
                <c:pt idx="2005" formatCode="d\-mmm\-yy">
                  <c:v>46132</c:v>
                </c:pt>
                <c:pt idx="2006" formatCode="d\-mmm\-yy">
                  <c:v>46133</c:v>
                </c:pt>
                <c:pt idx="2007" formatCode="d\-mmm\-yy">
                  <c:v>46134</c:v>
                </c:pt>
                <c:pt idx="2008" formatCode="d\-mmm\-yy">
                  <c:v>46135</c:v>
                </c:pt>
                <c:pt idx="2009" formatCode="d\-mmm\-yy">
                  <c:v>46136</c:v>
                </c:pt>
                <c:pt idx="2010" formatCode="d\-mmm\-yy">
                  <c:v>46139</c:v>
                </c:pt>
                <c:pt idx="2011" formatCode="d\-mmm\-yy">
                  <c:v>46140</c:v>
                </c:pt>
                <c:pt idx="2012" formatCode="d\-mmm\-yy">
                  <c:v>46141</c:v>
                </c:pt>
                <c:pt idx="2013" formatCode="d\-mmm\-yy">
                  <c:v>46142</c:v>
                </c:pt>
                <c:pt idx="2014" formatCode="d\-mmm\-yy">
                  <c:v>46147</c:v>
                </c:pt>
                <c:pt idx="2015" formatCode="d\-mmm\-yy">
                  <c:v>46148</c:v>
                </c:pt>
                <c:pt idx="2016" formatCode="d\-mmm\-yy">
                  <c:v>46149</c:v>
                </c:pt>
                <c:pt idx="2017" formatCode="d\-mmm\-yy">
                  <c:v>46150</c:v>
                </c:pt>
                <c:pt idx="2018" formatCode="d\-mmm\-yy">
                  <c:v>46153</c:v>
                </c:pt>
                <c:pt idx="2019" formatCode="d\-mmm\-yy">
                  <c:v>46154</c:v>
                </c:pt>
                <c:pt idx="2020" formatCode="d\-mmm\-yy">
                  <c:v>46155</c:v>
                </c:pt>
                <c:pt idx="2021" formatCode="d\-mmm\-yy">
                  <c:v>46160</c:v>
                </c:pt>
                <c:pt idx="2022" formatCode="d\-mmm\-yy">
                  <c:v>46161</c:v>
                </c:pt>
                <c:pt idx="2023" formatCode="d\-mmm\-yy">
                  <c:v>46162</c:v>
                </c:pt>
                <c:pt idx="2024" formatCode="d\-mmm\-yy">
                  <c:v>46163</c:v>
                </c:pt>
                <c:pt idx="2025" formatCode="d\-mmm\-yy">
                  <c:v>46164</c:v>
                </c:pt>
                <c:pt idx="2026" formatCode="d\-mmm\-yy">
                  <c:v>46167</c:v>
                </c:pt>
                <c:pt idx="2027" formatCode="d\-mmm\-yy">
                  <c:v>46168</c:v>
                </c:pt>
                <c:pt idx="2028" formatCode="d\-mmm\-yy">
                  <c:v>46171</c:v>
                </c:pt>
                <c:pt idx="2029" formatCode="d\-mmm\-yy">
                  <c:v>46175</c:v>
                </c:pt>
                <c:pt idx="2030" formatCode="d\-mmm\-yy">
                  <c:v>46176</c:v>
                </c:pt>
                <c:pt idx="2031" formatCode="d\-mmm\-yy">
                  <c:v>46177</c:v>
                </c:pt>
                <c:pt idx="2032" formatCode="d\-mmm\-yy">
                  <c:v>46178</c:v>
                </c:pt>
                <c:pt idx="2033" formatCode="d\-mmm\-yy">
                  <c:v>46181</c:v>
                </c:pt>
                <c:pt idx="2034" formatCode="d\-mmm\-yy">
                  <c:v>46182</c:v>
                </c:pt>
                <c:pt idx="2035" formatCode="d\-mmm\-yy">
                  <c:v>46183</c:v>
                </c:pt>
                <c:pt idx="2036" formatCode="d\-mmm\-yy">
                  <c:v>46184</c:v>
                </c:pt>
                <c:pt idx="2037" formatCode="d\-mmm\-yy">
                  <c:v>46185</c:v>
                </c:pt>
                <c:pt idx="2038" formatCode="d\-mmm\-yy">
                  <c:v>46188</c:v>
                </c:pt>
                <c:pt idx="2039" formatCode="d\-mmm\-yy">
                  <c:v>46190</c:v>
                </c:pt>
                <c:pt idx="2040" formatCode="d\-mmm\-yy">
                  <c:v>46191</c:v>
                </c:pt>
                <c:pt idx="2041" formatCode="d\-mmm\-yy">
                  <c:v>46192</c:v>
                </c:pt>
                <c:pt idx="2042" formatCode="d\-mmm\-yy">
                  <c:v>46195</c:v>
                </c:pt>
                <c:pt idx="2043" formatCode="d\-mmm\-yy">
                  <c:v>46196</c:v>
                </c:pt>
                <c:pt idx="2044" formatCode="d\-mmm\-yy">
                  <c:v>46197</c:v>
                </c:pt>
                <c:pt idx="2045" formatCode="d\-mmm\-yy">
                  <c:v>46198</c:v>
                </c:pt>
                <c:pt idx="2046" formatCode="d\-mmm\-yy">
                  <c:v>46199</c:v>
                </c:pt>
                <c:pt idx="2047" formatCode="d\-mmm\-yy">
                  <c:v>46202</c:v>
                </c:pt>
                <c:pt idx="2048" formatCode="d\-mmm\-yy">
                  <c:v>46203</c:v>
                </c:pt>
                <c:pt idx="2049" formatCode="d\-mmm\-yy">
                  <c:v>46204</c:v>
                </c:pt>
                <c:pt idx="2050" formatCode="d\-mmm\-yy">
                  <c:v>46205</c:v>
                </c:pt>
                <c:pt idx="2051" formatCode="d\-mmm\-yy">
                  <c:v>46206</c:v>
                </c:pt>
                <c:pt idx="2052" formatCode="d\-mmm\-yy">
                  <c:v>46209</c:v>
                </c:pt>
                <c:pt idx="2053" formatCode="d\-mmm\-yy">
                  <c:v>46210</c:v>
                </c:pt>
                <c:pt idx="2054" formatCode="d\-mmm\-yy">
                  <c:v>46211</c:v>
                </c:pt>
                <c:pt idx="2055" formatCode="d\-mmm\-yy">
                  <c:v>46212</c:v>
                </c:pt>
                <c:pt idx="2056" formatCode="d\-mmm\-yy">
                  <c:v>46213</c:v>
                </c:pt>
                <c:pt idx="2057" formatCode="d\-mmm\-yy">
                  <c:v>46216</c:v>
                </c:pt>
                <c:pt idx="2058" formatCode="d\-mmm\-yy">
                  <c:v>46217</c:v>
                </c:pt>
                <c:pt idx="2059" formatCode="d\-mmm\-yy">
                  <c:v>46218</c:v>
                </c:pt>
                <c:pt idx="2060" formatCode="d\-mmm\-yy">
                  <c:v>46219</c:v>
                </c:pt>
                <c:pt idx="2061" formatCode="d\-mmm\-yy">
                  <c:v>46220</c:v>
                </c:pt>
                <c:pt idx="2062" formatCode="d\-mmm\-yy">
                  <c:v>46223</c:v>
                </c:pt>
                <c:pt idx="2063" formatCode="d\-mmm\-yy">
                  <c:v>46224</c:v>
                </c:pt>
                <c:pt idx="2064" formatCode="d\-mmm\-yy">
                  <c:v>46225</c:v>
                </c:pt>
                <c:pt idx="2065" formatCode="d\-mmm\-yy">
                  <c:v>46226</c:v>
                </c:pt>
                <c:pt idx="2066" formatCode="d\-mmm\-yy">
                  <c:v>46227</c:v>
                </c:pt>
                <c:pt idx="2067" formatCode="d\-mmm\-yy">
                  <c:v>46230</c:v>
                </c:pt>
                <c:pt idx="2068" formatCode="d\-mmm\-yy">
                  <c:v>46231</c:v>
                </c:pt>
                <c:pt idx="2069" formatCode="d\-mmm\-yy">
                  <c:v>46232</c:v>
                </c:pt>
                <c:pt idx="2070" formatCode="d\-mmm\-yy">
                  <c:v>46233</c:v>
                </c:pt>
                <c:pt idx="2071" formatCode="d\-mmm\-yy">
                  <c:v>46234</c:v>
                </c:pt>
                <c:pt idx="2072" formatCode="d\-mmm\-yy">
                  <c:v>46237</c:v>
                </c:pt>
                <c:pt idx="2073" formatCode="d\-mmm\-yy">
                  <c:v>46238</c:v>
                </c:pt>
                <c:pt idx="2074" formatCode="d\-mmm\-yy">
                  <c:v>46239</c:v>
                </c:pt>
                <c:pt idx="2075" formatCode="d\-mmm\-yy">
                  <c:v>46240</c:v>
                </c:pt>
                <c:pt idx="2076" formatCode="d\-mmm\-yy">
                  <c:v>46241</c:v>
                </c:pt>
                <c:pt idx="2077" formatCode="d\-mmm\-yy">
                  <c:v>46244</c:v>
                </c:pt>
                <c:pt idx="2078" formatCode="d\-mmm\-yy">
                  <c:v>46245</c:v>
                </c:pt>
                <c:pt idx="2079" formatCode="d\-mmm\-yy">
                  <c:v>46246</c:v>
                </c:pt>
                <c:pt idx="2080" formatCode="d\-mmm\-yy">
                  <c:v>46247</c:v>
                </c:pt>
                <c:pt idx="2081" formatCode="d\-mmm\-yy">
                  <c:v>46248</c:v>
                </c:pt>
                <c:pt idx="2082" formatCode="d\-mmm\-yy">
                  <c:v>46252</c:v>
                </c:pt>
                <c:pt idx="2083" formatCode="d\-mmm\-yy">
                  <c:v>46253</c:v>
                </c:pt>
                <c:pt idx="2084" formatCode="d\-mmm\-yy">
                  <c:v>46254</c:v>
                </c:pt>
                <c:pt idx="2085" formatCode="d\-mmm\-yy">
                  <c:v>46255</c:v>
                </c:pt>
                <c:pt idx="2086" formatCode="d\-mmm\-yy">
                  <c:v>46258</c:v>
                </c:pt>
                <c:pt idx="2087" formatCode="d\-mmm\-yy">
                  <c:v>46260</c:v>
                </c:pt>
                <c:pt idx="2088" formatCode="d\-mmm\-yy">
                  <c:v>46261</c:v>
                </c:pt>
                <c:pt idx="2089" formatCode="d\-mmm\-yy">
                  <c:v>46262</c:v>
                </c:pt>
                <c:pt idx="2090" formatCode="d\-mmm\-yy">
                  <c:v>46265</c:v>
                </c:pt>
                <c:pt idx="2091" formatCode="d\-mmm\-yy">
                  <c:v>46266</c:v>
                </c:pt>
                <c:pt idx="2092" formatCode="d\-mmm\-yy">
                  <c:v>46267</c:v>
                </c:pt>
                <c:pt idx="2093" formatCode="d\-mmm\-yy">
                  <c:v>46268</c:v>
                </c:pt>
                <c:pt idx="2094" formatCode="d\-mmm\-yy">
                  <c:v>46269</c:v>
                </c:pt>
                <c:pt idx="2095" formatCode="d\-mmm\-yy">
                  <c:v>46272</c:v>
                </c:pt>
                <c:pt idx="2096" formatCode="d\-mmm\-yy">
                  <c:v>46273</c:v>
                </c:pt>
                <c:pt idx="2097" formatCode="d\-mmm\-yy">
                  <c:v>46274</c:v>
                </c:pt>
                <c:pt idx="2098" formatCode="d\-mmm\-yy">
                  <c:v>46275</c:v>
                </c:pt>
                <c:pt idx="2099" formatCode="d\-mmm\-yy">
                  <c:v>46276</c:v>
                </c:pt>
                <c:pt idx="2100" formatCode="d\-mmm\-yy">
                  <c:v>46279</c:v>
                </c:pt>
                <c:pt idx="2101" formatCode="d\-mmm\-yy">
                  <c:v>46280</c:v>
                </c:pt>
                <c:pt idx="2102" formatCode="d\-mmm\-yy">
                  <c:v>46281</c:v>
                </c:pt>
                <c:pt idx="2103" formatCode="d\-mmm\-yy">
                  <c:v>46282</c:v>
                </c:pt>
                <c:pt idx="2104" formatCode="d\-mmm\-yy">
                  <c:v>46283</c:v>
                </c:pt>
                <c:pt idx="2105" formatCode="d\-mmm\-yy">
                  <c:v>46286</c:v>
                </c:pt>
                <c:pt idx="2106" formatCode="d\-mmm\-yy">
                  <c:v>46287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82E-444B-85AF-4B3E20BBB3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96895424"/>
        <c:axId val="1496903488"/>
      </c:area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Bloomberg Risk Premium</c:v>
                </c:pt>
              </c:strCache>
            </c:strRef>
          </c:tx>
          <c:spPr>
            <a:ln w="25400" cap="rnd">
              <a:solidFill>
                <a:schemeClr val="accent2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2105"/>
              <c:layout>
                <c:manualLayout>
                  <c:x val="0"/>
                  <c:y val="2.58823769174404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06E-4BEE-85D9-D29AE55A8830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Sheet1!$A$2:$A$2108</c:f>
              <c:numCache>
                <c:formatCode>m/d/yyyy</c:formatCode>
                <c:ptCount val="2107"/>
                <c:pt idx="0">
                  <c:v>43089</c:v>
                </c:pt>
                <c:pt idx="1">
                  <c:v>43090</c:v>
                </c:pt>
                <c:pt idx="2">
                  <c:v>43091</c:v>
                </c:pt>
                <c:pt idx="3">
                  <c:v>43096</c:v>
                </c:pt>
                <c:pt idx="4">
                  <c:v>43097</c:v>
                </c:pt>
                <c:pt idx="5">
                  <c:v>43098</c:v>
                </c:pt>
                <c:pt idx="6">
                  <c:v>43102</c:v>
                </c:pt>
                <c:pt idx="7">
                  <c:v>43103</c:v>
                </c:pt>
                <c:pt idx="8">
                  <c:v>43104</c:v>
                </c:pt>
                <c:pt idx="9">
                  <c:v>43105</c:v>
                </c:pt>
                <c:pt idx="10">
                  <c:v>43108</c:v>
                </c:pt>
                <c:pt idx="11">
                  <c:v>43109</c:v>
                </c:pt>
                <c:pt idx="12">
                  <c:v>43110</c:v>
                </c:pt>
                <c:pt idx="13">
                  <c:v>43111</c:v>
                </c:pt>
                <c:pt idx="14">
                  <c:v>43112</c:v>
                </c:pt>
                <c:pt idx="15">
                  <c:v>43115</c:v>
                </c:pt>
                <c:pt idx="16">
                  <c:v>43116</c:v>
                </c:pt>
                <c:pt idx="17">
                  <c:v>43117</c:v>
                </c:pt>
                <c:pt idx="18">
                  <c:v>43118</c:v>
                </c:pt>
                <c:pt idx="19">
                  <c:v>43119</c:v>
                </c:pt>
                <c:pt idx="20">
                  <c:v>43122</c:v>
                </c:pt>
                <c:pt idx="21">
                  <c:v>43123</c:v>
                </c:pt>
                <c:pt idx="22">
                  <c:v>43124</c:v>
                </c:pt>
                <c:pt idx="23">
                  <c:v>43125</c:v>
                </c:pt>
                <c:pt idx="24">
                  <c:v>43126</c:v>
                </c:pt>
                <c:pt idx="25">
                  <c:v>43129</c:v>
                </c:pt>
                <c:pt idx="26">
                  <c:v>43130</c:v>
                </c:pt>
                <c:pt idx="27">
                  <c:v>43131</c:v>
                </c:pt>
                <c:pt idx="28">
                  <c:v>43132</c:v>
                </c:pt>
                <c:pt idx="29">
                  <c:v>43133</c:v>
                </c:pt>
                <c:pt idx="30">
                  <c:v>43136</c:v>
                </c:pt>
                <c:pt idx="31">
                  <c:v>43137</c:v>
                </c:pt>
                <c:pt idx="32">
                  <c:v>43138</c:v>
                </c:pt>
                <c:pt idx="33">
                  <c:v>43139</c:v>
                </c:pt>
                <c:pt idx="34">
                  <c:v>43140</c:v>
                </c:pt>
                <c:pt idx="35">
                  <c:v>43143</c:v>
                </c:pt>
                <c:pt idx="36">
                  <c:v>43144</c:v>
                </c:pt>
                <c:pt idx="37">
                  <c:v>43145</c:v>
                </c:pt>
                <c:pt idx="38">
                  <c:v>43146</c:v>
                </c:pt>
                <c:pt idx="39">
                  <c:v>43150</c:v>
                </c:pt>
                <c:pt idx="40">
                  <c:v>43151</c:v>
                </c:pt>
                <c:pt idx="41">
                  <c:v>43152</c:v>
                </c:pt>
                <c:pt idx="42">
                  <c:v>43153</c:v>
                </c:pt>
                <c:pt idx="43">
                  <c:v>43154</c:v>
                </c:pt>
                <c:pt idx="44">
                  <c:v>43157</c:v>
                </c:pt>
                <c:pt idx="45">
                  <c:v>43158</c:v>
                </c:pt>
                <c:pt idx="46">
                  <c:v>43159</c:v>
                </c:pt>
                <c:pt idx="47">
                  <c:v>43160</c:v>
                </c:pt>
                <c:pt idx="48">
                  <c:v>43161</c:v>
                </c:pt>
                <c:pt idx="49">
                  <c:v>43164</c:v>
                </c:pt>
                <c:pt idx="50">
                  <c:v>43165</c:v>
                </c:pt>
                <c:pt idx="51">
                  <c:v>43166</c:v>
                </c:pt>
                <c:pt idx="52">
                  <c:v>43167</c:v>
                </c:pt>
                <c:pt idx="53">
                  <c:v>43168</c:v>
                </c:pt>
                <c:pt idx="54">
                  <c:v>43171</c:v>
                </c:pt>
                <c:pt idx="55">
                  <c:v>43172</c:v>
                </c:pt>
                <c:pt idx="56">
                  <c:v>43173</c:v>
                </c:pt>
                <c:pt idx="57">
                  <c:v>43174</c:v>
                </c:pt>
                <c:pt idx="58">
                  <c:v>43175</c:v>
                </c:pt>
                <c:pt idx="59">
                  <c:v>43178</c:v>
                </c:pt>
                <c:pt idx="60">
                  <c:v>43179</c:v>
                </c:pt>
                <c:pt idx="61">
                  <c:v>43180</c:v>
                </c:pt>
                <c:pt idx="62">
                  <c:v>43181</c:v>
                </c:pt>
                <c:pt idx="63">
                  <c:v>43182</c:v>
                </c:pt>
                <c:pt idx="64">
                  <c:v>43185</c:v>
                </c:pt>
                <c:pt idx="65">
                  <c:v>43186</c:v>
                </c:pt>
                <c:pt idx="66">
                  <c:v>43187</c:v>
                </c:pt>
                <c:pt idx="67">
                  <c:v>43188</c:v>
                </c:pt>
                <c:pt idx="68">
                  <c:v>43192</c:v>
                </c:pt>
                <c:pt idx="69">
                  <c:v>43193</c:v>
                </c:pt>
                <c:pt idx="70">
                  <c:v>43194</c:v>
                </c:pt>
                <c:pt idx="71">
                  <c:v>43195</c:v>
                </c:pt>
                <c:pt idx="72">
                  <c:v>43196</c:v>
                </c:pt>
                <c:pt idx="73">
                  <c:v>43199</c:v>
                </c:pt>
                <c:pt idx="74">
                  <c:v>43200</c:v>
                </c:pt>
                <c:pt idx="75">
                  <c:v>43201</c:v>
                </c:pt>
                <c:pt idx="76">
                  <c:v>43202</c:v>
                </c:pt>
                <c:pt idx="77">
                  <c:v>43203</c:v>
                </c:pt>
                <c:pt idx="78">
                  <c:v>43206</c:v>
                </c:pt>
                <c:pt idx="79">
                  <c:v>43207</c:v>
                </c:pt>
                <c:pt idx="80">
                  <c:v>43208</c:v>
                </c:pt>
                <c:pt idx="81">
                  <c:v>43209</c:v>
                </c:pt>
                <c:pt idx="82">
                  <c:v>43210</c:v>
                </c:pt>
                <c:pt idx="83">
                  <c:v>43213</c:v>
                </c:pt>
                <c:pt idx="84">
                  <c:v>43214</c:v>
                </c:pt>
                <c:pt idx="85">
                  <c:v>43215</c:v>
                </c:pt>
                <c:pt idx="86">
                  <c:v>43216</c:v>
                </c:pt>
                <c:pt idx="87">
                  <c:v>43217</c:v>
                </c:pt>
                <c:pt idx="88">
                  <c:v>43220</c:v>
                </c:pt>
                <c:pt idx="89">
                  <c:v>43222</c:v>
                </c:pt>
                <c:pt idx="90">
                  <c:v>43223</c:v>
                </c:pt>
                <c:pt idx="91">
                  <c:v>43224</c:v>
                </c:pt>
                <c:pt idx="92">
                  <c:v>43227</c:v>
                </c:pt>
                <c:pt idx="93">
                  <c:v>43228</c:v>
                </c:pt>
                <c:pt idx="94">
                  <c:v>43229</c:v>
                </c:pt>
                <c:pt idx="95">
                  <c:v>43231</c:v>
                </c:pt>
                <c:pt idx="96">
                  <c:v>43234</c:v>
                </c:pt>
                <c:pt idx="97">
                  <c:v>43235</c:v>
                </c:pt>
                <c:pt idx="98">
                  <c:v>43236</c:v>
                </c:pt>
                <c:pt idx="99">
                  <c:v>43237</c:v>
                </c:pt>
                <c:pt idx="100">
                  <c:v>43238</c:v>
                </c:pt>
                <c:pt idx="101">
                  <c:v>43241</c:v>
                </c:pt>
                <c:pt idx="102">
                  <c:v>43242</c:v>
                </c:pt>
                <c:pt idx="103">
                  <c:v>43243</c:v>
                </c:pt>
                <c:pt idx="104">
                  <c:v>43244</c:v>
                </c:pt>
                <c:pt idx="105">
                  <c:v>43245</c:v>
                </c:pt>
                <c:pt idx="106">
                  <c:v>43248</c:v>
                </c:pt>
                <c:pt idx="107">
                  <c:v>43250</c:v>
                </c:pt>
                <c:pt idx="108">
                  <c:v>43251</c:v>
                </c:pt>
                <c:pt idx="109">
                  <c:v>43255</c:v>
                </c:pt>
                <c:pt idx="110">
                  <c:v>43256</c:v>
                </c:pt>
                <c:pt idx="111">
                  <c:v>43257</c:v>
                </c:pt>
                <c:pt idx="112">
                  <c:v>43258</c:v>
                </c:pt>
                <c:pt idx="113">
                  <c:v>43259</c:v>
                </c:pt>
                <c:pt idx="114">
                  <c:v>43271</c:v>
                </c:pt>
                <c:pt idx="115">
                  <c:v>43272</c:v>
                </c:pt>
                <c:pt idx="116">
                  <c:v>43273</c:v>
                </c:pt>
                <c:pt idx="117">
                  <c:v>43276</c:v>
                </c:pt>
                <c:pt idx="118">
                  <c:v>43277</c:v>
                </c:pt>
                <c:pt idx="119">
                  <c:v>43278</c:v>
                </c:pt>
                <c:pt idx="120">
                  <c:v>43279</c:v>
                </c:pt>
                <c:pt idx="121">
                  <c:v>43280</c:v>
                </c:pt>
                <c:pt idx="122">
                  <c:v>43283</c:v>
                </c:pt>
                <c:pt idx="123">
                  <c:v>43284</c:v>
                </c:pt>
                <c:pt idx="124">
                  <c:v>43285</c:v>
                </c:pt>
                <c:pt idx="125">
                  <c:v>43286</c:v>
                </c:pt>
                <c:pt idx="126">
                  <c:v>43287</c:v>
                </c:pt>
                <c:pt idx="127">
                  <c:v>43290</c:v>
                </c:pt>
                <c:pt idx="128">
                  <c:v>43291</c:v>
                </c:pt>
                <c:pt idx="129">
                  <c:v>43292</c:v>
                </c:pt>
                <c:pt idx="130">
                  <c:v>43293</c:v>
                </c:pt>
                <c:pt idx="131">
                  <c:v>43294</c:v>
                </c:pt>
                <c:pt idx="132">
                  <c:v>43297</c:v>
                </c:pt>
                <c:pt idx="133">
                  <c:v>43298</c:v>
                </c:pt>
                <c:pt idx="134">
                  <c:v>43299</c:v>
                </c:pt>
                <c:pt idx="135">
                  <c:v>43300</c:v>
                </c:pt>
                <c:pt idx="136">
                  <c:v>43301</c:v>
                </c:pt>
                <c:pt idx="137">
                  <c:v>43304</c:v>
                </c:pt>
                <c:pt idx="138">
                  <c:v>43305</c:v>
                </c:pt>
                <c:pt idx="139">
                  <c:v>43306</c:v>
                </c:pt>
                <c:pt idx="140">
                  <c:v>43307</c:v>
                </c:pt>
                <c:pt idx="141">
                  <c:v>43308</c:v>
                </c:pt>
                <c:pt idx="142">
                  <c:v>43311</c:v>
                </c:pt>
                <c:pt idx="143">
                  <c:v>43312</c:v>
                </c:pt>
                <c:pt idx="144">
                  <c:v>43313</c:v>
                </c:pt>
                <c:pt idx="145">
                  <c:v>43314</c:v>
                </c:pt>
                <c:pt idx="146">
                  <c:v>43315</c:v>
                </c:pt>
                <c:pt idx="147">
                  <c:v>43318</c:v>
                </c:pt>
                <c:pt idx="148">
                  <c:v>43319</c:v>
                </c:pt>
                <c:pt idx="149">
                  <c:v>43320</c:v>
                </c:pt>
                <c:pt idx="150">
                  <c:v>43321</c:v>
                </c:pt>
                <c:pt idx="151">
                  <c:v>43322</c:v>
                </c:pt>
                <c:pt idx="152">
                  <c:v>43325</c:v>
                </c:pt>
                <c:pt idx="153">
                  <c:v>43326</c:v>
                </c:pt>
                <c:pt idx="154">
                  <c:v>43327</c:v>
                </c:pt>
                <c:pt idx="155">
                  <c:v>43328</c:v>
                </c:pt>
                <c:pt idx="156">
                  <c:v>43332</c:v>
                </c:pt>
                <c:pt idx="157">
                  <c:v>43333</c:v>
                </c:pt>
                <c:pt idx="158">
                  <c:v>43335</c:v>
                </c:pt>
                <c:pt idx="159">
                  <c:v>43336</c:v>
                </c:pt>
                <c:pt idx="160">
                  <c:v>43339</c:v>
                </c:pt>
                <c:pt idx="161">
                  <c:v>43340</c:v>
                </c:pt>
                <c:pt idx="162">
                  <c:v>43341</c:v>
                </c:pt>
                <c:pt idx="163">
                  <c:v>43342</c:v>
                </c:pt>
                <c:pt idx="164">
                  <c:v>43343</c:v>
                </c:pt>
                <c:pt idx="165">
                  <c:v>43346</c:v>
                </c:pt>
                <c:pt idx="166">
                  <c:v>43347</c:v>
                </c:pt>
                <c:pt idx="167">
                  <c:v>43348</c:v>
                </c:pt>
                <c:pt idx="168">
                  <c:v>43349</c:v>
                </c:pt>
                <c:pt idx="169">
                  <c:v>43350</c:v>
                </c:pt>
                <c:pt idx="170">
                  <c:v>43353</c:v>
                </c:pt>
                <c:pt idx="171">
                  <c:v>43355</c:v>
                </c:pt>
                <c:pt idx="172">
                  <c:v>43356</c:v>
                </c:pt>
                <c:pt idx="173">
                  <c:v>43357</c:v>
                </c:pt>
                <c:pt idx="174">
                  <c:v>43360</c:v>
                </c:pt>
                <c:pt idx="175">
                  <c:v>43361</c:v>
                </c:pt>
                <c:pt idx="176">
                  <c:v>43362</c:v>
                </c:pt>
                <c:pt idx="177">
                  <c:v>43363</c:v>
                </c:pt>
                <c:pt idx="178">
                  <c:v>43364</c:v>
                </c:pt>
                <c:pt idx="179">
                  <c:v>43367</c:v>
                </c:pt>
                <c:pt idx="180">
                  <c:v>43368</c:v>
                </c:pt>
                <c:pt idx="181">
                  <c:v>43369</c:v>
                </c:pt>
                <c:pt idx="182">
                  <c:v>43370</c:v>
                </c:pt>
                <c:pt idx="183">
                  <c:v>43371</c:v>
                </c:pt>
                <c:pt idx="184">
                  <c:v>43374</c:v>
                </c:pt>
                <c:pt idx="185">
                  <c:v>43375</c:v>
                </c:pt>
                <c:pt idx="186">
                  <c:v>43376</c:v>
                </c:pt>
                <c:pt idx="187">
                  <c:v>43377</c:v>
                </c:pt>
                <c:pt idx="188">
                  <c:v>43378</c:v>
                </c:pt>
                <c:pt idx="189">
                  <c:v>43381</c:v>
                </c:pt>
                <c:pt idx="190">
                  <c:v>43382</c:v>
                </c:pt>
                <c:pt idx="191">
                  <c:v>43383</c:v>
                </c:pt>
                <c:pt idx="192">
                  <c:v>43384</c:v>
                </c:pt>
                <c:pt idx="193">
                  <c:v>43385</c:v>
                </c:pt>
                <c:pt idx="194">
                  <c:v>43388</c:v>
                </c:pt>
                <c:pt idx="195">
                  <c:v>43389</c:v>
                </c:pt>
                <c:pt idx="196">
                  <c:v>43390</c:v>
                </c:pt>
                <c:pt idx="197">
                  <c:v>43391</c:v>
                </c:pt>
                <c:pt idx="198">
                  <c:v>43392</c:v>
                </c:pt>
                <c:pt idx="199">
                  <c:v>43395</c:v>
                </c:pt>
                <c:pt idx="200">
                  <c:v>43396</c:v>
                </c:pt>
                <c:pt idx="201">
                  <c:v>43397</c:v>
                </c:pt>
                <c:pt idx="202">
                  <c:v>43398</c:v>
                </c:pt>
                <c:pt idx="203">
                  <c:v>43399</c:v>
                </c:pt>
                <c:pt idx="204">
                  <c:v>43402</c:v>
                </c:pt>
                <c:pt idx="205">
                  <c:v>43403</c:v>
                </c:pt>
                <c:pt idx="206">
                  <c:v>43404</c:v>
                </c:pt>
                <c:pt idx="207">
                  <c:v>43405</c:v>
                </c:pt>
                <c:pt idx="208">
                  <c:v>43406</c:v>
                </c:pt>
                <c:pt idx="209">
                  <c:v>43409</c:v>
                </c:pt>
                <c:pt idx="210">
                  <c:v>43410</c:v>
                </c:pt>
                <c:pt idx="211">
                  <c:v>43411</c:v>
                </c:pt>
                <c:pt idx="212">
                  <c:v>43412</c:v>
                </c:pt>
                <c:pt idx="213">
                  <c:v>43413</c:v>
                </c:pt>
                <c:pt idx="214">
                  <c:v>43416</c:v>
                </c:pt>
                <c:pt idx="215">
                  <c:v>43417</c:v>
                </c:pt>
                <c:pt idx="216">
                  <c:v>43418</c:v>
                </c:pt>
                <c:pt idx="217">
                  <c:v>43419</c:v>
                </c:pt>
                <c:pt idx="218">
                  <c:v>43420</c:v>
                </c:pt>
                <c:pt idx="219">
                  <c:v>43423</c:v>
                </c:pt>
                <c:pt idx="220">
                  <c:v>43425</c:v>
                </c:pt>
                <c:pt idx="221">
                  <c:v>43426</c:v>
                </c:pt>
                <c:pt idx="222">
                  <c:v>43427</c:v>
                </c:pt>
                <c:pt idx="223">
                  <c:v>43430</c:v>
                </c:pt>
                <c:pt idx="224">
                  <c:v>43431</c:v>
                </c:pt>
                <c:pt idx="225">
                  <c:v>43432</c:v>
                </c:pt>
                <c:pt idx="226">
                  <c:v>43433</c:v>
                </c:pt>
                <c:pt idx="227">
                  <c:v>43434</c:v>
                </c:pt>
                <c:pt idx="228">
                  <c:v>43437</c:v>
                </c:pt>
                <c:pt idx="229">
                  <c:v>43438</c:v>
                </c:pt>
                <c:pt idx="230">
                  <c:v>43439</c:v>
                </c:pt>
                <c:pt idx="231">
                  <c:v>43440</c:v>
                </c:pt>
                <c:pt idx="232">
                  <c:v>43441</c:v>
                </c:pt>
                <c:pt idx="233">
                  <c:v>43444</c:v>
                </c:pt>
                <c:pt idx="234">
                  <c:v>43445</c:v>
                </c:pt>
                <c:pt idx="235">
                  <c:v>43446</c:v>
                </c:pt>
                <c:pt idx="236">
                  <c:v>43447</c:v>
                </c:pt>
                <c:pt idx="237">
                  <c:v>43448</c:v>
                </c:pt>
                <c:pt idx="238">
                  <c:v>43451</c:v>
                </c:pt>
                <c:pt idx="239">
                  <c:v>43452</c:v>
                </c:pt>
                <c:pt idx="240">
                  <c:v>43453</c:v>
                </c:pt>
                <c:pt idx="241">
                  <c:v>43454</c:v>
                </c:pt>
                <c:pt idx="242">
                  <c:v>43455</c:v>
                </c:pt>
                <c:pt idx="243">
                  <c:v>43460</c:v>
                </c:pt>
                <c:pt idx="244">
                  <c:v>43461</c:v>
                </c:pt>
                <c:pt idx="245">
                  <c:v>43462</c:v>
                </c:pt>
                <c:pt idx="246">
                  <c:v>43467</c:v>
                </c:pt>
                <c:pt idx="247">
                  <c:v>43468</c:v>
                </c:pt>
                <c:pt idx="248">
                  <c:v>43469</c:v>
                </c:pt>
                <c:pt idx="249">
                  <c:v>43472</c:v>
                </c:pt>
                <c:pt idx="250">
                  <c:v>43473</c:v>
                </c:pt>
                <c:pt idx="251">
                  <c:v>43474</c:v>
                </c:pt>
                <c:pt idx="252">
                  <c:v>43475</c:v>
                </c:pt>
                <c:pt idx="253">
                  <c:v>43476</c:v>
                </c:pt>
                <c:pt idx="254">
                  <c:v>43479</c:v>
                </c:pt>
                <c:pt idx="255">
                  <c:v>43480</c:v>
                </c:pt>
                <c:pt idx="256">
                  <c:v>43481</c:v>
                </c:pt>
                <c:pt idx="257">
                  <c:v>43482</c:v>
                </c:pt>
                <c:pt idx="258">
                  <c:v>43483</c:v>
                </c:pt>
                <c:pt idx="259">
                  <c:v>43486</c:v>
                </c:pt>
                <c:pt idx="260">
                  <c:v>43487</c:v>
                </c:pt>
                <c:pt idx="261">
                  <c:v>43488</c:v>
                </c:pt>
                <c:pt idx="262">
                  <c:v>43489</c:v>
                </c:pt>
                <c:pt idx="263">
                  <c:v>43490</c:v>
                </c:pt>
                <c:pt idx="264">
                  <c:v>43493</c:v>
                </c:pt>
                <c:pt idx="265">
                  <c:v>43494</c:v>
                </c:pt>
                <c:pt idx="266">
                  <c:v>43495</c:v>
                </c:pt>
                <c:pt idx="267">
                  <c:v>43496</c:v>
                </c:pt>
                <c:pt idx="268">
                  <c:v>43497</c:v>
                </c:pt>
                <c:pt idx="269">
                  <c:v>43500</c:v>
                </c:pt>
                <c:pt idx="270">
                  <c:v>43502</c:v>
                </c:pt>
                <c:pt idx="271">
                  <c:v>43503</c:v>
                </c:pt>
                <c:pt idx="272">
                  <c:v>43504</c:v>
                </c:pt>
                <c:pt idx="273">
                  <c:v>43507</c:v>
                </c:pt>
                <c:pt idx="274">
                  <c:v>43508</c:v>
                </c:pt>
                <c:pt idx="275">
                  <c:v>43509</c:v>
                </c:pt>
                <c:pt idx="276">
                  <c:v>43510</c:v>
                </c:pt>
                <c:pt idx="277">
                  <c:v>43511</c:v>
                </c:pt>
                <c:pt idx="278">
                  <c:v>43514</c:v>
                </c:pt>
                <c:pt idx="279">
                  <c:v>43515</c:v>
                </c:pt>
                <c:pt idx="280">
                  <c:v>43516</c:v>
                </c:pt>
                <c:pt idx="281">
                  <c:v>43517</c:v>
                </c:pt>
                <c:pt idx="282">
                  <c:v>43518</c:v>
                </c:pt>
                <c:pt idx="283">
                  <c:v>43521</c:v>
                </c:pt>
                <c:pt idx="284">
                  <c:v>43522</c:v>
                </c:pt>
                <c:pt idx="285">
                  <c:v>43523</c:v>
                </c:pt>
                <c:pt idx="286">
                  <c:v>43524</c:v>
                </c:pt>
                <c:pt idx="287">
                  <c:v>43525</c:v>
                </c:pt>
                <c:pt idx="288">
                  <c:v>43528</c:v>
                </c:pt>
                <c:pt idx="289">
                  <c:v>43529</c:v>
                </c:pt>
                <c:pt idx="290">
                  <c:v>43530</c:v>
                </c:pt>
                <c:pt idx="291">
                  <c:v>43532</c:v>
                </c:pt>
                <c:pt idx="292">
                  <c:v>43535</c:v>
                </c:pt>
                <c:pt idx="293">
                  <c:v>43536</c:v>
                </c:pt>
                <c:pt idx="294">
                  <c:v>43537</c:v>
                </c:pt>
                <c:pt idx="295">
                  <c:v>43538</c:v>
                </c:pt>
                <c:pt idx="296">
                  <c:v>43539</c:v>
                </c:pt>
                <c:pt idx="297">
                  <c:v>43542</c:v>
                </c:pt>
                <c:pt idx="298">
                  <c:v>43543</c:v>
                </c:pt>
                <c:pt idx="299">
                  <c:v>43544</c:v>
                </c:pt>
                <c:pt idx="300">
                  <c:v>43545</c:v>
                </c:pt>
                <c:pt idx="301">
                  <c:v>43546</c:v>
                </c:pt>
                <c:pt idx="302">
                  <c:v>43549</c:v>
                </c:pt>
                <c:pt idx="303">
                  <c:v>43550</c:v>
                </c:pt>
                <c:pt idx="304">
                  <c:v>43551</c:v>
                </c:pt>
                <c:pt idx="305">
                  <c:v>43552</c:v>
                </c:pt>
                <c:pt idx="306">
                  <c:v>43553</c:v>
                </c:pt>
                <c:pt idx="307">
                  <c:v>43556</c:v>
                </c:pt>
                <c:pt idx="308">
                  <c:v>43557</c:v>
                </c:pt>
                <c:pt idx="309">
                  <c:v>43559</c:v>
                </c:pt>
                <c:pt idx="310">
                  <c:v>43560</c:v>
                </c:pt>
                <c:pt idx="311">
                  <c:v>43563</c:v>
                </c:pt>
                <c:pt idx="312">
                  <c:v>43564</c:v>
                </c:pt>
                <c:pt idx="313">
                  <c:v>43565</c:v>
                </c:pt>
                <c:pt idx="314">
                  <c:v>43566</c:v>
                </c:pt>
                <c:pt idx="315">
                  <c:v>43567</c:v>
                </c:pt>
                <c:pt idx="316">
                  <c:v>43570</c:v>
                </c:pt>
                <c:pt idx="317">
                  <c:v>43571</c:v>
                </c:pt>
                <c:pt idx="318">
                  <c:v>43573</c:v>
                </c:pt>
                <c:pt idx="319">
                  <c:v>43577</c:v>
                </c:pt>
                <c:pt idx="320">
                  <c:v>43578</c:v>
                </c:pt>
                <c:pt idx="321">
                  <c:v>43579</c:v>
                </c:pt>
                <c:pt idx="322">
                  <c:v>43580</c:v>
                </c:pt>
                <c:pt idx="323">
                  <c:v>43581</c:v>
                </c:pt>
                <c:pt idx="324">
                  <c:v>43584</c:v>
                </c:pt>
                <c:pt idx="325">
                  <c:v>43585</c:v>
                </c:pt>
                <c:pt idx="326">
                  <c:v>43587</c:v>
                </c:pt>
                <c:pt idx="327">
                  <c:v>43588</c:v>
                </c:pt>
                <c:pt idx="328">
                  <c:v>43591</c:v>
                </c:pt>
                <c:pt idx="329">
                  <c:v>43592</c:v>
                </c:pt>
                <c:pt idx="330">
                  <c:v>43593</c:v>
                </c:pt>
                <c:pt idx="331">
                  <c:v>43594</c:v>
                </c:pt>
                <c:pt idx="332">
                  <c:v>43595</c:v>
                </c:pt>
                <c:pt idx="333">
                  <c:v>43598</c:v>
                </c:pt>
                <c:pt idx="334">
                  <c:v>43599</c:v>
                </c:pt>
                <c:pt idx="335">
                  <c:v>43600</c:v>
                </c:pt>
                <c:pt idx="336">
                  <c:v>43601</c:v>
                </c:pt>
                <c:pt idx="337">
                  <c:v>43602</c:v>
                </c:pt>
                <c:pt idx="338">
                  <c:v>43605</c:v>
                </c:pt>
                <c:pt idx="339">
                  <c:v>43606</c:v>
                </c:pt>
                <c:pt idx="340">
                  <c:v>43607</c:v>
                </c:pt>
                <c:pt idx="341">
                  <c:v>43608</c:v>
                </c:pt>
                <c:pt idx="342">
                  <c:v>43609</c:v>
                </c:pt>
                <c:pt idx="343">
                  <c:v>43612</c:v>
                </c:pt>
                <c:pt idx="344">
                  <c:v>43613</c:v>
                </c:pt>
                <c:pt idx="345">
                  <c:v>43614</c:v>
                </c:pt>
                <c:pt idx="346">
                  <c:v>43616</c:v>
                </c:pt>
                <c:pt idx="347">
                  <c:v>43626</c:v>
                </c:pt>
                <c:pt idx="348">
                  <c:v>43627</c:v>
                </c:pt>
                <c:pt idx="349">
                  <c:v>43628</c:v>
                </c:pt>
                <c:pt idx="350">
                  <c:v>43629</c:v>
                </c:pt>
                <c:pt idx="351">
                  <c:v>43630</c:v>
                </c:pt>
                <c:pt idx="352">
                  <c:v>43633</c:v>
                </c:pt>
                <c:pt idx="353">
                  <c:v>43634</c:v>
                </c:pt>
                <c:pt idx="354">
                  <c:v>43635</c:v>
                </c:pt>
                <c:pt idx="355">
                  <c:v>43636</c:v>
                </c:pt>
                <c:pt idx="356">
                  <c:v>43637</c:v>
                </c:pt>
                <c:pt idx="357">
                  <c:v>43640</c:v>
                </c:pt>
                <c:pt idx="358">
                  <c:v>43641</c:v>
                </c:pt>
                <c:pt idx="359">
                  <c:v>43642</c:v>
                </c:pt>
                <c:pt idx="360">
                  <c:v>43643</c:v>
                </c:pt>
                <c:pt idx="361">
                  <c:v>43644</c:v>
                </c:pt>
                <c:pt idx="362">
                  <c:v>43647</c:v>
                </c:pt>
                <c:pt idx="363">
                  <c:v>43648</c:v>
                </c:pt>
                <c:pt idx="364">
                  <c:v>43649</c:v>
                </c:pt>
                <c:pt idx="365">
                  <c:v>43650</c:v>
                </c:pt>
                <c:pt idx="366">
                  <c:v>43651</c:v>
                </c:pt>
                <c:pt idx="367">
                  <c:v>43654</c:v>
                </c:pt>
                <c:pt idx="368">
                  <c:v>43655</c:v>
                </c:pt>
                <c:pt idx="369">
                  <c:v>43656</c:v>
                </c:pt>
                <c:pt idx="370">
                  <c:v>43657</c:v>
                </c:pt>
                <c:pt idx="371">
                  <c:v>43658</c:v>
                </c:pt>
                <c:pt idx="372">
                  <c:v>43661</c:v>
                </c:pt>
                <c:pt idx="373">
                  <c:v>43662</c:v>
                </c:pt>
                <c:pt idx="374">
                  <c:v>43663</c:v>
                </c:pt>
                <c:pt idx="375">
                  <c:v>43664</c:v>
                </c:pt>
                <c:pt idx="376">
                  <c:v>43665</c:v>
                </c:pt>
                <c:pt idx="377">
                  <c:v>43668</c:v>
                </c:pt>
                <c:pt idx="378">
                  <c:v>43669</c:v>
                </c:pt>
                <c:pt idx="379">
                  <c:v>43670</c:v>
                </c:pt>
                <c:pt idx="380">
                  <c:v>43671</c:v>
                </c:pt>
                <c:pt idx="381">
                  <c:v>43672</c:v>
                </c:pt>
                <c:pt idx="382">
                  <c:v>43675</c:v>
                </c:pt>
                <c:pt idx="383">
                  <c:v>43676</c:v>
                </c:pt>
                <c:pt idx="384">
                  <c:v>43677</c:v>
                </c:pt>
                <c:pt idx="385">
                  <c:v>43678</c:v>
                </c:pt>
                <c:pt idx="386">
                  <c:v>43679</c:v>
                </c:pt>
                <c:pt idx="387">
                  <c:v>43682</c:v>
                </c:pt>
                <c:pt idx="388">
                  <c:v>43683</c:v>
                </c:pt>
                <c:pt idx="389">
                  <c:v>43684</c:v>
                </c:pt>
                <c:pt idx="390">
                  <c:v>43685</c:v>
                </c:pt>
                <c:pt idx="391">
                  <c:v>43686</c:v>
                </c:pt>
                <c:pt idx="392">
                  <c:v>43689</c:v>
                </c:pt>
                <c:pt idx="393">
                  <c:v>43690</c:v>
                </c:pt>
                <c:pt idx="394">
                  <c:v>43691</c:v>
                </c:pt>
                <c:pt idx="395">
                  <c:v>43692</c:v>
                </c:pt>
                <c:pt idx="396">
                  <c:v>43693</c:v>
                </c:pt>
                <c:pt idx="397">
                  <c:v>43696</c:v>
                </c:pt>
                <c:pt idx="398">
                  <c:v>43697</c:v>
                </c:pt>
                <c:pt idx="399">
                  <c:v>43698</c:v>
                </c:pt>
                <c:pt idx="400">
                  <c:v>43699</c:v>
                </c:pt>
                <c:pt idx="401">
                  <c:v>43700</c:v>
                </c:pt>
                <c:pt idx="402">
                  <c:v>43703</c:v>
                </c:pt>
                <c:pt idx="403">
                  <c:v>43704</c:v>
                </c:pt>
                <c:pt idx="404">
                  <c:v>43705</c:v>
                </c:pt>
                <c:pt idx="405">
                  <c:v>43706</c:v>
                </c:pt>
                <c:pt idx="406">
                  <c:v>43707</c:v>
                </c:pt>
                <c:pt idx="407">
                  <c:v>43710</c:v>
                </c:pt>
                <c:pt idx="408">
                  <c:v>43711</c:v>
                </c:pt>
                <c:pt idx="409">
                  <c:v>43712</c:v>
                </c:pt>
                <c:pt idx="410">
                  <c:v>43713</c:v>
                </c:pt>
                <c:pt idx="411">
                  <c:v>43714</c:v>
                </c:pt>
                <c:pt idx="412">
                  <c:v>43717</c:v>
                </c:pt>
                <c:pt idx="413">
                  <c:v>43718</c:v>
                </c:pt>
                <c:pt idx="414">
                  <c:v>43719</c:v>
                </c:pt>
                <c:pt idx="415">
                  <c:v>43720</c:v>
                </c:pt>
                <c:pt idx="416">
                  <c:v>43721</c:v>
                </c:pt>
                <c:pt idx="417">
                  <c:v>43724</c:v>
                </c:pt>
                <c:pt idx="418">
                  <c:v>43725</c:v>
                </c:pt>
                <c:pt idx="419">
                  <c:v>43726</c:v>
                </c:pt>
                <c:pt idx="420">
                  <c:v>43727</c:v>
                </c:pt>
                <c:pt idx="421">
                  <c:v>43728</c:v>
                </c:pt>
                <c:pt idx="422">
                  <c:v>43731</c:v>
                </c:pt>
                <c:pt idx="423">
                  <c:v>43732</c:v>
                </c:pt>
                <c:pt idx="424">
                  <c:v>43733</c:v>
                </c:pt>
                <c:pt idx="425">
                  <c:v>43734</c:v>
                </c:pt>
                <c:pt idx="426">
                  <c:v>43735</c:v>
                </c:pt>
                <c:pt idx="427">
                  <c:v>43738</c:v>
                </c:pt>
                <c:pt idx="428">
                  <c:v>43739</c:v>
                </c:pt>
                <c:pt idx="429">
                  <c:v>43740</c:v>
                </c:pt>
                <c:pt idx="430">
                  <c:v>43741</c:v>
                </c:pt>
                <c:pt idx="431">
                  <c:v>43742</c:v>
                </c:pt>
                <c:pt idx="432">
                  <c:v>43745</c:v>
                </c:pt>
                <c:pt idx="433">
                  <c:v>43746</c:v>
                </c:pt>
                <c:pt idx="434">
                  <c:v>43747</c:v>
                </c:pt>
                <c:pt idx="435">
                  <c:v>43748</c:v>
                </c:pt>
                <c:pt idx="436">
                  <c:v>43749</c:v>
                </c:pt>
                <c:pt idx="437">
                  <c:v>43752</c:v>
                </c:pt>
                <c:pt idx="438">
                  <c:v>43753</c:v>
                </c:pt>
                <c:pt idx="439">
                  <c:v>43754</c:v>
                </c:pt>
                <c:pt idx="440">
                  <c:v>43755</c:v>
                </c:pt>
                <c:pt idx="441">
                  <c:v>43756</c:v>
                </c:pt>
                <c:pt idx="442">
                  <c:v>43759</c:v>
                </c:pt>
                <c:pt idx="443">
                  <c:v>43760</c:v>
                </c:pt>
                <c:pt idx="444">
                  <c:v>43761</c:v>
                </c:pt>
                <c:pt idx="445">
                  <c:v>43762</c:v>
                </c:pt>
                <c:pt idx="446">
                  <c:v>43763</c:v>
                </c:pt>
                <c:pt idx="447">
                  <c:v>43766</c:v>
                </c:pt>
                <c:pt idx="448">
                  <c:v>43767</c:v>
                </c:pt>
                <c:pt idx="449">
                  <c:v>43768</c:v>
                </c:pt>
                <c:pt idx="450">
                  <c:v>43769</c:v>
                </c:pt>
                <c:pt idx="451">
                  <c:v>43770</c:v>
                </c:pt>
                <c:pt idx="452">
                  <c:v>43773</c:v>
                </c:pt>
                <c:pt idx="453">
                  <c:v>43774</c:v>
                </c:pt>
                <c:pt idx="454">
                  <c:v>43775</c:v>
                </c:pt>
                <c:pt idx="455">
                  <c:v>43776</c:v>
                </c:pt>
                <c:pt idx="456">
                  <c:v>43777</c:v>
                </c:pt>
                <c:pt idx="457">
                  <c:v>43780</c:v>
                </c:pt>
                <c:pt idx="458">
                  <c:v>43781</c:v>
                </c:pt>
                <c:pt idx="459">
                  <c:v>43782</c:v>
                </c:pt>
                <c:pt idx="460">
                  <c:v>43783</c:v>
                </c:pt>
                <c:pt idx="461">
                  <c:v>43784</c:v>
                </c:pt>
                <c:pt idx="462">
                  <c:v>43787</c:v>
                </c:pt>
                <c:pt idx="463">
                  <c:v>43788</c:v>
                </c:pt>
                <c:pt idx="464">
                  <c:v>43789</c:v>
                </c:pt>
                <c:pt idx="465">
                  <c:v>43790</c:v>
                </c:pt>
                <c:pt idx="466">
                  <c:v>43791</c:v>
                </c:pt>
                <c:pt idx="467">
                  <c:v>43794</c:v>
                </c:pt>
                <c:pt idx="468">
                  <c:v>43795</c:v>
                </c:pt>
                <c:pt idx="469">
                  <c:v>43796</c:v>
                </c:pt>
                <c:pt idx="470">
                  <c:v>43797</c:v>
                </c:pt>
                <c:pt idx="471">
                  <c:v>43798</c:v>
                </c:pt>
                <c:pt idx="472">
                  <c:v>43801</c:v>
                </c:pt>
                <c:pt idx="473">
                  <c:v>43802</c:v>
                </c:pt>
                <c:pt idx="474">
                  <c:v>43803</c:v>
                </c:pt>
                <c:pt idx="475">
                  <c:v>43804</c:v>
                </c:pt>
                <c:pt idx="476">
                  <c:v>43805</c:v>
                </c:pt>
                <c:pt idx="477">
                  <c:v>43808</c:v>
                </c:pt>
                <c:pt idx="478">
                  <c:v>43809</c:v>
                </c:pt>
                <c:pt idx="479">
                  <c:v>43810</c:v>
                </c:pt>
                <c:pt idx="480">
                  <c:v>43811</c:v>
                </c:pt>
                <c:pt idx="481">
                  <c:v>43812</c:v>
                </c:pt>
                <c:pt idx="482">
                  <c:v>43815</c:v>
                </c:pt>
                <c:pt idx="483">
                  <c:v>43816</c:v>
                </c:pt>
                <c:pt idx="484">
                  <c:v>43817</c:v>
                </c:pt>
                <c:pt idx="485">
                  <c:v>43818</c:v>
                </c:pt>
                <c:pt idx="486">
                  <c:v>43819</c:v>
                </c:pt>
                <c:pt idx="487">
                  <c:v>43822</c:v>
                </c:pt>
                <c:pt idx="488">
                  <c:v>43825</c:v>
                </c:pt>
                <c:pt idx="489">
                  <c:v>43826</c:v>
                </c:pt>
                <c:pt idx="490">
                  <c:v>43829</c:v>
                </c:pt>
                <c:pt idx="491">
                  <c:v>43832</c:v>
                </c:pt>
                <c:pt idx="492">
                  <c:v>43833</c:v>
                </c:pt>
                <c:pt idx="493">
                  <c:v>43836</c:v>
                </c:pt>
                <c:pt idx="494">
                  <c:v>43837</c:v>
                </c:pt>
                <c:pt idx="495">
                  <c:v>43838</c:v>
                </c:pt>
                <c:pt idx="496">
                  <c:v>43839</c:v>
                </c:pt>
                <c:pt idx="497">
                  <c:v>43840</c:v>
                </c:pt>
                <c:pt idx="498">
                  <c:v>43843</c:v>
                </c:pt>
                <c:pt idx="499">
                  <c:v>43844</c:v>
                </c:pt>
                <c:pt idx="500">
                  <c:v>43845</c:v>
                </c:pt>
                <c:pt idx="501">
                  <c:v>43846</c:v>
                </c:pt>
                <c:pt idx="502">
                  <c:v>43847</c:v>
                </c:pt>
                <c:pt idx="503">
                  <c:v>43850</c:v>
                </c:pt>
                <c:pt idx="504">
                  <c:v>43851</c:v>
                </c:pt>
                <c:pt idx="505">
                  <c:v>43852</c:v>
                </c:pt>
                <c:pt idx="506">
                  <c:v>43853</c:v>
                </c:pt>
                <c:pt idx="507">
                  <c:v>43854</c:v>
                </c:pt>
                <c:pt idx="508">
                  <c:v>43857</c:v>
                </c:pt>
                <c:pt idx="509">
                  <c:v>43858</c:v>
                </c:pt>
                <c:pt idx="510">
                  <c:v>43859</c:v>
                </c:pt>
                <c:pt idx="511">
                  <c:v>43860</c:v>
                </c:pt>
                <c:pt idx="512">
                  <c:v>43861</c:v>
                </c:pt>
                <c:pt idx="513">
                  <c:v>43864</c:v>
                </c:pt>
                <c:pt idx="514">
                  <c:v>43865</c:v>
                </c:pt>
                <c:pt idx="515">
                  <c:v>43866</c:v>
                </c:pt>
                <c:pt idx="516">
                  <c:v>43867</c:v>
                </c:pt>
                <c:pt idx="517">
                  <c:v>43868</c:v>
                </c:pt>
                <c:pt idx="518">
                  <c:v>43871</c:v>
                </c:pt>
                <c:pt idx="519">
                  <c:v>43872</c:v>
                </c:pt>
                <c:pt idx="520">
                  <c:v>43873</c:v>
                </c:pt>
                <c:pt idx="521">
                  <c:v>43874</c:v>
                </c:pt>
                <c:pt idx="522">
                  <c:v>43875</c:v>
                </c:pt>
                <c:pt idx="523">
                  <c:v>43878</c:v>
                </c:pt>
                <c:pt idx="524">
                  <c:v>43879</c:v>
                </c:pt>
                <c:pt idx="525">
                  <c:v>43880</c:v>
                </c:pt>
                <c:pt idx="526">
                  <c:v>43881</c:v>
                </c:pt>
                <c:pt idx="527">
                  <c:v>43882</c:v>
                </c:pt>
                <c:pt idx="528">
                  <c:v>43885</c:v>
                </c:pt>
                <c:pt idx="529">
                  <c:v>43886</c:v>
                </c:pt>
                <c:pt idx="530">
                  <c:v>43887</c:v>
                </c:pt>
                <c:pt idx="531">
                  <c:v>43888</c:v>
                </c:pt>
                <c:pt idx="532">
                  <c:v>43889</c:v>
                </c:pt>
                <c:pt idx="533">
                  <c:v>43892</c:v>
                </c:pt>
                <c:pt idx="534">
                  <c:v>43893</c:v>
                </c:pt>
                <c:pt idx="535">
                  <c:v>43894</c:v>
                </c:pt>
                <c:pt idx="536">
                  <c:v>43895</c:v>
                </c:pt>
                <c:pt idx="537">
                  <c:v>43896</c:v>
                </c:pt>
                <c:pt idx="538">
                  <c:v>43899</c:v>
                </c:pt>
                <c:pt idx="539">
                  <c:v>43900</c:v>
                </c:pt>
                <c:pt idx="540">
                  <c:v>43901</c:v>
                </c:pt>
                <c:pt idx="541">
                  <c:v>43902</c:v>
                </c:pt>
                <c:pt idx="542">
                  <c:v>43903</c:v>
                </c:pt>
                <c:pt idx="543">
                  <c:v>43906</c:v>
                </c:pt>
                <c:pt idx="544">
                  <c:v>43907</c:v>
                </c:pt>
                <c:pt idx="545">
                  <c:v>43908</c:v>
                </c:pt>
                <c:pt idx="546">
                  <c:v>43909</c:v>
                </c:pt>
                <c:pt idx="547">
                  <c:v>43910</c:v>
                </c:pt>
                <c:pt idx="548">
                  <c:v>43913</c:v>
                </c:pt>
                <c:pt idx="549">
                  <c:v>43914</c:v>
                </c:pt>
                <c:pt idx="550">
                  <c:v>43916</c:v>
                </c:pt>
                <c:pt idx="551">
                  <c:v>43917</c:v>
                </c:pt>
                <c:pt idx="552">
                  <c:v>43920</c:v>
                </c:pt>
                <c:pt idx="553">
                  <c:v>43921</c:v>
                </c:pt>
                <c:pt idx="554">
                  <c:v>43922</c:v>
                </c:pt>
                <c:pt idx="555">
                  <c:v>43923</c:v>
                </c:pt>
                <c:pt idx="556">
                  <c:v>43924</c:v>
                </c:pt>
                <c:pt idx="557">
                  <c:v>43927</c:v>
                </c:pt>
                <c:pt idx="558">
                  <c:v>43928</c:v>
                </c:pt>
                <c:pt idx="559">
                  <c:v>43929</c:v>
                </c:pt>
                <c:pt idx="560">
                  <c:v>43930</c:v>
                </c:pt>
                <c:pt idx="561">
                  <c:v>43934</c:v>
                </c:pt>
                <c:pt idx="562">
                  <c:v>43935</c:v>
                </c:pt>
                <c:pt idx="563">
                  <c:v>43936</c:v>
                </c:pt>
                <c:pt idx="564">
                  <c:v>43937</c:v>
                </c:pt>
                <c:pt idx="565">
                  <c:v>43938</c:v>
                </c:pt>
                <c:pt idx="566">
                  <c:v>43941</c:v>
                </c:pt>
                <c:pt idx="567">
                  <c:v>43942</c:v>
                </c:pt>
                <c:pt idx="568">
                  <c:v>43943</c:v>
                </c:pt>
                <c:pt idx="569">
                  <c:v>43944</c:v>
                </c:pt>
                <c:pt idx="570">
                  <c:v>43945</c:v>
                </c:pt>
                <c:pt idx="571">
                  <c:v>43948</c:v>
                </c:pt>
                <c:pt idx="572">
                  <c:v>43949</c:v>
                </c:pt>
                <c:pt idx="573">
                  <c:v>43950</c:v>
                </c:pt>
                <c:pt idx="574">
                  <c:v>43951</c:v>
                </c:pt>
                <c:pt idx="575">
                  <c:v>43955</c:v>
                </c:pt>
                <c:pt idx="576">
                  <c:v>43956</c:v>
                </c:pt>
                <c:pt idx="577">
                  <c:v>43957</c:v>
                </c:pt>
                <c:pt idx="578">
                  <c:v>43959</c:v>
                </c:pt>
                <c:pt idx="579">
                  <c:v>43962</c:v>
                </c:pt>
                <c:pt idx="580">
                  <c:v>43963</c:v>
                </c:pt>
                <c:pt idx="581">
                  <c:v>43964</c:v>
                </c:pt>
                <c:pt idx="582">
                  <c:v>43965</c:v>
                </c:pt>
                <c:pt idx="583">
                  <c:v>43966</c:v>
                </c:pt>
                <c:pt idx="584">
                  <c:v>43969</c:v>
                </c:pt>
                <c:pt idx="585">
                  <c:v>43970</c:v>
                </c:pt>
                <c:pt idx="586">
                  <c:v>43971</c:v>
                </c:pt>
                <c:pt idx="587">
                  <c:v>43977</c:v>
                </c:pt>
                <c:pt idx="588">
                  <c:v>43978</c:v>
                </c:pt>
                <c:pt idx="589">
                  <c:v>43979</c:v>
                </c:pt>
                <c:pt idx="590">
                  <c:v>43980</c:v>
                </c:pt>
                <c:pt idx="591">
                  <c:v>43984</c:v>
                </c:pt>
                <c:pt idx="592">
                  <c:v>43985</c:v>
                </c:pt>
                <c:pt idx="593">
                  <c:v>43986</c:v>
                </c:pt>
                <c:pt idx="594">
                  <c:v>43987</c:v>
                </c:pt>
                <c:pt idx="595">
                  <c:v>43990</c:v>
                </c:pt>
                <c:pt idx="596">
                  <c:v>43991</c:v>
                </c:pt>
                <c:pt idx="597">
                  <c:v>43992</c:v>
                </c:pt>
                <c:pt idx="598">
                  <c:v>43993</c:v>
                </c:pt>
                <c:pt idx="599">
                  <c:v>43994</c:v>
                </c:pt>
                <c:pt idx="600">
                  <c:v>43997</c:v>
                </c:pt>
                <c:pt idx="601">
                  <c:v>43998</c:v>
                </c:pt>
                <c:pt idx="602">
                  <c:v>43999</c:v>
                </c:pt>
                <c:pt idx="603">
                  <c:v>44000</c:v>
                </c:pt>
                <c:pt idx="604">
                  <c:v>44001</c:v>
                </c:pt>
                <c:pt idx="605">
                  <c:v>44004</c:v>
                </c:pt>
                <c:pt idx="606">
                  <c:v>44005</c:v>
                </c:pt>
                <c:pt idx="607">
                  <c:v>44006</c:v>
                </c:pt>
                <c:pt idx="608">
                  <c:v>44007</c:v>
                </c:pt>
                <c:pt idx="609">
                  <c:v>44008</c:v>
                </c:pt>
                <c:pt idx="610">
                  <c:v>44011</c:v>
                </c:pt>
                <c:pt idx="611">
                  <c:v>44012</c:v>
                </c:pt>
                <c:pt idx="612">
                  <c:v>44013</c:v>
                </c:pt>
                <c:pt idx="613">
                  <c:v>44014</c:v>
                </c:pt>
                <c:pt idx="614">
                  <c:v>44015</c:v>
                </c:pt>
                <c:pt idx="615">
                  <c:v>44018</c:v>
                </c:pt>
                <c:pt idx="616">
                  <c:v>44019</c:v>
                </c:pt>
                <c:pt idx="617">
                  <c:v>44020</c:v>
                </c:pt>
                <c:pt idx="618">
                  <c:v>44021</c:v>
                </c:pt>
                <c:pt idx="619">
                  <c:v>44022</c:v>
                </c:pt>
                <c:pt idx="620">
                  <c:v>44025</c:v>
                </c:pt>
                <c:pt idx="621">
                  <c:v>44026</c:v>
                </c:pt>
                <c:pt idx="622">
                  <c:v>44027</c:v>
                </c:pt>
                <c:pt idx="623">
                  <c:v>44028</c:v>
                </c:pt>
                <c:pt idx="624">
                  <c:v>44029</c:v>
                </c:pt>
                <c:pt idx="625">
                  <c:v>44032</c:v>
                </c:pt>
                <c:pt idx="626">
                  <c:v>44033</c:v>
                </c:pt>
                <c:pt idx="627">
                  <c:v>44034</c:v>
                </c:pt>
                <c:pt idx="628">
                  <c:v>44035</c:v>
                </c:pt>
                <c:pt idx="629">
                  <c:v>44036</c:v>
                </c:pt>
                <c:pt idx="630">
                  <c:v>44039</c:v>
                </c:pt>
                <c:pt idx="631">
                  <c:v>44040</c:v>
                </c:pt>
                <c:pt idx="632">
                  <c:v>44041</c:v>
                </c:pt>
                <c:pt idx="633">
                  <c:v>44042</c:v>
                </c:pt>
                <c:pt idx="634">
                  <c:v>44046</c:v>
                </c:pt>
                <c:pt idx="635">
                  <c:v>44047</c:v>
                </c:pt>
                <c:pt idx="636">
                  <c:v>44048</c:v>
                </c:pt>
                <c:pt idx="637">
                  <c:v>44049</c:v>
                </c:pt>
                <c:pt idx="638">
                  <c:v>44050</c:v>
                </c:pt>
                <c:pt idx="639">
                  <c:v>44053</c:v>
                </c:pt>
                <c:pt idx="640">
                  <c:v>44054</c:v>
                </c:pt>
                <c:pt idx="641">
                  <c:v>44055</c:v>
                </c:pt>
                <c:pt idx="642">
                  <c:v>44056</c:v>
                </c:pt>
                <c:pt idx="643">
                  <c:v>44057</c:v>
                </c:pt>
                <c:pt idx="644">
                  <c:v>44061</c:v>
                </c:pt>
                <c:pt idx="645">
                  <c:v>44062</c:v>
                </c:pt>
                <c:pt idx="646">
                  <c:v>44067</c:v>
                </c:pt>
                <c:pt idx="647">
                  <c:v>44068</c:v>
                </c:pt>
                <c:pt idx="648">
                  <c:v>44069</c:v>
                </c:pt>
                <c:pt idx="649">
                  <c:v>44070</c:v>
                </c:pt>
                <c:pt idx="650">
                  <c:v>44071</c:v>
                </c:pt>
                <c:pt idx="651">
                  <c:v>44074</c:v>
                </c:pt>
                <c:pt idx="652">
                  <c:v>44075</c:v>
                </c:pt>
                <c:pt idx="653">
                  <c:v>44076</c:v>
                </c:pt>
                <c:pt idx="654">
                  <c:v>44077</c:v>
                </c:pt>
                <c:pt idx="655">
                  <c:v>44078</c:v>
                </c:pt>
                <c:pt idx="656">
                  <c:v>44081</c:v>
                </c:pt>
                <c:pt idx="657">
                  <c:v>44082</c:v>
                </c:pt>
                <c:pt idx="658">
                  <c:v>44083</c:v>
                </c:pt>
                <c:pt idx="659">
                  <c:v>44084</c:v>
                </c:pt>
                <c:pt idx="660">
                  <c:v>44085</c:v>
                </c:pt>
                <c:pt idx="661">
                  <c:v>44088</c:v>
                </c:pt>
                <c:pt idx="662">
                  <c:v>44089</c:v>
                </c:pt>
                <c:pt idx="663">
                  <c:v>44090</c:v>
                </c:pt>
                <c:pt idx="664">
                  <c:v>44091</c:v>
                </c:pt>
                <c:pt idx="665">
                  <c:v>44092</c:v>
                </c:pt>
                <c:pt idx="666">
                  <c:v>44095</c:v>
                </c:pt>
                <c:pt idx="667">
                  <c:v>44096</c:v>
                </c:pt>
                <c:pt idx="668">
                  <c:v>44097</c:v>
                </c:pt>
                <c:pt idx="669">
                  <c:v>44098</c:v>
                </c:pt>
                <c:pt idx="670">
                  <c:v>44099</c:v>
                </c:pt>
                <c:pt idx="671">
                  <c:v>44102</c:v>
                </c:pt>
                <c:pt idx="672">
                  <c:v>44103</c:v>
                </c:pt>
                <c:pt idx="673">
                  <c:v>44104</c:v>
                </c:pt>
                <c:pt idx="674">
                  <c:v>44105</c:v>
                </c:pt>
                <c:pt idx="675">
                  <c:v>44106</c:v>
                </c:pt>
                <c:pt idx="676">
                  <c:v>44109</c:v>
                </c:pt>
                <c:pt idx="677">
                  <c:v>44110</c:v>
                </c:pt>
                <c:pt idx="678">
                  <c:v>44111</c:v>
                </c:pt>
                <c:pt idx="679">
                  <c:v>44112</c:v>
                </c:pt>
                <c:pt idx="680">
                  <c:v>44113</c:v>
                </c:pt>
                <c:pt idx="681">
                  <c:v>44116</c:v>
                </c:pt>
                <c:pt idx="682">
                  <c:v>44117</c:v>
                </c:pt>
                <c:pt idx="683">
                  <c:v>44118</c:v>
                </c:pt>
                <c:pt idx="684">
                  <c:v>44119</c:v>
                </c:pt>
                <c:pt idx="685">
                  <c:v>44120</c:v>
                </c:pt>
                <c:pt idx="686">
                  <c:v>44123</c:v>
                </c:pt>
                <c:pt idx="687">
                  <c:v>44124</c:v>
                </c:pt>
                <c:pt idx="688">
                  <c:v>44125</c:v>
                </c:pt>
                <c:pt idx="689">
                  <c:v>44126</c:v>
                </c:pt>
                <c:pt idx="690">
                  <c:v>44127</c:v>
                </c:pt>
                <c:pt idx="691">
                  <c:v>44130</c:v>
                </c:pt>
                <c:pt idx="692">
                  <c:v>44131</c:v>
                </c:pt>
                <c:pt idx="693">
                  <c:v>44137</c:v>
                </c:pt>
                <c:pt idx="694">
                  <c:v>44138</c:v>
                </c:pt>
                <c:pt idx="695">
                  <c:v>44139</c:v>
                </c:pt>
                <c:pt idx="696">
                  <c:v>44140</c:v>
                </c:pt>
                <c:pt idx="697">
                  <c:v>44141</c:v>
                </c:pt>
                <c:pt idx="698">
                  <c:v>44144</c:v>
                </c:pt>
                <c:pt idx="699">
                  <c:v>44145</c:v>
                </c:pt>
                <c:pt idx="700">
                  <c:v>44146</c:v>
                </c:pt>
                <c:pt idx="701">
                  <c:v>44147</c:v>
                </c:pt>
                <c:pt idx="702">
                  <c:v>44148</c:v>
                </c:pt>
                <c:pt idx="703">
                  <c:v>44151</c:v>
                </c:pt>
                <c:pt idx="704">
                  <c:v>44152</c:v>
                </c:pt>
                <c:pt idx="705">
                  <c:v>44153</c:v>
                </c:pt>
                <c:pt idx="706">
                  <c:v>44154</c:v>
                </c:pt>
                <c:pt idx="707">
                  <c:v>44155</c:v>
                </c:pt>
                <c:pt idx="708">
                  <c:v>44158</c:v>
                </c:pt>
                <c:pt idx="709">
                  <c:v>44159</c:v>
                </c:pt>
                <c:pt idx="710">
                  <c:v>44160</c:v>
                </c:pt>
                <c:pt idx="711">
                  <c:v>44161</c:v>
                </c:pt>
                <c:pt idx="712">
                  <c:v>44162</c:v>
                </c:pt>
                <c:pt idx="713">
                  <c:v>44165</c:v>
                </c:pt>
                <c:pt idx="714">
                  <c:v>44166</c:v>
                </c:pt>
                <c:pt idx="715">
                  <c:v>44167</c:v>
                </c:pt>
                <c:pt idx="716">
                  <c:v>44168</c:v>
                </c:pt>
                <c:pt idx="717">
                  <c:v>44169</c:v>
                </c:pt>
                <c:pt idx="718">
                  <c:v>44172</c:v>
                </c:pt>
                <c:pt idx="719">
                  <c:v>44173</c:v>
                </c:pt>
                <c:pt idx="720">
                  <c:v>44175</c:v>
                </c:pt>
                <c:pt idx="721">
                  <c:v>44176</c:v>
                </c:pt>
                <c:pt idx="722">
                  <c:v>44179</c:v>
                </c:pt>
                <c:pt idx="723">
                  <c:v>44180</c:v>
                </c:pt>
                <c:pt idx="724">
                  <c:v>44181</c:v>
                </c:pt>
                <c:pt idx="725">
                  <c:v>44182</c:v>
                </c:pt>
                <c:pt idx="726">
                  <c:v>44183</c:v>
                </c:pt>
                <c:pt idx="727">
                  <c:v>44186</c:v>
                </c:pt>
                <c:pt idx="728">
                  <c:v>44187</c:v>
                </c:pt>
                <c:pt idx="729">
                  <c:v>44188</c:v>
                </c:pt>
                <c:pt idx="730">
                  <c:v>44193</c:v>
                </c:pt>
                <c:pt idx="731">
                  <c:v>44194</c:v>
                </c:pt>
                <c:pt idx="732">
                  <c:v>44195</c:v>
                </c:pt>
                <c:pt idx="733">
                  <c:v>44200</c:v>
                </c:pt>
                <c:pt idx="734">
                  <c:v>44201</c:v>
                </c:pt>
                <c:pt idx="735">
                  <c:v>44202</c:v>
                </c:pt>
                <c:pt idx="736">
                  <c:v>44203</c:v>
                </c:pt>
                <c:pt idx="737">
                  <c:v>44204</c:v>
                </c:pt>
                <c:pt idx="738">
                  <c:v>44207</c:v>
                </c:pt>
                <c:pt idx="739">
                  <c:v>44208</c:v>
                </c:pt>
                <c:pt idx="740">
                  <c:v>44209</c:v>
                </c:pt>
                <c:pt idx="741">
                  <c:v>44210</c:v>
                </c:pt>
                <c:pt idx="742">
                  <c:v>44211</c:v>
                </c:pt>
                <c:pt idx="743">
                  <c:v>44214</c:v>
                </c:pt>
                <c:pt idx="744">
                  <c:v>44215</c:v>
                </c:pt>
                <c:pt idx="745">
                  <c:v>44216</c:v>
                </c:pt>
                <c:pt idx="746">
                  <c:v>44217</c:v>
                </c:pt>
                <c:pt idx="747">
                  <c:v>44218</c:v>
                </c:pt>
                <c:pt idx="748">
                  <c:v>44221</c:v>
                </c:pt>
                <c:pt idx="749">
                  <c:v>44222</c:v>
                </c:pt>
                <c:pt idx="750">
                  <c:v>44223</c:v>
                </c:pt>
                <c:pt idx="751">
                  <c:v>44224</c:v>
                </c:pt>
                <c:pt idx="752">
                  <c:v>44225</c:v>
                </c:pt>
                <c:pt idx="753">
                  <c:v>44228</c:v>
                </c:pt>
                <c:pt idx="754">
                  <c:v>44229</c:v>
                </c:pt>
                <c:pt idx="755">
                  <c:v>44230</c:v>
                </c:pt>
                <c:pt idx="756">
                  <c:v>44231</c:v>
                </c:pt>
                <c:pt idx="757">
                  <c:v>44232</c:v>
                </c:pt>
                <c:pt idx="758">
                  <c:v>44235</c:v>
                </c:pt>
                <c:pt idx="759">
                  <c:v>44236</c:v>
                </c:pt>
                <c:pt idx="760">
                  <c:v>44237</c:v>
                </c:pt>
                <c:pt idx="761">
                  <c:v>44238</c:v>
                </c:pt>
                <c:pt idx="762">
                  <c:v>44242</c:v>
                </c:pt>
                <c:pt idx="763">
                  <c:v>44243</c:v>
                </c:pt>
                <c:pt idx="764">
                  <c:v>44244</c:v>
                </c:pt>
                <c:pt idx="765">
                  <c:v>44245</c:v>
                </c:pt>
                <c:pt idx="766">
                  <c:v>44246</c:v>
                </c:pt>
                <c:pt idx="767">
                  <c:v>44249</c:v>
                </c:pt>
                <c:pt idx="768">
                  <c:v>44250</c:v>
                </c:pt>
                <c:pt idx="769">
                  <c:v>44251</c:v>
                </c:pt>
                <c:pt idx="770">
                  <c:v>44252</c:v>
                </c:pt>
                <c:pt idx="771">
                  <c:v>44253</c:v>
                </c:pt>
                <c:pt idx="772">
                  <c:v>44256</c:v>
                </c:pt>
                <c:pt idx="773">
                  <c:v>44257</c:v>
                </c:pt>
                <c:pt idx="774">
                  <c:v>44258</c:v>
                </c:pt>
                <c:pt idx="775">
                  <c:v>44259</c:v>
                </c:pt>
                <c:pt idx="776">
                  <c:v>44260</c:v>
                </c:pt>
                <c:pt idx="777">
                  <c:v>44263</c:v>
                </c:pt>
                <c:pt idx="778">
                  <c:v>44264</c:v>
                </c:pt>
                <c:pt idx="779">
                  <c:v>44265</c:v>
                </c:pt>
                <c:pt idx="780">
                  <c:v>44267</c:v>
                </c:pt>
                <c:pt idx="781">
                  <c:v>44270</c:v>
                </c:pt>
                <c:pt idx="782">
                  <c:v>44271</c:v>
                </c:pt>
                <c:pt idx="783">
                  <c:v>44272</c:v>
                </c:pt>
                <c:pt idx="784">
                  <c:v>44273</c:v>
                </c:pt>
                <c:pt idx="785">
                  <c:v>44274</c:v>
                </c:pt>
                <c:pt idx="786">
                  <c:v>44277</c:v>
                </c:pt>
                <c:pt idx="787">
                  <c:v>44278</c:v>
                </c:pt>
                <c:pt idx="788">
                  <c:v>44279</c:v>
                </c:pt>
                <c:pt idx="789">
                  <c:v>44280</c:v>
                </c:pt>
                <c:pt idx="790">
                  <c:v>44281</c:v>
                </c:pt>
                <c:pt idx="791">
                  <c:v>44284</c:v>
                </c:pt>
                <c:pt idx="792">
                  <c:v>44285</c:v>
                </c:pt>
                <c:pt idx="793">
                  <c:v>44286</c:v>
                </c:pt>
                <c:pt idx="794">
                  <c:v>44287</c:v>
                </c:pt>
                <c:pt idx="795">
                  <c:v>44291</c:v>
                </c:pt>
                <c:pt idx="796">
                  <c:v>44292</c:v>
                </c:pt>
                <c:pt idx="797">
                  <c:v>44293</c:v>
                </c:pt>
                <c:pt idx="798">
                  <c:v>44294</c:v>
                </c:pt>
                <c:pt idx="799">
                  <c:v>44295</c:v>
                </c:pt>
                <c:pt idx="800">
                  <c:v>44298</c:v>
                </c:pt>
                <c:pt idx="801">
                  <c:v>44299</c:v>
                </c:pt>
                <c:pt idx="802">
                  <c:v>44300</c:v>
                </c:pt>
                <c:pt idx="803">
                  <c:v>44301</c:v>
                </c:pt>
                <c:pt idx="804">
                  <c:v>44302</c:v>
                </c:pt>
                <c:pt idx="805">
                  <c:v>44305</c:v>
                </c:pt>
                <c:pt idx="806">
                  <c:v>44306</c:v>
                </c:pt>
                <c:pt idx="807">
                  <c:v>44307</c:v>
                </c:pt>
                <c:pt idx="808">
                  <c:v>44308</c:v>
                </c:pt>
                <c:pt idx="809">
                  <c:v>44309</c:v>
                </c:pt>
                <c:pt idx="810">
                  <c:v>44312</c:v>
                </c:pt>
                <c:pt idx="811">
                  <c:v>44313</c:v>
                </c:pt>
                <c:pt idx="812">
                  <c:v>44314</c:v>
                </c:pt>
                <c:pt idx="813">
                  <c:v>44315</c:v>
                </c:pt>
                <c:pt idx="814">
                  <c:v>44316</c:v>
                </c:pt>
                <c:pt idx="815">
                  <c:v>44319</c:v>
                </c:pt>
                <c:pt idx="816">
                  <c:v>44320</c:v>
                </c:pt>
                <c:pt idx="817">
                  <c:v>44321</c:v>
                </c:pt>
                <c:pt idx="818">
                  <c:v>44322</c:v>
                </c:pt>
                <c:pt idx="819">
                  <c:v>44323</c:v>
                </c:pt>
                <c:pt idx="820">
                  <c:v>44326</c:v>
                </c:pt>
                <c:pt idx="821">
                  <c:v>44327</c:v>
                </c:pt>
                <c:pt idx="822">
                  <c:v>44333</c:v>
                </c:pt>
                <c:pt idx="823">
                  <c:v>44334</c:v>
                </c:pt>
                <c:pt idx="824">
                  <c:v>44335</c:v>
                </c:pt>
                <c:pt idx="825">
                  <c:v>44336</c:v>
                </c:pt>
                <c:pt idx="826">
                  <c:v>44337</c:v>
                </c:pt>
                <c:pt idx="827">
                  <c:v>44340</c:v>
                </c:pt>
                <c:pt idx="828">
                  <c:v>44341</c:v>
                </c:pt>
                <c:pt idx="829">
                  <c:v>44343</c:v>
                </c:pt>
                <c:pt idx="830">
                  <c:v>44344</c:v>
                </c:pt>
                <c:pt idx="831">
                  <c:v>44347</c:v>
                </c:pt>
                <c:pt idx="832">
                  <c:v>44349</c:v>
                </c:pt>
                <c:pt idx="833">
                  <c:v>44350</c:v>
                </c:pt>
                <c:pt idx="834">
                  <c:v>44351</c:v>
                </c:pt>
                <c:pt idx="835">
                  <c:v>44354</c:v>
                </c:pt>
                <c:pt idx="836">
                  <c:v>44355</c:v>
                </c:pt>
                <c:pt idx="837">
                  <c:v>44356</c:v>
                </c:pt>
                <c:pt idx="838">
                  <c:v>44357</c:v>
                </c:pt>
                <c:pt idx="839">
                  <c:v>44358</c:v>
                </c:pt>
                <c:pt idx="840">
                  <c:v>44361</c:v>
                </c:pt>
                <c:pt idx="841">
                  <c:v>44362</c:v>
                </c:pt>
                <c:pt idx="842">
                  <c:v>44363</c:v>
                </c:pt>
                <c:pt idx="843">
                  <c:v>44364</c:v>
                </c:pt>
                <c:pt idx="844">
                  <c:v>44365</c:v>
                </c:pt>
                <c:pt idx="845">
                  <c:v>44368</c:v>
                </c:pt>
                <c:pt idx="846">
                  <c:v>44369</c:v>
                </c:pt>
                <c:pt idx="847">
                  <c:v>44370</c:v>
                </c:pt>
                <c:pt idx="848">
                  <c:v>44371</c:v>
                </c:pt>
                <c:pt idx="849">
                  <c:v>44372</c:v>
                </c:pt>
                <c:pt idx="850">
                  <c:v>44375</c:v>
                </c:pt>
                <c:pt idx="851">
                  <c:v>44376</c:v>
                </c:pt>
                <c:pt idx="852">
                  <c:v>44377</c:v>
                </c:pt>
                <c:pt idx="853">
                  <c:v>44378</c:v>
                </c:pt>
                <c:pt idx="854">
                  <c:v>44379</c:v>
                </c:pt>
                <c:pt idx="855">
                  <c:v>44382</c:v>
                </c:pt>
                <c:pt idx="856">
                  <c:v>44383</c:v>
                </c:pt>
                <c:pt idx="857">
                  <c:v>44384</c:v>
                </c:pt>
                <c:pt idx="858">
                  <c:v>44385</c:v>
                </c:pt>
                <c:pt idx="859">
                  <c:v>44386</c:v>
                </c:pt>
                <c:pt idx="860">
                  <c:v>44389</c:v>
                </c:pt>
                <c:pt idx="861">
                  <c:v>44390</c:v>
                </c:pt>
                <c:pt idx="862">
                  <c:v>44391</c:v>
                </c:pt>
                <c:pt idx="863">
                  <c:v>44392</c:v>
                </c:pt>
                <c:pt idx="864">
                  <c:v>44393</c:v>
                </c:pt>
                <c:pt idx="865">
                  <c:v>44396</c:v>
                </c:pt>
                <c:pt idx="866">
                  <c:v>44398</c:v>
                </c:pt>
                <c:pt idx="867">
                  <c:v>44399</c:v>
                </c:pt>
                <c:pt idx="868">
                  <c:v>44400</c:v>
                </c:pt>
                <c:pt idx="869">
                  <c:v>44403</c:v>
                </c:pt>
                <c:pt idx="870">
                  <c:v>44404</c:v>
                </c:pt>
                <c:pt idx="871">
                  <c:v>44405</c:v>
                </c:pt>
                <c:pt idx="872">
                  <c:v>44406</c:v>
                </c:pt>
                <c:pt idx="873">
                  <c:v>44407</c:v>
                </c:pt>
                <c:pt idx="874">
                  <c:v>44410</c:v>
                </c:pt>
                <c:pt idx="875">
                  <c:v>44411</c:v>
                </c:pt>
                <c:pt idx="876">
                  <c:v>44412</c:v>
                </c:pt>
                <c:pt idx="877">
                  <c:v>44413</c:v>
                </c:pt>
                <c:pt idx="878">
                  <c:v>44414</c:v>
                </c:pt>
                <c:pt idx="879">
                  <c:v>44417</c:v>
                </c:pt>
                <c:pt idx="880">
                  <c:v>44418</c:v>
                </c:pt>
                <c:pt idx="881">
                  <c:v>44420</c:v>
                </c:pt>
                <c:pt idx="882">
                  <c:v>44421</c:v>
                </c:pt>
                <c:pt idx="883">
                  <c:v>44424</c:v>
                </c:pt>
                <c:pt idx="884">
                  <c:v>44426</c:v>
                </c:pt>
                <c:pt idx="885">
                  <c:v>44427</c:v>
                </c:pt>
                <c:pt idx="886">
                  <c:v>44428</c:v>
                </c:pt>
                <c:pt idx="887">
                  <c:v>44431</c:v>
                </c:pt>
                <c:pt idx="888">
                  <c:v>44432</c:v>
                </c:pt>
                <c:pt idx="889">
                  <c:v>44433</c:v>
                </c:pt>
                <c:pt idx="890">
                  <c:v>44434</c:v>
                </c:pt>
                <c:pt idx="891">
                  <c:v>44435</c:v>
                </c:pt>
                <c:pt idx="892">
                  <c:v>44438</c:v>
                </c:pt>
                <c:pt idx="893">
                  <c:v>44439</c:v>
                </c:pt>
                <c:pt idx="894">
                  <c:v>44440</c:v>
                </c:pt>
                <c:pt idx="895">
                  <c:v>44441</c:v>
                </c:pt>
                <c:pt idx="896">
                  <c:v>44442</c:v>
                </c:pt>
                <c:pt idx="897">
                  <c:v>44445</c:v>
                </c:pt>
                <c:pt idx="898">
                  <c:v>44446</c:v>
                </c:pt>
                <c:pt idx="899">
                  <c:v>44447</c:v>
                </c:pt>
                <c:pt idx="900">
                  <c:v>44448</c:v>
                </c:pt>
                <c:pt idx="901">
                  <c:v>44449</c:v>
                </c:pt>
                <c:pt idx="902">
                  <c:v>44452</c:v>
                </c:pt>
                <c:pt idx="903">
                  <c:v>44453</c:v>
                </c:pt>
                <c:pt idx="904">
                  <c:v>44454</c:v>
                </c:pt>
                <c:pt idx="905">
                  <c:v>44455</c:v>
                </c:pt>
                <c:pt idx="906">
                  <c:v>44456</c:v>
                </c:pt>
                <c:pt idx="907">
                  <c:v>44459</c:v>
                </c:pt>
                <c:pt idx="908">
                  <c:v>44460</c:v>
                </c:pt>
                <c:pt idx="909">
                  <c:v>44461</c:v>
                </c:pt>
                <c:pt idx="910">
                  <c:v>44462</c:v>
                </c:pt>
                <c:pt idx="911">
                  <c:v>44463</c:v>
                </c:pt>
                <c:pt idx="912">
                  <c:v>44466</c:v>
                </c:pt>
                <c:pt idx="913">
                  <c:v>44467</c:v>
                </c:pt>
                <c:pt idx="914">
                  <c:v>44468</c:v>
                </c:pt>
                <c:pt idx="915">
                  <c:v>44469</c:v>
                </c:pt>
                <c:pt idx="916">
                  <c:v>44470</c:v>
                </c:pt>
                <c:pt idx="917">
                  <c:v>44473</c:v>
                </c:pt>
                <c:pt idx="918">
                  <c:v>44474</c:v>
                </c:pt>
                <c:pt idx="919">
                  <c:v>44475</c:v>
                </c:pt>
                <c:pt idx="920">
                  <c:v>44476</c:v>
                </c:pt>
                <c:pt idx="921">
                  <c:v>44477</c:v>
                </c:pt>
                <c:pt idx="922">
                  <c:v>44480</c:v>
                </c:pt>
                <c:pt idx="923">
                  <c:v>44481</c:v>
                </c:pt>
                <c:pt idx="924">
                  <c:v>44482</c:v>
                </c:pt>
                <c:pt idx="925">
                  <c:v>44483</c:v>
                </c:pt>
                <c:pt idx="926">
                  <c:v>44484</c:v>
                </c:pt>
                <c:pt idx="927">
                  <c:v>44487</c:v>
                </c:pt>
                <c:pt idx="928">
                  <c:v>44488</c:v>
                </c:pt>
                <c:pt idx="929">
                  <c:v>44490</c:v>
                </c:pt>
                <c:pt idx="930">
                  <c:v>44491</c:v>
                </c:pt>
                <c:pt idx="931">
                  <c:v>44494</c:v>
                </c:pt>
                <c:pt idx="932">
                  <c:v>44495</c:v>
                </c:pt>
                <c:pt idx="933">
                  <c:v>44496</c:v>
                </c:pt>
                <c:pt idx="934">
                  <c:v>44497</c:v>
                </c:pt>
                <c:pt idx="935">
                  <c:v>44498</c:v>
                </c:pt>
                <c:pt idx="936">
                  <c:v>44501</c:v>
                </c:pt>
                <c:pt idx="937">
                  <c:v>44502</c:v>
                </c:pt>
                <c:pt idx="938">
                  <c:v>44503</c:v>
                </c:pt>
                <c:pt idx="939">
                  <c:v>44504</c:v>
                </c:pt>
                <c:pt idx="940">
                  <c:v>44505</c:v>
                </c:pt>
                <c:pt idx="941">
                  <c:v>44508</c:v>
                </c:pt>
                <c:pt idx="942">
                  <c:v>44509</c:v>
                </c:pt>
                <c:pt idx="943">
                  <c:v>44510</c:v>
                </c:pt>
                <c:pt idx="944">
                  <c:v>44511</c:v>
                </c:pt>
                <c:pt idx="945">
                  <c:v>44512</c:v>
                </c:pt>
                <c:pt idx="946">
                  <c:v>44515</c:v>
                </c:pt>
                <c:pt idx="947">
                  <c:v>44516</c:v>
                </c:pt>
                <c:pt idx="948">
                  <c:v>44517</c:v>
                </c:pt>
                <c:pt idx="949">
                  <c:v>44518</c:v>
                </c:pt>
                <c:pt idx="950">
                  <c:v>44519</c:v>
                </c:pt>
                <c:pt idx="951">
                  <c:v>44522</c:v>
                </c:pt>
                <c:pt idx="952">
                  <c:v>44523</c:v>
                </c:pt>
                <c:pt idx="953">
                  <c:v>44524</c:v>
                </c:pt>
                <c:pt idx="954">
                  <c:v>44525</c:v>
                </c:pt>
                <c:pt idx="955">
                  <c:v>44526</c:v>
                </c:pt>
                <c:pt idx="956">
                  <c:v>44529</c:v>
                </c:pt>
                <c:pt idx="957">
                  <c:v>44530</c:v>
                </c:pt>
                <c:pt idx="958">
                  <c:v>44531</c:v>
                </c:pt>
                <c:pt idx="959">
                  <c:v>44532</c:v>
                </c:pt>
                <c:pt idx="960">
                  <c:v>44533</c:v>
                </c:pt>
                <c:pt idx="961">
                  <c:v>44536</c:v>
                </c:pt>
                <c:pt idx="962">
                  <c:v>44537</c:v>
                </c:pt>
                <c:pt idx="963">
                  <c:v>44538</c:v>
                </c:pt>
                <c:pt idx="964">
                  <c:v>44539</c:v>
                </c:pt>
                <c:pt idx="965">
                  <c:v>44540</c:v>
                </c:pt>
                <c:pt idx="966">
                  <c:v>44543</c:v>
                </c:pt>
                <c:pt idx="967">
                  <c:v>44544</c:v>
                </c:pt>
                <c:pt idx="968">
                  <c:v>44545</c:v>
                </c:pt>
                <c:pt idx="969">
                  <c:v>44546</c:v>
                </c:pt>
                <c:pt idx="970">
                  <c:v>44547</c:v>
                </c:pt>
                <c:pt idx="971">
                  <c:v>44550</c:v>
                </c:pt>
                <c:pt idx="972">
                  <c:v>44551</c:v>
                </c:pt>
                <c:pt idx="973">
                  <c:v>44552</c:v>
                </c:pt>
                <c:pt idx="974">
                  <c:v>44553</c:v>
                </c:pt>
                <c:pt idx="975">
                  <c:v>44554</c:v>
                </c:pt>
                <c:pt idx="976">
                  <c:v>44557</c:v>
                </c:pt>
                <c:pt idx="977">
                  <c:v>44558</c:v>
                </c:pt>
                <c:pt idx="978">
                  <c:v>44559</c:v>
                </c:pt>
                <c:pt idx="979">
                  <c:v>44560</c:v>
                </c:pt>
                <c:pt idx="980">
                  <c:v>44564</c:v>
                </c:pt>
                <c:pt idx="981">
                  <c:v>44565</c:v>
                </c:pt>
                <c:pt idx="982">
                  <c:v>44566</c:v>
                </c:pt>
                <c:pt idx="983">
                  <c:v>44567</c:v>
                </c:pt>
                <c:pt idx="984">
                  <c:v>44568</c:v>
                </c:pt>
                <c:pt idx="985">
                  <c:v>44571</c:v>
                </c:pt>
                <c:pt idx="986">
                  <c:v>44572</c:v>
                </c:pt>
                <c:pt idx="987">
                  <c:v>44573</c:v>
                </c:pt>
                <c:pt idx="988">
                  <c:v>44574</c:v>
                </c:pt>
                <c:pt idx="989">
                  <c:v>44575</c:v>
                </c:pt>
                <c:pt idx="990">
                  <c:v>44578</c:v>
                </c:pt>
                <c:pt idx="991">
                  <c:v>44579</c:v>
                </c:pt>
                <c:pt idx="992">
                  <c:v>44580</c:v>
                </c:pt>
                <c:pt idx="993">
                  <c:v>44581</c:v>
                </c:pt>
                <c:pt idx="994">
                  <c:v>44582</c:v>
                </c:pt>
                <c:pt idx="995">
                  <c:v>44585</c:v>
                </c:pt>
                <c:pt idx="996">
                  <c:v>44586</c:v>
                </c:pt>
                <c:pt idx="997">
                  <c:v>44587</c:v>
                </c:pt>
                <c:pt idx="998">
                  <c:v>44588</c:v>
                </c:pt>
                <c:pt idx="999">
                  <c:v>44589</c:v>
                </c:pt>
                <c:pt idx="1000">
                  <c:v>44592</c:v>
                </c:pt>
                <c:pt idx="1001">
                  <c:v>44594</c:v>
                </c:pt>
                <c:pt idx="1002">
                  <c:v>44595</c:v>
                </c:pt>
                <c:pt idx="1003">
                  <c:v>44596</c:v>
                </c:pt>
                <c:pt idx="1004">
                  <c:v>44599</c:v>
                </c:pt>
                <c:pt idx="1005">
                  <c:v>44600</c:v>
                </c:pt>
                <c:pt idx="1006">
                  <c:v>44601</c:v>
                </c:pt>
                <c:pt idx="1007">
                  <c:v>44602</c:v>
                </c:pt>
                <c:pt idx="1008">
                  <c:v>44603</c:v>
                </c:pt>
                <c:pt idx="1009">
                  <c:v>44606</c:v>
                </c:pt>
                <c:pt idx="1010">
                  <c:v>44607</c:v>
                </c:pt>
                <c:pt idx="1011">
                  <c:v>44608</c:v>
                </c:pt>
                <c:pt idx="1012">
                  <c:v>44609</c:v>
                </c:pt>
                <c:pt idx="1013">
                  <c:v>44610</c:v>
                </c:pt>
                <c:pt idx="1014">
                  <c:v>44613</c:v>
                </c:pt>
                <c:pt idx="1015">
                  <c:v>44614</c:v>
                </c:pt>
                <c:pt idx="1016">
                  <c:v>44615</c:v>
                </c:pt>
                <c:pt idx="1017">
                  <c:v>44616</c:v>
                </c:pt>
                <c:pt idx="1018">
                  <c:v>44617</c:v>
                </c:pt>
                <c:pt idx="1019">
                  <c:v>44621</c:v>
                </c:pt>
                <c:pt idx="1020">
                  <c:v>44622</c:v>
                </c:pt>
                <c:pt idx="1021">
                  <c:v>44624</c:v>
                </c:pt>
                <c:pt idx="1022">
                  <c:v>44627</c:v>
                </c:pt>
                <c:pt idx="1023">
                  <c:v>44628</c:v>
                </c:pt>
                <c:pt idx="1024">
                  <c:v>44629</c:v>
                </c:pt>
                <c:pt idx="1025">
                  <c:v>44630</c:v>
                </c:pt>
                <c:pt idx="1026">
                  <c:v>44631</c:v>
                </c:pt>
                <c:pt idx="1027">
                  <c:v>44634</c:v>
                </c:pt>
                <c:pt idx="1028">
                  <c:v>44635</c:v>
                </c:pt>
                <c:pt idx="1029">
                  <c:v>44636</c:v>
                </c:pt>
                <c:pt idx="1030">
                  <c:v>44637</c:v>
                </c:pt>
                <c:pt idx="1031">
                  <c:v>44638</c:v>
                </c:pt>
                <c:pt idx="1032">
                  <c:v>44641</c:v>
                </c:pt>
                <c:pt idx="1033">
                  <c:v>44642</c:v>
                </c:pt>
                <c:pt idx="1034">
                  <c:v>44643</c:v>
                </c:pt>
                <c:pt idx="1035">
                  <c:v>44644</c:v>
                </c:pt>
                <c:pt idx="1036">
                  <c:v>44645</c:v>
                </c:pt>
                <c:pt idx="1037">
                  <c:v>44648</c:v>
                </c:pt>
                <c:pt idx="1038">
                  <c:v>44649</c:v>
                </c:pt>
                <c:pt idx="1039">
                  <c:v>44650</c:v>
                </c:pt>
                <c:pt idx="1040">
                  <c:v>44651</c:v>
                </c:pt>
                <c:pt idx="1041">
                  <c:v>44652</c:v>
                </c:pt>
                <c:pt idx="1042">
                  <c:v>44655</c:v>
                </c:pt>
                <c:pt idx="1043">
                  <c:v>44656</c:v>
                </c:pt>
                <c:pt idx="1044">
                  <c:v>44657</c:v>
                </c:pt>
                <c:pt idx="1045">
                  <c:v>44658</c:v>
                </c:pt>
                <c:pt idx="1046">
                  <c:v>44659</c:v>
                </c:pt>
                <c:pt idx="1047">
                  <c:v>44662</c:v>
                </c:pt>
                <c:pt idx="1048">
                  <c:v>44663</c:v>
                </c:pt>
                <c:pt idx="1049">
                  <c:v>44664</c:v>
                </c:pt>
                <c:pt idx="1050">
                  <c:v>44665</c:v>
                </c:pt>
                <c:pt idx="1051">
                  <c:v>44669</c:v>
                </c:pt>
                <c:pt idx="1052">
                  <c:v>44670</c:v>
                </c:pt>
                <c:pt idx="1053">
                  <c:v>44671</c:v>
                </c:pt>
                <c:pt idx="1054">
                  <c:v>44672</c:v>
                </c:pt>
                <c:pt idx="1055">
                  <c:v>44673</c:v>
                </c:pt>
                <c:pt idx="1056">
                  <c:v>44676</c:v>
                </c:pt>
                <c:pt idx="1057">
                  <c:v>44677</c:v>
                </c:pt>
                <c:pt idx="1058">
                  <c:v>44678</c:v>
                </c:pt>
                <c:pt idx="1059">
                  <c:v>44679</c:v>
                </c:pt>
                <c:pt idx="1060">
                  <c:v>44690</c:v>
                </c:pt>
                <c:pt idx="1061">
                  <c:v>44691</c:v>
                </c:pt>
                <c:pt idx="1062">
                  <c:v>44692</c:v>
                </c:pt>
                <c:pt idx="1063">
                  <c:v>44693</c:v>
                </c:pt>
                <c:pt idx="1064">
                  <c:v>44694</c:v>
                </c:pt>
                <c:pt idx="1065">
                  <c:v>44698</c:v>
                </c:pt>
                <c:pt idx="1066">
                  <c:v>44699</c:v>
                </c:pt>
                <c:pt idx="1067">
                  <c:v>44700</c:v>
                </c:pt>
                <c:pt idx="1068">
                  <c:v>44701</c:v>
                </c:pt>
                <c:pt idx="1069">
                  <c:v>44704</c:v>
                </c:pt>
                <c:pt idx="1070">
                  <c:v>44705</c:v>
                </c:pt>
                <c:pt idx="1071">
                  <c:v>44706</c:v>
                </c:pt>
                <c:pt idx="1072">
                  <c:v>44708</c:v>
                </c:pt>
                <c:pt idx="1073">
                  <c:v>44711</c:v>
                </c:pt>
                <c:pt idx="1074">
                  <c:v>44712</c:v>
                </c:pt>
                <c:pt idx="1075">
                  <c:v>44714</c:v>
                </c:pt>
                <c:pt idx="1076">
                  <c:v>44715</c:v>
                </c:pt>
                <c:pt idx="1077">
                  <c:v>44718</c:v>
                </c:pt>
                <c:pt idx="1078">
                  <c:v>44719</c:v>
                </c:pt>
                <c:pt idx="1079">
                  <c:v>44720</c:v>
                </c:pt>
                <c:pt idx="1080">
                  <c:v>44721</c:v>
                </c:pt>
                <c:pt idx="1081">
                  <c:v>44722</c:v>
                </c:pt>
                <c:pt idx="1082">
                  <c:v>44725</c:v>
                </c:pt>
                <c:pt idx="1083">
                  <c:v>44726</c:v>
                </c:pt>
                <c:pt idx="1084">
                  <c:v>44727</c:v>
                </c:pt>
                <c:pt idx="1085">
                  <c:v>44728</c:v>
                </c:pt>
                <c:pt idx="1086">
                  <c:v>44729</c:v>
                </c:pt>
                <c:pt idx="1087">
                  <c:v>44732</c:v>
                </c:pt>
                <c:pt idx="1088">
                  <c:v>44733</c:v>
                </c:pt>
                <c:pt idx="1089">
                  <c:v>44734</c:v>
                </c:pt>
                <c:pt idx="1090">
                  <c:v>44735</c:v>
                </c:pt>
                <c:pt idx="1091">
                  <c:v>44736</c:v>
                </c:pt>
                <c:pt idx="1092">
                  <c:v>44739</c:v>
                </c:pt>
                <c:pt idx="1093">
                  <c:v>44740</c:v>
                </c:pt>
                <c:pt idx="1094">
                  <c:v>44741</c:v>
                </c:pt>
                <c:pt idx="1095">
                  <c:v>44742</c:v>
                </c:pt>
                <c:pt idx="1096">
                  <c:v>44743</c:v>
                </c:pt>
                <c:pt idx="1097">
                  <c:v>44746</c:v>
                </c:pt>
                <c:pt idx="1098">
                  <c:v>44747</c:v>
                </c:pt>
                <c:pt idx="1099">
                  <c:v>44748</c:v>
                </c:pt>
                <c:pt idx="1100">
                  <c:v>44749</c:v>
                </c:pt>
                <c:pt idx="1101">
                  <c:v>44750</c:v>
                </c:pt>
                <c:pt idx="1102">
                  <c:v>44753</c:v>
                </c:pt>
                <c:pt idx="1103">
                  <c:v>44754</c:v>
                </c:pt>
                <c:pt idx="1104">
                  <c:v>44755</c:v>
                </c:pt>
                <c:pt idx="1105">
                  <c:v>44756</c:v>
                </c:pt>
                <c:pt idx="1106">
                  <c:v>44757</c:v>
                </c:pt>
                <c:pt idx="1107">
                  <c:v>44760</c:v>
                </c:pt>
                <c:pt idx="1108">
                  <c:v>44761</c:v>
                </c:pt>
                <c:pt idx="1109">
                  <c:v>44762</c:v>
                </c:pt>
                <c:pt idx="1110">
                  <c:v>44763</c:v>
                </c:pt>
                <c:pt idx="1111">
                  <c:v>44764</c:v>
                </c:pt>
                <c:pt idx="1112">
                  <c:v>44767</c:v>
                </c:pt>
                <c:pt idx="1113">
                  <c:v>44768</c:v>
                </c:pt>
                <c:pt idx="1114">
                  <c:v>44769</c:v>
                </c:pt>
                <c:pt idx="1115">
                  <c:v>44770</c:v>
                </c:pt>
                <c:pt idx="1116">
                  <c:v>44771</c:v>
                </c:pt>
                <c:pt idx="1117">
                  <c:v>44774</c:v>
                </c:pt>
                <c:pt idx="1118">
                  <c:v>44775</c:v>
                </c:pt>
                <c:pt idx="1119">
                  <c:v>44776</c:v>
                </c:pt>
                <c:pt idx="1120">
                  <c:v>44777</c:v>
                </c:pt>
                <c:pt idx="1121">
                  <c:v>44778</c:v>
                </c:pt>
                <c:pt idx="1122">
                  <c:v>44781</c:v>
                </c:pt>
                <c:pt idx="1123">
                  <c:v>44782</c:v>
                </c:pt>
                <c:pt idx="1124">
                  <c:v>44783</c:v>
                </c:pt>
                <c:pt idx="1125">
                  <c:v>44784</c:v>
                </c:pt>
                <c:pt idx="1126">
                  <c:v>44785</c:v>
                </c:pt>
                <c:pt idx="1127">
                  <c:v>44788</c:v>
                </c:pt>
                <c:pt idx="1128">
                  <c:v>44789</c:v>
                </c:pt>
                <c:pt idx="1129">
                  <c:v>44791</c:v>
                </c:pt>
                <c:pt idx="1130">
                  <c:v>44792</c:v>
                </c:pt>
                <c:pt idx="1131">
                  <c:v>44795</c:v>
                </c:pt>
                <c:pt idx="1132">
                  <c:v>44796</c:v>
                </c:pt>
                <c:pt idx="1133">
                  <c:v>44797</c:v>
                </c:pt>
                <c:pt idx="1134">
                  <c:v>44798</c:v>
                </c:pt>
                <c:pt idx="1135">
                  <c:v>44799</c:v>
                </c:pt>
                <c:pt idx="1136">
                  <c:v>44802</c:v>
                </c:pt>
                <c:pt idx="1137">
                  <c:v>44803</c:v>
                </c:pt>
                <c:pt idx="1138">
                  <c:v>44804</c:v>
                </c:pt>
                <c:pt idx="1139">
                  <c:v>44805</c:v>
                </c:pt>
                <c:pt idx="1140">
                  <c:v>44806</c:v>
                </c:pt>
                <c:pt idx="1141">
                  <c:v>44809</c:v>
                </c:pt>
                <c:pt idx="1142">
                  <c:v>44810</c:v>
                </c:pt>
                <c:pt idx="1143">
                  <c:v>44811</c:v>
                </c:pt>
                <c:pt idx="1144">
                  <c:v>44812</c:v>
                </c:pt>
                <c:pt idx="1145">
                  <c:v>44813</c:v>
                </c:pt>
                <c:pt idx="1146">
                  <c:v>44816</c:v>
                </c:pt>
                <c:pt idx="1147">
                  <c:v>44817</c:v>
                </c:pt>
                <c:pt idx="1148">
                  <c:v>44818</c:v>
                </c:pt>
                <c:pt idx="1149">
                  <c:v>44819</c:v>
                </c:pt>
                <c:pt idx="1150">
                  <c:v>44820</c:v>
                </c:pt>
                <c:pt idx="1151">
                  <c:v>44823</c:v>
                </c:pt>
                <c:pt idx="1152">
                  <c:v>44824</c:v>
                </c:pt>
                <c:pt idx="1153">
                  <c:v>44825</c:v>
                </c:pt>
                <c:pt idx="1154">
                  <c:v>44826</c:v>
                </c:pt>
                <c:pt idx="1155">
                  <c:v>44827</c:v>
                </c:pt>
                <c:pt idx="1156">
                  <c:v>44830</c:v>
                </c:pt>
                <c:pt idx="1157">
                  <c:v>44831</c:v>
                </c:pt>
                <c:pt idx="1158">
                  <c:v>44832</c:v>
                </c:pt>
                <c:pt idx="1159">
                  <c:v>44833</c:v>
                </c:pt>
                <c:pt idx="1160">
                  <c:v>44834</c:v>
                </c:pt>
                <c:pt idx="1161">
                  <c:v>44837</c:v>
                </c:pt>
                <c:pt idx="1162">
                  <c:v>44838</c:v>
                </c:pt>
                <c:pt idx="1163">
                  <c:v>44839</c:v>
                </c:pt>
                <c:pt idx="1164">
                  <c:v>44840</c:v>
                </c:pt>
                <c:pt idx="1165">
                  <c:v>44841</c:v>
                </c:pt>
                <c:pt idx="1166">
                  <c:v>44844</c:v>
                </c:pt>
                <c:pt idx="1167">
                  <c:v>44845</c:v>
                </c:pt>
                <c:pt idx="1168">
                  <c:v>44846</c:v>
                </c:pt>
                <c:pt idx="1169">
                  <c:v>44847</c:v>
                </c:pt>
                <c:pt idx="1170">
                  <c:v>44848</c:v>
                </c:pt>
                <c:pt idx="1171">
                  <c:v>44851</c:v>
                </c:pt>
                <c:pt idx="1172">
                  <c:v>44852</c:v>
                </c:pt>
                <c:pt idx="1173">
                  <c:v>44853</c:v>
                </c:pt>
                <c:pt idx="1174">
                  <c:v>44854</c:v>
                </c:pt>
                <c:pt idx="1175">
                  <c:v>44855</c:v>
                </c:pt>
                <c:pt idx="1176">
                  <c:v>44858</c:v>
                </c:pt>
                <c:pt idx="1177">
                  <c:v>44859</c:v>
                </c:pt>
                <c:pt idx="1178">
                  <c:v>44860</c:v>
                </c:pt>
                <c:pt idx="1179">
                  <c:v>44861</c:v>
                </c:pt>
                <c:pt idx="1180">
                  <c:v>44862</c:v>
                </c:pt>
                <c:pt idx="1181">
                  <c:v>44865</c:v>
                </c:pt>
                <c:pt idx="1182">
                  <c:v>44866</c:v>
                </c:pt>
                <c:pt idx="1183">
                  <c:v>44867</c:v>
                </c:pt>
                <c:pt idx="1184">
                  <c:v>44868</c:v>
                </c:pt>
                <c:pt idx="1185">
                  <c:v>44869</c:v>
                </c:pt>
                <c:pt idx="1186">
                  <c:v>44872</c:v>
                </c:pt>
                <c:pt idx="1187">
                  <c:v>44873</c:v>
                </c:pt>
                <c:pt idx="1188">
                  <c:v>44874</c:v>
                </c:pt>
                <c:pt idx="1189">
                  <c:v>44875</c:v>
                </c:pt>
                <c:pt idx="1190">
                  <c:v>44876</c:v>
                </c:pt>
                <c:pt idx="1191">
                  <c:v>44879</c:v>
                </c:pt>
                <c:pt idx="1192">
                  <c:v>44880</c:v>
                </c:pt>
                <c:pt idx="1193">
                  <c:v>44881</c:v>
                </c:pt>
                <c:pt idx="1194">
                  <c:v>44882</c:v>
                </c:pt>
                <c:pt idx="1195">
                  <c:v>44883</c:v>
                </c:pt>
                <c:pt idx="1196">
                  <c:v>44886</c:v>
                </c:pt>
                <c:pt idx="1197">
                  <c:v>44887</c:v>
                </c:pt>
                <c:pt idx="1198">
                  <c:v>44888</c:v>
                </c:pt>
                <c:pt idx="1199">
                  <c:v>44889</c:v>
                </c:pt>
                <c:pt idx="1200">
                  <c:v>44890</c:v>
                </c:pt>
                <c:pt idx="1201">
                  <c:v>44893</c:v>
                </c:pt>
                <c:pt idx="1202">
                  <c:v>44894</c:v>
                </c:pt>
                <c:pt idx="1203">
                  <c:v>44895</c:v>
                </c:pt>
                <c:pt idx="1204">
                  <c:v>44896</c:v>
                </c:pt>
                <c:pt idx="1205">
                  <c:v>44897</c:v>
                </c:pt>
                <c:pt idx="1206">
                  <c:v>44900</c:v>
                </c:pt>
                <c:pt idx="1207">
                  <c:v>44901</c:v>
                </c:pt>
                <c:pt idx="1208">
                  <c:v>44902</c:v>
                </c:pt>
                <c:pt idx="1209">
                  <c:v>44903</c:v>
                </c:pt>
                <c:pt idx="1210">
                  <c:v>44904</c:v>
                </c:pt>
                <c:pt idx="1211">
                  <c:v>44907</c:v>
                </c:pt>
                <c:pt idx="1212">
                  <c:v>44908</c:v>
                </c:pt>
                <c:pt idx="1213">
                  <c:v>44909</c:v>
                </c:pt>
                <c:pt idx="1214">
                  <c:v>44910</c:v>
                </c:pt>
                <c:pt idx="1215">
                  <c:v>44911</c:v>
                </c:pt>
                <c:pt idx="1216">
                  <c:v>44914</c:v>
                </c:pt>
                <c:pt idx="1217">
                  <c:v>44915</c:v>
                </c:pt>
                <c:pt idx="1218">
                  <c:v>44916</c:v>
                </c:pt>
                <c:pt idx="1219">
                  <c:v>44917</c:v>
                </c:pt>
                <c:pt idx="1220">
                  <c:v>44918</c:v>
                </c:pt>
                <c:pt idx="1221">
                  <c:v>44921</c:v>
                </c:pt>
                <c:pt idx="1222">
                  <c:v>44922</c:v>
                </c:pt>
                <c:pt idx="1223">
                  <c:v>44923</c:v>
                </c:pt>
                <c:pt idx="1224">
                  <c:v>44924</c:v>
                </c:pt>
                <c:pt idx="1225">
                  <c:v>44925</c:v>
                </c:pt>
                <c:pt idx="1226">
                  <c:v>44928</c:v>
                </c:pt>
                <c:pt idx="1227">
                  <c:v>44929</c:v>
                </c:pt>
                <c:pt idx="1228">
                  <c:v>44930</c:v>
                </c:pt>
                <c:pt idx="1229">
                  <c:v>44931</c:v>
                </c:pt>
                <c:pt idx="1230">
                  <c:v>44932</c:v>
                </c:pt>
                <c:pt idx="1231">
                  <c:v>44935</c:v>
                </c:pt>
                <c:pt idx="1232">
                  <c:v>44936</c:v>
                </c:pt>
                <c:pt idx="1233">
                  <c:v>44937</c:v>
                </c:pt>
                <c:pt idx="1234">
                  <c:v>44938</c:v>
                </c:pt>
                <c:pt idx="1235">
                  <c:v>44939</c:v>
                </c:pt>
                <c:pt idx="1236">
                  <c:v>44942</c:v>
                </c:pt>
                <c:pt idx="1237">
                  <c:v>44943</c:v>
                </c:pt>
                <c:pt idx="1238">
                  <c:v>44944</c:v>
                </c:pt>
                <c:pt idx="1239">
                  <c:v>44945</c:v>
                </c:pt>
                <c:pt idx="1240">
                  <c:v>44946</c:v>
                </c:pt>
                <c:pt idx="1241">
                  <c:v>44950</c:v>
                </c:pt>
                <c:pt idx="1242">
                  <c:v>44951</c:v>
                </c:pt>
                <c:pt idx="1243">
                  <c:v>44952</c:v>
                </c:pt>
                <c:pt idx="1244">
                  <c:v>44953</c:v>
                </c:pt>
                <c:pt idx="1245">
                  <c:v>44956</c:v>
                </c:pt>
                <c:pt idx="1246">
                  <c:v>44957</c:v>
                </c:pt>
                <c:pt idx="1247">
                  <c:v>44958</c:v>
                </c:pt>
                <c:pt idx="1248">
                  <c:v>44959</c:v>
                </c:pt>
                <c:pt idx="1249">
                  <c:v>44960</c:v>
                </c:pt>
                <c:pt idx="1250">
                  <c:v>44963</c:v>
                </c:pt>
                <c:pt idx="1251">
                  <c:v>44964</c:v>
                </c:pt>
                <c:pt idx="1252">
                  <c:v>44965</c:v>
                </c:pt>
                <c:pt idx="1253">
                  <c:v>44966</c:v>
                </c:pt>
                <c:pt idx="1254">
                  <c:v>44967</c:v>
                </c:pt>
                <c:pt idx="1255">
                  <c:v>44970</c:v>
                </c:pt>
                <c:pt idx="1256">
                  <c:v>44971</c:v>
                </c:pt>
                <c:pt idx="1257">
                  <c:v>44972</c:v>
                </c:pt>
                <c:pt idx="1258">
                  <c:v>44973</c:v>
                </c:pt>
                <c:pt idx="1259">
                  <c:v>44974</c:v>
                </c:pt>
                <c:pt idx="1260">
                  <c:v>44977</c:v>
                </c:pt>
                <c:pt idx="1261">
                  <c:v>44978</c:v>
                </c:pt>
                <c:pt idx="1262">
                  <c:v>44979</c:v>
                </c:pt>
                <c:pt idx="1263">
                  <c:v>44980</c:v>
                </c:pt>
                <c:pt idx="1264">
                  <c:v>44981</c:v>
                </c:pt>
                <c:pt idx="1265">
                  <c:v>44984</c:v>
                </c:pt>
                <c:pt idx="1266">
                  <c:v>44985</c:v>
                </c:pt>
                <c:pt idx="1267">
                  <c:v>44986</c:v>
                </c:pt>
                <c:pt idx="1268">
                  <c:v>44987</c:v>
                </c:pt>
                <c:pt idx="1269">
                  <c:v>44988</c:v>
                </c:pt>
                <c:pt idx="1270">
                  <c:v>44991</c:v>
                </c:pt>
                <c:pt idx="1271">
                  <c:v>44992</c:v>
                </c:pt>
                <c:pt idx="1272">
                  <c:v>44993</c:v>
                </c:pt>
                <c:pt idx="1273">
                  <c:v>44994</c:v>
                </c:pt>
                <c:pt idx="1274">
                  <c:v>44995</c:v>
                </c:pt>
                <c:pt idx="1275">
                  <c:v>44998</c:v>
                </c:pt>
                <c:pt idx="1276">
                  <c:v>44999</c:v>
                </c:pt>
                <c:pt idx="1277">
                  <c:v>45000</c:v>
                </c:pt>
                <c:pt idx="1278">
                  <c:v>45001</c:v>
                </c:pt>
                <c:pt idx="1279">
                  <c:v>45002</c:v>
                </c:pt>
                <c:pt idx="1280">
                  <c:v>45005</c:v>
                </c:pt>
                <c:pt idx="1281">
                  <c:v>45006</c:v>
                </c:pt>
                <c:pt idx="1282">
                  <c:v>45009</c:v>
                </c:pt>
                <c:pt idx="1283">
                  <c:v>45012</c:v>
                </c:pt>
                <c:pt idx="1284">
                  <c:v>45013</c:v>
                </c:pt>
                <c:pt idx="1285">
                  <c:v>45014</c:v>
                </c:pt>
                <c:pt idx="1286">
                  <c:v>45015</c:v>
                </c:pt>
                <c:pt idx="1287">
                  <c:v>45016</c:v>
                </c:pt>
                <c:pt idx="1288">
                  <c:v>45019</c:v>
                </c:pt>
                <c:pt idx="1289">
                  <c:v>45020</c:v>
                </c:pt>
                <c:pt idx="1290">
                  <c:v>45021</c:v>
                </c:pt>
                <c:pt idx="1291">
                  <c:v>45022</c:v>
                </c:pt>
                <c:pt idx="1292">
                  <c:v>45026</c:v>
                </c:pt>
                <c:pt idx="1293">
                  <c:v>45027</c:v>
                </c:pt>
                <c:pt idx="1294">
                  <c:v>45028</c:v>
                </c:pt>
                <c:pt idx="1295">
                  <c:v>45029</c:v>
                </c:pt>
                <c:pt idx="1296">
                  <c:v>45030</c:v>
                </c:pt>
                <c:pt idx="1297">
                  <c:v>45033</c:v>
                </c:pt>
                <c:pt idx="1298">
                  <c:v>45034</c:v>
                </c:pt>
                <c:pt idx="1299">
                  <c:v>45042</c:v>
                </c:pt>
                <c:pt idx="1300">
                  <c:v>45043</c:v>
                </c:pt>
                <c:pt idx="1301">
                  <c:v>45044</c:v>
                </c:pt>
                <c:pt idx="1302">
                  <c:v>45048</c:v>
                </c:pt>
                <c:pt idx="1303">
                  <c:v>45049</c:v>
                </c:pt>
                <c:pt idx="1304">
                  <c:v>45050</c:v>
                </c:pt>
                <c:pt idx="1305">
                  <c:v>45051</c:v>
                </c:pt>
                <c:pt idx="1306">
                  <c:v>45054</c:v>
                </c:pt>
                <c:pt idx="1307">
                  <c:v>45055</c:v>
                </c:pt>
                <c:pt idx="1308">
                  <c:v>45056</c:v>
                </c:pt>
                <c:pt idx="1309">
                  <c:v>45057</c:v>
                </c:pt>
                <c:pt idx="1310">
                  <c:v>45058</c:v>
                </c:pt>
                <c:pt idx="1311">
                  <c:v>45061</c:v>
                </c:pt>
                <c:pt idx="1312">
                  <c:v>45062</c:v>
                </c:pt>
                <c:pt idx="1313">
                  <c:v>45063</c:v>
                </c:pt>
                <c:pt idx="1314">
                  <c:v>45065</c:v>
                </c:pt>
                <c:pt idx="1315">
                  <c:v>45068</c:v>
                </c:pt>
                <c:pt idx="1316">
                  <c:v>45069</c:v>
                </c:pt>
                <c:pt idx="1317">
                  <c:v>45070</c:v>
                </c:pt>
                <c:pt idx="1318">
                  <c:v>45071</c:v>
                </c:pt>
                <c:pt idx="1319">
                  <c:v>45072</c:v>
                </c:pt>
                <c:pt idx="1320">
                  <c:v>45075</c:v>
                </c:pt>
                <c:pt idx="1321">
                  <c:v>45076</c:v>
                </c:pt>
                <c:pt idx="1322">
                  <c:v>45077</c:v>
                </c:pt>
                <c:pt idx="1323">
                  <c:v>45082</c:v>
                </c:pt>
                <c:pt idx="1324">
                  <c:v>45083</c:v>
                </c:pt>
                <c:pt idx="1325">
                  <c:v>45084</c:v>
                </c:pt>
                <c:pt idx="1326">
                  <c:v>45085</c:v>
                </c:pt>
                <c:pt idx="1327">
                  <c:v>45086</c:v>
                </c:pt>
                <c:pt idx="1328">
                  <c:v>45089</c:v>
                </c:pt>
                <c:pt idx="1329">
                  <c:v>45090</c:v>
                </c:pt>
                <c:pt idx="1330">
                  <c:v>45091</c:v>
                </c:pt>
                <c:pt idx="1331">
                  <c:v>45092</c:v>
                </c:pt>
                <c:pt idx="1332">
                  <c:v>45093</c:v>
                </c:pt>
                <c:pt idx="1333">
                  <c:v>45096</c:v>
                </c:pt>
                <c:pt idx="1334">
                  <c:v>45097</c:v>
                </c:pt>
                <c:pt idx="1335">
                  <c:v>45098</c:v>
                </c:pt>
                <c:pt idx="1336">
                  <c:v>45099</c:v>
                </c:pt>
                <c:pt idx="1337">
                  <c:v>45100</c:v>
                </c:pt>
                <c:pt idx="1338">
                  <c:v>45103</c:v>
                </c:pt>
                <c:pt idx="1339">
                  <c:v>45104</c:v>
                </c:pt>
                <c:pt idx="1340">
                  <c:v>45110</c:v>
                </c:pt>
                <c:pt idx="1341">
                  <c:v>45111</c:v>
                </c:pt>
                <c:pt idx="1342">
                  <c:v>45112</c:v>
                </c:pt>
                <c:pt idx="1343">
                  <c:v>45113</c:v>
                </c:pt>
                <c:pt idx="1344">
                  <c:v>45114</c:v>
                </c:pt>
                <c:pt idx="1345">
                  <c:v>45117</c:v>
                </c:pt>
                <c:pt idx="1346">
                  <c:v>45118</c:v>
                </c:pt>
                <c:pt idx="1347">
                  <c:v>45119</c:v>
                </c:pt>
                <c:pt idx="1348">
                  <c:v>45120</c:v>
                </c:pt>
                <c:pt idx="1349">
                  <c:v>45121</c:v>
                </c:pt>
                <c:pt idx="1350">
                  <c:v>45124</c:v>
                </c:pt>
                <c:pt idx="1351">
                  <c:v>45125</c:v>
                </c:pt>
                <c:pt idx="1352">
                  <c:v>45127</c:v>
                </c:pt>
                <c:pt idx="1353">
                  <c:v>45128</c:v>
                </c:pt>
                <c:pt idx="1354">
                  <c:v>45131</c:v>
                </c:pt>
                <c:pt idx="1355">
                  <c:v>45132</c:v>
                </c:pt>
                <c:pt idx="1356">
                  <c:v>45133</c:v>
                </c:pt>
                <c:pt idx="1357">
                  <c:v>45134</c:v>
                </c:pt>
                <c:pt idx="1358">
                  <c:v>45135</c:v>
                </c:pt>
                <c:pt idx="1359">
                  <c:v>45138</c:v>
                </c:pt>
                <c:pt idx="1360">
                  <c:v>45139</c:v>
                </c:pt>
                <c:pt idx="1361">
                  <c:v>45140</c:v>
                </c:pt>
                <c:pt idx="1362">
                  <c:v>45141</c:v>
                </c:pt>
                <c:pt idx="1363">
                  <c:v>45142</c:v>
                </c:pt>
                <c:pt idx="1364">
                  <c:v>45145</c:v>
                </c:pt>
                <c:pt idx="1365">
                  <c:v>45146</c:v>
                </c:pt>
                <c:pt idx="1366">
                  <c:v>45147</c:v>
                </c:pt>
                <c:pt idx="1367">
                  <c:v>45148</c:v>
                </c:pt>
                <c:pt idx="1368">
                  <c:v>45149</c:v>
                </c:pt>
                <c:pt idx="1369">
                  <c:v>45152</c:v>
                </c:pt>
                <c:pt idx="1370">
                  <c:v>45153</c:v>
                </c:pt>
                <c:pt idx="1371">
                  <c:v>45154</c:v>
                </c:pt>
                <c:pt idx="1372">
                  <c:v>45156</c:v>
                </c:pt>
                <c:pt idx="1373">
                  <c:v>45159</c:v>
                </c:pt>
                <c:pt idx="1374">
                  <c:v>45160</c:v>
                </c:pt>
                <c:pt idx="1375">
                  <c:v>45161</c:v>
                </c:pt>
                <c:pt idx="1376">
                  <c:v>45162</c:v>
                </c:pt>
                <c:pt idx="1377">
                  <c:v>45163</c:v>
                </c:pt>
                <c:pt idx="1378">
                  <c:v>45166</c:v>
                </c:pt>
                <c:pt idx="1379">
                  <c:v>45167</c:v>
                </c:pt>
                <c:pt idx="1380">
                  <c:v>45168</c:v>
                </c:pt>
                <c:pt idx="1381">
                  <c:v>45169</c:v>
                </c:pt>
                <c:pt idx="1382">
                  <c:v>45170</c:v>
                </c:pt>
                <c:pt idx="1383">
                  <c:v>45173</c:v>
                </c:pt>
                <c:pt idx="1384">
                  <c:v>45174</c:v>
                </c:pt>
                <c:pt idx="1385">
                  <c:v>45175</c:v>
                </c:pt>
                <c:pt idx="1386">
                  <c:v>45176</c:v>
                </c:pt>
                <c:pt idx="1387">
                  <c:v>45177</c:v>
                </c:pt>
                <c:pt idx="1388">
                  <c:v>45180</c:v>
                </c:pt>
                <c:pt idx="1389">
                  <c:v>45181</c:v>
                </c:pt>
                <c:pt idx="1390">
                  <c:v>45182</c:v>
                </c:pt>
                <c:pt idx="1391">
                  <c:v>45183</c:v>
                </c:pt>
                <c:pt idx="1392">
                  <c:v>45184</c:v>
                </c:pt>
                <c:pt idx="1393">
                  <c:v>45187</c:v>
                </c:pt>
                <c:pt idx="1394">
                  <c:v>45188</c:v>
                </c:pt>
                <c:pt idx="1395">
                  <c:v>45189</c:v>
                </c:pt>
                <c:pt idx="1396">
                  <c:v>45190</c:v>
                </c:pt>
                <c:pt idx="1397">
                  <c:v>45191</c:v>
                </c:pt>
                <c:pt idx="1398">
                  <c:v>45194</c:v>
                </c:pt>
                <c:pt idx="1399">
                  <c:v>45195</c:v>
                </c:pt>
                <c:pt idx="1400">
                  <c:v>45196</c:v>
                </c:pt>
                <c:pt idx="1401">
                  <c:v>45198</c:v>
                </c:pt>
                <c:pt idx="1402">
                  <c:v>45201</c:v>
                </c:pt>
                <c:pt idx="1403">
                  <c:v>45202</c:v>
                </c:pt>
                <c:pt idx="1404">
                  <c:v>45203</c:v>
                </c:pt>
                <c:pt idx="1405">
                  <c:v>45204</c:v>
                </c:pt>
                <c:pt idx="1406">
                  <c:v>45205</c:v>
                </c:pt>
                <c:pt idx="1407">
                  <c:v>45208</c:v>
                </c:pt>
                <c:pt idx="1408">
                  <c:v>45209</c:v>
                </c:pt>
                <c:pt idx="1409">
                  <c:v>45210</c:v>
                </c:pt>
                <c:pt idx="1410">
                  <c:v>45211</c:v>
                </c:pt>
                <c:pt idx="1411">
                  <c:v>45212</c:v>
                </c:pt>
                <c:pt idx="1412">
                  <c:v>45215</c:v>
                </c:pt>
                <c:pt idx="1413">
                  <c:v>45216</c:v>
                </c:pt>
                <c:pt idx="1414">
                  <c:v>45217</c:v>
                </c:pt>
                <c:pt idx="1415">
                  <c:v>45218</c:v>
                </c:pt>
                <c:pt idx="1416">
                  <c:v>45219</c:v>
                </c:pt>
                <c:pt idx="1417">
                  <c:v>45222</c:v>
                </c:pt>
                <c:pt idx="1418">
                  <c:v>45223</c:v>
                </c:pt>
                <c:pt idx="1419">
                  <c:v>45224</c:v>
                </c:pt>
                <c:pt idx="1420">
                  <c:v>45225</c:v>
                </c:pt>
                <c:pt idx="1421">
                  <c:v>45226</c:v>
                </c:pt>
                <c:pt idx="1422">
                  <c:v>45229</c:v>
                </c:pt>
                <c:pt idx="1423">
                  <c:v>45230</c:v>
                </c:pt>
                <c:pt idx="1424">
                  <c:v>45231</c:v>
                </c:pt>
                <c:pt idx="1425">
                  <c:v>45232</c:v>
                </c:pt>
                <c:pt idx="1426">
                  <c:v>45233</c:v>
                </c:pt>
                <c:pt idx="1427">
                  <c:v>45236</c:v>
                </c:pt>
                <c:pt idx="1428">
                  <c:v>45237</c:v>
                </c:pt>
                <c:pt idx="1429">
                  <c:v>45238</c:v>
                </c:pt>
                <c:pt idx="1430">
                  <c:v>45239</c:v>
                </c:pt>
                <c:pt idx="1431">
                  <c:v>45240</c:v>
                </c:pt>
                <c:pt idx="1432">
                  <c:v>45243</c:v>
                </c:pt>
                <c:pt idx="1433">
                  <c:v>45244</c:v>
                </c:pt>
                <c:pt idx="1434">
                  <c:v>45245</c:v>
                </c:pt>
                <c:pt idx="1435">
                  <c:v>45246</c:v>
                </c:pt>
                <c:pt idx="1436">
                  <c:v>45247</c:v>
                </c:pt>
                <c:pt idx="1437">
                  <c:v>45250</c:v>
                </c:pt>
                <c:pt idx="1438">
                  <c:v>45251</c:v>
                </c:pt>
                <c:pt idx="1439">
                  <c:v>45252</c:v>
                </c:pt>
                <c:pt idx="1440">
                  <c:v>45253</c:v>
                </c:pt>
                <c:pt idx="1441">
                  <c:v>45254</c:v>
                </c:pt>
                <c:pt idx="1442">
                  <c:v>45257</c:v>
                </c:pt>
                <c:pt idx="1443">
                  <c:v>45258</c:v>
                </c:pt>
                <c:pt idx="1444">
                  <c:v>45259</c:v>
                </c:pt>
                <c:pt idx="1445">
                  <c:v>45260</c:v>
                </c:pt>
                <c:pt idx="1446">
                  <c:v>45261</c:v>
                </c:pt>
                <c:pt idx="1447">
                  <c:v>45264</c:v>
                </c:pt>
                <c:pt idx="1448">
                  <c:v>45265</c:v>
                </c:pt>
                <c:pt idx="1449">
                  <c:v>45266</c:v>
                </c:pt>
                <c:pt idx="1450">
                  <c:v>45267</c:v>
                </c:pt>
                <c:pt idx="1451">
                  <c:v>45268</c:v>
                </c:pt>
                <c:pt idx="1452">
                  <c:v>45271</c:v>
                </c:pt>
                <c:pt idx="1453">
                  <c:v>45272</c:v>
                </c:pt>
                <c:pt idx="1454">
                  <c:v>45273</c:v>
                </c:pt>
                <c:pt idx="1455">
                  <c:v>45274</c:v>
                </c:pt>
                <c:pt idx="1456">
                  <c:v>45275</c:v>
                </c:pt>
                <c:pt idx="1457">
                  <c:v>45278</c:v>
                </c:pt>
                <c:pt idx="1458">
                  <c:v>45279</c:v>
                </c:pt>
                <c:pt idx="1459">
                  <c:v>45280</c:v>
                </c:pt>
                <c:pt idx="1460">
                  <c:v>45281</c:v>
                </c:pt>
                <c:pt idx="1461">
                  <c:v>45282</c:v>
                </c:pt>
                <c:pt idx="1462">
                  <c:v>45287</c:v>
                </c:pt>
                <c:pt idx="1463">
                  <c:v>45288</c:v>
                </c:pt>
                <c:pt idx="1464">
                  <c:v>45289</c:v>
                </c:pt>
                <c:pt idx="1465">
                  <c:v>45293</c:v>
                </c:pt>
                <c:pt idx="1466">
                  <c:v>45294</c:v>
                </c:pt>
                <c:pt idx="1467">
                  <c:v>45295</c:v>
                </c:pt>
                <c:pt idx="1468">
                  <c:v>45296</c:v>
                </c:pt>
                <c:pt idx="1469">
                  <c:v>45299</c:v>
                </c:pt>
                <c:pt idx="1470">
                  <c:v>45300</c:v>
                </c:pt>
                <c:pt idx="1471">
                  <c:v>45301</c:v>
                </c:pt>
                <c:pt idx="1472">
                  <c:v>45302</c:v>
                </c:pt>
                <c:pt idx="1473">
                  <c:v>45303</c:v>
                </c:pt>
                <c:pt idx="1474">
                  <c:v>45306</c:v>
                </c:pt>
                <c:pt idx="1475">
                  <c:v>45307</c:v>
                </c:pt>
                <c:pt idx="1476">
                  <c:v>45308</c:v>
                </c:pt>
                <c:pt idx="1477">
                  <c:v>45309</c:v>
                </c:pt>
                <c:pt idx="1478">
                  <c:v>45310</c:v>
                </c:pt>
                <c:pt idx="1479">
                  <c:v>45313</c:v>
                </c:pt>
                <c:pt idx="1480">
                  <c:v>45314</c:v>
                </c:pt>
                <c:pt idx="1481">
                  <c:v>45315</c:v>
                </c:pt>
                <c:pt idx="1482">
                  <c:v>45316</c:v>
                </c:pt>
                <c:pt idx="1483">
                  <c:v>45317</c:v>
                </c:pt>
                <c:pt idx="1484">
                  <c:v>45320</c:v>
                </c:pt>
                <c:pt idx="1485">
                  <c:v>45321</c:v>
                </c:pt>
                <c:pt idx="1486">
                  <c:v>45322</c:v>
                </c:pt>
                <c:pt idx="1487">
                  <c:v>45323</c:v>
                </c:pt>
                <c:pt idx="1488">
                  <c:v>45324</c:v>
                </c:pt>
                <c:pt idx="1489">
                  <c:v>45327</c:v>
                </c:pt>
                <c:pt idx="1490">
                  <c:v>45328</c:v>
                </c:pt>
                <c:pt idx="1491">
                  <c:v>45329</c:v>
                </c:pt>
                <c:pt idx="1492">
                  <c:v>45334</c:v>
                </c:pt>
                <c:pt idx="1493">
                  <c:v>45335</c:v>
                </c:pt>
                <c:pt idx="1494">
                  <c:v>45337</c:v>
                </c:pt>
                <c:pt idx="1495">
                  <c:v>45338</c:v>
                </c:pt>
                <c:pt idx="1496">
                  <c:v>45341</c:v>
                </c:pt>
                <c:pt idx="1497">
                  <c:v>45342</c:v>
                </c:pt>
                <c:pt idx="1498">
                  <c:v>45343</c:v>
                </c:pt>
                <c:pt idx="1499">
                  <c:v>45344</c:v>
                </c:pt>
                <c:pt idx="1500">
                  <c:v>45345</c:v>
                </c:pt>
                <c:pt idx="1501">
                  <c:v>45348</c:v>
                </c:pt>
                <c:pt idx="1502">
                  <c:v>45349</c:v>
                </c:pt>
                <c:pt idx="1503">
                  <c:v>45350</c:v>
                </c:pt>
                <c:pt idx="1504">
                  <c:v>45351</c:v>
                </c:pt>
                <c:pt idx="1505">
                  <c:v>45352</c:v>
                </c:pt>
                <c:pt idx="1506">
                  <c:v>45355</c:v>
                </c:pt>
                <c:pt idx="1507">
                  <c:v>45356</c:v>
                </c:pt>
                <c:pt idx="1508">
                  <c:v>45357</c:v>
                </c:pt>
                <c:pt idx="1509">
                  <c:v>45358</c:v>
                </c:pt>
                <c:pt idx="1510">
                  <c:v>45359</c:v>
                </c:pt>
                <c:pt idx="1511">
                  <c:v>45364</c:v>
                </c:pt>
                <c:pt idx="1512">
                  <c:v>45365</c:v>
                </c:pt>
                <c:pt idx="1513">
                  <c:v>45366</c:v>
                </c:pt>
                <c:pt idx="1514">
                  <c:v>45369</c:v>
                </c:pt>
                <c:pt idx="1515">
                  <c:v>45370</c:v>
                </c:pt>
                <c:pt idx="1516">
                  <c:v>45371</c:v>
                </c:pt>
                <c:pt idx="1517">
                  <c:v>45372</c:v>
                </c:pt>
                <c:pt idx="1518">
                  <c:v>45373</c:v>
                </c:pt>
                <c:pt idx="1519">
                  <c:v>45376</c:v>
                </c:pt>
                <c:pt idx="1520">
                  <c:v>45377</c:v>
                </c:pt>
                <c:pt idx="1521">
                  <c:v>45378</c:v>
                </c:pt>
                <c:pt idx="1522">
                  <c:v>45379</c:v>
                </c:pt>
                <c:pt idx="1523">
                  <c:v>45383</c:v>
                </c:pt>
                <c:pt idx="1524">
                  <c:v>45384</c:v>
                </c:pt>
                <c:pt idx="1525">
                  <c:v>45385</c:v>
                </c:pt>
                <c:pt idx="1526">
                  <c:v>45386</c:v>
                </c:pt>
                <c:pt idx="1527">
                  <c:v>45387</c:v>
                </c:pt>
                <c:pt idx="1528">
                  <c:v>45398</c:v>
                </c:pt>
                <c:pt idx="1529">
                  <c:v>45399</c:v>
                </c:pt>
                <c:pt idx="1530">
                  <c:v>45400</c:v>
                </c:pt>
                <c:pt idx="1531">
                  <c:v>45401</c:v>
                </c:pt>
                <c:pt idx="1532">
                  <c:v>45404</c:v>
                </c:pt>
                <c:pt idx="1533">
                  <c:v>45405</c:v>
                </c:pt>
                <c:pt idx="1534">
                  <c:v>45406</c:v>
                </c:pt>
                <c:pt idx="1535">
                  <c:v>45407</c:v>
                </c:pt>
                <c:pt idx="1536">
                  <c:v>45408</c:v>
                </c:pt>
                <c:pt idx="1537">
                  <c:v>45411</c:v>
                </c:pt>
                <c:pt idx="1538">
                  <c:v>45412</c:v>
                </c:pt>
                <c:pt idx="1539">
                  <c:v>45414</c:v>
                </c:pt>
                <c:pt idx="1540">
                  <c:v>45415</c:v>
                </c:pt>
                <c:pt idx="1541">
                  <c:v>45418</c:v>
                </c:pt>
                <c:pt idx="1542">
                  <c:v>45419</c:v>
                </c:pt>
                <c:pt idx="1543">
                  <c:v>45420</c:v>
                </c:pt>
                <c:pt idx="1544">
                  <c:v>45425</c:v>
                </c:pt>
                <c:pt idx="1545">
                  <c:v>45426</c:v>
                </c:pt>
                <c:pt idx="1546">
                  <c:v>45427</c:v>
                </c:pt>
                <c:pt idx="1547">
                  <c:v>45428</c:v>
                </c:pt>
                <c:pt idx="1548">
                  <c:v>45429</c:v>
                </c:pt>
                <c:pt idx="1549">
                  <c:v>45432</c:v>
                </c:pt>
                <c:pt idx="1550">
                  <c:v>45433</c:v>
                </c:pt>
                <c:pt idx="1551">
                  <c:v>45434</c:v>
                </c:pt>
                <c:pt idx="1552">
                  <c:v>45439</c:v>
                </c:pt>
                <c:pt idx="1553">
                  <c:v>45440</c:v>
                </c:pt>
                <c:pt idx="1554">
                  <c:v>45441</c:v>
                </c:pt>
                <c:pt idx="1555">
                  <c:v>45442</c:v>
                </c:pt>
                <c:pt idx="1556">
                  <c:v>45443</c:v>
                </c:pt>
                <c:pt idx="1557">
                  <c:v>45446</c:v>
                </c:pt>
                <c:pt idx="1558">
                  <c:v>45447</c:v>
                </c:pt>
                <c:pt idx="1559">
                  <c:v>45448</c:v>
                </c:pt>
                <c:pt idx="1560">
                  <c:v>45449</c:v>
                </c:pt>
                <c:pt idx="1561">
                  <c:v>45450</c:v>
                </c:pt>
                <c:pt idx="1562">
                  <c:v>45453</c:v>
                </c:pt>
                <c:pt idx="1563">
                  <c:v>45454</c:v>
                </c:pt>
                <c:pt idx="1564">
                  <c:v>45455</c:v>
                </c:pt>
                <c:pt idx="1565">
                  <c:v>45456</c:v>
                </c:pt>
                <c:pt idx="1566">
                  <c:v>45457</c:v>
                </c:pt>
                <c:pt idx="1567">
                  <c:v>45462</c:v>
                </c:pt>
                <c:pt idx="1568">
                  <c:v>45463</c:v>
                </c:pt>
                <c:pt idx="1569">
                  <c:v>45464</c:v>
                </c:pt>
                <c:pt idx="1570">
                  <c:v>45467</c:v>
                </c:pt>
                <c:pt idx="1571">
                  <c:v>45468</c:v>
                </c:pt>
                <c:pt idx="1572">
                  <c:v>45469</c:v>
                </c:pt>
                <c:pt idx="1573">
                  <c:v>45470</c:v>
                </c:pt>
                <c:pt idx="1574">
                  <c:v>45471</c:v>
                </c:pt>
                <c:pt idx="1575">
                  <c:v>45474</c:v>
                </c:pt>
                <c:pt idx="1576">
                  <c:v>45475</c:v>
                </c:pt>
                <c:pt idx="1577">
                  <c:v>45476</c:v>
                </c:pt>
                <c:pt idx="1578">
                  <c:v>45477</c:v>
                </c:pt>
                <c:pt idx="1579">
                  <c:v>45478</c:v>
                </c:pt>
                <c:pt idx="1580">
                  <c:v>45481</c:v>
                </c:pt>
                <c:pt idx="1581">
                  <c:v>45482</c:v>
                </c:pt>
                <c:pt idx="1582">
                  <c:v>45483</c:v>
                </c:pt>
                <c:pt idx="1583">
                  <c:v>45484</c:v>
                </c:pt>
                <c:pt idx="1584">
                  <c:v>45485</c:v>
                </c:pt>
                <c:pt idx="1585">
                  <c:v>45488</c:v>
                </c:pt>
                <c:pt idx="1586">
                  <c:v>45489</c:v>
                </c:pt>
                <c:pt idx="1587">
                  <c:v>45490</c:v>
                </c:pt>
                <c:pt idx="1588">
                  <c:v>45491</c:v>
                </c:pt>
                <c:pt idx="1589">
                  <c:v>45492</c:v>
                </c:pt>
                <c:pt idx="1590">
                  <c:v>45495</c:v>
                </c:pt>
                <c:pt idx="1591">
                  <c:v>45496</c:v>
                </c:pt>
                <c:pt idx="1592">
                  <c:v>45497</c:v>
                </c:pt>
                <c:pt idx="1593">
                  <c:v>45498</c:v>
                </c:pt>
                <c:pt idx="1594">
                  <c:v>45499</c:v>
                </c:pt>
                <c:pt idx="1595">
                  <c:v>45502</c:v>
                </c:pt>
                <c:pt idx="1596">
                  <c:v>45503</c:v>
                </c:pt>
                <c:pt idx="1597">
                  <c:v>45504</c:v>
                </c:pt>
                <c:pt idx="1598">
                  <c:v>45505</c:v>
                </c:pt>
                <c:pt idx="1599">
                  <c:v>45506</c:v>
                </c:pt>
                <c:pt idx="1600">
                  <c:v>45509</c:v>
                </c:pt>
                <c:pt idx="1601">
                  <c:v>45510</c:v>
                </c:pt>
                <c:pt idx="1602">
                  <c:v>45511</c:v>
                </c:pt>
                <c:pt idx="1603">
                  <c:v>45512</c:v>
                </c:pt>
                <c:pt idx="1604">
                  <c:v>45513</c:v>
                </c:pt>
                <c:pt idx="1605">
                  <c:v>45516</c:v>
                </c:pt>
                <c:pt idx="1606">
                  <c:v>45517</c:v>
                </c:pt>
                <c:pt idx="1607">
                  <c:v>45518</c:v>
                </c:pt>
                <c:pt idx="1608">
                  <c:v>45519</c:v>
                </c:pt>
                <c:pt idx="1609">
                  <c:v>45520</c:v>
                </c:pt>
                <c:pt idx="1610">
                  <c:v>45523</c:v>
                </c:pt>
                <c:pt idx="1611">
                  <c:v>45524</c:v>
                </c:pt>
                <c:pt idx="1612">
                  <c:v>45525</c:v>
                </c:pt>
                <c:pt idx="1613">
                  <c:v>45526</c:v>
                </c:pt>
                <c:pt idx="1614">
                  <c:v>45527</c:v>
                </c:pt>
                <c:pt idx="1615">
                  <c:v>45530</c:v>
                </c:pt>
                <c:pt idx="1616">
                  <c:v>45531</c:v>
                </c:pt>
                <c:pt idx="1617">
                  <c:v>45532</c:v>
                </c:pt>
                <c:pt idx="1618">
                  <c:v>45533</c:v>
                </c:pt>
                <c:pt idx="1619">
                  <c:v>45534</c:v>
                </c:pt>
                <c:pt idx="1620">
                  <c:v>45537</c:v>
                </c:pt>
                <c:pt idx="1621">
                  <c:v>45538</c:v>
                </c:pt>
                <c:pt idx="1622">
                  <c:v>45539</c:v>
                </c:pt>
                <c:pt idx="1623">
                  <c:v>45540</c:v>
                </c:pt>
                <c:pt idx="1624">
                  <c:v>45541</c:v>
                </c:pt>
                <c:pt idx="1625">
                  <c:v>45544</c:v>
                </c:pt>
                <c:pt idx="1626">
                  <c:v>45545</c:v>
                </c:pt>
                <c:pt idx="1627">
                  <c:v>45546</c:v>
                </c:pt>
                <c:pt idx="1628">
                  <c:v>45547</c:v>
                </c:pt>
                <c:pt idx="1629">
                  <c:v>45548</c:v>
                </c:pt>
                <c:pt idx="1630">
                  <c:v>45552</c:v>
                </c:pt>
                <c:pt idx="1631">
                  <c:v>45553</c:v>
                </c:pt>
                <c:pt idx="1632">
                  <c:v>45554</c:v>
                </c:pt>
                <c:pt idx="1633">
                  <c:v>45555</c:v>
                </c:pt>
                <c:pt idx="1634">
                  <c:v>45558</c:v>
                </c:pt>
                <c:pt idx="1635">
                  <c:v>45559</c:v>
                </c:pt>
                <c:pt idx="1636">
                  <c:v>45560</c:v>
                </c:pt>
                <c:pt idx="1637">
                  <c:v>45561</c:v>
                </c:pt>
                <c:pt idx="1638">
                  <c:v>45562</c:v>
                </c:pt>
                <c:pt idx="1639">
                  <c:v>45565</c:v>
                </c:pt>
                <c:pt idx="1640">
                  <c:v>45566</c:v>
                </c:pt>
                <c:pt idx="1641">
                  <c:v>45567</c:v>
                </c:pt>
                <c:pt idx="1642">
                  <c:v>45568</c:v>
                </c:pt>
                <c:pt idx="1643">
                  <c:v>45569</c:v>
                </c:pt>
                <c:pt idx="1644">
                  <c:v>45572</c:v>
                </c:pt>
                <c:pt idx="1645">
                  <c:v>45573</c:v>
                </c:pt>
                <c:pt idx="1646">
                  <c:v>45574</c:v>
                </c:pt>
                <c:pt idx="1647">
                  <c:v>45575</c:v>
                </c:pt>
                <c:pt idx="1648">
                  <c:v>45576</c:v>
                </c:pt>
                <c:pt idx="1649">
                  <c:v>45579</c:v>
                </c:pt>
                <c:pt idx="1650">
                  <c:v>45580</c:v>
                </c:pt>
                <c:pt idx="1651">
                  <c:v>45581</c:v>
                </c:pt>
                <c:pt idx="1652">
                  <c:v>45582</c:v>
                </c:pt>
                <c:pt idx="1653">
                  <c:v>45583</c:v>
                </c:pt>
                <c:pt idx="1654">
                  <c:v>45586</c:v>
                </c:pt>
                <c:pt idx="1655">
                  <c:v>45587</c:v>
                </c:pt>
                <c:pt idx="1656">
                  <c:v>45588</c:v>
                </c:pt>
                <c:pt idx="1657">
                  <c:v>45589</c:v>
                </c:pt>
                <c:pt idx="1658">
                  <c:v>45590</c:v>
                </c:pt>
                <c:pt idx="1659">
                  <c:v>45593</c:v>
                </c:pt>
                <c:pt idx="1660">
                  <c:v>45594</c:v>
                </c:pt>
                <c:pt idx="1661">
                  <c:v>45595</c:v>
                </c:pt>
                <c:pt idx="1662">
                  <c:v>45596</c:v>
                </c:pt>
                <c:pt idx="1663">
                  <c:v>45597</c:v>
                </c:pt>
                <c:pt idx="1664">
                  <c:v>45600</c:v>
                </c:pt>
                <c:pt idx="1665">
                  <c:v>45601</c:v>
                </c:pt>
                <c:pt idx="1666">
                  <c:v>45602</c:v>
                </c:pt>
                <c:pt idx="1667">
                  <c:v>45603</c:v>
                </c:pt>
                <c:pt idx="1668">
                  <c:v>45604</c:v>
                </c:pt>
                <c:pt idx="1669">
                  <c:v>45607</c:v>
                </c:pt>
                <c:pt idx="1670">
                  <c:v>45608</c:v>
                </c:pt>
                <c:pt idx="1671">
                  <c:v>45609</c:v>
                </c:pt>
                <c:pt idx="1672">
                  <c:v>45610</c:v>
                </c:pt>
                <c:pt idx="1673">
                  <c:v>45611</c:v>
                </c:pt>
                <c:pt idx="1674">
                  <c:v>45614</c:v>
                </c:pt>
                <c:pt idx="1675">
                  <c:v>45615</c:v>
                </c:pt>
                <c:pt idx="1676">
                  <c:v>45616</c:v>
                </c:pt>
                <c:pt idx="1677">
                  <c:v>45617</c:v>
                </c:pt>
                <c:pt idx="1678">
                  <c:v>45618</c:v>
                </c:pt>
                <c:pt idx="1679">
                  <c:v>45621</c:v>
                </c:pt>
                <c:pt idx="1680">
                  <c:v>45622</c:v>
                </c:pt>
                <c:pt idx="1681">
                  <c:v>45624</c:v>
                </c:pt>
                <c:pt idx="1682">
                  <c:v>45625</c:v>
                </c:pt>
                <c:pt idx="1683">
                  <c:v>45628</c:v>
                </c:pt>
                <c:pt idx="1684">
                  <c:v>45629</c:v>
                </c:pt>
                <c:pt idx="1685">
                  <c:v>45630</c:v>
                </c:pt>
                <c:pt idx="1686">
                  <c:v>45631</c:v>
                </c:pt>
                <c:pt idx="1687">
                  <c:v>45632</c:v>
                </c:pt>
                <c:pt idx="1688">
                  <c:v>45635</c:v>
                </c:pt>
                <c:pt idx="1689">
                  <c:v>45636</c:v>
                </c:pt>
                <c:pt idx="1690">
                  <c:v>45637</c:v>
                </c:pt>
                <c:pt idx="1691">
                  <c:v>45638</c:v>
                </c:pt>
                <c:pt idx="1692">
                  <c:v>45639</c:v>
                </c:pt>
                <c:pt idx="1693">
                  <c:v>45642</c:v>
                </c:pt>
                <c:pt idx="1694">
                  <c:v>45643</c:v>
                </c:pt>
                <c:pt idx="1695">
                  <c:v>45644</c:v>
                </c:pt>
                <c:pt idx="1696">
                  <c:v>45645</c:v>
                </c:pt>
                <c:pt idx="1697">
                  <c:v>45646</c:v>
                </c:pt>
                <c:pt idx="1698">
                  <c:v>45649</c:v>
                </c:pt>
                <c:pt idx="1699">
                  <c:v>45650</c:v>
                </c:pt>
                <c:pt idx="1700">
                  <c:v>45653</c:v>
                </c:pt>
                <c:pt idx="1701">
                  <c:v>45656</c:v>
                </c:pt>
                <c:pt idx="1702">
                  <c:v>45659</c:v>
                </c:pt>
                <c:pt idx="1703">
                  <c:v>45660</c:v>
                </c:pt>
                <c:pt idx="1704">
                  <c:v>45663</c:v>
                </c:pt>
                <c:pt idx="1705">
                  <c:v>45664</c:v>
                </c:pt>
                <c:pt idx="1706">
                  <c:v>45665</c:v>
                </c:pt>
                <c:pt idx="1707">
                  <c:v>45666</c:v>
                </c:pt>
                <c:pt idx="1708">
                  <c:v>45667</c:v>
                </c:pt>
                <c:pt idx="1709">
                  <c:v>45670</c:v>
                </c:pt>
                <c:pt idx="1710">
                  <c:v>45671</c:v>
                </c:pt>
                <c:pt idx="1711">
                  <c:v>45672</c:v>
                </c:pt>
                <c:pt idx="1712">
                  <c:v>45673</c:v>
                </c:pt>
                <c:pt idx="1713">
                  <c:v>45674</c:v>
                </c:pt>
                <c:pt idx="1714">
                  <c:v>45677</c:v>
                </c:pt>
                <c:pt idx="1715">
                  <c:v>45678</c:v>
                </c:pt>
                <c:pt idx="1716">
                  <c:v>45679</c:v>
                </c:pt>
                <c:pt idx="1717">
                  <c:v>45680</c:v>
                </c:pt>
                <c:pt idx="1718">
                  <c:v>45681</c:v>
                </c:pt>
                <c:pt idx="1719">
                  <c:v>45687</c:v>
                </c:pt>
                <c:pt idx="1720">
                  <c:v>45688</c:v>
                </c:pt>
                <c:pt idx="1721">
                  <c:v>45691</c:v>
                </c:pt>
                <c:pt idx="1722">
                  <c:v>45692</c:v>
                </c:pt>
                <c:pt idx="1723">
                  <c:v>45693</c:v>
                </c:pt>
                <c:pt idx="1724">
                  <c:v>45694</c:v>
                </c:pt>
                <c:pt idx="1725">
                  <c:v>45695</c:v>
                </c:pt>
                <c:pt idx="1726">
                  <c:v>45698</c:v>
                </c:pt>
                <c:pt idx="1727">
                  <c:v>45699</c:v>
                </c:pt>
                <c:pt idx="1728">
                  <c:v>45700</c:v>
                </c:pt>
                <c:pt idx="1729">
                  <c:v>45701</c:v>
                </c:pt>
                <c:pt idx="1730">
                  <c:v>45702</c:v>
                </c:pt>
                <c:pt idx="1731">
                  <c:v>45705</c:v>
                </c:pt>
                <c:pt idx="1732">
                  <c:v>45706</c:v>
                </c:pt>
                <c:pt idx="1733">
                  <c:v>45707</c:v>
                </c:pt>
                <c:pt idx="1734">
                  <c:v>45708</c:v>
                </c:pt>
                <c:pt idx="1735">
                  <c:v>45709</c:v>
                </c:pt>
                <c:pt idx="1736">
                  <c:v>45712</c:v>
                </c:pt>
                <c:pt idx="1737">
                  <c:v>45713</c:v>
                </c:pt>
                <c:pt idx="1738">
                  <c:v>45714</c:v>
                </c:pt>
                <c:pt idx="1739">
                  <c:v>45715</c:v>
                </c:pt>
                <c:pt idx="1740">
                  <c:v>45716</c:v>
                </c:pt>
                <c:pt idx="1741">
                  <c:v>45719</c:v>
                </c:pt>
                <c:pt idx="1742">
                  <c:v>45720</c:v>
                </c:pt>
                <c:pt idx="1743">
                  <c:v>45721</c:v>
                </c:pt>
                <c:pt idx="1744">
                  <c:v>45722</c:v>
                </c:pt>
                <c:pt idx="1745">
                  <c:v>45723</c:v>
                </c:pt>
                <c:pt idx="1746">
                  <c:v>45726</c:v>
                </c:pt>
                <c:pt idx="1747">
                  <c:v>45727</c:v>
                </c:pt>
                <c:pt idx="1748">
                  <c:v>45728</c:v>
                </c:pt>
                <c:pt idx="1749">
                  <c:v>45729</c:v>
                </c:pt>
                <c:pt idx="1750">
                  <c:v>45730</c:v>
                </c:pt>
                <c:pt idx="1751">
                  <c:v>45733</c:v>
                </c:pt>
                <c:pt idx="1752">
                  <c:v>45734</c:v>
                </c:pt>
                <c:pt idx="1753">
                  <c:v>45735</c:v>
                </c:pt>
                <c:pt idx="1754">
                  <c:v>45736</c:v>
                </c:pt>
                <c:pt idx="1755">
                  <c:v>45737</c:v>
                </c:pt>
                <c:pt idx="1756">
                  <c:v>45740</c:v>
                </c:pt>
                <c:pt idx="1757">
                  <c:v>45741</c:v>
                </c:pt>
                <c:pt idx="1758">
                  <c:v>45742</c:v>
                </c:pt>
                <c:pt idx="1759">
                  <c:v>45743</c:v>
                </c:pt>
                <c:pt idx="1760">
                  <c:v>45755</c:v>
                </c:pt>
                <c:pt idx="1761">
                  <c:v>45756</c:v>
                </c:pt>
                <c:pt idx="1762">
                  <c:v>45757</c:v>
                </c:pt>
                <c:pt idx="1763">
                  <c:v>45758</c:v>
                </c:pt>
                <c:pt idx="1764">
                  <c:v>45761</c:v>
                </c:pt>
                <c:pt idx="1765">
                  <c:v>45762</c:v>
                </c:pt>
                <c:pt idx="1766">
                  <c:v>45763</c:v>
                </c:pt>
                <c:pt idx="1767">
                  <c:v>45764</c:v>
                </c:pt>
                <c:pt idx="1768">
                  <c:v>45768</c:v>
                </c:pt>
                <c:pt idx="1769">
                  <c:v>45769</c:v>
                </c:pt>
                <c:pt idx="1770">
                  <c:v>45770</c:v>
                </c:pt>
                <c:pt idx="1771">
                  <c:v>45771</c:v>
                </c:pt>
                <c:pt idx="1772">
                  <c:v>45772</c:v>
                </c:pt>
                <c:pt idx="1773">
                  <c:v>45775</c:v>
                </c:pt>
                <c:pt idx="1774">
                  <c:v>45776</c:v>
                </c:pt>
                <c:pt idx="1775">
                  <c:v>45777</c:v>
                </c:pt>
                <c:pt idx="1776">
                  <c:v>45779</c:v>
                </c:pt>
                <c:pt idx="1777">
                  <c:v>45782</c:v>
                </c:pt>
                <c:pt idx="1778">
                  <c:v>45783</c:v>
                </c:pt>
                <c:pt idx="1779">
                  <c:v>45784</c:v>
                </c:pt>
                <c:pt idx="1780">
                  <c:v>45785</c:v>
                </c:pt>
                <c:pt idx="1781">
                  <c:v>45786</c:v>
                </c:pt>
                <c:pt idx="1782">
                  <c:v>45791</c:v>
                </c:pt>
                <c:pt idx="1783">
                  <c:v>45792</c:v>
                </c:pt>
                <c:pt idx="1784">
                  <c:v>45793</c:v>
                </c:pt>
                <c:pt idx="1785">
                  <c:v>45796</c:v>
                </c:pt>
                <c:pt idx="1786">
                  <c:v>45797</c:v>
                </c:pt>
                <c:pt idx="1787">
                  <c:v>45798</c:v>
                </c:pt>
                <c:pt idx="1788">
                  <c:v>45799</c:v>
                </c:pt>
                <c:pt idx="1789">
                  <c:v>45800</c:v>
                </c:pt>
                <c:pt idx="1790">
                  <c:v>45803</c:v>
                </c:pt>
                <c:pt idx="1791">
                  <c:v>45804</c:v>
                </c:pt>
                <c:pt idx="1792">
                  <c:v>45805</c:v>
                </c:pt>
                <c:pt idx="1793">
                  <c:v>45810</c:v>
                </c:pt>
                <c:pt idx="1794">
                  <c:v>45811</c:v>
                </c:pt>
                <c:pt idx="1795">
                  <c:v>45812</c:v>
                </c:pt>
                <c:pt idx="1796">
                  <c:v>45813</c:v>
                </c:pt>
                <c:pt idx="1797">
                  <c:v>45818</c:v>
                </c:pt>
                <c:pt idx="1798">
                  <c:v>45819</c:v>
                </c:pt>
                <c:pt idx="1799">
                  <c:v>45820</c:v>
                </c:pt>
                <c:pt idx="1800">
                  <c:v>45821</c:v>
                </c:pt>
                <c:pt idx="1801">
                  <c:v>45824</c:v>
                </c:pt>
                <c:pt idx="1802">
                  <c:v>45825</c:v>
                </c:pt>
                <c:pt idx="1803">
                  <c:v>45826</c:v>
                </c:pt>
                <c:pt idx="1804">
                  <c:v>45827</c:v>
                </c:pt>
                <c:pt idx="1805">
                  <c:v>45828</c:v>
                </c:pt>
                <c:pt idx="1806">
                  <c:v>45831</c:v>
                </c:pt>
                <c:pt idx="1807">
                  <c:v>45832</c:v>
                </c:pt>
                <c:pt idx="1808">
                  <c:v>45833</c:v>
                </c:pt>
                <c:pt idx="1809">
                  <c:v>45834</c:v>
                </c:pt>
                <c:pt idx="1810">
                  <c:v>45838</c:v>
                </c:pt>
                <c:pt idx="1811">
                  <c:v>45839</c:v>
                </c:pt>
                <c:pt idx="1812">
                  <c:v>45840</c:v>
                </c:pt>
                <c:pt idx="1813">
                  <c:v>45841</c:v>
                </c:pt>
                <c:pt idx="1814">
                  <c:v>45842</c:v>
                </c:pt>
                <c:pt idx="1815">
                  <c:v>45845</c:v>
                </c:pt>
                <c:pt idx="1816">
                  <c:v>45846</c:v>
                </c:pt>
                <c:pt idx="1817">
                  <c:v>45847</c:v>
                </c:pt>
                <c:pt idx="1818">
                  <c:v>45848</c:v>
                </c:pt>
                <c:pt idx="1819">
                  <c:v>45849</c:v>
                </c:pt>
                <c:pt idx="1820">
                  <c:v>45852</c:v>
                </c:pt>
                <c:pt idx="1821">
                  <c:v>45853</c:v>
                </c:pt>
                <c:pt idx="1822">
                  <c:v>45854</c:v>
                </c:pt>
                <c:pt idx="1823">
                  <c:v>45855</c:v>
                </c:pt>
                <c:pt idx="1824">
                  <c:v>45856</c:v>
                </c:pt>
                <c:pt idx="1825">
                  <c:v>45859</c:v>
                </c:pt>
                <c:pt idx="1826">
                  <c:v>45860</c:v>
                </c:pt>
                <c:pt idx="1827">
                  <c:v>45861</c:v>
                </c:pt>
                <c:pt idx="1828">
                  <c:v>45862</c:v>
                </c:pt>
                <c:pt idx="1829">
                  <c:v>45863</c:v>
                </c:pt>
                <c:pt idx="1830">
                  <c:v>45866</c:v>
                </c:pt>
                <c:pt idx="1831">
                  <c:v>45867</c:v>
                </c:pt>
                <c:pt idx="1832">
                  <c:v>45868</c:v>
                </c:pt>
                <c:pt idx="1833">
                  <c:v>45869</c:v>
                </c:pt>
                <c:pt idx="1834">
                  <c:v>45870</c:v>
                </c:pt>
                <c:pt idx="1835">
                  <c:v>45873</c:v>
                </c:pt>
                <c:pt idx="1836">
                  <c:v>45874</c:v>
                </c:pt>
                <c:pt idx="1837">
                  <c:v>45875</c:v>
                </c:pt>
                <c:pt idx="1838">
                  <c:v>45876</c:v>
                </c:pt>
                <c:pt idx="1839">
                  <c:v>45877</c:v>
                </c:pt>
                <c:pt idx="1840">
                  <c:v>45880</c:v>
                </c:pt>
                <c:pt idx="1841">
                  <c:v>45881</c:v>
                </c:pt>
                <c:pt idx="1842">
                  <c:v>45882</c:v>
                </c:pt>
                <c:pt idx="1843">
                  <c:v>45883</c:v>
                </c:pt>
                <c:pt idx="1844">
                  <c:v>45884</c:v>
                </c:pt>
                <c:pt idx="1845">
                  <c:v>45888</c:v>
                </c:pt>
                <c:pt idx="1846">
                  <c:v>45889</c:v>
                </c:pt>
                <c:pt idx="1847">
                  <c:v>45890</c:v>
                </c:pt>
                <c:pt idx="1848">
                  <c:v>45891</c:v>
                </c:pt>
                <c:pt idx="1849">
                  <c:v>45894</c:v>
                </c:pt>
                <c:pt idx="1850">
                  <c:v>45895</c:v>
                </c:pt>
                <c:pt idx="1851">
                  <c:v>45896</c:v>
                </c:pt>
                <c:pt idx="1852">
                  <c:v>45897</c:v>
                </c:pt>
                <c:pt idx="1853">
                  <c:v>45898</c:v>
                </c:pt>
                <c:pt idx="1854">
                  <c:v>45901</c:v>
                </c:pt>
                <c:pt idx="1855">
                  <c:v>45902</c:v>
                </c:pt>
                <c:pt idx="1856">
                  <c:v>45903</c:v>
                </c:pt>
                <c:pt idx="1857">
                  <c:v>45904</c:v>
                </c:pt>
                <c:pt idx="1858">
                  <c:v>45908</c:v>
                </c:pt>
                <c:pt idx="1859">
                  <c:v>45909</c:v>
                </c:pt>
                <c:pt idx="1860">
                  <c:v>45910</c:v>
                </c:pt>
                <c:pt idx="1861">
                  <c:v>45911</c:v>
                </c:pt>
                <c:pt idx="1862">
                  <c:v>45912</c:v>
                </c:pt>
                <c:pt idx="1863">
                  <c:v>45915</c:v>
                </c:pt>
                <c:pt idx="1864">
                  <c:v>45916</c:v>
                </c:pt>
                <c:pt idx="1865">
                  <c:v>45917</c:v>
                </c:pt>
                <c:pt idx="1866">
                  <c:v>45918</c:v>
                </c:pt>
                <c:pt idx="1867">
                  <c:v>45919</c:v>
                </c:pt>
                <c:pt idx="1868">
                  <c:v>45922</c:v>
                </c:pt>
                <c:pt idx="1869">
                  <c:v>45923</c:v>
                </c:pt>
                <c:pt idx="1870">
                  <c:v>45924</c:v>
                </c:pt>
                <c:pt idx="1871">
                  <c:v>45925</c:v>
                </c:pt>
                <c:pt idx="1872">
                  <c:v>45926</c:v>
                </c:pt>
                <c:pt idx="1873">
                  <c:v>45929</c:v>
                </c:pt>
                <c:pt idx="1874">
                  <c:v>45930</c:v>
                </c:pt>
                <c:pt idx="1875">
                  <c:v>45931</c:v>
                </c:pt>
                <c:pt idx="1876">
                  <c:v>45932</c:v>
                </c:pt>
                <c:pt idx="1877">
                  <c:v>45933</c:v>
                </c:pt>
                <c:pt idx="1878">
                  <c:v>45936</c:v>
                </c:pt>
                <c:pt idx="1879">
                  <c:v>45937</c:v>
                </c:pt>
                <c:pt idx="1880">
                  <c:v>45938</c:v>
                </c:pt>
                <c:pt idx="1881">
                  <c:v>45939</c:v>
                </c:pt>
                <c:pt idx="1882">
                  <c:v>45940</c:v>
                </c:pt>
                <c:pt idx="1883">
                  <c:v>45943</c:v>
                </c:pt>
                <c:pt idx="1884">
                  <c:v>45944</c:v>
                </c:pt>
                <c:pt idx="1885">
                  <c:v>45945</c:v>
                </c:pt>
                <c:pt idx="1886">
                  <c:v>45946</c:v>
                </c:pt>
                <c:pt idx="1887">
                  <c:v>45947</c:v>
                </c:pt>
                <c:pt idx="1888">
                  <c:v>45950</c:v>
                </c:pt>
                <c:pt idx="1889">
                  <c:v>45951</c:v>
                </c:pt>
                <c:pt idx="1890">
                  <c:v>45952</c:v>
                </c:pt>
                <c:pt idx="1891">
                  <c:v>45953</c:v>
                </c:pt>
                <c:pt idx="1892">
                  <c:v>45954</c:v>
                </c:pt>
                <c:pt idx="1893">
                  <c:v>45957</c:v>
                </c:pt>
                <c:pt idx="1894">
                  <c:v>45958</c:v>
                </c:pt>
                <c:pt idx="1895">
                  <c:v>45959</c:v>
                </c:pt>
                <c:pt idx="1896">
                  <c:v>45960</c:v>
                </c:pt>
                <c:pt idx="1897">
                  <c:v>45961</c:v>
                </c:pt>
                <c:pt idx="1898">
                  <c:v>45964</c:v>
                </c:pt>
                <c:pt idx="1899">
                  <c:v>45965</c:v>
                </c:pt>
                <c:pt idx="1900">
                  <c:v>45966</c:v>
                </c:pt>
                <c:pt idx="1901">
                  <c:v>45967</c:v>
                </c:pt>
                <c:pt idx="1902">
                  <c:v>45968</c:v>
                </c:pt>
                <c:pt idx="1903">
                  <c:v>45971</c:v>
                </c:pt>
                <c:pt idx="1904">
                  <c:v>45972</c:v>
                </c:pt>
                <c:pt idx="1905">
                  <c:v>45973</c:v>
                </c:pt>
                <c:pt idx="1906">
                  <c:v>45974</c:v>
                </c:pt>
                <c:pt idx="1907">
                  <c:v>45975</c:v>
                </c:pt>
                <c:pt idx="1908">
                  <c:v>45978</c:v>
                </c:pt>
                <c:pt idx="1909">
                  <c:v>45979</c:v>
                </c:pt>
                <c:pt idx="1910">
                  <c:v>45980</c:v>
                </c:pt>
                <c:pt idx="1911">
                  <c:v>45981</c:v>
                </c:pt>
                <c:pt idx="1912">
                  <c:v>45982</c:v>
                </c:pt>
                <c:pt idx="1913">
                  <c:v>45985</c:v>
                </c:pt>
                <c:pt idx="1914">
                  <c:v>45986</c:v>
                </c:pt>
                <c:pt idx="1915">
                  <c:v>45987</c:v>
                </c:pt>
                <c:pt idx="1916">
                  <c:v>45988</c:v>
                </c:pt>
                <c:pt idx="1917">
                  <c:v>45989</c:v>
                </c:pt>
                <c:pt idx="1918">
                  <c:v>45992</c:v>
                </c:pt>
                <c:pt idx="1919">
                  <c:v>45993</c:v>
                </c:pt>
                <c:pt idx="1920">
                  <c:v>45994</c:v>
                </c:pt>
                <c:pt idx="1921">
                  <c:v>45995</c:v>
                </c:pt>
                <c:pt idx="1922">
                  <c:v>45996</c:v>
                </c:pt>
                <c:pt idx="1923">
                  <c:v>45999</c:v>
                </c:pt>
                <c:pt idx="1924">
                  <c:v>46000</c:v>
                </c:pt>
                <c:pt idx="1925">
                  <c:v>46001</c:v>
                </c:pt>
                <c:pt idx="1926">
                  <c:v>46002</c:v>
                </c:pt>
                <c:pt idx="1927">
                  <c:v>46003</c:v>
                </c:pt>
                <c:pt idx="1928">
                  <c:v>46006</c:v>
                </c:pt>
                <c:pt idx="1929">
                  <c:v>46007</c:v>
                </c:pt>
                <c:pt idx="1930">
                  <c:v>46008</c:v>
                </c:pt>
                <c:pt idx="1931">
                  <c:v>46009</c:v>
                </c:pt>
                <c:pt idx="1932">
                  <c:v>46010</c:v>
                </c:pt>
                <c:pt idx="1933">
                  <c:v>46013</c:v>
                </c:pt>
                <c:pt idx="1934">
                  <c:v>46014</c:v>
                </c:pt>
                <c:pt idx="1935">
                  <c:v>46015</c:v>
                </c:pt>
                <c:pt idx="1936">
                  <c:v>46020</c:v>
                </c:pt>
                <c:pt idx="1937">
                  <c:v>46021</c:v>
                </c:pt>
                <c:pt idx="1938">
                  <c:v>46024</c:v>
                </c:pt>
                <c:pt idx="1939">
                  <c:v>46027</c:v>
                </c:pt>
                <c:pt idx="1940">
                  <c:v>46028</c:v>
                </c:pt>
                <c:pt idx="1941">
                  <c:v>46029</c:v>
                </c:pt>
                <c:pt idx="1942">
                  <c:v>46030</c:v>
                </c:pt>
                <c:pt idx="1943">
                  <c:v>46031</c:v>
                </c:pt>
                <c:pt idx="1944">
                  <c:v>46034</c:v>
                </c:pt>
                <c:pt idx="1945">
                  <c:v>46035</c:v>
                </c:pt>
                <c:pt idx="1946">
                  <c:v>46036</c:v>
                </c:pt>
                <c:pt idx="1947">
                  <c:v>46037</c:v>
                </c:pt>
                <c:pt idx="1948">
                  <c:v>46041</c:v>
                </c:pt>
                <c:pt idx="1949">
                  <c:v>46042</c:v>
                </c:pt>
                <c:pt idx="1950">
                  <c:v>46043</c:v>
                </c:pt>
                <c:pt idx="1951">
                  <c:v>46044</c:v>
                </c:pt>
                <c:pt idx="1952">
                  <c:v>46045</c:v>
                </c:pt>
                <c:pt idx="1953">
                  <c:v>46048</c:v>
                </c:pt>
                <c:pt idx="1954">
                  <c:v>46049</c:v>
                </c:pt>
                <c:pt idx="1955">
                  <c:v>46050</c:v>
                </c:pt>
                <c:pt idx="1956">
                  <c:v>46051</c:v>
                </c:pt>
                <c:pt idx="1957">
                  <c:v>46052</c:v>
                </c:pt>
                <c:pt idx="1958">
                  <c:v>46055</c:v>
                </c:pt>
                <c:pt idx="1959">
                  <c:v>46056</c:v>
                </c:pt>
                <c:pt idx="1960">
                  <c:v>46057</c:v>
                </c:pt>
                <c:pt idx="1961">
                  <c:v>46058</c:v>
                </c:pt>
                <c:pt idx="1962">
                  <c:v>46059</c:v>
                </c:pt>
                <c:pt idx="1963">
                  <c:v>46062</c:v>
                </c:pt>
                <c:pt idx="1964">
                  <c:v>46063</c:v>
                </c:pt>
                <c:pt idx="1965">
                  <c:v>46064</c:v>
                </c:pt>
                <c:pt idx="1966">
                  <c:v>46065</c:v>
                </c:pt>
                <c:pt idx="1967">
                  <c:v>46066</c:v>
                </c:pt>
                <c:pt idx="1968">
                  <c:v>46071</c:v>
                </c:pt>
                <c:pt idx="1969">
                  <c:v>46072</c:v>
                </c:pt>
                <c:pt idx="1970">
                  <c:v>46073</c:v>
                </c:pt>
                <c:pt idx="1971">
                  <c:v>46076</c:v>
                </c:pt>
                <c:pt idx="1972">
                  <c:v>46077</c:v>
                </c:pt>
                <c:pt idx="1973">
                  <c:v>46078</c:v>
                </c:pt>
                <c:pt idx="1974">
                  <c:v>46079</c:v>
                </c:pt>
                <c:pt idx="1975">
                  <c:v>46080</c:v>
                </c:pt>
                <c:pt idx="1976">
                  <c:v>46083</c:v>
                </c:pt>
                <c:pt idx="1977">
                  <c:v>46084</c:v>
                </c:pt>
                <c:pt idx="1978">
                  <c:v>46085</c:v>
                </c:pt>
                <c:pt idx="1979">
                  <c:v>46086</c:v>
                </c:pt>
                <c:pt idx="1980">
                  <c:v>46087</c:v>
                </c:pt>
                <c:pt idx="1981">
                  <c:v>46090</c:v>
                </c:pt>
                <c:pt idx="1982">
                  <c:v>46091</c:v>
                </c:pt>
                <c:pt idx="1983">
                  <c:v>46092</c:v>
                </c:pt>
                <c:pt idx="1984">
                  <c:v>46093</c:v>
                </c:pt>
                <c:pt idx="1985">
                  <c:v>46094</c:v>
                </c:pt>
                <c:pt idx="1986">
                  <c:v>46097</c:v>
                </c:pt>
                <c:pt idx="1987">
                  <c:v>46098</c:v>
                </c:pt>
                <c:pt idx="1988">
                  <c:v>46106</c:v>
                </c:pt>
                <c:pt idx="1989">
                  <c:v>46107</c:v>
                </c:pt>
                <c:pt idx="1990">
                  <c:v>46108</c:v>
                </c:pt>
                <c:pt idx="1991">
                  <c:v>46111</c:v>
                </c:pt>
                <c:pt idx="1992">
                  <c:v>46112</c:v>
                </c:pt>
                <c:pt idx="1993">
                  <c:v>46113</c:v>
                </c:pt>
                <c:pt idx="1994">
                  <c:v>46114</c:v>
                </c:pt>
                <c:pt idx="1995">
                  <c:v>46118</c:v>
                </c:pt>
                <c:pt idx="1996">
                  <c:v>46119</c:v>
                </c:pt>
                <c:pt idx="1997">
                  <c:v>46120</c:v>
                </c:pt>
                <c:pt idx="1998">
                  <c:v>46121</c:v>
                </c:pt>
                <c:pt idx="1999">
                  <c:v>46122</c:v>
                </c:pt>
                <c:pt idx="2000" formatCode="d\-mmm\-yy">
                  <c:v>46125</c:v>
                </c:pt>
                <c:pt idx="2001" formatCode="d\-mmm\-yy">
                  <c:v>46126</c:v>
                </c:pt>
                <c:pt idx="2002" formatCode="d\-mmm\-yy">
                  <c:v>46127</c:v>
                </c:pt>
                <c:pt idx="2003" formatCode="d\-mmm\-yy">
                  <c:v>46128</c:v>
                </c:pt>
                <c:pt idx="2004" formatCode="d\-mmm\-yy">
                  <c:v>46129</c:v>
                </c:pt>
                <c:pt idx="2005" formatCode="d\-mmm\-yy">
                  <c:v>46132</c:v>
                </c:pt>
                <c:pt idx="2006" formatCode="d\-mmm\-yy">
                  <c:v>46133</c:v>
                </c:pt>
                <c:pt idx="2007" formatCode="d\-mmm\-yy">
                  <c:v>46134</c:v>
                </c:pt>
                <c:pt idx="2008" formatCode="d\-mmm\-yy">
                  <c:v>46135</c:v>
                </c:pt>
                <c:pt idx="2009" formatCode="d\-mmm\-yy">
                  <c:v>46136</c:v>
                </c:pt>
                <c:pt idx="2010" formatCode="d\-mmm\-yy">
                  <c:v>46139</c:v>
                </c:pt>
                <c:pt idx="2011" formatCode="d\-mmm\-yy">
                  <c:v>46140</c:v>
                </c:pt>
                <c:pt idx="2012" formatCode="d\-mmm\-yy">
                  <c:v>46141</c:v>
                </c:pt>
                <c:pt idx="2013" formatCode="d\-mmm\-yy">
                  <c:v>46142</c:v>
                </c:pt>
                <c:pt idx="2014" formatCode="d\-mmm\-yy">
                  <c:v>46147</c:v>
                </c:pt>
                <c:pt idx="2015" formatCode="d\-mmm\-yy">
                  <c:v>46148</c:v>
                </c:pt>
                <c:pt idx="2016" formatCode="d\-mmm\-yy">
                  <c:v>46149</c:v>
                </c:pt>
                <c:pt idx="2017" formatCode="d\-mmm\-yy">
                  <c:v>46150</c:v>
                </c:pt>
                <c:pt idx="2018" formatCode="d\-mmm\-yy">
                  <c:v>46153</c:v>
                </c:pt>
                <c:pt idx="2019" formatCode="d\-mmm\-yy">
                  <c:v>46154</c:v>
                </c:pt>
                <c:pt idx="2020" formatCode="d\-mmm\-yy">
                  <c:v>46155</c:v>
                </c:pt>
                <c:pt idx="2021" formatCode="d\-mmm\-yy">
                  <c:v>46160</c:v>
                </c:pt>
                <c:pt idx="2022" formatCode="d\-mmm\-yy">
                  <c:v>46161</c:v>
                </c:pt>
                <c:pt idx="2023" formatCode="d\-mmm\-yy">
                  <c:v>46162</c:v>
                </c:pt>
                <c:pt idx="2024" formatCode="d\-mmm\-yy">
                  <c:v>46163</c:v>
                </c:pt>
                <c:pt idx="2025" formatCode="d\-mmm\-yy">
                  <c:v>46164</c:v>
                </c:pt>
                <c:pt idx="2026" formatCode="d\-mmm\-yy">
                  <c:v>46167</c:v>
                </c:pt>
                <c:pt idx="2027" formatCode="d\-mmm\-yy">
                  <c:v>46168</c:v>
                </c:pt>
                <c:pt idx="2028" formatCode="d\-mmm\-yy">
                  <c:v>46171</c:v>
                </c:pt>
                <c:pt idx="2029" formatCode="d\-mmm\-yy">
                  <c:v>46175</c:v>
                </c:pt>
                <c:pt idx="2030" formatCode="d\-mmm\-yy">
                  <c:v>46176</c:v>
                </c:pt>
                <c:pt idx="2031" formatCode="d\-mmm\-yy">
                  <c:v>46177</c:v>
                </c:pt>
                <c:pt idx="2032" formatCode="d\-mmm\-yy">
                  <c:v>46178</c:v>
                </c:pt>
                <c:pt idx="2033" formatCode="d\-mmm\-yy">
                  <c:v>46181</c:v>
                </c:pt>
                <c:pt idx="2034" formatCode="d\-mmm\-yy">
                  <c:v>46182</c:v>
                </c:pt>
                <c:pt idx="2035" formatCode="d\-mmm\-yy">
                  <c:v>46183</c:v>
                </c:pt>
                <c:pt idx="2036" formatCode="d\-mmm\-yy">
                  <c:v>46184</c:v>
                </c:pt>
                <c:pt idx="2037" formatCode="d\-mmm\-yy">
                  <c:v>46185</c:v>
                </c:pt>
                <c:pt idx="2038" formatCode="d\-mmm\-yy">
                  <c:v>46188</c:v>
                </c:pt>
                <c:pt idx="2039" formatCode="d\-mmm\-yy">
                  <c:v>46190</c:v>
                </c:pt>
                <c:pt idx="2040" formatCode="d\-mmm\-yy">
                  <c:v>46191</c:v>
                </c:pt>
                <c:pt idx="2041" formatCode="d\-mmm\-yy">
                  <c:v>46192</c:v>
                </c:pt>
                <c:pt idx="2042" formatCode="d\-mmm\-yy">
                  <c:v>46195</c:v>
                </c:pt>
                <c:pt idx="2043" formatCode="d\-mmm\-yy">
                  <c:v>46196</c:v>
                </c:pt>
                <c:pt idx="2044" formatCode="d\-mmm\-yy">
                  <c:v>46197</c:v>
                </c:pt>
                <c:pt idx="2045" formatCode="d\-mmm\-yy">
                  <c:v>46198</c:v>
                </c:pt>
                <c:pt idx="2046" formatCode="d\-mmm\-yy">
                  <c:v>46199</c:v>
                </c:pt>
                <c:pt idx="2047" formatCode="d\-mmm\-yy">
                  <c:v>46202</c:v>
                </c:pt>
                <c:pt idx="2048" formatCode="d\-mmm\-yy">
                  <c:v>46203</c:v>
                </c:pt>
                <c:pt idx="2049" formatCode="d\-mmm\-yy">
                  <c:v>46204</c:v>
                </c:pt>
                <c:pt idx="2050" formatCode="d\-mmm\-yy">
                  <c:v>46205</c:v>
                </c:pt>
                <c:pt idx="2051" formatCode="d\-mmm\-yy">
                  <c:v>46206</c:v>
                </c:pt>
                <c:pt idx="2052" formatCode="d\-mmm\-yy">
                  <c:v>46209</c:v>
                </c:pt>
                <c:pt idx="2053" formatCode="d\-mmm\-yy">
                  <c:v>46210</c:v>
                </c:pt>
                <c:pt idx="2054" formatCode="d\-mmm\-yy">
                  <c:v>46211</c:v>
                </c:pt>
                <c:pt idx="2055" formatCode="d\-mmm\-yy">
                  <c:v>46212</c:v>
                </c:pt>
                <c:pt idx="2056" formatCode="d\-mmm\-yy">
                  <c:v>46213</c:v>
                </c:pt>
                <c:pt idx="2057" formatCode="d\-mmm\-yy">
                  <c:v>46216</c:v>
                </c:pt>
                <c:pt idx="2058" formatCode="d\-mmm\-yy">
                  <c:v>46217</c:v>
                </c:pt>
                <c:pt idx="2059" formatCode="d\-mmm\-yy">
                  <c:v>46218</c:v>
                </c:pt>
                <c:pt idx="2060" formatCode="d\-mmm\-yy">
                  <c:v>46219</c:v>
                </c:pt>
                <c:pt idx="2061" formatCode="d\-mmm\-yy">
                  <c:v>46220</c:v>
                </c:pt>
                <c:pt idx="2062" formatCode="d\-mmm\-yy">
                  <c:v>46223</c:v>
                </c:pt>
                <c:pt idx="2063" formatCode="d\-mmm\-yy">
                  <c:v>46224</c:v>
                </c:pt>
                <c:pt idx="2064" formatCode="d\-mmm\-yy">
                  <c:v>46225</c:v>
                </c:pt>
                <c:pt idx="2065" formatCode="d\-mmm\-yy">
                  <c:v>46226</c:v>
                </c:pt>
                <c:pt idx="2066" formatCode="d\-mmm\-yy">
                  <c:v>46227</c:v>
                </c:pt>
                <c:pt idx="2067" formatCode="d\-mmm\-yy">
                  <c:v>46230</c:v>
                </c:pt>
                <c:pt idx="2068" formatCode="d\-mmm\-yy">
                  <c:v>46231</c:v>
                </c:pt>
                <c:pt idx="2069" formatCode="d\-mmm\-yy">
                  <c:v>46232</c:v>
                </c:pt>
                <c:pt idx="2070" formatCode="d\-mmm\-yy">
                  <c:v>46233</c:v>
                </c:pt>
                <c:pt idx="2071" formatCode="d\-mmm\-yy">
                  <c:v>46234</c:v>
                </c:pt>
                <c:pt idx="2072" formatCode="d\-mmm\-yy">
                  <c:v>46237</c:v>
                </c:pt>
                <c:pt idx="2073" formatCode="d\-mmm\-yy">
                  <c:v>46238</c:v>
                </c:pt>
                <c:pt idx="2074" formatCode="d\-mmm\-yy">
                  <c:v>46239</c:v>
                </c:pt>
                <c:pt idx="2075" formatCode="d\-mmm\-yy">
                  <c:v>46240</c:v>
                </c:pt>
                <c:pt idx="2076" formatCode="d\-mmm\-yy">
                  <c:v>46241</c:v>
                </c:pt>
                <c:pt idx="2077" formatCode="d\-mmm\-yy">
                  <c:v>46244</c:v>
                </c:pt>
                <c:pt idx="2078" formatCode="d\-mmm\-yy">
                  <c:v>46245</c:v>
                </c:pt>
                <c:pt idx="2079" formatCode="d\-mmm\-yy">
                  <c:v>46246</c:v>
                </c:pt>
                <c:pt idx="2080" formatCode="d\-mmm\-yy">
                  <c:v>46247</c:v>
                </c:pt>
                <c:pt idx="2081" formatCode="d\-mmm\-yy">
                  <c:v>46248</c:v>
                </c:pt>
                <c:pt idx="2082" formatCode="d\-mmm\-yy">
                  <c:v>46252</c:v>
                </c:pt>
                <c:pt idx="2083" formatCode="d\-mmm\-yy">
                  <c:v>46253</c:v>
                </c:pt>
                <c:pt idx="2084" formatCode="d\-mmm\-yy">
                  <c:v>46254</c:v>
                </c:pt>
                <c:pt idx="2085" formatCode="d\-mmm\-yy">
                  <c:v>46255</c:v>
                </c:pt>
                <c:pt idx="2086" formatCode="d\-mmm\-yy">
                  <c:v>46258</c:v>
                </c:pt>
                <c:pt idx="2087" formatCode="d\-mmm\-yy">
                  <c:v>46260</c:v>
                </c:pt>
                <c:pt idx="2088" formatCode="d\-mmm\-yy">
                  <c:v>46261</c:v>
                </c:pt>
                <c:pt idx="2089" formatCode="d\-mmm\-yy">
                  <c:v>46262</c:v>
                </c:pt>
                <c:pt idx="2090" formatCode="d\-mmm\-yy">
                  <c:v>46265</c:v>
                </c:pt>
                <c:pt idx="2091" formatCode="d\-mmm\-yy">
                  <c:v>46266</c:v>
                </c:pt>
                <c:pt idx="2092" formatCode="d\-mmm\-yy">
                  <c:v>46267</c:v>
                </c:pt>
                <c:pt idx="2093" formatCode="d\-mmm\-yy">
                  <c:v>46268</c:v>
                </c:pt>
                <c:pt idx="2094" formatCode="d\-mmm\-yy">
                  <c:v>46269</c:v>
                </c:pt>
                <c:pt idx="2095" formatCode="d\-mmm\-yy">
                  <c:v>46272</c:v>
                </c:pt>
                <c:pt idx="2096" formatCode="d\-mmm\-yy">
                  <c:v>46273</c:v>
                </c:pt>
                <c:pt idx="2097" formatCode="d\-mmm\-yy">
                  <c:v>46274</c:v>
                </c:pt>
                <c:pt idx="2098" formatCode="d\-mmm\-yy">
                  <c:v>46275</c:v>
                </c:pt>
                <c:pt idx="2099" formatCode="d\-mmm\-yy">
                  <c:v>46276</c:v>
                </c:pt>
                <c:pt idx="2100" formatCode="d\-mmm\-yy">
                  <c:v>46279</c:v>
                </c:pt>
                <c:pt idx="2101" formatCode="d\-mmm\-yy">
                  <c:v>46280</c:v>
                </c:pt>
                <c:pt idx="2102" formatCode="d\-mmm\-yy">
                  <c:v>46281</c:v>
                </c:pt>
                <c:pt idx="2103" formatCode="d\-mmm\-yy">
                  <c:v>46282</c:v>
                </c:pt>
                <c:pt idx="2104" formatCode="d\-mmm\-yy">
                  <c:v>46283</c:v>
                </c:pt>
                <c:pt idx="2105" formatCode="d\-mmm\-yy">
                  <c:v>46286</c:v>
                </c:pt>
                <c:pt idx="2106" formatCode="d\-mmm\-yy">
                  <c:v>46287</c:v>
                </c:pt>
              </c:numCache>
            </c:numRef>
          </c:cat>
          <c:val>
            <c:numRef>
              <c:f>Sheet1!$B$2:$B$2108</c:f>
              <c:numCache>
                <c:formatCode>_(* #,##0.0_);_(* \(#,##0.0\);_(* "-"_);_(@_)</c:formatCode>
                <c:ptCount val="2107"/>
                <c:pt idx="0">
                  <c:v>5.0629999999999997</c:v>
                </c:pt>
                <c:pt idx="1">
                  <c:v>5.0670000000000002</c:v>
                </c:pt>
                <c:pt idx="2">
                  <c:v>5.0330000000000004</c:v>
                </c:pt>
                <c:pt idx="3">
                  <c:v>4.9619999999999997</c:v>
                </c:pt>
                <c:pt idx="4">
                  <c:v>4.9239999999999995</c:v>
                </c:pt>
                <c:pt idx="5">
                  <c:v>4.8849999999999998</c:v>
                </c:pt>
                <c:pt idx="6">
                  <c:v>7.1159999999999997</c:v>
                </c:pt>
                <c:pt idx="7">
                  <c:v>7.6149999999999993</c:v>
                </c:pt>
                <c:pt idx="8">
                  <c:v>7.7189999999999994</c:v>
                </c:pt>
                <c:pt idx="9">
                  <c:v>7.7279999999999998</c:v>
                </c:pt>
                <c:pt idx="10">
                  <c:v>7.7490000000000006</c:v>
                </c:pt>
                <c:pt idx="11">
                  <c:v>7.7219999999999995</c:v>
                </c:pt>
                <c:pt idx="12">
                  <c:v>7.5120000000000005</c:v>
                </c:pt>
                <c:pt idx="13">
                  <c:v>7.4700000000000006</c:v>
                </c:pt>
                <c:pt idx="14">
                  <c:v>7.5179999999999998</c:v>
                </c:pt>
                <c:pt idx="15">
                  <c:v>7.8789999999999996</c:v>
                </c:pt>
                <c:pt idx="16">
                  <c:v>7.99</c:v>
                </c:pt>
                <c:pt idx="17">
                  <c:v>7.9949999999999992</c:v>
                </c:pt>
                <c:pt idx="18">
                  <c:v>7.91</c:v>
                </c:pt>
                <c:pt idx="19">
                  <c:v>7.8780000000000001</c:v>
                </c:pt>
                <c:pt idx="20">
                  <c:v>7.3319999999999999</c:v>
                </c:pt>
                <c:pt idx="21">
                  <c:v>7.6609999999999996</c:v>
                </c:pt>
                <c:pt idx="22">
                  <c:v>7.7560000000000002</c:v>
                </c:pt>
                <c:pt idx="23">
                  <c:v>7.7990000000000004</c:v>
                </c:pt>
                <c:pt idx="24">
                  <c:v>7.7460000000000004</c:v>
                </c:pt>
                <c:pt idx="25">
                  <c:v>7.6340000000000003</c:v>
                </c:pt>
                <c:pt idx="26">
                  <c:v>7.6869999999999994</c:v>
                </c:pt>
                <c:pt idx="27">
                  <c:v>7.4859999999999998</c:v>
                </c:pt>
                <c:pt idx="28">
                  <c:v>7.3069999999999995</c:v>
                </c:pt>
                <c:pt idx="29">
                  <c:v>6.766</c:v>
                </c:pt>
                <c:pt idx="30">
                  <c:v>6.5570000000000004</c:v>
                </c:pt>
                <c:pt idx="31">
                  <c:v>6.5210000000000008</c:v>
                </c:pt>
                <c:pt idx="32">
                  <c:v>6.2839999999999989</c:v>
                </c:pt>
                <c:pt idx="33">
                  <c:v>6.21</c:v>
                </c:pt>
                <c:pt idx="34">
                  <c:v>6.2010000000000005</c:v>
                </c:pt>
                <c:pt idx="35">
                  <c:v>6.1660000000000004</c:v>
                </c:pt>
                <c:pt idx="36">
                  <c:v>5.9889999999999999</c:v>
                </c:pt>
                <c:pt idx="37">
                  <c:v>5.9610000000000003</c:v>
                </c:pt>
                <c:pt idx="38">
                  <c:v>5.9470000000000001</c:v>
                </c:pt>
                <c:pt idx="39">
                  <c:v>5.9159999999999995</c:v>
                </c:pt>
                <c:pt idx="40">
                  <c:v>6.0810000000000004</c:v>
                </c:pt>
                <c:pt idx="41">
                  <c:v>6.1830000000000007</c:v>
                </c:pt>
                <c:pt idx="42">
                  <c:v>6.0440000000000005</c:v>
                </c:pt>
                <c:pt idx="43">
                  <c:v>6.1479999999999997</c:v>
                </c:pt>
                <c:pt idx="44">
                  <c:v>6.18</c:v>
                </c:pt>
                <c:pt idx="45">
                  <c:v>5.6959999999999997</c:v>
                </c:pt>
                <c:pt idx="46">
                  <c:v>5.5289999999999999</c:v>
                </c:pt>
                <c:pt idx="47">
                  <c:v>5.133</c:v>
                </c:pt>
                <c:pt idx="48">
                  <c:v>5.1390000000000002</c:v>
                </c:pt>
                <c:pt idx="49">
                  <c:v>4.9009999999999998</c:v>
                </c:pt>
                <c:pt idx="50">
                  <c:v>4.867</c:v>
                </c:pt>
                <c:pt idx="51">
                  <c:v>5.0259999999999998</c:v>
                </c:pt>
                <c:pt idx="52">
                  <c:v>4.9320000000000004</c:v>
                </c:pt>
                <c:pt idx="53">
                  <c:v>5.0299999999999994</c:v>
                </c:pt>
                <c:pt idx="54">
                  <c:v>4.7930000000000001</c:v>
                </c:pt>
                <c:pt idx="55">
                  <c:v>4.8820000000000006</c:v>
                </c:pt>
                <c:pt idx="56">
                  <c:v>5.0149999999999997</c:v>
                </c:pt>
                <c:pt idx="57">
                  <c:v>4.8099999999999996</c:v>
                </c:pt>
                <c:pt idx="58">
                  <c:v>4.5819999999999999</c:v>
                </c:pt>
                <c:pt idx="59">
                  <c:v>4.3760000000000003</c:v>
                </c:pt>
                <c:pt idx="60">
                  <c:v>4.375</c:v>
                </c:pt>
                <c:pt idx="61">
                  <c:v>4.2489999999999997</c:v>
                </c:pt>
                <c:pt idx="62">
                  <c:v>4.2840000000000007</c:v>
                </c:pt>
                <c:pt idx="63">
                  <c:v>4.2770000000000001</c:v>
                </c:pt>
                <c:pt idx="64">
                  <c:v>4.4039999999999999</c:v>
                </c:pt>
                <c:pt idx="65">
                  <c:v>4.4350000000000005</c:v>
                </c:pt>
                <c:pt idx="66">
                  <c:v>4.4080000000000004</c:v>
                </c:pt>
                <c:pt idx="67">
                  <c:v>4.45</c:v>
                </c:pt>
                <c:pt idx="68">
                  <c:v>4.5270000000000001</c:v>
                </c:pt>
                <c:pt idx="69">
                  <c:v>4.5280000000000005</c:v>
                </c:pt>
                <c:pt idx="70">
                  <c:v>4.7460000000000004</c:v>
                </c:pt>
                <c:pt idx="71">
                  <c:v>4.7600000000000007</c:v>
                </c:pt>
                <c:pt idx="72">
                  <c:v>4.6970000000000001</c:v>
                </c:pt>
                <c:pt idx="73">
                  <c:v>4.6469999999999994</c:v>
                </c:pt>
                <c:pt idx="74">
                  <c:v>4.6370000000000005</c:v>
                </c:pt>
                <c:pt idx="75">
                  <c:v>4.5839999999999996</c:v>
                </c:pt>
                <c:pt idx="76">
                  <c:v>4.6059999999999999</c:v>
                </c:pt>
                <c:pt idx="77">
                  <c:v>4.617</c:v>
                </c:pt>
                <c:pt idx="78">
                  <c:v>3.4489999999999998</c:v>
                </c:pt>
                <c:pt idx="79">
                  <c:v>3.2550000000000003</c:v>
                </c:pt>
                <c:pt idx="80">
                  <c:v>3.1489999999999996</c:v>
                </c:pt>
                <c:pt idx="81">
                  <c:v>3.0569999999999999</c:v>
                </c:pt>
                <c:pt idx="82">
                  <c:v>2.9669999999999996</c:v>
                </c:pt>
                <c:pt idx="83">
                  <c:v>2.8209999999999997</c:v>
                </c:pt>
                <c:pt idx="84">
                  <c:v>2.8490000000000002</c:v>
                </c:pt>
                <c:pt idx="85">
                  <c:v>2.7829999999999999</c:v>
                </c:pt>
                <c:pt idx="86">
                  <c:v>3.08</c:v>
                </c:pt>
                <c:pt idx="87">
                  <c:v>3.2309999999999999</c:v>
                </c:pt>
                <c:pt idx="88">
                  <c:v>3.218</c:v>
                </c:pt>
                <c:pt idx="89">
                  <c:v>3.0949999999999998</c:v>
                </c:pt>
                <c:pt idx="90">
                  <c:v>4.2549999999999999</c:v>
                </c:pt>
                <c:pt idx="91">
                  <c:v>4.5289999999999999</c:v>
                </c:pt>
                <c:pt idx="92">
                  <c:v>4.29</c:v>
                </c:pt>
                <c:pt idx="93">
                  <c:v>4.3010000000000002</c:v>
                </c:pt>
                <c:pt idx="94">
                  <c:v>3.9750000000000001</c:v>
                </c:pt>
                <c:pt idx="95">
                  <c:v>4.1640000000000006</c:v>
                </c:pt>
                <c:pt idx="96">
                  <c:v>4.218</c:v>
                </c:pt>
                <c:pt idx="97">
                  <c:v>4.3389999999999995</c:v>
                </c:pt>
                <c:pt idx="98">
                  <c:v>4.2270000000000003</c:v>
                </c:pt>
                <c:pt idx="99">
                  <c:v>4.3310000000000004</c:v>
                </c:pt>
                <c:pt idx="100">
                  <c:v>4.2160000000000002</c:v>
                </c:pt>
                <c:pt idx="101">
                  <c:v>4.2250000000000005</c:v>
                </c:pt>
                <c:pt idx="102">
                  <c:v>4.0860000000000003</c:v>
                </c:pt>
                <c:pt idx="103">
                  <c:v>3.8420000000000001</c:v>
                </c:pt>
                <c:pt idx="104">
                  <c:v>3.66</c:v>
                </c:pt>
                <c:pt idx="105">
                  <c:v>3.8539999999999996</c:v>
                </c:pt>
                <c:pt idx="106">
                  <c:v>3.9750000000000001</c:v>
                </c:pt>
                <c:pt idx="107">
                  <c:v>4.0599999999999996</c:v>
                </c:pt>
                <c:pt idx="108">
                  <c:v>4.2370000000000001</c:v>
                </c:pt>
                <c:pt idx="109">
                  <c:v>4.2279999999999998</c:v>
                </c:pt>
                <c:pt idx="110">
                  <c:v>4.0469999999999997</c:v>
                </c:pt>
                <c:pt idx="111">
                  <c:v>3.9849999999999994</c:v>
                </c:pt>
                <c:pt idx="112">
                  <c:v>3.8820000000000001</c:v>
                </c:pt>
                <c:pt idx="113">
                  <c:v>3.9660000000000002</c:v>
                </c:pt>
                <c:pt idx="114">
                  <c:v>3.9129999999999998</c:v>
                </c:pt>
                <c:pt idx="115">
                  <c:v>3.8340000000000001</c:v>
                </c:pt>
                <c:pt idx="116">
                  <c:v>3.8039999999999998</c:v>
                </c:pt>
                <c:pt idx="117">
                  <c:v>3.7310000000000003</c:v>
                </c:pt>
                <c:pt idx="118">
                  <c:v>3.6389999999999998</c:v>
                </c:pt>
                <c:pt idx="119">
                  <c:v>3.653</c:v>
                </c:pt>
                <c:pt idx="120">
                  <c:v>3.601</c:v>
                </c:pt>
                <c:pt idx="121">
                  <c:v>3.5470000000000002</c:v>
                </c:pt>
                <c:pt idx="122">
                  <c:v>3.5740000000000003</c:v>
                </c:pt>
                <c:pt idx="123">
                  <c:v>3.61</c:v>
                </c:pt>
                <c:pt idx="124">
                  <c:v>3.5830000000000002</c:v>
                </c:pt>
                <c:pt idx="125">
                  <c:v>3.5909999999999997</c:v>
                </c:pt>
                <c:pt idx="126">
                  <c:v>3.7280000000000002</c:v>
                </c:pt>
                <c:pt idx="127">
                  <c:v>3.9510000000000005</c:v>
                </c:pt>
                <c:pt idx="128">
                  <c:v>4.5979999999999999</c:v>
                </c:pt>
                <c:pt idx="129">
                  <c:v>4.0550000000000006</c:v>
                </c:pt>
                <c:pt idx="130">
                  <c:v>4.0199999999999996</c:v>
                </c:pt>
                <c:pt idx="131">
                  <c:v>4.0259999999999998</c:v>
                </c:pt>
                <c:pt idx="132">
                  <c:v>3.9899999999999998</c:v>
                </c:pt>
                <c:pt idx="133">
                  <c:v>3.9800000000000004</c:v>
                </c:pt>
                <c:pt idx="134">
                  <c:v>3.8330000000000002</c:v>
                </c:pt>
                <c:pt idx="135">
                  <c:v>3.7210000000000001</c:v>
                </c:pt>
                <c:pt idx="136">
                  <c:v>3.5169999999999999</c:v>
                </c:pt>
                <c:pt idx="137">
                  <c:v>3.5180000000000002</c:v>
                </c:pt>
                <c:pt idx="138">
                  <c:v>3.504</c:v>
                </c:pt>
                <c:pt idx="139">
                  <c:v>3.5549999999999997</c:v>
                </c:pt>
                <c:pt idx="140">
                  <c:v>3.5419999999999998</c:v>
                </c:pt>
                <c:pt idx="141">
                  <c:v>3.488</c:v>
                </c:pt>
                <c:pt idx="142">
                  <c:v>3.38</c:v>
                </c:pt>
                <c:pt idx="143">
                  <c:v>3.3099999999999996</c:v>
                </c:pt>
                <c:pt idx="144">
                  <c:v>3.05</c:v>
                </c:pt>
                <c:pt idx="145">
                  <c:v>3.024</c:v>
                </c:pt>
                <c:pt idx="146">
                  <c:v>2.984</c:v>
                </c:pt>
                <c:pt idx="147">
                  <c:v>2.9359999999999999</c:v>
                </c:pt>
                <c:pt idx="148">
                  <c:v>2.9449999999999998</c:v>
                </c:pt>
                <c:pt idx="149">
                  <c:v>3.0179999999999998</c:v>
                </c:pt>
                <c:pt idx="150">
                  <c:v>3.1109999999999998</c:v>
                </c:pt>
                <c:pt idx="151">
                  <c:v>3.0550000000000002</c:v>
                </c:pt>
                <c:pt idx="152">
                  <c:v>3.0300000000000002</c:v>
                </c:pt>
                <c:pt idx="153">
                  <c:v>2.984</c:v>
                </c:pt>
                <c:pt idx="154">
                  <c:v>2.9659999999999997</c:v>
                </c:pt>
                <c:pt idx="155">
                  <c:v>3.0259999999999998</c:v>
                </c:pt>
                <c:pt idx="156">
                  <c:v>2.9990000000000001</c:v>
                </c:pt>
                <c:pt idx="157">
                  <c:v>2.9569999999999999</c:v>
                </c:pt>
                <c:pt idx="158">
                  <c:v>2.839</c:v>
                </c:pt>
                <c:pt idx="159">
                  <c:v>2.835</c:v>
                </c:pt>
                <c:pt idx="160">
                  <c:v>2.7519999999999998</c:v>
                </c:pt>
                <c:pt idx="161">
                  <c:v>2.7269999999999999</c:v>
                </c:pt>
                <c:pt idx="162">
                  <c:v>2.6630000000000003</c:v>
                </c:pt>
                <c:pt idx="163">
                  <c:v>2.633</c:v>
                </c:pt>
                <c:pt idx="164">
                  <c:v>2.444</c:v>
                </c:pt>
                <c:pt idx="165">
                  <c:v>2.4490000000000003</c:v>
                </c:pt>
                <c:pt idx="166">
                  <c:v>2.431</c:v>
                </c:pt>
                <c:pt idx="167">
                  <c:v>2.4039999999999999</c:v>
                </c:pt>
                <c:pt idx="168">
                  <c:v>2.3929999999999998</c:v>
                </c:pt>
                <c:pt idx="169">
                  <c:v>2.375</c:v>
                </c:pt>
                <c:pt idx="170">
                  <c:v>2.27</c:v>
                </c:pt>
                <c:pt idx="171">
                  <c:v>2.222</c:v>
                </c:pt>
                <c:pt idx="172">
                  <c:v>2.2509999999999999</c:v>
                </c:pt>
                <c:pt idx="173">
                  <c:v>2.2749999999999999</c:v>
                </c:pt>
                <c:pt idx="174">
                  <c:v>2.387</c:v>
                </c:pt>
                <c:pt idx="175">
                  <c:v>2.4009999999999998</c:v>
                </c:pt>
                <c:pt idx="176">
                  <c:v>2.4340000000000002</c:v>
                </c:pt>
                <c:pt idx="177">
                  <c:v>2.3810000000000002</c:v>
                </c:pt>
                <c:pt idx="178">
                  <c:v>2.4420000000000002</c:v>
                </c:pt>
                <c:pt idx="179">
                  <c:v>2.492</c:v>
                </c:pt>
                <c:pt idx="180">
                  <c:v>2.4689999999999999</c:v>
                </c:pt>
                <c:pt idx="181">
                  <c:v>2.4929999999999999</c:v>
                </c:pt>
                <c:pt idx="182">
                  <c:v>2.4729999999999999</c:v>
                </c:pt>
                <c:pt idx="183">
                  <c:v>2.5030000000000001</c:v>
                </c:pt>
                <c:pt idx="184">
                  <c:v>2.573</c:v>
                </c:pt>
                <c:pt idx="185">
                  <c:v>2.46</c:v>
                </c:pt>
                <c:pt idx="186">
                  <c:v>2.3660000000000001</c:v>
                </c:pt>
                <c:pt idx="187">
                  <c:v>2.331</c:v>
                </c:pt>
                <c:pt idx="188">
                  <c:v>2.5030000000000001</c:v>
                </c:pt>
                <c:pt idx="189">
                  <c:v>2.1989999999999998</c:v>
                </c:pt>
                <c:pt idx="190">
                  <c:v>2.0070000000000001</c:v>
                </c:pt>
                <c:pt idx="191">
                  <c:v>2.0529999999999999</c:v>
                </c:pt>
                <c:pt idx="192">
                  <c:v>2.0009999999999999</c:v>
                </c:pt>
                <c:pt idx="193">
                  <c:v>1.9140000000000001</c:v>
                </c:pt>
                <c:pt idx="194">
                  <c:v>1.9480000000000002</c:v>
                </c:pt>
                <c:pt idx="195">
                  <c:v>1.94</c:v>
                </c:pt>
                <c:pt idx="196">
                  <c:v>2.032</c:v>
                </c:pt>
                <c:pt idx="197">
                  <c:v>2.1800000000000002</c:v>
                </c:pt>
                <c:pt idx="198">
                  <c:v>2.1110000000000002</c:v>
                </c:pt>
                <c:pt idx="199">
                  <c:v>2.1510000000000002</c:v>
                </c:pt>
                <c:pt idx="200">
                  <c:v>2.17</c:v>
                </c:pt>
                <c:pt idx="201">
                  <c:v>2.3730000000000002</c:v>
                </c:pt>
                <c:pt idx="202">
                  <c:v>2.298</c:v>
                </c:pt>
                <c:pt idx="203">
                  <c:v>2.169</c:v>
                </c:pt>
                <c:pt idx="204">
                  <c:v>2.3879999999999999</c:v>
                </c:pt>
                <c:pt idx="205">
                  <c:v>2.41</c:v>
                </c:pt>
                <c:pt idx="206">
                  <c:v>2.363</c:v>
                </c:pt>
                <c:pt idx="207">
                  <c:v>2.306</c:v>
                </c:pt>
                <c:pt idx="208">
                  <c:v>2.3730000000000002</c:v>
                </c:pt>
                <c:pt idx="209">
                  <c:v>2.1779999999999999</c:v>
                </c:pt>
                <c:pt idx="210">
                  <c:v>2.3359999999999999</c:v>
                </c:pt>
                <c:pt idx="211">
                  <c:v>2.3959999999999999</c:v>
                </c:pt>
                <c:pt idx="212">
                  <c:v>2.411</c:v>
                </c:pt>
                <c:pt idx="213">
                  <c:v>2.4470000000000001</c:v>
                </c:pt>
                <c:pt idx="214">
                  <c:v>2.4299999999999997</c:v>
                </c:pt>
                <c:pt idx="215">
                  <c:v>2.4079999999999999</c:v>
                </c:pt>
                <c:pt idx="216">
                  <c:v>2.4219999999999997</c:v>
                </c:pt>
                <c:pt idx="217">
                  <c:v>2.3290000000000002</c:v>
                </c:pt>
                <c:pt idx="218">
                  <c:v>2.327</c:v>
                </c:pt>
                <c:pt idx="219">
                  <c:v>2.2999999999999998</c:v>
                </c:pt>
                <c:pt idx="220">
                  <c:v>2.391</c:v>
                </c:pt>
                <c:pt idx="221">
                  <c:v>2.3820000000000001</c:v>
                </c:pt>
                <c:pt idx="222">
                  <c:v>2.3929999999999998</c:v>
                </c:pt>
                <c:pt idx="223">
                  <c:v>2.3820000000000001</c:v>
                </c:pt>
                <c:pt idx="224">
                  <c:v>2.4009999999999998</c:v>
                </c:pt>
                <c:pt idx="225">
                  <c:v>2.3650000000000002</c:v>
                </c:pt>
                <c:pt idx="226">
                  <c:v>2.3050000000000002</c:v>
                </c:pt>
                <c:pt idx="227">
                  <c:v>2.3849999999999998</c:v>
                </c:pt>
                <c:pt idx="228">
                  <c:v>2.3720000000000003</c:v>
                </c:pt>
                <c:pt idx="229">
                  <c:v>2.3279999999999998</c:v>
                </c:pt>
                <c:pt idx="230">
                  <c:v>2.27</c:v>
                </c:pt>
                <c:pt idx="231">
                  <c:v>2.2599999999999998</c:v>
                </c:pt>
                <c:pt idx="232">
                  <c:v>2.2589999999999999</c:v>
                </c:pt>
                <c:pt idx="233">
                  <c:v>2.3410000000000002</c:v>
                </c:pt>
                <c:pt idx="234">
                  <c:v>2.2290000000000001</c:v>
                </c:pt>
                <c:pt idx="235">
                  <c:v>2.2849999999999997</c:v>
                </c:pt>
                <c:pt idx="236">
                  <c:v>2.254</c:v>
                </c:pt>
                <c:pt idx="237">
                  <c:v>2.3420000000000001</c:v>
                </c:pt>
                <c:pt idx="238">
                  <c:v>2.407</c:v>
                </c:pt>
                <c:pt idx="239">
                  <c:v>2.4580000000000002</c:v>
                </c:pt>
                <c:pt idx="240">
                  <c:v>2.484</c:v>
                </c:pt>
                <c:pt idx="241">
                  <c:v>2.5100000000000002</c:v>
                </c:pt>
                <c:pt idx="242">
                  <c:v>2.4449999999999998</c:v>
                </c:pt>
                <c:pt idx="243">
                  <c:v>2.488</c:v>
                </c:pt>
                <c:pt idx="244">
                  <c:v>2.4740000000000002</c:v>
                </c:pt>
                <c:pt idx="245">
                  <c:v>2.5059999999999998</c:v>
                </c:pt>
                <c:pt idx="246">
                  <c:v>3.399</c:v>
                </c:pt>
                <c:pt idx="247">
                  <c:v>1.94</c:v>
                </c:pt>
                <c:pt idx="248">
                  <c:v>1.6830000000000001</c:v>
                </c:pt>
                <c:pt idx="249">
                  <c:v>1.879</c:v>
                </c:pt>
                <c:pt idx="250">
                  <c:v>1.857</c:v>
                </c:pt>
                <c:pt idx="251">
                  <c:v>2.5430000000000001</c:v>
                </c:pt>
                <c:pt idx="252">
                  <c:v>2.5940000000000003</c:v>
                </c:pt>
                <c:pt idx="253">
                  <c:v>2.5289999999999999</c:v>
                </c:pt>
                <c:pt idx="254">
                  <c:v>2.4660000000000002</c:v>
                </c:pt>
                <c:pt idx="255">
                  <c:v>2.3890000000000002</c:v>
                </c:pt>
                <c:pt idx="256">
                  <c:v>2.355</c:v>
                </c:pt>
                <c:pt idx="257">
                  <c:v>2.282</c:v>
                </c:pt>
                <c:pt idx="258">
                  <c:v>2.3820000000000001</c:v>
                </c:pt>
                <c:pt idx="259">
                  <c:v>2.2650000000000001</c:v>
                </c:pt>
                <c:pt idx="260">
                  <c:v>2.125</c:v>
                </c:pt>
                <c:pt idx="261">
                  <c:v>2.214</c:v>
                </c:pt>
                <c:pt idx="262">
                  <c:v>2.2190000000000003</c:v>
                </c:pt>
                <c:pt idx="263">
                  <c:v>2.1890000000000001</c:v>
                </c:pt>
                <c:pt idx="264">
                  <c:v>2.2280000000000002</c:v>
                </c:pt>
                <c:pt idx="265">
                  <c:v>2.1779999999999999</c:v>
                </c:pt>
                <c:pt idx="266">
                  <c:v>2.2720000000000002</c:v>
                </c:pt>
                <c:pt idx="267">
                  <c:v>2.379</c:v>
                </c:pt>
                <c:pt idx="268">
                  <c:v>2.5489999999999999</c:v>
                </c:pt>
                <c:pt idx="269">
                  <c:v>2.6950000000000003</c:v>
                </c:pt>
                <c:pt idx="270">
                  <c:v>2.8029999999999999</c:v>
                </c:pt>
                <c:pt idx="271">
                  <c:v>2.74</c:v>
                </c:pt>
                <c:pt idx="272">
                  <c:v>2.6870000000000003</c:v>
                </c:pt>
                <c:pt idx="273">
                  <c:v>2.6669999999999998</c:v>
                </c:pt>
                <c:pt idx="274">
                  <c:v>2.7589999999999999</c:v>
                </c:pt>
                <c:pt idx="275">
                  <c:v>2.8080000000000003</c:v>
                </c:pt>
                <c:pt idx="276">
                  <c:v>2.726</c:v>
                </c:pt>
                <c:pt idx="277">
                  <c:v>2.8220000000000001</c:v>
                </c:pt>
                <c:pt idx="278">
                  <c:v>2.8940000000000001</c:v>
                </c:pt>
                <c:pt idx="279">
                  <c:v>2.7530000000000001</c:v>
                </c:pt>
                <c:pt idx="280">
                  <c:v>2.8039999999999998</c:v>
                </c:pt>
                <c:pt idx="281">
                  <c:v>2.657</c:v>
                </c:pt>
                <c:pt idx="282">
                  <c:v>2.7289999999999996</c:v>
                </c:pt>
                <c:pt idx="283">
                  <c:v>2.806</c:v>
                </c:pt>
                <c:pt idx="284">
                  <c:v>2.891</c:v>
                </c:pt>
                <c:pt idx="285">
                  <c:v>2.8049999999999997</c:v>
                </c:pt>
                <c:pt idx="286">
                  <c:v>2.94</c:v>
                </c:pt>
                <c:pt idx="287">
                  <c:v>2.8460000000000001</c:v>
                </c:pt>
                <c:pt idx="288">
                  <c:v>2.7480000000000002</c:v>
                </c:pt>
                <c:pt idx="289">
                  <c:v>2.706</c:v>
                </c:pt>
                <c:pt idx="290">
                  <c:v>2.6829999999999998</c:v>
                </c:pt>
                <c:pt idx="291">
                  <c:v>2.613</c:v>
                </c:pt>
                <c:pt idx="292">
                  <c:v>2.6349999999999998</c:v>
                </c:pt>
                <c:pt idx="293">
                  <c:v>2.6970000000000001</c:v>
                </c:pt>
                <c:pt idx="294">
                  <c:v>2.6080000000000001</c:v>
                </c:pt>
                <c:pt idx="295">
                  <c:v>2.6240000000000001</c:v>
                </c:pt>
                <c:pt idx="296">
                  <c:v>2.6280000000000001</c:v>
                </c:pt>
                <c:pt idx="297">
                  <c:v>2.7160000000000002</c:v>
                </c:pt>
                <c:pt idx="298">
                  <c:v>2.7509999999999999</c:v>
                </c:pt>
                <c:pt idx="299">
                  <c:v>2.6630000000000003</c:v>
                </c:pt>
                <c:pt idx="300">
                  <c:v>2.714</c:v>
                </c:pt>
                <c:pt idx="301">
                  <c:v>2.653</c:v>
                </c:pt>
                <c:pt idx="302">
                  <c:v>2.8889999999999998</c:v>
                </c:pt>
                <c:pt idx="303">
                  <c:v>3.101</c:v>
                </c:pt>
                <c:pt idx="304">
                  <c:v>3.1309999999999998</c:v>
                </c:pt>
                <c:pt idx="305">
                  <c:v>3.0589999999999997</c:v>
                </c:pt>
                <c:pt idx="306">
                  <c:v>3.0760000000000001</c:v>
                </c:pt>
                <c:pt idx="307">
                  <c:v>3.0419999999999998</c:v>
                </c:pt>
                <c:pt idx="308">
                  <c:v>2.8979999999999997</c:v>
                </c:pt>
                <c:pt idx="309">
                  <c:v>2.6859999999999999</c:v>
                </c:pt>
                <c:pt idx="310">
                  <c:v>2.6839999999999997</c:v>
                </c:pt>
                <c:pt idx="311">
                  <c:v>2.7640000000000002</c:v>
                </c:pt>
                <c:pt idx="312">
                  <c:v>2.706</c:v>
                </c:pt>
                <c:pt idx="313">
                  <c:v>2.6630000000000003</c:v>
                </c:pt>
                <c:pt idx="314">
                  <c:v>2.7560000000000002</c:v>
                </c:pt>
                <c:pt idx="315">
                  <c:v>2.7570000000000001</c:v>
                </c:pt>
                <c:pt idx="316">
                  <c:v>2.931</c:v>
                </c:pt>
                <c:pt idx="317">
                  <c:v>2.8369999999999997</c:v>
                </c:pt>
                <c:pt idx="318">
                  <c:v>2.9329999999999998</c:v>
                </c:pt>
                <c:pt idx="319">
                  <c:v>3.0529999999999999</c:v>
                </c:pt>
                <c:pt idx="320">
                  <c:v>3.1469999999999998</c:v>
                </c:pt>
                <c:pt idx="321">
                  <c:v>3.1510000000000002</c:v>
                </c:pt>
                <c:pt idx="322">
                  <c:v>3.1680000000000001</c:v>
                </c:pt>
                <c:pt idx="323">
                  <c:v>3.2</c:v>
                </c:pt>
                <c:pt idx="324">
                  <c:v>3.1930000000000001</c:v>
                </c:pt>
                <c:pt idx="325">
                  <c:v>3.0249999999999999</c:v>
                </c:pt>
                <c:pt idx="326">
                  <c:v>3.081</c:v>
                </c:pt>
                <c:pt idx="327">
                  <c:v>3.1320000000000001</c:v>
                </c:pt>
                <c:pt idx="328">
                  <c:v>3.0700000000000003</c:v>
                </c:pt>
                <c:pt idx="329">
                  <c:v>3.4860000000000002</c:v>
                </c:pt>
                <c:pt idx="330">
                  <c:v>3.5020000000000002</c:v>
                </c:pt>
                <c:pt idx="331">
                  <c:v>3.5380000000000003</c:v>
                </c:pt>
                <c:pt idx="332">
                  <c:v>3.665</c:v>
                </c:pt>
                <c:pt idx="333">
                  <c:v>3.6960000000000002</c:v>
                </c:pt>
                <c:pt idx="334">
                  <c:v>3.7010000000000001</c:v>
                </c:pt>
                <c:pt idx="335">
                  <c:v>3.819</c:v>
                </c:pt>
                <c:pt idx="336">
                  <c:v>3.9809999999999999</c:v>
                </c:pt>
                <c:pt idx="337">
                  <c:v>4.0309999999999997</c:v>
                </c:pt>
                <c:pt idx="338">
                  <c:v>3.9020000000000001</c:v>
                </c:pt>
                <c:pt idx="339">
                  <c:v>3.8350000000000004</c:v>
                </c:pt>
                <c:pt idx="340">
                  <c:v>3.8120000000000003</c:v>
                </c:pt>
                <c:pt idx="341">
                  <c:v>3.8019999999999996</c:v>
                </c:pt>
                <c:pt idx="342">
                  <c:v>3.8359999999999999</c:v>
                </c:pt>
                <c:pt idx="343">
                  <c:v>3.7670000000000003</c:v>
                </c:pt>
                <c:pt idx="344">
                  <c:v>3.7670000000000003</c:v>
                </c:pt>
                <c:pt idx="345">
                  <c:v>3.585</c:v>
                </c:pt>
                <c:pt idx="346">
                  <c:v>3.5380000000000003</c:v>
                </c:pt>
                <c:pt idx="347">
                  <c:v>3.6589999999999998</c:v>
                </c:pt>
                <c:pt idx="348">
                  <c:v>3.5880000000000001</c:v>
                </c:pt>
                <c:pt idx="349">
                  <c:v>3.5990000000000002</c:v>
                </c:pt>
                <c:pt idx="350">
                  <c:v>3.6709999999999998</c:v>
                </c:pt>
                <c:pt idx="351">
                  <c:v>3.9260000000000002</c:v>
                </c:pt>
                <c:pt idx="352">
                  <c:v>4.0189999999999992</c:v>
                </c:pt>
                <c:pt idx="353">
                  <c:v>3.9849999999999994</c:v>
                </c:pt>
                <c:pt idx="354">
                  <c:v>4.0220000000000002</c:v>
                </c:pt>
                <c:pt idx="355">
                  <c:v>4.1820000000000004</c:v>
                </c:pt>
                <c:pt idx="356">
                  <c:v>4.18</c:v>
                </c:pt>
                <c:pt idx="357">
                  <c:v>4.2060000000000004</c:v>
                </c:pt>
                <c:pt idx="358">
                  <c:v>4.2479999999999993</c:v>
                </c:pt>
                <c:pt idx="359">
                  <c:v>4.2629999999999999</c:v>
                </c:pt>
                <c:pt idx="360">
                  <c:v>4.2290000000000001</c:v>
                </c:pt>
                <c:pt idx="361">
                  <c:v>4.25</c:v>
                </c:pt>
                <c:pt idx="362">
                  <c:v>4.1579999999999995</c:v>
                </c:pt>
                <c:pt idx="363">
                  <c:v>4.1980000000000004</c:v>
                </c:pt>
                <c:pt idx="364">
                  <c:v>4.1900000000000004</c:v>
                </c:pt>
                <c:pt idx="365">
                  <c:v>4.22</c:v>
                </c:pt>
                <c:pt idx="366">
                  <c:v>4.2329999999999997</c:v>
                </c:pt>
                <c:pt idx="367">
                  <c:v>4.0469999999999997</c:v>
                </c:pt>
                <c:pt idx="368">
                  <c:v>3.9769999999999999</c:v>
                </c:pt>
                <c:pt idx="369">
                  <c:v>3.8699999999999997</c:v>
                </c:pt>
                <c:pt idx="370">
                  <c:v>3.9859999999999998</c:v>
                </c:pt>
                <c:pt idx="371">
                  <c:v>4.07</c:v>
                </c:pt>
                <c:pt idx="372">
                  <c:v>4.125</c:v>
                </c:pt>
                <c:pt idx="373">
                  <c:v>4.0759999999999996</c:v>
                </c:pt>
                <c:pt idx="374">
                  <c:v>4.0209999999999999</c:v>
                </c:pt>
                <c:pt idx="375">
                  <c:v>4.0209999999999999</c:v>
                </c:pt>
                <c:pt idx="376">
                  <c:v>4.1749999999999998</c:v>
                </c:pt>
                <c:pt idx="377">
                  <c:v>4.1890000000000001</c:v>
                </c:pt>
                <c:pt idx="378">
                  <c:v>4.1399999999999997</c:v>
                </c:pt>
                <c:pt idx="379">
                  <c:v>4.1950000000000003</c:v>
                </c:pt>
                <c:pt idx="380">
                  <c:v>4.2709999999999999</c:v>
                </c:pt>
                <c:pt idx="381">
                  <c:v>4.3229999999999995</c:v>
                </c:pt>
                <c:pt idx="382">
                  <c:v>4.2889999999999997</c:v>
                </c:pt>
                <c:pt idx="383">
                  <c:v>4.194</c:v>
                </c:pt>
                <c:pt idx="384">
                  <c:v>4.2990000000000004</c:v>
                </c:pt>
                <c:pt idx="385">
                  <c:v>4.1029999999999998</c:v>
                </c:pt>
                <c:pt idx="386">
                  <c:v>3.8260000000000001</c:v>
                </c:pt>
                <c:pt idx="387">
                  <c:v>4.0030000000000001</c:v>
                </c:pt>
                <c:pt idx="388">
                  <c:v>4.173</c:v>
                </c:pt>
                <c:pt idx="389">
                  <c:v>4.258</c:v>
                </c:pt>
                <c:pt idx="390">
                  <c:v>4.3659999999999997</c:v>
                </c:pt>
                <c:pt idx="391">
                  <c:v>4.3760000000000003</c:v>
                </c:pt>
                <c:pt idx="392">
                  <c:v>4.1440000000000001</c:v>
                </c:pt>
                <c:pt idx="393">
                  <c:v>3.9989999999999997</c:v>
                </c:pt>
                <c:pt idx="394">
                  <c:v>3.5999999999999996</c:v>
                </c:pt>
                <c:pt idx="395">
                  <c:v>3.6229999999999998</c:v>
                </c:pt>
                <c:pt idx="396">
                  <c:v>3.6779999999999999</c:v>
                </c:pt>
                <c:pt idx="397">
                  <c:v>3.8440000000000003</c:v>
                </c:pt>
                <c:pt idx="398">
                  <c:v>3.8150000000000004</c:v>
                </c:pt>
                <c:pt idx="399">
                  <c:v>3.9590000000000001</c:v>
                </c:pt>
                <c:pt idx="400">
                  <c:v>3.9989999999999997</c:v>
                </c:pt>
                <c:pt idx="401">
                  <c:v>4.0070000000000006</c:v>
                </c:pt>
                <c:pt idx="402">
                  <c:v>4.0680000000000005</c:v>
                </c:pt>
                <c:pt idx="403">
                  <c:v>3.9849999999999994</c:v>
                </c:pt>
                <c:pt idx="404">
                  <c:v>3.8989999999999996</c:v>
                </c:pt>
                <c:pt idx="405">
                  <c:v>3.8620000000000001</c:v>
                </c:pt>
                <c:pt idx="406">
                  <c:v>3.8719999999999999</c:v>
                </c:pt>
                <c:pt idx="407">
                  <c:v>3.8960000000000004</c:v>
                </c:pt>
                <c:pt idx="408">
                  <c:v>3.9020000000000001</c:v>
                </c:pt>
                <c:pt idx="409">
                  <c:v>3.9129999999999998</c:v>
                </c:pt>
                <c:pt idx="410">
                  <c:v>3.8629999999999995</c:v>
                </c:pt>
                <c:pt idx="411">
                  <c:v>3.8469999999999995</c:v>
                </c:pt>
                <c:pt idx="412">
                  <c:v>3.8570000000000002</c:v>
                </c:pt>
                <c:pt idx="413">
                  <c:v>3.839</c:v>
                </c:pt>
                <c:pt idx="414">
                  <c:v>3.7810000000000001</c:v>
                </c:pt>
                <c:pt idx="415">
                  <c:v>3.8559999999999999</c:v>
                </c:pt>
                <c:pt idx="416">
                  <c:v>3.9430000000000001</c:v>
                </c:pt>
                <c:pt idx="417">
                  <c:v>3.7800000000000002</c:v>
                </c:pt>
                <c:pt idx="418">
                  <c:v>3.7670000000000003</c:v>
                </c:pt>
                <c:pt idx="419">
                  <c:v>3.8330000000000002</c:v>
                </c:pt>
                <c:pt idx="420">
                  <c:v>3.895</c:v>
                </c:pt>
                <c:pt idx="421">
                  <c:v>3.9</c:v>
                </c:pt>
                <c:pt idx="422">
                  <c:v>3.9</c:v>
                </c:pt>
                <c:pt idx="423">
                  <c:v>3.9289999999999998</c:v>
                </c:pt>
                <c:pt idx="424">
                  <c:v>3.91</c:v>
                </c:pt>
                <c:pt idx="425">
                  <c:v>3.7749999999999999</c:v>
                </c:pt>
                <c:pt idx="426">
                  <c:v>3.758</c:v>
                </c:pt>
                <c:pt idx="427">
                  <c:v>3.6779999999999999</c:v>
                </c:pt>
                <c:pt idx="428">
                  <c:v>3.694</c:v>
                </c:pt>
                <c:pt idx="429">
                  <c:v>3.778</c:v>
                </c:pt>
                <c:pt idx="430">
                  <c:v>3.8370000000000002</c:v>
                </c:pt>
                <c:pt idx="431">
                  <c:v>3.8530000000000002</c:v>
                </c:pt>
                <c:pt idx="432">
                  <c:v>3.9710000000000001</c:v>
                </c:pt>
                <c:pt idx="433">
                  <c:v>3.9359999999999999</c:v>
                </c:pt>
                <c:pt idx="434">
                  <c:v>3.9430000000000001</c:v>
                </c:pt>
                <c:pt idx="435">
                  <c:v>3.9759999999999995</c:v>
                </c:pt>
                <c:pt idx="436">
                  <c:v>3.9159999999999999</c:v>
                </c:pt>
                <c:pt idx="437">
                  <c:v>3.8649999999999998</c:v>
                </c:pt>
                <c:pt idx="438">
                  <c:v>3.9129999999999998</c:v>
                </c:pt>
                <c:pt idx="439">
                  <c:v>3.9249999999999998</c:v>
                </c:pt>
                <c:pt idx="440">
                  <c:v>4.0579999999999998</c:v>
                </c:pt>
                <c:pt idx="441">
                  <c:v>4.0910000000000002</c:v>
                </c:pt>
                <c:pt idx="442">
                  <c:v>3.7240000000000002</c:v>
                </c:pt>
                <c:pt idx="443">
                  <c:v>3.6540000000000004</c:v>
                </c:pt>
                <c:pt idx="444">
                  <c:v>3.6290000000000004</c:v>
                </c:pt>
                <c:pt idx="445">
                  <c:v>3.51</c:v>
                </c:pt>
                <c:pt idx="446">
                  <c:v>3.5970000000000004</c:v>
                </c:pt>
                <c:pt idx="447">
                  <c:v>4.24</c:v>
                </c:pt>
                <c:pt idx="448">
                  <c:v>4.2320000000000002</c:v>
                </c:pt>
                <c:pt idx="449">
                  <c:v>4.25</c:v>
                </c:pt>
                <c:pt idx="450">
                  <c:v>4.2520000000000007</c:v>
                </c:pt>
                <c:pt idx="451">
                  <c:v>4.2469999999999999</c:v>
                </c:pt>
                <c:pt idx="452">
                  <c:v>4.133</c:v>
                </c:pt>
                <c:pt idx="453">
                  <c:v>4.056</c:v>
                </c:pt>
                <c:pt idx="454">
                  <c:v>4.09</c:v>
                </c:pt>
                <c:pt idx="455">
                  <c:v>4.1549999999999994</c:v>
                </c:pt>
                <c:pt idx="456">
                  <c:v>4.1079999999999997</c:v>
                </c:pt>
                <c:pt idx="457">
                  <c:v>4.0359999999999996</c:v>
                </c:pt>
                <c:pt idx="458">
                  <c:v>3.9530000000000003</c:v>
                </c:pt>
                <c:pt idx="459">
                  <c:v>3.9730000000000003</c:v>
                </c:pt>
                <c:pt idx="460">
                  <c:v>4.0209999999999999</c:v>
                </c:pt>
                <c:pt idx="461">
                  <c:v>4.0830000000000002</c:v>
                </c:pt>
                <c:pt idx="462">
                  <c:v>3.4809999999999999</c:v>
                </c:pt>
                <c:pt idx="463">
                  <c:v>3.3239999999999998</c:v>
                </c:pt>
                <c:pt idx="464">
                  <c:v>3.2450000000000001</c:v>
                </c:pt>
                <c:pt idx="465">
                  <c:v>3.2570000000000001</c:v>
                </c:pt>
                <c:pt idx="466">
                  <c:v>3.3090000000000002</c:v>
                </c:pt>
                <c:pt idx="467">
                  <c:v>3.3340000000000001</c:v>
                </c:pt>
                <c:pt idx="468">
                  <c:v>3.3740000000000001</c:v>
                </c:pt>
                <c:pt idx="469">
                  <c:v>3.3860000000000001</c:v>
                </c:pt>
                <c:pt idx="470">
                  <c:v>3.444</c:v>
                </c:pt>
                <c:pt idx="471">
                  <c:v>3.327</c:v>
                </c:pt>
                <c:pt idx="472">
                  <c:v>2.9790000000000001</c:v>
                </c:pt>
                <c:pt idx="473">
                  <c:v>2.9119999999999999</c:v>
                </c:pt>
                <c:pt idx="474">
                  <c:v>2.9239999999999999</c:v>
                </c:pt>
                <c:pt idx="475">
                  <c:v>2.9250000000000003</c:v>
                </c:pt>
                <c:pt idx="476">
                  <c:v>2.8920000000000003</c:v>
                </c:pt>
                <c:pt idx="477">
                  <c:v>2.8660000000000001</c:v>
                </c:pt>
                <c:pt idx="478">
                  <c:v>2.988</c:v>
                </c:pt>
                <c:pt idx="479">
                  <c:v>2.9590000000000001</c:v>
                </c:pt>
                <c:pt idx="480">
                  <c:v>2.9569999999999999</c:v>
                </c:pt>
                <c:pt idx="481">
                  <c:v>2.879</c:v>
                </c:pt>
                <c:pt idx="482">
                  <c:v>2.8129999999999997</c:v>
                </c:pt>
                <c:pt idx="483">
                  <c:v>2.69</c:v>
                </c:pt>
                <c:pt idx="484">
                  <c:v>2.6829999999999998</c:v>
                </c:pt>
                <c:pt idx="485">
                  <c:v>2.782</c:v>
                </c:pt>
                <c:pt idx="486">
                  <c:v>2.827</c:v>
                </c:pt>
                <c:pt idx="487">
                  <c:v>2.8420000000000001</c:v>
                </c:pt>
                <c:pt idx="488">
                  <c:v>2.8580000000000001</c:v>
                </c:pt>
                <c:pt idx="489">
                  <c:v>2.8620000000000001</c:v>
                </c:pt>
                <c:pt idx="490">
                  <c:v>2.8660000000000001</c:v>
                </c:pt>
                <c:pt idx="491">
                  <c:v>4.665</c:v>
                </c:pt>
                <c:pt idx="492">
                  <c:v>4.8879999999999999</c:v>
                </c:pt>
                <c:pt idx="493">
                  <c:v>4.9590000000000005</c:v>
                </c:pt>
                <c:pt idx="494">
                  <c:v>4.9529999999999994</c:v>
                </c:pt>
                <c:pt idx="495">
                  <c:v>5.0209999999999999</c:v>
                </c:pt>
                <c:pt idx="496">
                  <c:v>5.085</c:v>
                </c:pt>
                <c:pt idx="497">
                  <c:v>5.1870000000000003</c:v>
                </c:pt>
                <c:pt idx="498">
                  <c:v>4.367</c:v>
                </c:pt>
                <c:pt idx="499">
                  <c:v>4.2439999999999998</c:v>
                </c:pt>
                <c:pt idx="500">
                  <c:v>4.2370000000000001</c:v>
                </c:pt>
                <c:pt idx="501">
                  <c:v>4.274</c:v>
                </c:pt>
                <c:pt idx="502">
                  <c:v>4.2840000000000007</c:v>
                </c:pt>
                <c:pt idx="503">
                  <c:v>4.1879999999999997</c:v>
                </c:pt>
                <c:pt idx="504">
                  <c:v>4.3180000000000005</c:v>
                </c:pt>
                <c:pt idx="505">
                  <c:v>4.4179999999999993</c:v>
                </c:pt>
                <c:pt idx="506">
                  <c:v>4.4009999999999998</c:v>
                </c:pt>
                <c:pt idx="507">
                  <c:v>4.516</c:v>
                </c:pt>
                <c:pt idx="508">
                  <c:v>4.6120000000000001</c:v>
                </c:pt>
                <c:pt idx="509">
                  <c:v>4.42</c:v>
                </c:pt>
                <c:pt idx="510">
                  <c:v>4.3929999999999998</c:v>
                </c:pt>
                <c:pt idx="511">
                  <c:v>4.7480000000000002</c:v>
                </c:pt>
                <c:pt idx="512">
                  <c:v>4.7329999999999997</c:v>
                </c:pt>
                <c:pt idx="513">
                  <c:v>4.5960000000000001</c:v>
                </c:pt>
                <c:pt idx="514">
                  <c:v>4.5920000000000005</c:v>
                </c:pt>
                <c:pt idx="515">
                  <c:v>4.5620000000000003</c:v>
                </c:pt>
                <c:pt idx="516">
                  <c:v>4.5940000000000003</c:v>
                </c:pt>
                <c:pt idx="517">
                  <c:v>4.5739999999999998</c:v>
                </c:pt>
                <c:pt idx="518">
                  <c:v>4.8689999999999998</c:v>
                </c:pt>
                <c:pt idx="519">
                  <c:v>4.899</c:v>
                </c:pt>
                <c:pt idx="520">
                  <c:v>4.9740000000000002</c:v>
                </c:pt>
                <c:pt idx="521">
                  <c:v>4.9770000000000003</c:v>
                </c:pt>
                <c:pt idx="522">
                  <c:v>4.99</c:v>
                </c:pt>
                <c:pt idx="523">
                  <c:v>4.9000000000000004</c:v>
                </c:pt>
                <c:pt idx="524">
                  <c:v>4.9239999999999995</c:v>
                </c:pt>
                <c:pt idx="525">
                  <c:v>4.8500000000000005</c:v>
                </c:pt>
                <c:pt idx="526">
                  <c:v>4.8120000000000003</c:v>
                </c:pt>
                <c:pt idx="527">
                  <c:v>4.7560000000000002</c:v>
                </c:pt>
                <c:pt idx="528">
                  <c:v>4.8769999999999998</c:v>
                </c:pt>
                <c:pt idx="529">
                  <c:v>5.0070000000000006</c:v>
                </c:pt>
                <c:pt idx="530">
                  <c:v>5.0469999999999997</c:v>
                </c:pt>
                <c:pt idx="531">
                  <c:v>5.0209999999999999</c:v>
                </c:pt>
                <c:pt idx="532">
                  <c:v>4.8490000000000002</c:v>
                </c:pt>
                <c:pt idx="533">
                  <c:v>4.8810000000000002</c:v>
                </c:pt>
                <c:pt idx="534">
                  <c:v>4.8050000000000006</c:v>
                </c:pt>
                <c:pt idx="535">
                  <c:v>4.8780000000000001</c:v>
                </c:pt>
                <c:pt idx="536">
                  <c:v>4.84</c:v>
                </c:pt>
                <c:pt idx="537">
                  <c:v>4.7849999999999993</c:v>
                </c:pt>
                <c:pt idx="538">
                  <c:v>5.0340000000000007</c:v>
                </c:pt>
                <c:pt idx="539">
                  <c:v>5.0129999999999999</c:v>
                </c:pt>
                <c:pt idx="540">
                  <c:v>4.9550000000000001</c:v>
                </c:pt>
                <c:pt idx="541">
                  <c:v>4.9249999999999998</c:v>
                </c:pt>
                <c:pt idx="542">
                  <c:v>4.7079999999999993</c:v>
                </c:pt>
                <c:pt idx="543">
                  <c:v>4.8309999999999995</c:v>
                </c:pt>
                <c:pt idx="544">
                  <c:v>5.1159999999999997</c:v>
                </c:pt>
                <c:pt idx="545">
                  <c:v>5.5620000000000003</c:v>
                </c:pt>
                <c:pt idx="546">
                  <c:v>5.4470000000000001</c:v>
                </c:pt>
                <c:pt idx="547">
                  <c:v>5.2679999999999998</c:v>
                </c:pt>
                <c:pt idx="548">
                  <c:v>4.9649999999999999</c:v>
                </c:pt>
                <c:pt idx="549">
                  <c:v>5.069</c:v>
                </c:pt>
                <c:pt idx="550">
                  <c:v>4.4130000000000003</c:v>
                </c:pt>
                <c:pt idx="551">
                  <c:v>4.117</c:v>
                </c:pt>
                <c:pt idx="552">
                  <c:v>4.2510000000000003</c:v>
                </c:pt>
                <c:pt idx="553">
                  <c:v>3.94</c:v>
                </c:pt>
                <c:pt idx="554">
                  <c:v>3.8059999999999996</c:v>
                </c:pt>
                <c:pt idx="555">
                  <c:v>3.4979999999999998</c:v>
                </c:pt>
                <c:pt idx="556">
                  <c:v>3.2230000000000003</c:v>
                </c:pt>
                <c:pt idx="557">
                  <c:v>2.4689999999999999</c:v>
                </c:pt>
                <c:pt idx="558">
                  <c:v>2.5529999999999999</c:v>
                </c:pt>
                <c:pt idx="559">
                  <c:v>2.657</c:v>
                </c:pt>
                <c:pt idx="560">
                  <c:v>2.7309999999999999</c:v>
                </c:pt>
                <c:pt idx="561">
                  <c:v>2.7080000000000002</c:v>
                </c:pt>
                <c:pt idx="562">
                  <c:v>2.6120000000000001</c:v>
                </c:pt>
                <c:pt idx="563">
                  <c:v>2.7839999999999998</c:v>
                </c:pt>
                <c:pt idx="564">
                  <c:v>3.0750000000000002</c:v>
                </c:pt>
                <c:pt idx="565">
                  <c:v>2.9239999999999999</c:v>
                </c:pt>
                <c:pt idx="566">
                  <c:v>3.1329999999999996</c:v>
                </c:pt>
                <c:pt idx="567">
                  <c:v>3.2450000000000001</c:v>
                </c:pt>
                <c:pt idx="568">
                  <c:v>3.0470000000000002</c:v>
                </c:pt>
                <c:pt idx="569">
                  <c:v>2.9819999999999998</c:v>
                </c:pt>
                <c:pt idx="570">
                  <c:v>3.06</c:v>
                </c:pt>
                <c:pt idx="571">
                  <c:v>2.839</c:v>
                </c:pt>
                <c:pt idx="572">
                  <c:v>2.7989999999999999</c:v>
                </c:pt>
                <c:pt idx="573">
                  <c:v>2.7369999999999997</c:v>
                </c:pt>
                <c:pt idx="574">
                  <c:v>2.68</c:v>
                </c:pt>
                <c:pt idx="575">
                  <c:v>2.552</c:v>
                </c:pt>
                <c:pt idx="576">
                  <c:v>2.5059999999999998</c:v>
                </c:pt>
                <c:pt idx="577">
                  <c:v>2.4729999999999999</c:v>
                </c:pt>
                <c:pt idx="578">
                  <c:v>2.5250000000000004</c:v>
                </c:pt>
                <c:pt idx="579">
                  <c:v>2.5829999999999997</c:v>
                </c:pt>
                <c:pt idx="580">
                  <c:v>2.8109999999999999</c:v>
                </c:pt>
                <c:pt idx="581">
                  <c:v>2.9749999999999996</c:v>
                </c:pt>
                <c:pt idx="582">
                  <c:v>3.1119999999999997</c:v>
                </c:pt>
                <c:pt idx="583">
                  <c:v>2.7</c:v>
                </c:pt>
                <c:pt idx="584">
                  <c:v>2.62</c:v>
                </c:pt>
                <c:pt idx="585">
                  <c:v>2.6839999999999997</c:v>
                </c:pt>
                <c:pt idx="586">
                  <c:v>2.8209999999999997</c:v>
                </c:pt>
                <c:pt idx="587">
                  <c:v>3.7010000000000001</c:v>
                </c:pt>
                <c:pt idx="588">
                  <c:v>3.7289999999999996</c:v>
                </c:pt>
                <c:pt idx="589">
                  <c:v>3.5389999999999997</c:v>
                </c:pt>
                <c:pt idx="590">
                  <c:v>3.4540000000000002</c:v>
                </c:pt>
                <c:pt idx="591">
                  <c:v>3.6040000000000001</c:v>
                </c:pt>
                <c:pt idx="592">
                  <c:v>3.3860000000000001</c:v>
                </c:pt>
                <c:pt idx="593">
                  <c:v>3.2809999999999997</c:v>
                </c:pt>
                <c:pt idx="594">
                  <c:v>3.2829999999999999</c:v>
                </c:pt>
                <c:pt idx="595">
                  <c:v>4.3959999999999999</c:v>
                </c:pt>
                <c:pt idx="596">
                  <c:v>4.7030000000000003</c:v>
                </c:pt>
                <c:pt idx="597">
                  <c:v>4.2050000000000001</c:v>
                </c:pt>
                <c:pt idx="598">
                  <c:v>4.3020000000000005</c:v>
                </c:pt>
                <c:pt idx="599">
                  <c:v>4.2060000000000004</c:v>
                </c:pt>
                <c:pt idx="600">
                  <c:v>4.3369999999999997</c:v>
                </c:pt>
                <c:pt idx="601">
                  <c:v>3.8219999999999996</c:v>
                </c:pt>
                <c:pt idx="602">
                  <c:v>3.4580000000000002</c:v>
                </c:pt>
                <c:pt idx="603">
                  <c:v>3.4869999999999997</c:v>
                </c:pt>
                <c:pt idx="604">
                  <c:v>3.4450000000000003</c:v>
                </c:pt>
                <c:pt idx="605">
                  <c:v>3.2530000000000001</c:v>
                </c:pt>
                <c:pt idx="606">
                  <c:v>3.3419999999999996</c:v>
                </c:pt>
                <c:pt idx="607">
                  <c:v>3.2689999999999997</c:v>
                </c:pt>
                <c:pt idx="608">
                  <c:v>3.2649999999999997</c:v>
                </c:pt>
                <c:pt idx="609">
                  <c:v>3.2809999999999997</c:v>
                </c:pt>
                <c:pt idx="610">
                  <c:v>3.2269999999999999</c:v>
                </c:pt>
                <c:pt idx="611">
                  <c:v>3.2890000000000001</c:v>
                </c:pt>
                <c:pt idx="612">
                  <c:v>3.2239999999999998</c:v>
                </c:pt>
                <c:pt idx="613">
                  <c:v>3.1379999999999999</c:v>
                </c:pt>
                <c:pt idx="614">
                  <c:v>3.1080000000000001</c:v>
                </c:pt>
                <c:pt idx="615">
                  <c:v>2.782</c:v>
                </c:pt>
                <c:pt idx="616">
                  <c:v>2.7810000000000001</c:v>
                </c:pt>
                <c:pt idx="617">
                  <c:v>2.6749999999999998</c:v>
                </c:pt>
                <c:pt idx="618">
                  <c:v>2.758</c:v>
                </c:pt>
                <c:pt idx="619">
                  <c:v>2.7470000000000003</c:v>
                </c:pt>
                <c:pt idx="620">
                  <c:v>2.7770000000000001</c:v>
                </c:pt>
                <c:pt idx="621">
                  <c:v>2.734</c:v>
                </c:pt>
                <c:pt idx="622">
                  <c:v>2.754</c:v>
                </c:pt>
                <c:pt idx="623">
                  <c:v>2.6100000000000003</c:v>
                </c:pt>
                <c:pt idx="624">
                  <c:v>2.6229999999999998</c:v>
                </c:pt>
                <c:pt idx="625">
                  <c:v>2.633</c:v>
                </c:pt>
                <c:pt idx="626">
                  <c:v>2.63</c:v>
                </c:pt>
                <c:pt idx="627">
                  <c:v>2.7560000000000002</c:v>
                </c:pt>
                <c:pt idx="628">
                  <c:v>2.7919999999999998</c:v>
                </c:pt>
                <c:pt idx="629">
                  <c:v>2.8719999999999999</c:v>
                </c:pt>
                <c:pt idx="630">
                  <c:v>2.7410000000000001</c:v>
                </c:pt>
                <c:pt idx="631">
                  <c:v>2.7449999999999997</c:v>
                </c:pt>
                <c:pt idx="632">
                  <c:v>2.7519999999999998</c:v>
                </c:pt>
                <c:pt idx="633">
                  <c:v>2.7029999999999998</c:v>
                </c:pt>
                <c:pt idx="634">
                  <c:v>2.294</c:v>
                </c:pt>
                <c:pt idx="635">
                  <c:v>2.1469999999999998</c:v>
                </c:pt>
                <c:pt idx="636">
                  <c:v>2.1459999999999999</c:v>
                </c:pt>
                <c:pt idx="637">
                  <c:v>2.09</c:v>
                </c:pt>
                <c:pt idx="638">
                  <c:v>2.0979999999999999</c:v>
                </c:pt>
                <c:pt idx="639">
                  <c:v>2.2149999999999999</c:v>
                </c:pt>
                <c:pt idx="640">
                  <c:v>2.2009999999999996</c:v>
                </c:pt>
                <c:pt idx="641">
                  <c:v>2.2069999999999999</c:v>
                </c:pt>
                <c:pt idx="642">
                  <c:v>2.198</c:v>
                </c:pt>
                <c:pt idx="643">
                  <c:v>2.1779999999999999</c:v>
                </c:pt>
                <c:pt idx="644">
                  <c:v>2.2130000000000001</c:v>
                </c:pt>
                <c:pt idx="645">
                  <c:v>2.2490000000000001</c:v>
                </c:pt>
                <c:pt idx="646">
                  <c:v>4.5089999999999995</c:v>
                </c:pt>
                <c:pt idx="647">
                  <c:v>4.7849999999999993</c:v>
                </c:pt>
                <c:pt idx="648">
                  <c:v>4.657</c:v>
                </c:pt>
                <c:pt idx="649">
                  <c:v>4.7880000000000003</c:v>
                </c:pt>
                <c:pt idx="650">
                  <c:v>4.7629999999999999</c:v>
                </c:pt>
                <c:pt idx="651">
                  <c:v>3.3419999999999996</c:v>
                </c:pt>
                <c:pt idx="652">
                  <c:v>3.0110000000000001</c:v>
                </c:pt>
                <c:pt idx="653">
                  <c:v>2.758</c:v>
                </c:pt>
                <c:pt idx="654">
                  <c:v>2.7269999999999999</c:v>
                </c:pt>
                <c:pt idx="655">
                  <c:v>2.8119999999999998</c:v>
                </c:pt>
                <c:pt idx="656">
                  <c:v>2.887</c:v>
                </c:pt>
                <c:pt idx="657">
                  <c:v>2.8690000000000002</c:v>
                </c:pt>
                <c:pt idx="658">
                  <c:v>2.96</c:v>
                </c:pt>
                <c:pt idx="659">
                  <c:v>3.161</c:v>
                </c:pt>
                <c:pt idx="660">
                  <c:v>3.1220000000000003</c:v>
                </c:pt>
                <c:pt idx="661">
                  <c:v>2.9889999999999999</c:v>
                </c:pt>
                <c:pt idx="662">
                  <c:v>3.0300000000000002</c:v>
                </c:pt>
                <c:pt idx="663">
                  <c:v>3.1</c:v>
                </c:pt>
                <c:pt idx="664">
                  <c:v>3.1280000000000001</c:v>
                </c:pt>
                <c:pt idx="665">
                  <c:v>3.1710000000000003</c:v>
                </c:pt>
                <c:pt idx="666">
                  <c:v>3.2620000000000005</c:v>
                </c:pt>
                <c:pt idx="667">
                  <c:v>3.367</c:v>
                </c:pt>
                <c:pt idx="668">
                  <c:v>3.4350000000000001</c:v>
                </c:pt>
                <c:pt idx="669">
                  <c:v>3.5290000000000004</c:v>
                </c:pt>
                <c:pt idx="670">
                  <c:v>3.4119999999999999</c:v>
                </c:pt>
                <c:pt idx="671">
                  <c:v>3.512</c:v>
                </c:pt>
                <c:pt idx="672">
                  <c:v>3.5290000000000004</c:v>
                </c:pt>
                <c:pt idx="673">
                  <c:v>3.5839999999999996</c:v>
                </c:pt>
                <c:pt idx="674">
                  <c:v>3.4799999999999995</c:v>
                </c:pt>
                <c:pt idx="675">
                  <c:v>3.5220000000000002</c:v>
                </c:pt>
                <c:pt idx="676">
                  <c:v>3.5450000000000004</c:v>
                </c:pt>
                <c:pt idx="677">
                  <c:v>3.5290000000000004</c:v>
                </c:pt>
                <c:pt idx="678">
                  <c:v>3.5020000000000002</c:v>
                </c:pt>
                <c:pt idx="679">
                  <c:v>3.4590000000000001</c:v>
                </c:pt>
                <c:pt idx="680">
                  <c:v>3.5649999999999999</c:v>
                </c:pt>
                <c:pt idx="681">
                  <c:v>2.9929999999999999</c:v>
                </c:pt>
                <c:pt idx="682">
                  <c:v>2.875</c:v>
                </c:pt>
                <c:pt idx="683">
                  <c:v>2.806</c:v>
                </c:pt>
                <c:pt idx="684">
                  <c:v>3.4130000000000003</c:v>
                </c:pt>
                <c:pt idx="685">
                  <c:v>3.5110000000000001</c:v>
                </c:pt>
                <c:pt idx="686">
                  <c:v>3.762</c:v>
                </c:pt>
                <c:pt idx="687">
                  <c:v>3.8570000000000002</c:v>
                </c:pt>
                <c:pt idx="688">
                  <c:v>3.91</c:v>
                </c:pt>
                <c:pt idx="689">
                  <c:v>3.8980000000000001</c:v>
                </c:pt>
                <c:pt idx="690">
                  <c:v>3.9120000000000004</c:v>
                </c:pt>
                <c:pt idx="691">
                  <c:v>3.7909999999999999</c:v>
                </c:pt>
                <c:pt idx="692">
                  <c:v>3.7949999999999999</c:v>
                </c:pt>
                <c:pt idx="693">
                  <c:v>3.9140000000000001</c:v>
                </c:pt>
                <c:pt idx="694">
                  <c:v>3.8879999999999999</c:v>
                </c:pt>
                <c:pt idx="695">
                  <c:v>3.7890000000000001</c:v>
                </c:pt>
                <c:pt idx="696">
                  <c:v>3.88</c:v>
                </c:pt>
                <c:pt idx="697">
                  <c:v>3.9980000000000002</c:v>
                </c:pt>
                <c:pt idx="698">
                  <c:v>3.9969999999999999</c:v>
                </c:pt>
                <c:pt idx="699">
                  <c:v>3.9820000000000002</c:v>
                </c:pt>
                <c:pt idx="700">
                  <c:v>3.9159999999999999</c:v>
                </c:pt>
                <c:pt idx="701">
                  <c:v>3.95</c:v>
                </c:pt>
                <c:pt idx="702">
                  <c:v>3.9910000000000001</c:v>
                </c:pt>
                <c:pt idx="703">
                  <c:v>4.0730000000000004</c:v>
                </c:pt>
                <c:pt idx="704">
                  <c:v>4.1399999999999997</c:v>
                </c:pt>
                <c:pt idx="705">
                  <c:v>4.0949999999999998</c:v>
                </c:pt>
                <c:pt idx="706">
                  <c:v>4.07</c:v>
                </c:pt>
                <c:pt idx="707">
                  <c:v>3.7969999999999997</c:v>
                </c:pt>
                <c:pt idx="708">
                  <c:v>3.6709999999999998</c:v>
                </c:pt>
                <c:pt idx="709">
                  <c:v>3.7089999999999996</c:v>
                </c:pt>
                <c:pt idx="710">
                  <c:v>3.7890000000000001</c:v>
                </c:pt>
                <c:pt idx="711">
                  <c:v>3.7210000000000001</c:v>
                </c:pt>
                <c:pt idx="712">
                  <c:v>3.698</c:v>
                </c:pt>
                <c:pt idx="713">
                  <c:v>3.9409999999999998</c:v>
                </c:pt>
                <c:pt idx="714">
                  <c:v>3.8989999999999996</c:v>
                </c:pt>
                <c:pt idx="715">
                  <c:v>3.778</c:v>
                </c:pt>
                <c:pt idx="716">
                  <c:v>3.75</c:v>
                </c:pt>
                <c:pt idx="717">
                  <c:v>3.8029999999999999</c:v>
                </c:pt>
                <c:pt idx="718">
                  <c:v>3.7639999999999998</c:v>
                </c:pt>
                <c:pt idx="719">
                  <c:v>3.7699999999999996</c:v>
                </c:pt>
                <c:pt idx="720">
                  <c:v>3.7879999999999998</c:v>
                </c:pt>
                <c:pt idx="721">
                  <c:v>3.8340000000000001</c:v>
                </c:pt>
                <c:pt idx="722">
                  <c:v>3.8319999999999999</c:v>
                </c:pt>
                <c:pt idx="723">
                  <c:v>3.6380000000000003</c:v>
                </c:pt>
                <c:pt idx="724">
                  <c:v>3.5569999999999999</c:v>
                </c:pt>
                <c:pt idx="725">
                  <c:v>3.6819999999999999</c:v>
                </c:pt>
                <c:pt idx="726">
                  <c:v>3.7060000000000004</c:v>
                </c:pt>
                <c:pt idx="727">
                  <c:v>3.569</c:v>
                </c:pt>
                <c:pt idx="728">
                  <c:v>3.6389999999999998</c:v>
                </c:pt>
                <c:pt idx="729">
                  <c:v>3.7589999999999999</c:v>
                </c:pt>
                <c:pt idx="730">
                  <c:v>3.6339999999999999</c:v>
                </c:pt>
                <c:pt idx="731">
                  <c:v>3.7609999999999997</c:v>
                </c:pt>
                <c:pt idx="732">
                  <c:v>3.8820000000000001</c:v>
                </c:pt>
                <c:pt idx="733">
                  <c:v>3.4610000000000003</c:v>
                </c:pt>
                <c:pt idx="734">
                  <c:v>3.3559999999999999</c:v>
                </c:pt>
                <c:pt idx="735">
                  <c:v>3.4009999999999998</c:v>
                </c:pt>
                <c:pt idx="736">
                  <c:v>3.3250000000000002</c:v>
                </c:pt>
                <c:pt idx="737">
                  <c:v>3.1059999999999999</c:v>
                </c:pt>
                <c:pt idx="738">
                  <c:v>3.0979999999999999</c:v>
                </c:pt>
                <c:pt idx="739">
                  <c:v>3.1559999999999997</c:v>
                </c:pt>
                <c:pt idx="740">
                  <c:v>3.74</c:v>
                </c:pt>
                <c:pt idx="741">
                  <c:v>3.8719999999999999</c:v>
                </c:pt>
                <c:pt idx="742">
                  <c:v>3.8780000000000001</c:v>
                </c:pt>
                <c:pt idx="743">
                  <c:v>5.5410000000000004</c:v>
                </c:pt>
                <c:pt idx="744">
                  <c:v>5.7830000000000004</c:v>
                </c:pt>
                <c:pt idx="745">
                  <c:v>5.7309999999999999</c:v>
                </c:pt>
                <c:pt idx="746">
                  <c:v>5.7789999999999999</c:v>
                </c:pt>
                <c:pt idx="747">
                  <c:v>5.8109999999999999</c:v>
                </c:pt>
                <c:pt idx="748">
                  <c:v>5.8739999999999997</c:v>
                </c:pt>
                <c:pt idx="749">
                  <c:v>6.0490000000000004</c:v>
                </c:pt>
                <c:pt idx="750">
                  <c:v>6.1609999999999996</c:v>
                </c:pt>
                <c:pt idx="751">
                  <c:v>5.6849999999999996</c:v>
                </c:pt>
                <c:pt idx="752">
                  <c:v>5.9889999999999999</c:v>
                </c:pt>
                <c:pt idx="753">
                  <c:v>5.9670000000000005</c:v>
                </c:pt>
                <c:pt idx="754">
                  <c:v>5.9470000000000001</c:v>
                </c:pt>
                <c:pt idx="755">
                  <c:v>5.8229999999999995</c:v>
                </c:pt>
                <c:pt idx="756">
                  <c:v>5.931</c:v>
                </c:pt>
                <c:pt idx="757">
                  <c:v>5.9729999999999999</c:v>
                </c:pt>
                <c:pt idx="758">
                  <c:v>6.0289999999999999</c:v>
                </c:pt>
                <c:pt idx="759">
                  <c:v>5.7469999999999999</c:v>
                </c:pt>
                <c:pt idx="760">
                  <c:v>5.375</c:v>
                </c:pt>
                <c:pt idx="761">
                  <c:v>4.7859999999999996</c:v>
                </c:pt>
                <c:pt idx="762">
                  <c:v>4.8360000000000003</c:v>
                </c:pt>
                <c:pt idx="763">
                  <c:v>4.6989999999999998</c:v>
                </c:pt>
                <c:pt idx="764">
                  <c:v>4.4459999999999997</c:v>
                </c:pt>
                <c:pt idx="765">
                  <c:v>4.8360000000000003</c:v>
                </c:pt>
                <c:pt idx="766">
                  <c:v>4.819</c:v>
                </c:pt>
                <c:pt idx="767">
                  <c:v>4.9630000000000001</c:v>
                </c:pt>
                <c:pt idx="768">
                  <c:v>5.0549999999999997</c:v>
                </c:pt>
                <c:pt idx="769">
                  <c:v>5.0139999999999993</c:v>
                </c:pt>
                <c:pt idx="770">
                  <c:v>4.835</c:v>
                </c:pt>
                <c:pt idx="771">
                  <c:v>4.734</c:v>
                </c:pt>
                <c:pt idx="772">
                  <c:v>4.74</c:v>
                </c:pt>
                <c:pt idx="773">
                  <c:v>4.7750000000000004</c:v>
                </c:pt>
                <c:pt idx="774">
                  <c:v>4.6029999999999998</c:v>
                </c:pt>
                <c:pt idx="775">
                  <c:v>4.7309999999999999</c:v>
                </c:pt>
                <c:pt idx="776">
                  <c:v>4.694</c:v>
                </c:pt>
                <c:pt idx="777">
                  <c:v>5.3199999999999994</c:v>
                </c:pt>
                <c:pt idx="778">
                  <c:v>5.5010000000000003</c:v>
                </c:pt>
                <c:pt idx="779">
                  <c:v>5.6109999999999998</c:v>
                </c:pt>
                <c:pt idx="780">
                  <c:v>5.0520000000000005</c:v>
                </c:pt>
                <c:pt idx="781">
                  <c:v>5.3230000000000004</c:v>
                </c:pt>
                <c:pt idx="782">
                  <c:v>5.4139999999999997</c:v>
                </c:pt>
                <c:pt idx="783">
                  <c:v>5.532</c:v>
                </c:pt>
                <c:pt idx="784">
                  <c:v>5.42</c:v>
                </c:pt>
                <c:pt idx="785">
                  <c:v>5.351</c:v>
                </c:pt>
                <c:pt idx="786">
                  <c:v>5.4960000000000004</c:v>
                </c:pt>
                <c:pt idx="787">
                  <c:v>5.6000000000000005</c:v>
                </c:pt>
                <c:pt idx="788">
                  <c:v>5.633</c:v>
                </c:pt>
                <c:pt idx="789">
                  <c:v>5.6230000000000002</c:v>
                </c:pt>
                <c:pt idx="790">
                  <c:v>5.66</c:v>
                </c:pt>
                <c:pt idx="791">
                  <c:v>5.6710000000000003</c:v>
                </c:pt>
                <c:pt idx="792">
                  <c:v>5.766</c:v>
                </c:pt>
                <c:pt idx="793">
                  <c:v>5.5789999999999997</c:v>
                </c:pt>
                <c:pt idx="794">
                  <c:v>5.5939999999999994</c:v>
                </c:pt>
                <c:pt idx="795">
                  <c:v>5.6980000000000004</c:v>
                </c:pt>
                <c:pt idx="796">
                  <c:v>5.7779999999999996</c:v>
                </c:pt>
                <c:pt idx="797">
                  <c:v>5.8330000000000002</c:v>
                </c:pt>
                <c:pt idx="798">
                  <c:v>5.883</c:v>
                </c:pt>
                <c:pt idx="799">
                  <c:v>5.9169999999999998</c:v>
                </c:pt>
                <c:pt idx="800">
                  <c:v>5.6689999999999996</c:v>
                </c:pt>
                <c:pt idx="801">
                  <c:v>5.5509999999999993</c:v>
                </c:pt>
                <c:pt idx="802">
                  <c:v>5.3780000000000001</c:v>
                </c:pt>
                <c:pt idx="803">
                  <c:v>5.4850000000000003</c:v>
                </c:pt>
                <c:pt idx="804">
                  <c:v>6.0150000000000006</c:v>
                </c:pt>
                <c:pt idx="805">
                  <c:v>5.7629999999999999</c:v>
                </c:pt>
                <c:pt idx="806">
                  <c:v>6.1379999999999999</c:v>
                </c:pt>
                <c:pt idx="807">
                  <c:v>6.3119999999999994</c:v>
                </c:pt>
                <c:pt idx="808">
                  <c:v>6.3240000000000007</c:v>
                </c:pt>
                <c:pt idx="809">
                  <c:v>6.254999999999999</c:v>
                </c:pt>
                <c:pt idx="810">
                  <c:v>6.2430000000000003</c:v>
                </c:pt>
                <c:pt idx="811">
                  <c:v>6.1580000000000004</c:v>
                </c:pt>
                <c:pt idx="812">
                  <c:v>6.343</c:v>
                </c:pt>
                <c:pt idx="813">
                  <c:v>6.3789999999999996</c:v>
                </c:pt>
                <c:pt idx="814">
                  <c:v>6.8379999999999992</c:v>
                </c:pt>
                <c:pt idx="815">
                  <c:v>6.81</c:v>
                </c:pt>
                <c:pt idx="816">
                  <c:v>6.2239999999999993</c:v>
                </c:pt>
                <c:pt idx="817">
                  <c:v>6.0819999999999999</c:v>
                </c:pt>
                <c:pt idx="818">
                  <c:v>6.13</c:v>
                </c:pt>
                <c:pt idx="819">
                  <c:v>6.1990000000000007</c:v>
                </c:pt>
                <c:pt idx="820">
                  <c:v>6.2229999999999999</c:v>
                </c:pt>
                <c:pt idx="821">
                  <c:v>6.2030000000000003</c:v>
                </c:pt>
                <c:pt idx="822">
                  <c:v>5.8140000000000001</c:v>
                </c:pt>
                <c:pt idx="823">
                  <c:v>5.7809999999999997</c:v>
                </c:pt>
                <c:pt idx="824">
                  <c:v>5.8020000000000005</c:v>
                </c:pt>
                <c:pt idx="825">
                  <c:v>5.6890000000000001</c:v>
                </c:pt>
                <c:pt idx="826">
                  <c:v>6.1740000000000004</c:v>
                </c:pt>
                <c:pt idx="827">
                  <c:v>8.4049999999999994</c:v>
                </c:pt>
                <c:pt idx="828">
                  <c:v>8.6749999999999989</c:v>
                </c:pt>
                <c:pt idx="829">
                  <c:v>9.4290000000000003</c:v>
                </c:pt>
                <c:pt idx="830">
                  <c:v>9.6</c:v>
                </c:pt>
                <c:pt idx="831">
                  <c:v>9.7210000000000001</c:v>
                </c:pt>
                <c:pt idx="832">
                  <c:v>9.4420000000000002</c:v>
                </c:pt>
                <c:pt idx="833">
                  <c:v>9.3219999999999992</c:v>
                </c:pt>
                <c:pt idx="834">
                  <c:v>9.3420000000000005</c:v>
                </c:pt>
                <c:pt idx="835">
                  <c:v>8.9269999999999996</c:v>
                </c:pt>
                <c:pt idx="836">
                  <c:v>8.9969999999999999</c:v>
                </c:pt>
                <c:pt idx="837">
                  <c:v>9.2629999999999999</c:v>
                </c:pt>
                <c:pt idx="838">
                  <c:v>9.2989999999999995</c:v>
                </c:pt>
                <c:pt idx="839">
                  <c:v>9.3539999999999992</c:v>
                </c:pt>
                <c:pt idx="840">
                  <c:v>9.3919999999999995</c:v>
                </c:pt>
                <c:pt idx="841">
                  <c:v>9.1150000000000002</c:v>
                </c:pt>
                <c:pt idx="842">
                  <c:v>8.956999999999999</c:v>
                </c:pt>
                <c:pt idx="843">
                  <c:v>8.5939999999999994</c:v>
                </c:pt>
                <c:pt idx="844">
                  <c:v>8.6080000000000005</c:v>
                </c:pt>
                <c:pt idx="845">
                  <c:v>8.6150000000000002</c:v>
                </c:pt>
                <c:pt idx="846">
                  <c:v>8.5459999999999994</c:v>
                </c:pt>
                <c:pt idx="847">
                  <c:v>8.5640000000000001</c:v>
                </c:pt>
                <c:pt idx="848">
                  <c:v>8.6419999999999995</c:v>
                </c:pt>
                <c:pt idx="849">
                  <c:v>8.6509999999999998</c:v>
                </c:pt>
                <c:pt idx="850">
                  <c:v>8.4290000000000003</c:v>
                </c:pt>
                <c:pt idx="851">
                  <c:v>8.3320000000000007</c:v>
                </c:pt>
                <c:pt idx="852">
                  <c:v>8.3190000000000008</c:v>
                </c:pt>
                <c:pt idx="853">
                  <c:v>8.2900000000000009</c:v>
                </c:pt>
                <c:pt idx="854">
                  <c:v>8.2850000000000001</c:v>
                </c:pt>
                <c:pt idx="855">
                  <c:v>8.3580000000000005</c:v>
                </c:pt>
                <c:pt idx="856">
                  <c:v>8.36</c:v>
                </c:pt>
                <c:pt idx="857">
                  <c:v>8.3800000000000008</c:v>
                </c:pt>
                <c:pt idx="858">
                  <c:v>8.4420000000000002</c:v>
                </c:pt>
                <c:pt idx="859">
                  <c:v>8.3719999999999999</c:v>
                </c:pt>
                <c:pt idx="860">
                  <c:v>8.2960000000000012</c:v>
                </c:pt>
                <c:pt idx="861">
                  <c:v>8.6120000000000001</c:v>
                </c:pt>
                <c:pt idx="862">
                  <c:v>8.7629999999999999</c:v>
                </c:pt>
                <c:pt idx="863">
                  <c:v>8.7419999999999991</c:v>
                </c:pt>
                <c:pt idx="864">
                  <c:v>8.7429999999999986</c:v>
                </c:pt>
                <c:pt idx="865">
                  <c:v>8.8710000000000004</c:v>
                </c:pt>
                <c:pt idx="866">
                  <c:v>8.9080000000000013</c:v>
                </c:pt>
                <c:pt idx="867">
                  <c:v>8.8359999999999985</c:v>
                </c:pt>
                <c:pt idx="868">
                  <c:v>8.7429999999999986</c:v>
                </c:pt>
                <c:pt idx="869">
                  <c:v>8.6430000000000007</c:v>
                </c:pt>
                <c:pt idx="870">
                  <c:v>8.6669999999999998</c:v>
                </c:pt>
                <c:pt idx="871">
                  <c:v>8.7609999999999992</c:v>
                </c:pt>
                <c:pt idx="872">
                  <c:v>8.8669999999999991</c:v>
                </c:pt>
                <c:pt idx="873">
                  <c:v>8.9410000000000007</c:v>
                </c:pt>
                <c:pt idx="874">
                  <c:v>8.8450000000000006</c:v>
                </c:pt>
                <c:pt idx="875">
                  <c:v>8.8070000000000004</c:v>
                </c:pt>
                <c:pt idx="876">
                  <c:v>8.6389999999999993</c:v>
                </c:pt>
                <c:pt idx="877">
                  <c:v>8.6300000000000008</c:v>
                </c:pt>
                <c:pt idx="878">
                  <c:v>8.6340000000000003</c:v>
                </c:pt>
                <c:pt idx="879">
                  <c:v>7.3140000000000001</c:v>
                </c:pt>
                <c:pt idx="880">
                  <c:v>7.1110000000000007</c:v>
                </c:pt>
                <c:pt idx="881">
                  <c:v>7.0019999999999998</c:v>
                </c:pt>
                <c:pt idx="882">
                  <c:v>6.9269999999999996</c:v>
                </c:pt>
                <c:pt idx="883">
                  <c:v>6.9329999999999998</c:v>
                </c:pt>
                <c:pt idx="884">
                  <c:v>7.1879999999999997</c:v>
                </c:pt>
                <c:pt idx="885">
                  <c:v>6.9459999999999997</c:v>
                </c:pt>
                <c:pt idx="886">
                  <c:v>6.7879999999999994</c:v>
                </c:pt>
                <c:pt idx="887">
                  <c:v>7.1340000000000003</c:v>
                </c:pt>
                <c:pt idx="888">
                  <c:v>7.2969999999999997</c:v>
                </c:pt>
                <c:pt idx="889">
                  <c:v>7.197000000000001</c:v>
                </c:pt>
                <c:pt idx="890">
                  <c:v>7.3080000000000007</c:v>
                </c:pt>
                <c:pt idx="891">
                  <c:v>7.31</c:v>
                </c:pt>
                <c:pt idx="892">
                  <c:v>7.2090000000000005</c:v>
                </c:pt>
                <c:pt idx="893">
                  <c:v>8.3360000000000003</c:v>
                </c:pt>
                <c:pt idx="894">
                  <c:v>8.4719999999999995</c:v>
                </c:pt>
                <c:pt idx="895">
                  <c:v>8.407</c:v>
                </c:pt>
                <c:pt idx="896">
                  <c:v>8.3360000000000003</c:v>
                </c:pt>
                <c:pt idx="897">
                  <c:v>8.2889999999999997</c:v>
                </c:pt>
                <c:pt idx="898">
                  <c:v>8.286999999999999</c:v>
                </c:pt>
                <c:pt idx="899">
                  <c:v>8.3239999999999998</c:v>
                </c:pt>
                <c:pt idx="900">
                  <c:v>8.234</c:v>
                </c:pt>
                <c:pt idx="901">
                  <c:v>8.2750000000000004</c:v>
                </c:pt>
                <c:pt idx="902">
                  <c:v>8.3449999999999989</c:v>
                </c:pt>
                <c:pt idx="903">
                  <c:v>8.4220000000000006</c:v>
                </c:pt>
                <c:pt idx="904">
                  <c:v>8.5</c:v>
                </c:pt>
                <c:pt idx="905">
                  <c:v>8.4830000000000005</c:v>
                </c:pt>
                <c:pt idx="906">
                  <c:v>8.5050000000000008</c:v>
                </c:pt>
                <c:pt idx="907">
                  <c:v>8.5340000000000007</c:v>
                </c:pt>
                <c:pt idx="908">
                  <c:v>8.7940000000000005</c:v>
                </c:pt>
                <c:pt idx="909">
                  <c:v>8.8230000000000004</c:v>
                </c:pt>
                <c:pt idx="910">
                  <c:v>8.2769999999999992</c:v>
                </c:pt>
                <c:pt idx="911">
                  <c:v>8.1769999999999996</c:v>
                </c:pt>
                <c:pt idx="912">
                  <c:v>8.2739999999999991</c:v>
                </c:pt>
                <c:pt idx="913">
                  <c:v>8.3089999999999993</c:v>
                </c:pt>
                <c:pt idx="914">
                  <c:v>8.1769999999999996</c:v>
                </c:pt>
                <c:pt idx="915">
                  <c:v>8.0039999999999996</c:v>
                </c:pt>
                <c:pt idx="916">
                  <c:v>8.1059999999999999</c:v>
                </c:pt>
                <c:pt idx="917">
                  <c:v>7.9990000000000006</c:v>
                </c:pt>
                <c:pt idx="918">
                  <c:v>8.09</c:v>
                </c:pt>
                <c:pt idx="919">
                  <c:v>7.9240000000000004</c:v>
                </c:pt>
                <c:pt idx="920">
                  <c:v>7.8639999999999999</c:v>
                </c:pt>
                <c:pt idx="921">
                  <c:v>7.7909999999999995</c:v>
                </c:pt>
                <c:pt idx="922">
                  <c:v>7.7469999999999999</c:v>
                </c:pt>
                <c:pt idx="923">
                  <c:v>7.6730000000000009</c:v>
                </c:pt>
                <c:pt idx="924">
                  <c:v>7.5709999999999997</c:v>
                </c:pt>
                <c:pt idx="925">
                  <c:v>7.5179999999999998</c:v>
                </c:pt>
                <c:pt idx="926">
                  <c:v>7.5889999999999995</c:v>
                </c:pt>
                <c:pt idx="927">
                  <c:v>7.5689999999999991</c:v>
                </c:pt>
                <c:pt idx="928">
                  <c:v>7.5889999999999995</c:v>
                </c:pt>
                <c:pt idx="929">
                  <c:v>7.7389999999999999</c:v>
                </c:pt>
                <c:pt idx="930">
                  <c:v>7.7249999999999996</c:v>
                </c:pt>
                <c:pt idx="931">
                  <c:v>8.032</c:v>
                </c:pt>
                <c:pt idx="932">
                  <c:v>8.0739999999999998</c:v>
                </c:pt>
                <c:pt idx="933">
                  <c:v>7.9119999999999999</c:v>
                </c:pt>
                <c:pt idx="934">
                  <c:v>7.9610000000000003</c:v>
                </c:pt>
                <c:pt idx="935">
                  <c:v>7.86</c:v>
                </c:pt>
                <c:pt idx="936">
                  <c:v>6.5920000000000005</c:v>
                </c:pt>
                <c:pt idx="937">
                  <c:v>6.3789999999999996</c:v>
                </c:pt>
                <c:pt idx="938">
                  <c:v>6.4060000000000006</c:v>
                </c:pt>
                <c:pt idx="939">
                  <c:v>6.3589999999999991</c:v>
                </c:pt>
                <c:pt idx="940">
                  <c:v>6.38</c:v>
                </c:pt>
                <c:pt idx="941">
                  <c:v>6.3759999999999994</c:v>
                </c:pt>
                <c:pt idx="942">
                  <c:v>6.3710000000000004</c:v>
                </c:pt>
                <c:pt idx="943">
                  <c:v>6.3420000000000005</c:v>
                </c:pt>
                <c:pt idx="944">
                  <c:v>6.2630000000000008</c:v>
                </c:pt>
                <c:pt idx="945">
                  <c:v>6.2700000000000005</c:v>
                </c:pt>
                <c:pt idx="946">
                  <c:v>7.5709999999999997</c:v>
                </c:pt>
                <c:pt idx="947">
                  <c:v>7.6989999999999998</c:v>
                </c:pt>
                <c:pt idx="948">
                  <c:v>7.722999999999999</c:v>
                </c:pt>
                <c:pt idx="949">
                  <c:v>7.8639999999999999</c:v>
                </c:pt>
                <c:pt idx="950">
                  <c:v>7.7810000000000006</c:v>
                </c:pt>
                <c:pt idx="951">
                  <c:v>8.418000000000001</c:v>
                </c:pt>
                <c:pt idx="952">
                  <c:v>8.6199999999999992</c:v>
                </c:pt>
                <c:pt idx="953">
                  <c:v>8.6489999999999991</c:v>
                </c:pt>
                <c:pt idx="954">
                  <c:v>8.6950000000000003</c:v>
                </c:pt>
                <c:pt idx="955">
                  <c:v>8.8889999999999993</c:v>
                </c:pt>
                <c:pt idx="956">
                  <c:v>9.0109999999999992</c:v>
                </c:pt>
                <c:pt idx="957">
                  <c:v>9.157</c:v>
                </c:pt>
                <c:pt idx="958">
                  <c:v>9.0730000000000004</c:v>
                </c:pt>
                <c:pt idx="959">
                  <c:v>8.9050000000000011</c:v>
                </c:pt>
                <c:pt idx="960">
                  <c:v>8.9269999999999996</c:v>
                </c:pt>
                <c:pt idx="961">
                  <c:v>8.9380000000000006</c:v>
                </c:pt>
                <c:pt idx="962">
                  <c:v>9.0039999999999996</c:v>
                </c:pt>
                <c:pt idx="963">
                  <c:v>9.0640000000000001</c:v>
                </c:pt>
                <c:pt idx="964">
                  <c:v>8.9789999999999992</c:v>
                </c:pt>
                <c:pt idx="965">
                  <c:v>8.9660000000000011</c:v>
                </c:pt>
                <c:pt idx="966">
                  <c:v>9.2240000000000002</c:v>
                </c:pt>
                <c:pt idx="967">
                  <c:v>9.1989999999999998</c:v>
                </c:pt>
                <c:pt idx="968">
                  <c:v>9.19</c:v>
                </c:pt>
                <c:pt idx="969">
                  <c:v>9.1429999999999989</c:v>
                </c:pt>
                <c:pt idx="970">
                  <c:v>9.3360000000000003</c:v>
                </c:pt>
                <c:pt idx="971">
                  <c:v>9.4220000000000006</c:v>
                </c:pt>
                <c:pt idx="972">
                  <c:v>9.4369999999999994</c:v>
                </c:pt>
                <c:pt idx="973">
                  <c:v>9.5749999999999993</c:v>
                </c:pt>
                <c:pt idx="974">
                  <c:v>9.9190000000000005</c:v>
                </c:pt>
                <c:pt idx="975">
                  <c:v>10.005000000000001</c:v>
                </c:pt>
                <c:pt idx="976">
                  <c:v>10.31</c:v>
                </c:pt>
                <c:pt idx="977">
                  <c:v>10.501000000000001</c:v>
                </c:pt>
                <c:pt idx="978">
                  <c:v>10.54</c:v>
                </c:pt>
                <c:pt idx="979">
                  <c:v>10.545</c:v>
                </c:pt>
                <c:pt idx="980">
                  <c:v>11.225999999999999</c:v>
                </c:pt>
                <c:pt idx="981">
                  <c:v>11.279</c:v>
                </c:pt>
                <c:pt idx="982">
                  <c:v>11.311</c:v>
                </c:pt>
                <c:pt idx="983">
                  <c:v>11.405999999999999</c:v>
                </c:pt>
                <c:pt idx="984">
                  <c:v>11.303000000000001</c:v>
                </c:pt>
                <c:pt idx="985">
                  <c:v>10.779</c:v>
                </c:pt>
                <c:pt idx="986">
                  <c:v>10.577999999999999</c:v>
                </c:pt>
                <c:pt idx="987">
                  <c:v>10.523</c:v>
                </c:pt>
                <c:pt idx="988">
                  <c:v>10.473000000000001</c:v>
                </c:pt>
                <c:pt idx="989">
                  <c:v>10.466000000000001</c:v>
                </c:pt>
                <c:pt idx="990">
                  <c:v>7.3120000000000003</c:v>
                </c:pt>
                <c:pt idx="991">
                  <c:v>6.5710000000000006</c:v>
                </c:pt>
                <c:pt idx="992">
                  <c:v>6.4879999999999995</c:v>
                </c:pt>
                <c:pt idx="993">
                  <c:v>6.5609999999999999</c:v>
                </c:pt>
                <c:pt idx="994">
                  <c:v>6.3789999999999996</c:v>
                </c:pt>
                <c:pt idx="995">
                  <c:v>6.7809999999999997</c:v>
                </c:pt>
                <c:pt idx="996">
                  <c:v>6.9050000000000002</c:v>
                </c:pt>
                <c:pt idx="997">
                  <c:v>6.9239999999999995</c:v>
                </c:pt>
                <c:pt idx="998">
                  <c:v>7.6730000000000009</c:v>
                </c:pt>
                <c:pt idx="999">
                  <c:v>7.8929999999999998</c:v>
                </c:pt>
                <c:pt idx="1000">
                  <c:v>8.0589999999999993</c:v>
                </c:pt>
                <c:pt idx="1001">
                  <c:v>7.8460000000000001</c:v>
                </c:pt>
                <c:pt idx="1002">
                  <c:v>7.9359999999999999</c:v>
                </c:pt>
                <c:pt idx="1003">
                  <c:v>7.7329999999999997</c:v>
                </c:pt>
                <c:pt idx="1004">
                  <c:v>7.7909999999999995</c:v>
                </c:pt>
                <c:pt idx="1005">
                  <c:v>7.786999999999999</c:v>
                </c:pt>
                <c:pt idx="1006">
                  <c:v>7.4649999999999999</c:v>
                </c:pt>
                <c:pt idx="1007">
                  <c:v>7.5170000000000003</c:v>
                </c:pt>
                <c:pt idx="1008">
                  <c:v>7.4279999999999999</c:v>
                </c:pt>
                <c:pt idx="1009">
                  <c:v>7.4719999999999995</c:v>
                </c:pt>
                <c:pt idx="1010">
                  <c:v>7.4059999999999997</c:v>
                </c:pt>
                <c:pt idx="1011">
                  <c:v>7.3800000000000008</c:v>
                </c:pt>
                <c:pt idx="1012">
                  <c:v>7.4059999999999997</c:v>
                </c:pt>
                <c:pt idx="1013">
                  <c:v>7.3559999999999999</c:v>
                </c:pt>
                <c:pt idx="1014">
                  <c:v>7.4489999999999998</c:v>
                </c:pt>
                <c:pt idx="1015">
                  <c:v>7.5359999999999996</c:v>
                </c:pt>
                <c:pt idx="1016">
                  <c:v>6.7229999999999999</c:v>
                </c:pt>
                <c:pt idx="1017">
                  <c:v>6.6239999999999997</c:v>
                </c:pt>
                <c:pt idx="1018">
                  <c:v>6.6070000000000002</c:v>
                </c:pt>
                <c:pt idx="1019">
                  <c:v>8.6590000000000007</c:v>
                </c:pt>
                <c:pt idx="1020">
                  <c:v>8.8539999999999992</c:v>
                </c:pt>
                <c:pt idx="1021">
                  <c:v>9.0280000000000005</c:v>
                </c:pt>
                <c:pt idx="1022">
                  <c:v>8.7679999999999989</c:v>
                </c:pt>
                <c:pt idx="1023">
                  <c:v>8.7620000000000005</c:v>
                </c:pt>
                <c:pt idx="1024">
                  <c:v>8.7170000000000005</c:v>
                </c:pt>
                <c:pt idx="1025">
                  <c:v>8.7210000000000001</c:v>
                </c:pt>
                <c:pt idx="1026">
                  <c:v>8.7690000000000001</c:v>
                </c:pt>
                <c:pt idx="1027">
                  <c:v>8.6379999999999999</c:v>
                </c:pt>
                <c:pt idx="1028">
                  <c:v>8.636000000000001</c:v>
                </c:pt>
                <c:pt idx="1029">
                  <c:v>8.6270000000000007</c:v>
                </c:pt>
                <c:pt idx="1030">
                  <c:v>8.7739999999999991</c:v>
                </c:pt>
                <c:pt idx="1031">
                  <c:v>8.766</c:v>
                </c:pt>
                <c:pt idx="1032">
                  <c:v>8.895999999999999</c:v>
                </c:pt>
                <c:pt idx="1033">
                  <c:v>8.7330000000000005</c:v>
                </c:pt>
                <c:pt idx="1034">
                  <c:v>8.7510000000000012</c:v>
                </c:pt>
                <c:pt idx="1035">
                  <c:v>8.6489999999999991</c:v>
                </c:pt>
                <c:pt idx="1036">
                  <c:v>8.9120000000000008</c:v>
                </c:pt>
                <c:pt idx="1037">
                  <c:v>8.7330000000000005</c:v>
                </c:pt>
                <c:pt idx="1038">
                  <c:v>8.677999999999999</c:v>
                </c:pt>
                <c:pt idx="1039">
                  <c:v>8.6419999999999995</c:v>
                </c:pt>
                <c:pt idx="1040">
                  <c:v>8.1289999999999996</c:v>
                </c:pt>
                <c:pt idx="1041">
                  <c:v>8.0790000000000006</c:v>
                </c:pt>
                <c:pt idx="1042">
                  <c:v>8.0790000000000006</c:v>
                </c:pt>
                <c:pt idx="1043">
                  <c:v>7.9109999999999996</c:v>
                </c:pt>
                <c:pt idx="1044">
                  <c:v>8.1349999999999998</c:v>
                </c:pt>
                <c:pt idx="1045">
                  <c:v>8.17</c:v>
                </c:pt>
                <c:pt idx="1046">
                  <c:v>8.1210000000000004</c:v>
                </c:pt>
                <c:pt idx="1047">
                  <c:v>8.6199999999999992</c:v>
                </c:pt>
                <c:pt idx="1048">
                  <c:v>9.6929999999999996</c:v>
                </c:pt>
                <c:pt idx="1049">
                  <c:v>9.7439999999999998</c:v>
                </c:pt>
                <c:pt idx="1050">
                  <c:v>10.381</c:v>
                </c:pt>
                <c:pt idx="1051">
                  <c:v>9.6649999999999991</c:v>
                </c:pt>
                <c:pt idx="1052">
                  <c:v>9.5679999999999996</c:v>
                </c:pt>
                <c:pt idx="1053">
                  <c:v>9.4819999999999993</c:v>
                </c:pt>
                <c:pt idx="1054">
                  <c:v>9.4250000000000007</c:v>
                </c:pt>
                <c:pt idx="1055">
                  <c:v>9.379999999999999</c:v>
                </c:pt>
                <c:pt idx="1056">
                  <c:v>9.202</c:v>
                </c:pt>
                <c:pt idx="1057">
                  <c:v>9.2089999999999996</c:v>
                </c:pt>
                <c:pt idx="1058">
                  <c:v>9.25</c:v>
                </c:pt>
                <c:pt idx="1059">
                  <c:v>9.4030000000000005</c:v>
                </c:pt>
                <c:pt idx="1060">
                  <c:v>8.9179999999999993</c:v>
                </c:pt>
                <c:pt idx="1061">
                  <c:v>8.770999999999999</c:v>
                </c:pt>
                <c:pt idx="1062">
                  <c:v>8.6839999999999993</c:v>
                </c:pt>
                <c:pt idx="1063">
                  <c:v>8.8740000000000006</c:v>
                </c:pt>
                <c:pt idx="1064">
                  <c:v>8.7609999999999992</c:v>
                </c:pt>
                <c:pt idx="1065">
                  <c:v>8.7010000000000005</c:v>
                </c:pt>
                <c:pt idx="1066">
                  <c:v>8.68</c:v>
                </c:pt>
                <c:pt idx="1067">
                  <c:v>8.4390000000000001</c:v>
                </c:pt>
                <c:pt idx="1068">
                  <c:v>8.3439999999999994</c:v>
                </c:pt>
                <c:pt idx="1069">
                  <c:v>6.3890000000000002</c:v>
                </c:pt>
                <c:pt idx="1070">
                  <c:v>6.0140000000000002</c:v>
                </c:pt>
                <c:pt idx="1071">
                  <c:v>6.0359999999999996</c:v>
                </c:pt>
                <c:pt idx="1072">
                  <c:v>6.1310000000000002</c:v>
                </c:pt>
                <c:pt idx="1073">
                  <c:v>6.3020000000000005</c:v>
                </c:pt>
                <c:pt idx="1074">
                  <c:v>5.9710000000000001</c:v>
                </c:pt>
                <c:pt idx="1075">
                  <c:v>5.9270000000000005</c:v>
                </c:pt>
                <c:pt idx="1076">
                  <c:v>6.1029999999999998</c:v>
                </c:pt>
                <c:pt idx="1077">
                  <c:v>6.1080000000000005</c:v>
                </c:pt>
                <c:pt idx="1078">
                  <c:v>6.0949999999999998</c:v>
                </c:pt>
                <c:pt idx="1079">
                  <c:v>5.9260000000000002</c:v>
                </c:pt>
                <c:pt idx="1080">
                  <c:v>5.9619999999999997</c:v>
                </c:pt>
                <c:pt idx="1081">
                  <c:v>6.0339999999999998</c:v>
                </c:pt>
                <c:pt idx="1082">
                  <c:v>4.8769999999999998</c:v>
                </c:pt>
                <c:pt idx="1083">
                  <c:v>4.7030000000000003</c:v>
                </c:pt>
                <c:pt idx="1084">
                  <c:v>4.7350000000000003</c:v>
                </c:pt>
                <c:pt idx="1085">
                  <c:v>4.7430000000000003</c:v>
                </c:pt>
                <c:pt idx="1086">
                  <c:v>4.6340000000000003</c:v>
                </c:pt>
                <c:pt idx="1087">
                  <c:v>4.226</c:v>
                </c:pt>
                <c:pt idx="1088">
                  <c:v>4.0919999999999996</c:v>
                </c:pt>
                <c:pt idx="1089">
                  <c:v>4.1150000000000002</c:v>
                </c:pt>
                <c:pt idx="1090">
                  <c:v>4.2610000000000001</c:v>
                </c:pt>
                <c:pt idx="1091">
                  <c:v>4.2680000000000007</c:v>
                </c:pt>
                <c:pt idx="1092">
                  <c:v>4.29</c:v>
                </c:pt>
                <c:pt idx="1093">
                  <c:v>4.2410000000000005</c:v>
                </c:pt>
                <c:pt idx="1094">
                  <c:v>4.3440000000000003</c:v>
                </c:pt>
                <c:pt idx="1095">
                  <c:v>4.4060000000000006</c:v>
                </c:pt>
                <c:pt idx="1096">
                  <c:v>4.4489999999999998</c:v>
                </c:pt>
                <c:pt idx="1097">
                  <c:v>5.819</c:v>
                </c:pt>
                <c:pt idx="1098">
                  <c:v>5.8340000000000005</c:v>
                </c:pt>
                <c:pt idx="1099">
                  <c:v>6.2720000000000002</c:v>
                </c:pt>
                <c:pt idx="1100">
                  <c:v>6.343</c:v>
                </c:pt>
                <c:pt idx="1101">
                  <c:v>6.338000000000001</c:v>
                </c:pt>
                <c:pt idx="1102">
                  <c:v>6.3040000000000003</c:v>
                </c:pt>
                <c:pt idx="1103">
                  <c:v>6.3860000000000001</c:v>
                </c:pt>
                <c:pt idx="1104">
                  <c:v>6.4850000000000003</c:v>
                </c:pt>
                <c:pt idx="1105">
                  <c:v>6.4359999999999999</c:v>
                </c:pt>
                <c:pt idx="1106">
                  <c:v>6.4580000000000002</c:v>
                </c:pt>
                <c:pt idx="1107">
                  <c:v>6.4180000000000001</c:v>
                </c:pt>
                <c:pt idx="1108">
                  <c:v>6.5970000000000004</c:v>
                </c:pt>
                <c:pt idx="1109">
                  <c:v>6.5280000000000005</c:v>
                </c:pt>
                <c:pt idx="1110">
                  <c:v>6.49</c:v>
                </c:pt>
                <c:pt idx="1111">
                  <c:v>6.5220000000000002</c:v>
                </c:pt>
                <c:pt idx="1112">
                  <c:v>6.6280000000000001</c:v>
                </c:pt>
                <c:pt idx="1113">
                  <c:v>6.5729999999999995</c:v>
                </c:pt>
                <c:pt idx="1114">
                  <c:v>6.6790000000000003</c:v>
                </c:pt>
                <c:pt idx="1115">
                  <c:v>6.8610000000000007</c:v>
                </c:pt>
                <c:pt idx="1116">
                  <c:v>6.9489999999999998</c:v>
                </c:pt>
                <c:pt idx="1117">
                  <c:v>6.98</c:v>
                </c:pt>
                <c:pt idx="1118">
                  <c:v>6.8839999999999995</c:v>
                </c:pt>
                <c:pt idx="1119">
                  <c:v>6.8519999999999994</c:v>
                </c:pt>
                <c:pt idx="1120">
                  <c:v>6.9070000000000009</c:v>
                </c:pt>
                <c:pt idx="1121">
                  <c:v>6.9720000000000004</c:v>
                </c:pt>
                <c:pt idx="1122">
                  <c:v>6.94</c:v>
                </c:pt>
                <c:pt idx="1123">
                  <c:v>6.9630000000000001</c:v>
                </c:pt>
                <c:pt idx="1124">
                  <c:v>7.0010000000000003</c:v>
                </c:pt>
                <c:pt idx="1125">
                  <c:v>7.1029999999999998</c:v>
                </c:pt>
                <c:pt idx="1126">
                  <c:v>7.1480000000000006</c:v>
                </c:pt>
                <c:pt idx="1127">
                  <c:v>7.0629999999999997</c:v>
                </c:pt>
                <c:pt idx="1128">
                  <c:v>6.718</c:v>
                </c:pt>
                <c:pt idx="1129">
                  <c:v>6.64</c:v>
                </c:pt>
                <c:pt idx="1130">
                  <c:v>6.5830000000000002</c:v>
                </c:pt>
                <c:pt idx="1131">
                  <c:v>6.8129999999999997</c:v>
                </c:pt>
                <c:pt idx="1132">
                  <c:v>6.8610000000000007</c:v>
                </c:pt>
                <c:pt idx="1133">
                  <c:v>7.2080000000000002</c:v>
                </c:pt>
                <c:pt idx="1134">
                  <c:v>7.1989999999999998</c:v>
                </c:pt>
                <c:pt idx="1135">
                  <c:v>7.2959999999999994</c:v>
                </c:pt>
                <c:pt idx="1136">
                  <c:v>7.0830000000000002</c:v>
                </c:pt>
                <c:pt idx="1137">
                  <c:v>7.1269999999999998</c:v>
                </c:pt>
                <c:pt idx="1138">
                  <c:v>7.1150000000000002</c:v>
                </c:pt>
                <c:pt idx="1139">
                  <c:v>7.1260000000000003</c:v>
                </c:pt>
                <c:pt idx="1140">
                  <c:v>7.101</c:v>
                </c:pt>
                <c:pt idx="1141">
                  <c:v>6.99</c:v>
                </c:pt>
                <c:pt idx="1142">
                  <c:v>7.0049999999999999</c:v>
                </c:pt>
                <c:pt idx="1143">
                  <c:v>7.1909999999999998</c:v>
                </c:pt>
                <c:pt idx="1144">
                  <c:v>7.3609999999999998</c:v>
                </c:pt>
                <c:pt idx="1145">
                  <c:v>7.3400000000000007</c:v>
                </c:pt>
                <c:pt idx="1146">
                  <c:v>7.4190000000000005</c:v>
                </c:pt>
                <c:pt idx="1147">
                  <c:v>7.7149999999999999</c:v>
                </c:pt>
                <c:pt idx="1148">
                  <c:v>7.8959999999999999</c:v>
                </c:pt>
                <c:pt idx="1149">
                  <c:v>7.7640000000000002</c:v>
                </c:pt>
                <c:pt idx="1150">
                  <c:v>7.3789999999999996</c:v>
                </c:pt>
                <c:pt idx="1151">
                  <c:v>7.4590000000000005</c:v>
                </c:pt>
                <c:pt idx="1152">
                  <c:v>7.4779999999999998</c:v>
                </c:pt>
                <c:pt idx="1153">
                  <c:v>7.4889999999999999</c:v>
                </c:pt>
                <c:pt idx="1154">
                  <c:v>7.0169999999999995</c:v>
                </c:pt>
                <c:pt idx="1155">
                  <c:v>6.9559999999999995</c:v>
                </c:pt>
                <c:pt idx="1156">
                  <c:v>6.5729999999999995</c:v>
                </c:pt>
                <c:pt idx="1157">
                  <c:v>6.4790000000000001</c:v>
                </c:pt>
                <c:pt idx="1158">
                  <c:v>6.4610000000000003</c:v>
                </c:pt>
                <c:pt idx="1159">
                  <c:v>6.43</c:v>
                </c:pt>
                <c:pt idx="1160">
                  <c:v>6.532</c:v>
                </c:pt>
                <c:pt idx="1161">
                  <c:v>6.7320000000000002</c:v>
                </c:pt>
                <c:pt idx="1162">
                  <c:v>6.7710000000000008</c:v>
                </c:pt>
                <c:pt idx="1163">
                  <c:v>6.895999999999999</c:v>
                </c:pt>
                <c:pt idx="1164">
                  <c:v>6.9419999999999993</c:v>
                </c:pt>
                <c:pt idx="1165">
                  <c:v>6.9830000000000005</c:v>
                </c:pt>
                <c:pt idx="1166">
                  <c:v>6.9329999999999998</c:v>
                </c:pt>
                <c:pt idx="1167">
                  <c:v>6.8849999999999998</c:v>
                </c:pt>
                <c:pt idx="1168">
                  <c:v>6.8709999999999996</c:v>
                </c:pt>
                <c:pt idx="1169">
                  <c:v>6.8659999999999997</c:v>
                </c:pt>
                <c:pt idx="1170">
                  <c:v>6.8250000000000002</c:v>
                </c:pt>
                <c:pt idx="1171">
                  <c:v>6.7140000000000004</c:v>
                </c:pt>
                <c:pt idx="1172">
                  <c:v>6.721000000000001</c:v>
                </c:pt>
                <c:pt idx="1173">
                  <c:v>6.6710000000000003</c:v>
                </c:pt>
                <c:pt idx="1174">
                  <c:v>6.4949999999999992</c:v>
                </c:pt>
                <c:pt idx="1175">
                  <c:v>6.3060000000000009</c:v>
                </c:pt>
                <c:pt idx="1176">
                  <c:v>6.2370000000000001</c:v>
                </c:pt>
                <c:pt idx="1177">
                  <c:v>6.2229999999999999</c:v>
                </c:pt>
                <c:pt idx="1178">
                  <c:v>6.1920000000000002</c:v>
                </c:pt>
                <c:pt idx="1179">
                  <c:v>6.218</c:v>
                </c:pt>
                <c:pt idx="1180">
                  <c:v>6.2689999999999992</c:v>
                </c:pt>
                <c:pt idx="1181">
                  <c:v>6.2839999999999989</c:v>
                </c:pt>
                <c:pt idx="1182">
                  <c:v>6.319</c:v>
                </c:pt>
                <c:pt idx="1183">
                  <c:v>6.4769999999999994</c:v>
                </c:pt>
                <c:pt idx="1184">
                  <c:v>6.4619999999999997</c:v>
                </c:pt>
                <c:pt idx="1185">
                  <c:v>6.4060000000000006</c:v>
                </c:pt>
                <c:pt idx="1186">
                  <c:v>6.3560000000000008</c:v>
                </c:pt>
                <c:pt idx="1187">
                  <c:v>6.4130000000000003</c:v>
                </c:pt>
                <c:pt idx="1188">
                  <c:v>6.4719999999999995</c:v>
                </c:pt>
                <c:pt idx="1189">
                  <c:v>6.5549999999999997</c:v>
                </c:pt>
                <c:pt idx="1190">
                  <c:v>6.8290000000000006</c:v>
                </c:pt>
                <c:pt idx="1191">
                  <c:v>6.9220000000000006</c:v>
                </c:pt>
                <c:pt idx="1192">
                  <c:v>6.931</c:v>
                </c:pt>
                <c:pt idx="1193">
                  <c:v>7.2440000000000007</c:v>
                </c:pt>
                <c:pt idx="1194">
                  <c:v>7.5359999999999996</c:v>
                </c:pt>
                <c:pt idx="1195">
                  <c:v>7.2830000000000004</c:v>
                </c:pt>
                <c:pt idx="1196">
                  <c:v>7.1569999999999991</c:v>
                </c:pt>
                <c:pt idx="1197">
                  <c:v>7.2109999999999994</c:v>
                </c:pt>
                <c:pt idx="1198">
                  <c:v>7.2870000000000008</c:v>
                </c:pt>
                <c:pt idx="1199">
                  <c:v>7.1709999999999994</c:v>
                </c:pt>
                <c:pt idx="1200">
                  <c:v>7.1650000000000009</c:v>
                </c:pt>
                <c:pt idx="1201">
                  <c:v>6.8339999999999996</c:v>
                </c:pt>
                <c:pt idx="1202">
                  <c:v>6.23</c:v>
                </c:pt>
                <c:pt idx="1203">
                  <c:v>6.0089999999999995</c:v>
                </c:pt>
                <c:pt idx="1204">
                  <c:v>6.0030000000000001</c:v>
                </c:pt>
                <c:pt idx="1205">
                  <c:v>5.9740000000000002</c:v>
                </c:pt>
                <c:pt idx="1206">
                  <c:v>5.9959999999999996</c:v>
                </c:pt>
                <c:pt idx="1207">
                  <c:v>6.0519999999999996</c:v>
                </c:pt>
                <c:pt idx="1208">
                  <c:v>6.2140000000000004</c:v>
                </c:pt>
                <c:pt idx="1209">
                  <c:v>6.1629999999999994</c:v>
                </c:pt>
                <c:pt idx="1210">
                  <c:v>6.2160000000000002</c:v>
                </c:pt>
                <c:pt idx="1211">
                  <c:v>5.9479999999999995</c:v>
                </c:pt>
                <c:pt idx="1212">
                  <c:v>5.4059999999999997</c:v>
                </c:pt>
                <c:pt idx="1213">
                  <c:v>5.2389999999999999</c:v>
                </c:pt>
                <c:pt idx="1214">
                  <c:v>5.274</c:v>
                </c:pt>
                <c:pt idx="1215">
                  <c:v>5.2810000000000006</c:v>
                </c:pt>
                <c:pt idx="1216">
                  <c:v>5.3390000000000004</c:v>
                </c:pt>
                <c:pt idx="1217">
                  <c:v>5.327</c:v>
                </c:pt>
                <c:pt idx="1218">
                  <c:v>5.2949999999999999</c:v>
                </c:pt>
                <c:pt idx="1219">
                  <c:v>5.2919999999999998</c:v>
                </c:pt>
                <c:pt idx="1220">
                  <c:v>5.3420000000000005</c:v>
                </c:pt>
                <c:pt idx="1221">
                  <c:v>5.2930000000000001</c:v>
                </c:pt>
                <c:pt idx="1222">
                  <c:v>5.3519999999999994</c:v>
                </c:pt>
                <c:pt idx="1223">
                  <c:v>5.4059999999999997</c:v>
                </c:pt>
                <c:pt idx="1224">
                  <c:v>5.3929999999999998</c:v>
                </c:pt>
                <c:pt idx="1225">
                  <c:v>5.4039999999999999</c:v>
                </c:pt>
                <c:pt idx="1226">
                  <c:v>8.01</c:v>
                </c:pt>
                <c:pt idx="1227">
                  <c:v>8.0830000000000002</c:v>
                </c:pt>
                <c:pt idx="1228">
                  <c:v>8.1449999999999996</c:v>
                </c:pt>
                <c:pt idx="1229">
                  <c:v>8.2449999999999992</c:v>
                </c:pt>
                <c:pt idx="1230">
                  <c:v>8.3059999999999992</c:v>
                </c:pt>
                <c:pt idx="1231">
                  <c:v>8.3230000000000004</c:v>
                </c:pt>
                <c:pt idx="1232">
                  <c:v>8.3890000000000011</c:v>
                </c:pt>
                <c:pt idx="1233">
                  <c:v>8.3810000000000002</c:v>
                </c:pt>
                <c:pt idx="1234">
                  <c:v>8.9310000000000009</c:v>
                </c:pt>
                <c:pt idx="1235">
                  <c:v>9.2509999999999994</c:v>
                </c:pt>
                <c:pt idx="1236">
                  <c:v>6.3820000000000006</c:v>
                </c:pt>
                <c:pt idx="1237">
                  <c:v>6.03</c:v>
                </c:pt>
                <c:pt idx="1238">
                  <c:v>6.6269999999999998</c:v>
                </c:pt>
                <c:pt idx="1239">
                  <c:v>8.9939999999999998</c:v>
                </c:pt>
                <c:pt idx="1240">
                  <c:v>9.09</c:v>
                </c:pt>
                <c:pt idx="1241">
                  <c:v>9.09</c:v>
                </c:pt>
                <c:pt idx="1242">
                  <c:v>9.0869999999999997</c:v>
                </c:pt>
                <c:pt idx="1243">
                  <c:v>7.7759999999999998</c:v>
                </c:pt>
                <c:pt idx="1244">
                  <c:v>7.5640000000000001</c:v>
                </c:pt>
                <c:pt idx="1245">
                  <c:v>7.6109999999999998</c:v>
                </c:pt>
                <c:pt idx="1246">
                  <c:v>7.8009999999999993</c:v>
                </c:pt>
                <c:pt idx="1247">
                  <c:v>7.9610000000000003</c:v>
                </c:pt>
                <c:pt idx="1248">
                  <c:v>8.0969999999999995</c:v>
                </c:pt>
                <c:pt idx="1249">
                  <c:v>8.0760000000000005</c:v>
                </c:pt>
                <c:pt idx="1250">
                  <c:v>7.9699999999999989</c:v>
                </c:pt>
                <c:pt idx="1251">
                  <c:v>7.9920000000000009</c:v>
                </c:pt>
                <c:pt idx="1252">
                  <c:v>8.0640000000000001</c:v>
                </c:pt>
                <c:pt idx="1253">
                  <c:v>8.109</c:v>
                </c:pt>
                <c:pt idx="1254">
                  <c:v>7.9249999999999998</c:v>
                </c:pt>
                <c:pt idx="1255">
                  <c:v>7.9339999999999993</c:v>
                </c:pt>
                <c:pt idx="1256">
                  <c:v>7.7880000000000003</c:v>
                </c:pt>
                <c:pt idx="1257">
                  <c:v>7.7719999999999994</c:v>
                </c:pt>
                <c:pt idx="1258">
                  <c:v>7.8959999999999999</c:v>
                </c:pt>
                <c:pt idx="1259">
                  <c:v>7.85</c:v>
                </c:pt>
                <c:pt idx="1260">
                  <c:v>7.8259999999999996</c:v>
                </c:pt>
                <c:pt idx="1261">
                  <c:v>7.8340000000000005</c:v>
                </c:pt>
                <c:pt idx="1262">
                  <c:v>7.8710000000000004</c:v>
                </c:pt>
                <c:pt idx="1263">
                  <c:v>7.8049999999999997</c:v>
                </c:pt>
                <c:pt idx="1264">
                  <c:v>7.9249999999999998</c:v>
                </c:pt>
                <c:pt idx="1265">
                  <c:v>7.5149999999999997</c:v>
                </c:pt>
                <c:pt idx="1266">
                  <c:v>7.516</c:v>
                </c:pt>
                <c:pt idx="1267">
                  <c:v>7.5759999999999996</c:v>
                </c:pt>
                <c:pt idx="1268">
                  <c:v>7.4710000000000001</c:v>
                </c:pt>
                <c:pt idx="1269">
                  <c:v>7.5039999999999996</c:v>
                </c:pt>
                <c:pt idx="1270">
                  <c:v>8.5730000000000004</c:v>
                </c:pt>
                <c:pt idx="1271">
                  <c:v>8.6189999999999998</c:v>
                </c:pt>
                <c:pt idx="1272">
                  <c:v>8.6499999999999986</c:v>
                </c:pt>
                <c:pt idx="1273">
                  <c:v>8.7409999999999997</c:v>
                </c:pt>
                <c:pt idx="1274">
                  <c:v>8.8859999999999992</c:v>
                </c:pt>
                <c:pt idx="1275">
                  <c:v>8.9980000000000011</c:v>
                </c:pt>
                <c:pt idx="1276">
                  <c:v>9.1829999999999998</c:v>
                </c:pt>
                <c:pt idx="1277">
                  <c:v>9.1719999999999988</c:v>
                </c:pt>
                <c:pt idx="1278">
                  <c:v>8.7520000000000007</c:v>
                </c:pt>
                <c:pt idx="1279">
                  <c:v>8.286999999999999</c:v>
                </c:pt>
                <c:pt idx="1280">
                  <c:v>6.9220000000000006</c:v>
                </c:pt>
                <c:pt idx="1281">
                  <c:v>6.68</c:v>
                </c:pt>
                <c:pt idx="1282">
                  <c:v>6.641</c:v>
                </c:pt>
                <c:pt idx="1283">
                  <c:v>6.5710000000000006</c:v>
                </c:pt>
                <c:pt idx="1284">
                  <c:v>5.7029999999999994</c:v>
                </c:pt>
                <c:pt idx="1285">
                  <c:v>5.633</c:v>
                </c:pt>
                <c:pt idx="1286">
                  <c:v>5.1580000000000004</c:v>
                </c:pt>
                <c:pt idx="1287">
                  <c:v>4.7160000000000002</c:v>
                </c:pt>
                <c:pt idx="1288">
                  <c:v>4.9009999999999998</c:v>
                </c:pt>
                <c:pt idx="1289">
                  <c:v>4.952</c:v>
                </c:pt>
                <c:pt idx="1290">
                  <c:v>5.2670000000000003</c:v>
                </c:pt>
                <c:pt idx="1291">
                  <c:v>5.4780000000000006</c:v>
                </c:pt>
                <c:pt idx="1292">
                  <c:v>5.4899999999999993</c:v>
                </c:pt>
                <c:pt idx="1293">
                  <c:v>5.4899999999999993</c:v>
                </c:pt>
                <c:pt idx="1294">
                  <c:v>5.4</c:v>
                </c:pt>
                <c:pt idx="1295">
                  <c:v>5.2220000000000004</c:v>
                </c:pt>
                <c:pt idx="1296">
                  <c:v>5.1749999999999998</c:v>
                </c:pt>
                <c:pt idx="1297">
                  <c:v>5.3730000000000002</c:v>
                </c:pt>
                <c:pt idx="1298">
                  <c:v>5.3819999999999997</c:v>
                </c:pt>
                <c:pt idx="1299">
                  <c:v>5.6210000000000004</c:v>
                </c:pt>
                <c:pt idx="1300">
                  <c:v>5.4370000000000003</c:v>
                </c:pt>
                <c:pt idx="1301">
                  <c:v>5.3780000000000001</c:v>
                </c:pt>
                <c:pt idx="1302">
                  <c:v>5.2640000000000002</c:v>
                </c:pt>
                <c:pt idx="1303">
                  <c:v>5.3029999999999999</c:v>
                </c:pt>
                <c:pt idx="1304">
                  <c:v>5.1769999999999996</c:v>
                </c:pt>
                <c:pt idx="1305">
                  <c:v>5.367</c:v>
                </c:pt>
                <c:pt idx="1306">
                  <c:v>5.944</c:v>
                </c:pt>
                <c:pt idx="1307">
                  <c:v>6.0830000000000002</c:v>
                </c:pt>
                <c:pt idx="1308">
                  <c:v>6.4649999999999999</c:v>
                </c:pt>
                <c:pt idx="1309">
                  <c:v>6.508</c:v>
                </c:pt>
                <c:pt idx="1310">
                  <c:v>6.4399999999999995</c:v>
                </c:pt>
                <c:pt idx="1311">
                  <c:v>6.407</c:v>
                </c:pt>
                <c:pt idx="1312">
                  <c:v>6.468</c:v>
                </c:pt>
                <c:pt idx="1313">
                  <c:v>6.4589999999999996</c:v>
                </c:pt>
                <c:pt idx="1314">
                  <c:v>6.024</c:v>
                </c:pt>
                <c:pt idx="1315">
                  <c:v>6.04</c:v>
                </c:pt>
                <c:pt idx="1316">
                  <c:v>5.9279999999999999</c:v>
                </c:pt>
                <c:pt idx="1317">
                  <c:v>5.9349999999999996</c:v>
                </c:pt>
                <c:pt idx="1318">
                  <c:v>5.3949999999999996</c:v>
                </c:pt>
                <c:pt idx="1319">
                  <c:v>5.18</c:v>
                </c:pt>
                <c:pt idx="1320">
                  <c:v>5.3580000000000005</c:v>
                </c:pt>
                <c:pt idx="1321">
                  <c:v>5.4269999999999996</c:v>
                </c:pt>
                <c:pt idx="1322">
                  <c:v>5.5570000000000004</c:v>
                </c:pt>
                <c:pt idx="1323">
                  <c:v>5.298</c:v>
                </c:pt>
                <c:pt idx="1324">
                  <c:v>5.1420000000000003</c:v>
                </c:pt>
                <c:pt idx="1325">
                  <c:v>5.0369999999999999</c:v>
                </c:pt>
                <c:pt idx="1326">
                  <c:v>4.9720000000000004</c:v>
                </c:pt>
                <c:pt idx="1327">
                  <c:v>5.0659999999999998</c:v>
                </c:pt>
                <c:pt idx="1328">
                  <c:v>5.0289999999999999</c:v>
                </c:pt>
                <c:pt idx="1329">
                  <c:v>5.04</c:v>
                </c:pt>
                <c:pt idx="1330">
                  <c:v>5.0449999999999999</c:v>
                </c:pt>
                <c:pt idx="1331">
                  <c:v>5.0220000000000002</c:v>
                </c:pt>
                <c:pt idx="1332">
                  <c:v>5.3049999999999997</c:v>
                </c:pt>
                <c:pt idx="1333">
                  <c:v>5.359</c:v>
                </c:pt>
                <c:pt idx="1334">
                  <c:v>5.3</c:v>
                </c:pt>
                <c:pt idx="1335">
                  <c:v>5.633</c:v>
                </c:pt>
                <c:pt idx="1336">
                  <c:v>5.734</c:v>
                </c:pt>
                <c:pt idx="1337">
                  <c:v>5.7370000000000001</c:v>
                </c:pt>
                <c:pt idx="1338">
                  <c:v>6.1400000000000006</c:v>
                </c:pt>
                <c:pt idx="1339">
                  <c:v>6.1050000000000004</c:v>
                </c:pt>
                <c:pt idx="1340">
                  <c:v>6.1120000000000001</c:v>
                </c:pt>
                <c:pt idx="1341">
                  <c:v>6.1830000000000007</c:v>
                </c:pt>
                <c:pt idx="1342">
                  <c:v>6.1050000000000004</c:v>
                </c:pt>
                <c:pt idx="1343">
                  <c:v>6.0569999999999995</c:v>
                </c:pt>
                <c:pt idx="1344">
                  <c:v>6.0270000000000001</c:v>
                </c:pt>
                <c:pt idx="1345">
                  <c:v>5.9939999999999998</c:v>
                </c:pt>
                <c:pt idx="1346">
                  <c:v>5.9959999999999996</c:v>
                </c:pt>
                <c:pt idx="1347">
                  <c:v>5.9939999999999998</c:v>
                </c:pt>
                <c:pt idx="1348">
                  <c:v>6.0109999999999992</c:v>
                </c:pt>
                <c:pt idx="1349">
                  <c:v>5.9820000000000002</c:v>
                </c:pt>
                <c:pt idx="1350">
                  <c:v>5.7110000000000003</c:v>
                </c:pt>
                <c:pt idx="1351">
                  <c:v>5.7009999999999996</c:v>
                </c:pt>
                <c:pt idx="1352">
                  <c:v>5.6610000000000005</c:v>
                </c:pt>
                <c:pt idx="1353">
                  <c:v>5.6529999999999996</c:v>
                </c:pt>
                <c:pt idx="1354">
                  <c:v>5.5469999999999997</c:v>
                </c:pt>
                <c:pt idx="1355">
                  <c:v>5.4640000000000004</c:v>
                </c:pt>
                <c:pt idx="1356">
                  <c:v>5.3659999999999997</c:v>
                </c:pt>
                <c:pt idx="1357">
                  <c:v>5.47</c:v>
                </c:pt>
                <c:pt idx="1358">
                  <c:v>5.5570000000000004</c:v>
                </c:pt>
                <c:pt idx="1359">
                  <c:v>5.5190000000000001</c:v>
                </c:pt>
                <c:pt idx="1360">
                  <c:v>5.4450000000000003</c:v>
                </c:pt>
                <c:pt idx="1361">
                  <c:v>5.4350000000000005</c:v>
                </c:pt>
                <c:pt idx="1362">
                  <c:v>5.258</c:v>
                </c:pt>
                <c:pt idx="1363">
                  <c:v>5.21</c:v>
                </c:pt>
                <c:pt idx="1364">
                  <c:v>5.1929999999999996</c:v>
                </c:pt>
                <c:pt idx="1365">
                  <c:v>5.2480000000000002</c:v>
                </c:pt>
                <c:pt idx="1366">
                  <c:v>5.1870000000000003</c:v>
                </c:pt>
                <c:pt idx="1367">
                  <c:v>5.1880000000000006</c:v>
                </c:pt>
                <c:pt idx="1368">
                  <c:v>5.0430000000000001</c:v>
                </c:pt>
                <c:pt idx="1369">
                  <c:v>5.1150000000000002</c:v>
                </c:pt>
                <c:pt idx="1370">
                  <c:v>5.0840000000000005</c:v>
                </c:pt>
                <c:pt idx="1371">
                  <c:v>5.0650000000000004</c:v>
                </c:pt>
                <c:pt idx="1372">
                  <c:v>5.0419999999999998</c:v>
                </c:pt>
                <c:pt idx="1373">
                  <c:v>5.0019999999999998</c:v>
                </c:pt>
                <c:pt idx="1374">
                  <c:v>4.8780000000000001</c:v>
                </c:pt>
                <c:pt idx="1375">
                  <c:v>4.8129999999999997</c:v>
                </c:pt>
                <c:pt idx="1376">
                  <c:v>4.9050000000000002</c:v>
                </c:pt>
                <c:pt idx="1377">
                  <c:v>4.87</c:v>
                </c:pt>
                <c:pt idx="1378">
                  <c:v>4.88</c:v>
                </c:pt>
                <c:pt idx="1379">
                  <c:v>4.8950000000000005</c:v>
                </c:pt>
                <c:pt idx="1380">
                  <c:v>4.8689999999999998</c:v>
                </c:pt>
                <c:pt idx="1381">
                  <c:v>4.8710000000000004</c:v>
                </c:pt>
                <c:pt idx="1382">
                  <c:v>4.8079999999999998</c:v>
                </c:pt>
                <c:pt idx="1383">
                  <c:v>4.7560000000000002</c:v>
                </c:pt>
                <c:pt idx="1384">
                  <c:v>5.0979999999999999</c:v>
                </c:pt>
                <c:pt idx="1385">
                  <c:v>5.2089999999999996</c:v>
                </c:pt>
                <c:pt idx="1386">
                  <c:v>5.16</c:v>
                </c:pt>
                <c:pt idx="1387">
                  <c:v>5.3199999999999994</c:v>
                </c:pt>
                <c:pt idx="1388">
                  <c:v>5.2510000000000003</c:v>
                </c:pt>
                <c:pt idx="1389">
                  <c:v>5.2210000000000001</c:v>
                </c:pt>
                <c:pt idx="1390">
                  <c:v>5.2</c:v>
                </c:pt>
                <c:pt idx="1391">
                  <c:v>5.1630000000000003</c:v>
                </c:pt>
                <c:pt idx="1392">
                  <c:v>5.0739999999999998</c:v>
                </c:pt>
                <c:pt idx="1393">
                  <c:v>5.0609999999999999</c:v>
                </c:pt>
                <c:pt idx="1394">
                  <c:v>4.9369999999999994</c:v>
                </c:pt>
                <c:pt idx="1395">
                  <c:v>4.907</c:v>
                </c:pt>
                <c:pt idx="1396">
                  <c:v>4.8460000000000001</c:v>
                </c:pt>
                <c:pt idx="1397">
                  <c:v>4.8609999999999998</c:v>
                </c:pt>
                <c:pt idx="1398">
                  <c:v>4.9639999999999995</c:v>
                </c:pt>
                <c:pt idx="1399">
                  <c:v>4.9590000000000005</c:v>
                </c:pt>
                <c:pt idx="1400">
                  <c:v>4.9829999999999997</c:v>
                </c:pt>
                <c:pt idx="1401">
                  <c:v>4.9630000000000001</c:v>
                </c:pt>
                <c:pt idx="1402">
                  <c:v>4.9550000000000001</c:v>
                </c:pt>
                <c:pt idx="1403">
                  <c:v>4.9390000000000001</c:v>
                </c:pt>
                <c:pt idx="1404">
                  <c:v>4.9349999999999996</c:v>
                </c:pt>
                <c:pt idx="1405">
                  <c:v>5.0380000000000003</c:v>
                </c:pt>
                <c:pt idx="1406">
                  <c:v>5.2389999999999999</c:v>
                </c:pt>
                <c:pt idx="1407">
                  <c:v>5.1550000000000002</c:v>
                </c:pt>
                <c:pt idx="1408">
                  <c:v>5.3819999999999997</c:v>
                </c:pt>
                <c:pt idx="1409">
                  <c:v>5.5380000000000003</c:v>
                </c:pt>
                <c:pt idx="1410">
                  <c:v>5.4279999999999999</c:v>
                </c:pt>
                <c:pt idx="1411">
                  <c:v>5.4089999999999998</c:v>
                </c:pt>
                <c:pt idx="1412">
                  <c:v>5.5509999999999993</c:v>
                </c:pt>
                <c:pt idx="1413">
                  <c:v>5.577</c:v>
                </c:pt>
                <c:pt idx="1414">
                  <c:v>5.4899999999999993</c:v>
                </c:pt>
                <c:pt idx="1415">
                  <c:v>5.6109999999999998</c:v>
                </c:pt>
                <c:pt idx="1416">
                  <c:v>5.367</c:v>
                </c:pt>
                <c:pt idx="1417">
                  <c:v>5.665</c:v>
                </c:pt>
                <c:pt idx="1418">
                  <c:v>5.4579999999999993</c:v>
                </c:pt>
                <c:pt idx="1419">
                  <c:v>5.4210000000000003</c:v>
                </c:pt>
                <c:pt idx="1420">
                  <c:v>5.6189999999999998</c:v>
                </c:pt>
                <c:pt idx="1421">
                  <c:v>5.36</c:v>
                </c:pt>
                <c:pt idx="1422">
                  <c:v>5.6509999999999998</c:v>
                </c:pt>
                <c:pt idx="1423">
                  <c:v>5.7669999999999995</c:v>
                </c:pt>
                <c:pt idx="1424">
                  <c:v>5.9729999999999999</c:v>
                </c:pt>
                <c:pt idx="1425">
                  <c:v>5.3560000000000008</c:v>
                </c:pt>
                <c:pt idx="1426">
                  <c:v>5.4889999999999999</c:v>
                </c:pt>
                <c:pt idx="1427">
                  <c:v>5.4039999999999999</c:v>
                </c:pt>
                <c:pt idx="1428">
                  <c:v>5.5819999999999999</c:v>
                </c:pt>
                <c:pt idx="1429">
                  <c:v>5.524</c:v>
                </c:pt>
                <c:pt idx="1430">
                  <c:v>5.5380000000000003</c:v>
                </c:pt>
                <c:pt idx="1431">
                  <c:v>5.5</c:v>
                </c:pt>
                <c:pt idx="1432">
                  <c:v>5.5489999999999995</c:v>
                </c:pt>
                <c:pt idx="1433">
                  <c:v>5.4790000000000001</c:v>
                </c:pt>
                <c:pt idx="1434">
                  <c:v>5.4119999999999999</c:v>
                </c:pt>
                <c:pt idx="1435">
                  <c:v>5.4</c:v>
                </c:pt>
                <c:pt idx="1436">
                  <c:v>5.3719999999999999</c:v>
                </c:pt>
                <c:pt idx="1437">
                  <c:v>5.6879999999999997</c:v>
                </c:pt>
                <c:pt idx="1438">
                  <c:v>5.665</c:v>
                </c:pt>
                <c:pt idx="1439">
                  <c:v>5.641</c:v>
                </c:pt>
                <c:pt idx="1440">
                  <c:v>5.5939999999999994</c:v>
                </c:pt>
                <c:pt idx="1441">
                  <c:v>5.5759999999999996</c:v>
                </c:pt>
                <c:pt idx="1442">
                  <c:v>5.8049999999999997</c:v>
                </c:pt>
                <c:pt idx="1443">
                  <c:v>5.827</c:v>
                </c:pt>
                <c:pt idx="1444">
                  <c:v>5.8959999999999999</c:v>
                </c:pt>
                <c:pt idx="1445">
                  <c:v>5.6950000000000003</c:v>
                </c:pt>
                <c:pt idx="1446">
                  <c:v>5.6930000000000005</c:v>
                </c:pt>
                <c:pt idx="1447">
                  <c:v>5.7290000000000001</c:v>
                </c:pt>
                <c:pt idx="1448">
                  <c:v>5.7290000000000001</c:v>
                </c:pt>
                <c:pt idx="1449">
                  <c:v>5.7309999999999999</c:v>
                </c:pt>
                <c:pt idx="1450">
                  <c:v>5.8780000000000001</c:v>
                </c:pt>
                <c:pt idx="1451">
                  <c:v>5.899</c:v>
                </c:pt>
                <c:pt idx="1452">
                  <c:v>5.6710000000000003</c:v>
                </c:pt>
                <c:pt idx="1453">
                  <c:v>5.88</c:v>
                </c:pt>
                <c:pt idx="1454">
                  <c:v>5.8450000000000006</c:v>
                </c:pt>
                <c:pt idx="1455">
                  <c:v>5.7990000000000004</c:v>
                </c:pt>
                <c:pt idx="1456">
                  <c:v>5.8229999999999995</c:v>
                </c:pt>
                <c:pt idx="1457">
                  <c:v>6.1120000000000001</c:v>
                </c:pt>
                <c:pt idx="1458">
                  <c:v>5.8979999999999997</c:v>
                </c:pt>
                <c:pt idx="1459">
                  <c:v>5.8319999999999999</c:v>
                </c:pt>
                <c:pt idx="1460">
                  <c:v>6.1920000000000002</c:v>
                </c:pt>
                <c:pt idx="1461">
                  <c:v>6.2119999999999997</c:v>
                </c:pt>
                <c:pt idx="1462">
                  <c:v>6.3270000000000008</c:v>
                </c:pt>
                <c:pt idx="1463">
                  <c:v>6.6440000000000001</c:v>
                </c:pt>
                <c:pt idx="1464">
                  <c:v>6.6870000000000003</c:v>
                </c:pt>
                <c:pt idx="1465">
                  <c:v>7.3609999999999998</c:v>
                </c:pt>
                <c:pt idx="1466">
                  <c:v>7.3340000000000005</c:v>
                </c:pt>
                <c:pt idx="1467">
                  <c:v>7.1249999999999991</c:v>
                </c:pt>
                <c:pt idx="1468">
                  <c:v>7.2959999999999994</c:v>
                </c:pt>
                <c:pt idx="1469">
                  <c:v>7.3690000000000007</c:v>
                </c:pt>
                <c:pt idx="1470">
                  <c:v>7.2919999999999998</c:v>
                </c:pt>
                <c:pt idx="1471">
                  <c:v>7.5020000000000007</c:v>
                </c:pt>
                <c:pt idx="1472">
                  <c:v>7.3569999999999993</c:v>
                </c:pt>
                <c:pt idx="1473">
                  <c:v>7.3739999999999997</c:v>
                </c:pt>
                <c:pt idx="1474">
                  <c:v>7.9310000000000009</c:v>
                </c:pt>
                <c:pt idx="1475">
                  <c:v>8.1310000000000002</c:v>
                </c:pt>
                <c:pt idx="1476">
                  <c:v>8.0850000000000009</c:v>
                </c:pt>
                <c:pt idx="1477">
                  <c:v>7.4279999999999999</c:v>
                </c:pt>
                <c:pt idx="1478">
                  <c:v>7.4809999999999999</c:v>
                </c:pt>
                <c:pt idx="1479">
                  <c:v>8.3030000000000008</c:v>
                </c:pt>
                <c:pt idx="1480">
                  <c:v>7.9200000000000008</c:v>
                </c:pt>
                <c:pt idx="1481">
                  <c:v>7.7430000000000003</c:v>
                </c:pt>
                <c:pt idx="1482">
                  <c:v>7.5920000000000005</c:v>
                </c:pt>
                <c:pt idx="1483">
                  <c:v>7.7840000000000007</c:v>
                </c:pt>
                <c:pt idx="1484">
                  <c:v>8.0140000000000011</c:v>
                </c:pt>
                <c:pt idx="1485">
                  <c:v>8.0410000000000004</c:v>
                </c:pt>
                <c:pt idx="1486">
                  <c:v>7.838000000000001</c:v>
                </c:pt>
                <c:pt idx="1487">
                  <c:v>7.883</c:v>
                </c:pt>
                <c:pt idx="1488">
                  <c:v>7.9990000000000006</c:v>
                </c:pt>
                <c:pt idx="1489">
                  <c:v>7.8860000000000001</c:v>
                </c:pt>
                <c:pt idx="1490">
                  <c:v>7.8759999999999994</c:v>
                </c:pt>
                <c:pt idx="1491">
                  <c:v>7.519000000000001</c:v>
                </c:pt>
                <c:pt idx="1492">
                  <c:v>7.2690000000000001</c:v>
                </c:pt>
                <c:pt idx="1493">
                  <c:v>7.282</c:v>
                </c:pt>
                <c:pt idx="1494">
                  <c:v>7.0419999999999998</c:v>
                </c:pt>
                <c:pt idx="1495">
                  <c:v>6.9660000000000002</c:v>
                </c:pt>
                <c:pt idx="1496">
                  <c:v>6.9419999999999993</c:v>
                </c:pt>
                <c:pt idx="1497">
                  <c:v>6.8199999999999994</c:v>
                </c:pt>
                <c:pt idx="1498">
                  <c:v>6.8440000000000003</c:v>
                </c:pt>
                <c:pt idx="1499">
                  <c:v>6.8860000000000001</c:v>
                </c:pt>
                <c:pt idx="1500">
                  <c:v>6.97</c:v>
                </c:pt>
                <c:pt idx="1501">
                  <c:v>6.9020000000000001</c:v>
                </c:pt>
                <c:pt idx="1502">
                  <c:v>6.9089999999999998</c:v>
                </c:pt>
                <c:pt idx="1503">
                  <c:v>6.6680000000000001</c:v>
                </c:pt>
                <c:pt idx="1504">
                  <c:v>6.5850000000000009</c:v>
                </c:pt>
                <c:pt idx="1505">
                  <c:v>6.5640000000000001</c:v>
                </c:pt>
                <c:pt idx="1506">
                  <c:v>6.3009999999999993</c:v>
                </c:pt>
                <c:pt idx="1507">
                  <c:v>6.2839999999999989</c:v>
                </c:pt>
                <c:pt idx="1508">
                  <c:v>6.3259999999999996</c:v>
                </c:pt>
                <c:pt idx="1509">
                  <c:v>6.3089999999999993</c:v>
                </c:pt>
                <c:pt idx="1510">
                  <c:v>6.2859999999999996</c:v>
                </c:pt>
                <c:pt idx="1511">
                  <c:v>6.2850000000000001</c:v>
                </c:pt>
                <c:pt idx="1512">
                  <c:v>6.0380000000000003</c:v>
                </c:pt>
                <c:pt idx="1513">
                  <c:v>6.0819999999999999</c:v>
                </c:pt>
                <c:pt idx="1514">
                  <c:v>6.3369999999999997</c:v>
                </c:pt>
                <c:pt idx="1515">
                  <c:v>6.3289999999999997</c:v>
                </c:pt>
                <c:pt idx="1516">
                  <c:v>6.2930000000000001</c:v>
                </c:pt>
                <c:pt idx="1517">
                  <c:v>6.3390000000000004</c:v>
                </c:pt>
                <c:pt idx="1518">
                  <c:v>6.3119999999999994</c:v>
                </c:pt>
                <c:pt idx="1519">
                  <c:v>5.492</c:v>
                </c:pt>
                <c:pt idx="1520">
                  <c:v>5.3789999999999996</c:v>
                </c:pt>
                <c:pt idx="1521">
                  <c:v>5.234</c:v>
                </c:pt>
                <c:pt idx="1522">
                  <c:v>6.1310000000000002</c:v>
                </c:pt>
                <c:pt idx="1523">
                  <c:v>5.4420000000000002</c:v>
                </c:pt>
                <c:pt idx="1524">
                  <c:v>5.391</c:v>
                </c:pt>
                <c:pt idx="1525">
                  <c:v>5.4119999999999999</c:v>
                </c:pt>
                <c:pt idx="1526">
                  <c:v>5.2850000000000001</c:v>
                </c:pt>
                <c:pt idx="1527">
                  <c:v>5.2949999999999999</c:v>
                </c:pt>
                <c:pt idx="1528">
                  <c:v>6.2409999999999997</c:v>
                </c:pt>
                <c:pt idx="1529">
                  <c:v>6.282</c:v>
                </c:pt>
                <c:pt idx="1530">
                  <c:v>6.2119999999999997</c:v>
                </c:pt>
                <c:pt idx="1531">
                  <c:v>6.2920000000000007</c:v>
                </c:pt>
                <c:pt idx="1532">
                  <c:v>6.093</c:v>
                </c:pt>
                <c:pt idx="1533">
                  <c:v>6.0760000000000005</c:v>
                </c:pt>
                <c:pt idx="1534">
                  <c:v>5.6390000000000002</c:v>
                </c:pt>
                <c:pt idx="1535">
                  <c:v>5.423</c:v>
                </c:pt>
                <c:pt idx="1536">
                  <c:v>5.5140000000000002</c:v>
                </c:pt>
                <c:pt idx="1537">
                  <c:v>5.335</c:v>
                </c:pt>
                <c:pt idx="1538">
                  <c:v>5.13</c:v>
                </c:pt>
                <c:pt idx="1539">
                  <c:v>5.3949999999999996</c:v>
                </c:pt>
                <c:pt idx="1540">
                  <c:v>5.4119999999999999</c:v>
                </c:pt>
                <c:pt idx="1541">
                  <c:v>5.5990000000000002</c:v>
                </c:pt>
                <c:pt idx="1542">
                  <c:v>5.6219999999999999</c:v>
                </c:pt>
                <c:pt idx="1543">
                  <c:v>5.6950000000000003</c:v>
                </c:pt>
                <c:pt idx="1544">
                  <c:v>5.5329999999999995</c:v>
                </c:pt>
                <c:pt idx="1545">
                  <c:v>5.5990000000000002</c:v>
                </c:pt>
                <c:pt idx="1546">
                  <c:v>5.59</c:v>
                </c:pt>
                <c:pt idx="1547">
                  <c:v>5.5550000000000006</c:v>
                </c:pt>
                <c:pt idx="1548">
                  <c:v>5.3580000000000005</c:v>
                </c:pt>
                <c:pt idx="1549">
                  <c:v>5.4030000000000005</c:v>
                </c:pt>
                <c:pt idx="1550">
                  <c:v>5.577</c:v>
                </c:pt>
                <c:pt idx="1551">
                  <c:v>5.5489999999999995</c:v>
                </c:pt>
                <c:pt idx="1552">
                  <c:v>5.2749999999999995</c:v>
                </c:pt>
                <c:pt idx="1553">
                  <c:v>5.258</c:v>
                </c:pt>
                <c:pt idx="1554">
                  <c:v>5.4139999999999997</c:v>
                </c:pt>
                <c:pt idx="1555">
                  <c:v>5.476</c:v>
                </c:pt>
                <c:pt idx="1556">
                  <c:v>5.5010000000000003</c:v>
                </c:pt>
                <c:pt idx="1557">
                  <c:v>5.3860000000000001</c:v>
                </c:pt>
                <c:pt idx="1558">
                  <c:v>5.4489999999999998</c:v>
                </c:pt>
                <c:pt idx="1559">
                  <c:v>5.6719999999999997</c:v>
                </c:pt>
                <c:pt idx="1560">
                  <c:v>5.6449999999999996</c:v>
                </c:pt>
                <c:pt idx="1561">
                  <c:v>5.53</c:v>
                </c:pt>
                <c:pt idx="1562">
                  <c:v>5.4170000000000007</c:v>
                </c:pt>
                <c:pt idx="1563">
                  <c:v>5.52</c:v>
                </c:pt>
                <c:pt idx="1564">
                  <c:v>5.5609999999999999</c:v>
                </c:pt>
                <c:pt idx="1565">
                  <c:v>5.6320000000000006</c:v>
                </c:pt>
                <c:pt idx="1566">
                  <c:v>5.5010000000000003</c:v>
                </c:pt>
                <c:pt idx="1567">
                  <c:v>5.71</c:v>
                </c:pt>
                <c:pt idx="1568">
                  <c:v>5.5100000000000007</c:v>
                </c:pt>
                <c:pt idx="1569">
                  <c:v>5.3359999999999994</c:v>
                </c:pt>
                <c:pt idx="1570">
                  <c:v>5.2299999999999995</c:v>
                </c:pt>
                <c:pt idx="1571">
                  <c:v>5.4219999999999997</c:v>
                </c:pt>
                <c:pt idx="1572">
                  <c:v>5.4879999999999995</c:v>
                </c:pt>
                <c:pt idx="1573">
                  <c:v>5.2089999999999996</c:v>
                </c:pt>
                <c:pt idx="1574">
                  <c:v>5.24</c:v>
                </c:pt>
                <c:pt idx="1575">
                  <c:v>5.6370000000000005</c:v>
                </c:pt>
                <c:pt idx="1576">
                  <c:v>5.6449999999999996</c:v>
                </c:pt>
                <c:pt idx="1577">
                  <c:v>5.5969999999999995</c:v>
                </c:pt>
                <c:pt idx="1578">
                  <c:v>5.6219999999999999</c:v>
                </c:pt>
                <c:pt idx="1579">
                  <c:v>5.4770000000000003</c:v>
                </c:pt>
                <c:pt idx="1580">
                  <c:v>5.4330000000000007</c:v>
                </c:pt>
                <c:pt idx="1581">
                  <c:v>5.3519999999999994</c:v>
                </c:pt>
                <c:pt idx="1582">
                  <c:v>5.3260000000000005</c:v>
                </c:pt>
                <c:pt idx="1583">
                  <c:v>5.4080000000000004</c:v>
                </c:pt>
                <c:pt idx="1584">
                  <c:v>5.173</c:v>
                </c:pt>
                <c:pt idx="1585">
                  <c:v>5.3679999999999994</c:v>
                </c:pt>
                <c:pt idx="1586">
                  <c:v>5.4719999999999995</c:v>
                </c:pt>
                <c:pt idx="1587">
                  <c:v>5.492</c:v>
                </c:pt>
                <c:pt idx="1588">
                  <c:v>5.3719999999999999</c:v>
                </c:pt>
                <c:pt idx="1589">
                  <c:v>5.3369999999999997</c:v>
                </c:pt>
                <c:pt idx="1590">
                  <c:v>5.5259999999999998</c:v>
                </c:pt>
                <c:pt idx="1591">
                  <c:v>5.625</c:v>
                </c:pt>
                <c:pt idx="1592">
                  <c:v>5.6980000000000004</c:v>
                </c:pt>
                <c:pt idx="1593">
                  <c:v>5.7059999999999995</c:v>
                </c:pt>
                <c:pt idx="1594">
                  <c:v>5.7110000000000003</c:v>
                </c:pt>
                <c:pt idx="1595">
                  <c:v>5.8440000000000003</c:v>
                </c:pt>
                <c:pt idx="1596">
                  <c:v>5.9489999999999998</c:v>
                </c:pt>
                <c:pt idx="1597">
                  <c:v>5.9909999999999997</c:v>
                </c:pt>
                <c:pt idx="1598">
                  <c:v>5.9339999999999993</c:v>
                </c:pt>
                <c:pt idx="1599">
                  <c:v>6.0140000000000002</c:v>
                </c:pt>
                <c:pt idx="1600">
                  <c:v>6.2059999999999995</c:v>
                </c:pt>
                <c:pt idx="1601">
                  <c:v>6.0949999999999998</c:v>
                </c:pt>
                <c:pt idx="1602">
                  <c:v>6.0280000000000005</c:v>
                </c:pt>
                <c:pt idx="1603">
                  <c:v>5.9690000000000003</c:v>
                </c:pt>
                <c:pt idx="1604">
                  <c:v>5.9509999999999996</c:v>
                </c:pt>
                <c:pt idx="1605">
                  <c:v>6.2480000000000002</c:v>
                </c:pt>
                <c:pt idx="1606">
                  <c:v>6.2450000000000001</c:v>
                </c:pt>
                <c:pt idx="1607">
                  <c:v>5.7869999999999999</c:v>
                </c:pt>
                <c:pt idx="1608">
                  <c:v>5.7779999999999996</c:v>
                </c:pt>
                <c:pt idx="1609">
                  <c:v>8.4250000000000007</c:v>
                </c:pt>
                <c:pt idx="1610">
                  <c:v>9.5339999999999989</c:v>
                </c:pt>
                <c:pt idx="1611">
                  <c:v>9.5719999999999992</c:v>
                </c:pt>
                <c:pt idx="1612">
                  <c:v>9.5649999999999995</c:v>
                </c:pt>
                <c:pt idx="1613">
                  <c:v>9.6989999999999998</c:v>
                </c:pt>
                <c:pt idx="1614">
                  <c:v>9.6790000000000003</c:v>
                </c:pt>
                <c:pt idx="1615">
                  <c:v>9.83</c:v>
                </c:pt>
                <c:pt idx="1616">
                  <c:v>10.009</c:v>
                </c:pt>
                <c:pt idx="1617">
                  <c:v>10.018000000000001</c:v>
                </c:pt>
                <c:pt idx="1618">
                  <c:v>10.122999999999999</c:v>
                </c:pt>
                <c:pt idx="1619">
                  <c:v>11.336</c:v>
                </c:pt>
                <c:pt idx="1620">
                  <c:v>11.359</c:v>
                </c:pt>
                <c:pt idx="1621">
                  <c:v>11.110000000000001</c:v>
                </c:pt>
                <c:pt idx="1622">
                  <c:v>10.25</c:v>
                </c:pt>
                <c:pt idx="1623">
                  <c:v>10.181999999999999</c:v>
                </c:pt>
                <c:pt idx="1624">
                  <c:v>10.363999999999999</c:v>
                </c:pt>
                <c:pt idx="1625">
                  <c:v>10.901</c:v>
                </c:pt>
                <c:pt idx="1626">
                  <c:v>10.874000000000001</c:v>
                </c:pt>
                <c:pt idx="1627">
                  <c:v>10.897</c:v>
                </c:pt>
                <c:pt idx="1628">
                  <c:v>10.837</c:v>
                </c:pt>
                <c:pt idx="1629">
                  <c:v>10.821</c:v>
                </c:pt>
                <c:pt idx="1630">
                  <c:v>10.872</c:v>
                </c:pt>
                <c:pt idx="1631">
                  <c:v>10.839</c:v>
                </c:pt>
                <c:pt idx="1632">
                  <c:v>10.670999999999999</c:v>
                </c:pt>
                <c:pt idx="1633">
                  <c:v>10.693</c:v>
                </c:pt>
                <c:pt idx="1634">
                  <c:v>10.568</c:v>
                </c:pt>
                <c:pt idx="1635">
                  <c:v>10.627000000000001</c:v>
                </c:pt>
                <c:pt idx="1636">
                  <c:v>10.743</c:v>
                </c:pt>
                <c:pt idx="1637">
                  <c:v>10.285</c:v>
                </c:pt>
                <c:pt idx="1638">
                  <c:v>10.984999999999999</c:v>
                </c:pt>
                <c:pt idx="1639">
                  <c:v>11.161999999999999</c:v>
                </c:pt>
                <c:pt idx="1640">
                  <c:v>10.837</c:v>
                </c:pt>
                <c:pt idx="1641">
                  <c:v>10.705</c:v>
                </c:pt>
                <c:pt idx="1642">
                  <c:v>11.346</c:v>
                </c:pt>
                <c:pt idx="1643">
                  <c:v>10.952999999999999</c:v>
                </c:pt>
                <c:pt idx="1644">
                  <c:v>10.784000000000001</c:v>
                </c:pt>
                <c:pt idx="1645">
                  <c:v>10.635999999999999</c:v>
                </c:pt>
                <c:pt idx="1646">
                  <c:v>10.735999999999999</c:v>
                </c:pt>
                <c:pt idx="1647">
                  <c:v>10.455</c:v>
                </c:pt>
                <c:pt idx="1648">
                  <c:v>10.652000000000001</c:v>
                </c:pt>
                <c:pt idx="1649">
                  <c:v>10.766</c:v>
                </c:pt>
                <c:pt idx="1650">
                  <c:v>10.757999999999999</c:v>
                </c:pt>
                <c:pt idx="1651">
                  <c:v>7.7160000000000011</c:v>
                </c:pt>
                <c:pt idx="1652">
                  <c:v>7.359</c:v>
                </c:pt>
                <c:pt idx="1653">
                  <c:v>7.282</c:v>
                </c:pt>
                <c:pt idx="1654">
                  <c:v>7.21</c:v>
                </c:pt>
                <c:pt idx="1655">
                  <c:v>7.2480000000000002</c:v>
                </c:pt>
                <c:pt idx="1656">
                  <c:v>7.08</c:v>
                </c:pt>
                <c:pt idx="1657">
                  <c:v>7.1400000000000006</c:v>
                </c:pt>
                <c:pt idx="1658">
                  <c:v>7.1069999999999993</c:v>
                </c:pt>
                <c:pt idx="1659">
                  <c:v>7.0629999999999997</c:v>
                </c:pt>
                <c:pt idx="1660">
                  <c:v>7.1480000000000006</c:v>
                </c:pt>
                <c:pt idx="1661">
                  <c:v>7.2459999999999996</c:v>
                </c:pt>
                <c:pt idx="1662">
                  <c:v>7.2010000000000005</c:v>
                </c:pt>
                <c:pt idx="1663">
                  <c:v>7.1739999999999995</c:v>
                </c:pt>
                <c:pt idx="1664">
                  <c:v>7.2190000000000003</c:v>
                </c:pt>
                <c:pt idx="1665">
                  <c:v>7.1879999999999997</c:v>
                </c:pt>
                <c:pt idx="1666">
                  <c:v>7.2309999999999999</c:v>
                </c:pt>
                <c:pt idx="1667">
                  <c:v>7.2569999999999997</c:v>
                </c:pt>
                <c:pt idx="1668">
                  <c:v>7.4980000000000002</c:v>
                </c:pt>
                <c:pt idx="1669">
                  <c:v>6.3890000000000002</c:v>
                </c:pt>
                <c:pt idx="1670">
                  <c:v>6.2219999999999995</c:v>
                </c:pt>
                <c:pt idx="1671">
                  <c:v>6.181</c:v>
                </c:pt>
                <c:pt idx="1672">
                  <c:v>6.1379999999999999</c:v>
                </c:pt>
                <c:pt idx="1673">
                  <c:v>6.0819999999999999</c:v>
                </c:pt>
                <c:pt idx="1674">
                  <c:v>6.1639999999999997</c:v>
                </c:pt>
                <c:pt idx="1675">
                  <c:v>6.181</c:v>
                </c:pt>
                <c:pt idx="1676">
                  <c:v>6.2039999999999997</c:v>
                </c:pt>
                <c:pt idx="1677">
                  <c:v>6.277000000000001</c:v>
                </c:pt>
                <c:pt idx="1678">
                  <c:v>6.1710000000000003</c:v>
                </c:pt>
                <c:pt idx="1679">
                  <c:v>6.4159999999999995</c:v>
                </c:pt>
                <c:pt idx="1680">
                  <c:v>6.5140000000000002</c:v>
                </c:pt>
                <c:pt idx="1681">
                  <c:v>6.0780000000000003</c:v>
                </c:pt>
                <c:pt idx="1682">
                  <c:v>6.1789999999999994</c:v>
                </c:pt>
                <c:pt idx="1683">
                  <c:v>9.0709999999999997</c:v>
                </c:pt>
                <c:pt idx="1684">
                  <c:v>9.8109999999999999</c:v>
                </c:pt>
                <c:pt idx="1685">
                  <c:v>9.766</c:v>
                </c:pt>
                <c:pt idx="1686">
                  <c:v>9.7839999999999989</c:v>
                </c:pt>
                <c:pt idx="1687">
                  <c:v>9.8290000000000006</c:v>
                </c:pt>
                <c:pt idx="1688">
                  <c:v>9.7409999999999997</c:v>
                </c:pt>
                <c:pt idx="1689">
                  <c:v>9.7360000000000007</c:v>
                </c:pt>
                <c:pt idx="1690">
                  <c:v>9.6740000000000013</c:v>
                </c:pt>
                <c:pt idx="1691">
                  <c:v>9.9860000000000007</c:v>
                </c:pt>
                <c:pt idx="1692">
                  <c:v>10.019</c:v>
                </c:pt>
                <c:pt idx="1693">
                  <c:v>9.9379999999999988</c:v>
                </c:pt>
                <c:pt idx="1694">
                  <c:v>10.108000000000001</c:v>
                </c:pt>
                <c:pt idx="1695">
                  <c:v>10.16</c:v>
                </c:pt>
                <c:pt idx="1696">
                  <c:v>10.253</c:v>
                </c:pt>
                <c:pt idx="1697">
                  <c:v>10.355</c:v>
                </c:pt>
                <c:pt idx="1698">
                  <c:v>9.7000000000000011</c:v>
                </c:pt>
                <c:pt idx="1699">
                  <c:v>9.6379999999999999</c:v>
                </c:pt>
                <c:pt idx="1700">
                  <c:v>9.4769999999999985</c:v>
                </c:pt>
                <c:pt idx="1701">
                  <c:v>9.577</c:v>
                </c:pt>
                <c:pt idx="1702">
                  <c:v>11.769</c:v>
                </c:pt>
                <c:pt idx="1703">
                  <c:v>11.763999999999999</c:v>
                </c:pt>
                <c:pt idx="1704">
                  <c:v>11.506</c:v>
                </c:pt>
                <c:pt idx="1705">
                  <c:v>11.683999999999999</c:v>
                </c:pt>
                <c:pt idx="1706">
                  <c:v>11.462999999999999</c:v>
                </c:pt>
                <c:pt idx="1707">
                  <c:v>11.395</c:v>
                </c:pt>
                <c:pt idx="1708">
                  <c:v>11.561999999999999</c:v>
                </c:pt>
                <c:pt idx="1709">
                  <c:v>11.509</c:v>
                </c:pt>
                <c:pt idx="1710">
                  <c:v>11.407</c:v>
                </c:pt>
                <c:pt idx="1711">
                  <c:v>11.067</c:v>
                </c:pt>
                <c:pt idx="1712">
                  <c:v>11.044</c:v>
                </c:pt>
                <c:pt idx="1713">
                  <c:v>10.981999999999999</c:v>
                </c:pt>
                <c:pt idx="1714">
                  <c:v>11.375</c:v>
                </c:pt>
                <c:pt idx="1715">
                  <c:v>11.395</c:v>
                </c:pt>
                <c:pt idx="1716">
                  <c:v>11.423999999999999</c:v>
                </c:pt>
                <c:pt idx="1717">
                  <c:v>11.408999999999999</c:v>
                </c:pt>
                <c:pt idx="1718">
                  <c:v>11.16</c:v>
                </c:pt>
                <c:pt idx="1719">
                  <c:v>11.144</c:v>
                </c:pt>
                <c:pt idx="1720">
                  <c:v>10.991</c:v>
                </c:pt>
                <c:pt idx="1721">
                  <c:v>10.925000000000001</c:v>
                </c:pt>
                <c:pt idx="1722">
                  <c:v>10.962</c:v>
                </c:pt>
                <c:pt idx="1723">
                  <c:v>11.282999999999999</c:v>
                </c:pt>
                <c:pt idx="1724">
                  <c:v>11.579000000000001</c:v>
                </c:pt>
                <c:pt idx="1725">
                  <c:v>11.286</c:v>
                </c:pt>
                <c:pt idx="1726">
                  <c:v>11.49</c:v>
                </c:pt>
                <c:pt idx="1727">
                  <c:v>11.519</c:v>
                </c:pt>
                <c:pt idx="1728">
                  <c:v>11.776999999999999</c:v>
                </c:pt>
                <c:pt idx="1729">
                  <c:v>11.089</c:v>
                </c:pt>
                <c:pt idx="1730">
                  <c:v>11.122</c:v>
                </c:pt>
                <c:pt idx="1731">
                  <c:v>11.177</c:v>
                </c:pt>
                <c:pt idx="1732">
                  <c:v>11.239000000000001</c:v>
                </c:pt>
                <c:pt idx="1733">
                  <c:v>11.318</c:v>
                </c:pt>
                <c:pt idx="1734">
                  <c:v>11.455</c:v>
                </c:pt>
                <c:pt idx="1735">
                  <c:v>11.529</c:v>
                </c:pt>
                <c:pt idx="1736">
                  <c:v>11.432</c:v>
                </c:pt>
                <c:pt idx="1737">
                  <c:v>11.462</c:v>
                </c:pt>
                <c:pt idx="1738">
                  <c:v>11.505000000000001</c:v>
                </c:pt>
                <c:pt idx="1739">
                  <c:v>11.729000000000001</c:v>
                </c:pt>
                <c:pt idx="1740">
                  <c:v>12.068</c:v>
                </c:pt>
                <c:pt idx="1741">
                  <c:v>6.9220000000000006</c:v>
                </c:pt>
                <c:pt idx="1742">
                  <c:v>6.4249999999999998</c:v>
                </c:pt>
                <c:pt idx="1743">
                  <c:v>6.0760000000000005</c:v>
                </c:pt>
                <c:pt idx="1744">
                  <c:v>6.0330000000000004</c:v>
                </c:pt>
                <c:pt idx="1745">
                  <c:v>5.9929999999999994</c:v>
                </c:pt>
                <c:pt idx="1746">
                  <c:v>6.2239999999999993</c:v>
                </c:pt>
                <c:pt idx="1747">
                  <c:v>6.2379999999999995</c:v>
                </c:pt>
                <c:pt idx="1748">
                  <c:v>6.0060000000000002</c:v>
                </c:pt>
                <c:pt idx="1749">
                  <c:v>6.9320000000000004</c:v>
                </c:pt>
                <c:pt idx="1750">
                  <c:v>7.072000000000001</c:v>
                </c:pt>
                <c:pt idx="1751">
                  <c:v>8.293000000000001</c:v>
                </c:pt>
                <c:pt idx="1752">
                  <c:v>8.2960000000000012</c:v>
                </c:pt>
                <c:pt idx="1753">
                  <c:v>8.1980000000000004</c:v>
                </c:pt>
                <c:pt idx="1754">
                  <c:v>8.479000000000001</c:v>
                </c:pt>
                <c:pt idx="1755">
                  <c:v>8.66</c:v>
                </c:pt>
                <c:pt idx="1756">
                  <c:v>7.7279999999999998</c:v>
                </c:pt>
                <c:pt idx="1757">
                  <c:v>7.5679999999999996</c:v>
                </c:pt>
                <c:pt idx="1758">
                  <c:v>7.0519999999999996</c:v>
                </c:pt>
                <c:pt idx="1759">
                  <c:v>7.0709999999999997</c:v>
                </c:pt>
                <c:pt idx="1760">
                  <c:v>7.0019999999999998</c:v>
                </c:pt>
                <c:pt idx="1761">
                  <c:v>6.4750000000000005</c:v>
                </c:pt>
                <c:pt idx="1762">
                  <c:v>5.891</c:v>
                </c:pt>
                <c:pt idx="1763">
                  <c:v>6.5970000000000004</c:v>
                </c:pt>
                <c:pt idx="1764">
                  <c:v>6.5960000000000001</c:v>
                </c:pt>
                <c:pt idx="1765">
                  <c:v>6.68</c:v>
                </c:pt>
                <c:pt idx="1766">
                  <c:v>6.7930000000000001</c:v>
                </c:pt>
                <c:pt idx="1767">
                  <c:v>6.77</c:v>
                </c:pt>
                <c:pt idx="1768">
                  <c:v>7.593</c:v>
                </c:pt>
                <c:pt idx="1769">
                  <c:v>7.5030000000000001</c:v>
                </c:pt>
                <c:pt idx="1770">
                  <c:v>7.2770000000000001</c:v>
                </c:pt>
                <c:pt idx="1771">
                  <c:v>7.3310000000000004</c:v>
                </c:pt>
                <c:pt idx="1772">
                  <c:v>7.2560000000000002</c:v>
                </c:pt>
                <c:pt idx="1773">
                  <c:v>7.3810000000000002</c:v>
                </c:pt>
                <c:pt idx="1774">
                  <c:v>6.6440000000000001</c:v>
                </c:pt>
                <c:pt idx="1775">
                  <c:v>6.5920000000000005</c:v>
                </c:pt>
                <c:pt idx="1776">
                  <c:v>6.4920000000000009</c:v>
                </c:pt>
                <c:pt idx="1777">
                  <c:v>6.9930000000000003</c:v>
                </c:pt>
                <c:pt idx="1778">
                  <c:v>6.1789999999999994</c:v>
                </c:pt>
                <c:pt idx="1779">
                  <c:v>5.7750000000000004</c:v>
                </c:pt>
                <c:pt idx="1780">
                  <c:v>5.6660000000000004</c:v>
                </c:pt>
                <c:pt idx="1781">
                  <c:v>5.5519999999999996</c:v>
                </c:pt>
                <c:pt idx="1782">
                  <c:v>6.3439999999999994</c:v>
                </c:pt>
                <c:pt idx="1783">
                  <c:v>6.3100000000000005</c:v>
                </c:pt>
                <c:pt idx="1784">
                  <c:v>6.3839999999999995</c:v>
                </c:pt>
                <c:pt idx="1785">
                  <c:v>6.3519999999999994</c:v>
                </c:pt>
                <c:pt idx="1786">
                  <c:v>6.4180000000000001</c:v>
                </c:pt>
                <c:pt idx="1787">
                  <c:v>6.41</c:v>
                </c:pt>
                <c:pt idx="1788">
                  <c:v>6.415</c:v>
                </c:pt>
                <c:pt idx="1789">
                  <c:v>6.338000000000001</c:v>
                </c:pt>
                <c:pt idx="1790">
                  <c:v>6.1870000000000003</c:v>
                </c:pt>
                <c:pt idx="1791">
                  <c:v>6.1820000000000004</c:v>
                </c:pt>
                <c:pt idx="1792">
                  <c:v>5.6579999999999995</c:v>
                </c:pt>
                <c:pt idx="1793">
                  <c:v>6.2610000000000001</c:v>
                </c:pt>
                <c:pt idx="1794">
                  <c:v>5.5750000000000002</c:v>
                </c:pt>
                <c:pt idx="1795">
                  <c:v>5.6429999999999998</c:v>
                </c:pt>
                <c:pt idx="1796">
                  <c:v>5.7220000000000004</c:v>
                </c:pt>
                <c:pt idx="1797">
                  <c:v>5.3840000000000003</c:v>
                </c:pt>
                <c:pt idx="1798">
                  <c:v>5.4370000000000003</c:v>
                </c:pt>
                <c:pt idx="1799">
                  <c:v>5.5609999999999999</c:v>
                </c:pt>
                <c:pt idx="1800">
                  <c:v>5.6310000000000002</c:v>
                </c:pt>
                <c:pt idx="1801">
                  <c:v>5.6320000000000006</c:v>
                </c:pt>
                <c:pt idx="1802">
                  <c:v>5.6139999999999999</c:v>
                </c:pt>
                <c:pt idx="1803">
                  <c:v>5.7290000000000001</c:v>
                </c:pt>
                <c:pt idx="1804">
                  <c:v>5.7990000000000004</c:v>
                </c:pt>
                <c:pt idx="1805">
                  <c:v>5.8380000000000001</c:v>
                </c:pt>
                <c:pt idx="1806">
                  <c:v>5.8760000000000003</c:v>
                </c:pt>
                <c:pt idx="1807">
                  <c:v>5.835</c:v>
                </c:pt>
                <c:pt idx="1808">
                  <c:v>5.944</c:v>
                </c:pt>
                <c:pt idx="1809">
                  <c:v>5.8529999999999998</c:v>
                </c:pt>
                <c:pt idx="1810">
                  <c:v>5.9610000000000003</c:v>
                </c:pt>
                <c:pt idx="1811">
                  <c:v>7.0330000000000004</c:v>
                </c:pt>
                <c:pt idx="1812">
                  <c:v>7.1069999999999993</c:v>
                </c:pt>
                <c:pt idx="1813">
                  <c:v>7.141</c:v>
                </c:pt>
                <c:pt idx="1814">
                  <c:v>7.1639999999999997</c:v>
                </c:pt>
                <c:pt idx="1815">
                  <c:v>7.7960000000000003</c:v>
                </c:pt>
                <c:pt idx="1816">
                  <c:v>7.8959999999999999</c:v>
                </c:pt>
                <c:pt idx="1817">
                  <c:v>7.867</c:v>
                </c:pt>
                <c:pt idx="1818">
                  <c:v>7.6609999999999996</c:v>
                </c:pt>
                <c:pt idx="1819">
                  <c:v>7.5469999999999997</c:v>
                </c:pt>
                <c:pt idx="1820">
                  <c:v>7.6649999999999991</c:v>
                </c:pt>
                <c:pt idx="1821">
                  <c:v>7.8090000000000011</c:v>
                </c:pt>
                <c:pt idx="1822">
                  <c:v>7.8159999999999989</c:v>
                </c:pt>
                <c:pt idx="1823">
                  <c:v>7.7130000000000001</c:v>
                </c:pt>
                <c:pt idx="1824">
                  <c:v>10.145</c:v>
                </c:pt>
                <c:pt idx="1825">
                  <c:v>8.1769999999999996</c:v>
                </c:pt>
                <c:pt idx="1826">
                  <c:v>8.0269999999999992</c:v>
                </c:pt>
                <c:pt idx="1827">
                  <c:v>7.9350000000000005</c:v>
                </c:pt>
                <c:pt idx="1828">
                  <c:v>7.79</c:v>
                </c:pt>
                <c:pt idx="1829">
                  <c:v>7.758</c:v>
                </c:pt>
                <c:pt idx="1830">
                  <c:v>8.4779999999999998</c:v>
                </c:pt>
                <c:pt idx="1831">
                  <c:v>8.5289999999999999</c:v>
                </c:pt>
                <c:pt idx="1832">
                  <c:v>8.5589999999999993</c:v>
                </c:pt>
                <c:pt idx="1833">
                  <c:v>8.6020000000000003</c:v>
                </c:pt>
                <c:pt idx="1834">
                  <c:v>8.5169999999999995</c:v>
                </c:pt>
                <c:pt idx="1835">
                  <c:v>8.09</c:v>
                </c:pt>
                <c:pt idx="1836">
                  <c:v>7.91</c:v>
                </c:pt>
                <c:pt idx="1837">
                  <c:v>7.8929999999999998</c:v>
                </c:pt>
                <c:pt idx="1838">
                  <c:v>7.8990000000000009</c:v>
                </c:pt>
                <c:pt idx="1839">
                  <c:v>7.9310000000000009</c:v>
                </c:pt>
                <c:pt idx="1840">
                  <c:v>7.8280000000000003</c:v>
                </c:pt>
                <c:pt idx="1841">
                  <c:v>7.6</c:v>
                </c:pt>
                <c:pt idx="1842">
                  <c:v>7.4779999999999998</c:v>
                </c:pt>
                <c:pt idx="1843">
                  <c:v>7.5170000000000003</c:v>
                </c:pt>
                <c:pt idx="1844">
                  <c:v>7.5689999999999991</c:v>
                </c:pt>
                <c:pt idx="1845">
                  <c:v>7.5939999999999994</c:v>
                </c:pt>
                <c:pt idx="1846">
                  <c:v>7.5209999999999999</c:v>
                </c:pt>
                <c:pt idx="1847">
                  <c:v>7.524</c:v>
                </c:pt>
                <c:pt idx="1848">
                  <c:v>7.5569999999999995</c:v>
                </c:pt>
                <c:pt idx="1849">
                  <c:v>7.5279999999999996</c:v>
                </c:pt>
                <c:pt idx="1850">
                  <c:v>7.5980000000000008</c:v>
                </c:pt>
                <c:pt idx="1851">
                  <c:v>9.6150000000000002</c:v>
                </c:pt>
                <c:pt idx="1852">
                  <c:v>9.8040000000000003</c:v>
                </c:pt>
                <c:pt idx="1853">
                  <c:v>9.89</c:v>
                </c:pt>
                <c:pt idx="1854">
                  <c:v>7.806</c:v>
                </c:pt>
                <c:pt idx="1855">
                  <c:v>7.6509999999999998</c:v>
                </c:pt>
                <c:pt idx="1856">
                  <c:v>7.5990000000000002</c:v>
                </c:pt>
                <c:pt idx="1857">
                  <c:v>7.5630000000000006</c:v>
                </c:pt>
                <c:pt idx="1858">
                  <c:v>7.7619999999999996</c:v>
                </c:pt>
                <c:pt idx="1859">
                  <c:v>7.8819999999999997</c:v>
                </c:pt>
                <c:pt idx="1860">
                  <c:v>7.782</c:v>
                </c:pt>
                <c:pt idx="1861">
                  <c:v>7.4990000000000006</c:v>
                </c:pt>
                <c:pt idx="1862">
                  <c:v>7.5660000000000007</c:v>
                </c:pt>
                <c:pt idx="1863">
                  <c:v>7.6329999999999991</c:v>
                </c:pt>
                <c:pt idx="1864">
                  <c:v>7.649</c:v>
                </c:pt>
                <c:pt idx="1865">
                  <c:v>7.6950000000000003</c:v>
                </c:pt>
                <c:pt idx="1866">
                  <c:v>7.8140000000000001</c:v>
                </c:pt>
                <c:pt idx="1867">
                  <c:v>7.7049999999999992</c:v>
                </c:pt>
                <c:pt idx="1868">
                  <c:v>7.8439999999999994</c:v>
                </c:pt>
                <c:pt idx="1869">
                  <c:v>7.7829999999999995</c:v>
                </c:pt>
                <c:pt idx="1870">
                  <c:v>7.8020000000000005</c:v>
                </c:pt>
                <c:pt idx="1871">
                  <c:v>7.9210000000000003</c:v>
                </c:pt>
                <c:pt idx="1872">
                  <c:v>7.9619999999999997</c:v>
                </c:pt>
                <c:pt idx="1873">
                  <c:v>6.625</c:v>
                </c:pt>
                <c:pt idx="1874">
                  <c:v>6.6180000000000003</c:v>
                </c:pt>
                <c:pt idx="1875">
                  <c:v>6.8360000000000003</c:v>
                </c:pt>
                <c:pt idx="1876">
                  <c:v>6.8500000000000005</c:v>
                </c:pt>
                <c:pt idx="1877">
                  <c:v>6.8559999999999999</c:v>
                </c:pt>
                <c:pt idx="1878">
                  <c:v>7.011000000000001</c:v>
                </c:pt>
                <c:pt idx="1879">
                  <c:v>7.0499999999999989</c:v>
                </c:pt>
                <c:pt idx="1880">
                  <c:v>7.6410000000000009</c:v>
                </c:pt>
                <c:pt idx="1881">
                  <c:v>7.5719999999999992</c:v>
                </c:pt>
                <c:pt idx="1882">
                  <c:v>7.7119999999999997</c:v>
                </c:pt>
                <c:pt idx="1883">
                  <c:v>7.7539999999999996</c:v>
                </c:pt>
                <c:pt idx="1884">
                  <c:v>7.9450000000000003</c:v>
                </c:pt>
                <c:pt idx="1885">
                  <c:v>8.0389999999999997</c:v>
                </c:pt>
                <c:pt idx="1886">
                  <c:v>8.048</c:v>
                </c:pt>
                <c:pt idx="1887">
                  <c:v>7.9189999999999996</c:v>
                </c:pt>
                <c:pt idx="1888">
                  <c:v>7.6710000000000003</c:v>
                </c:pt>
                <c:pt idx="1889">
                  <c:v>7.02</c:v>
                </c:pt>
                <c:pt idx="1890">
                  <c:v>7.0730000000000004</c:v>
                </c:pt>
                <c:pt idx="1891">
                  <c:v>6.9020000000000001</c:v>
                </c:pt>
                <c:pt idx="1892">
                  <c:v>6.7129999999999992</c:v>
                </c:pt>
                <c:pt idx="1893">
                  <c:v>7.056</c:v>
                </c:pt>
                <c:pt idx="1894">
                  <c:v>7.2090000000000005</c:v>
                </c:pt>
                <c:pt idx="1895">
                  <c:v>7.1020000000000003</c:v>
                </c:pt>
                <c:pt idx="1896">
                  <c:v>7.0709999999999997</c:v>
                </c:pt>
                <c:pt idx="1897">
                  <c:v>7.03</c:v>
                </c:pt>
                <c:pt idx="1898">
                  <c:v>5.9779999999999998</c:v>
                </c:pt>
                <c:pt idx="1899">
                  <c:v>5.9009999999999998</c:v>
                </c:pt>
                <c:pt idx="1900">
                  <c:v>5.8659999999999997</c:v>
                </c:pt>
                <c:pt idx="1901">
                  <c:v>5.7850000000000001</c:v>
                </c:pt>
                <c:pt idx="1902">
                  <c:v>5.6340000000000003</c:v>
                </c:pt>
                <c:pt idx="1903">
                  <c:v>5.7789999999999999</c:v>
                </c:pt>
                <c:pt idx="1904">
                  <c:v>5.84</c:v>
                </c:pt>
                <c:pt idx="1905">
                  <c:v>5.81</c:v>
                </c:pt>
                <c:pt idx="1906">
                  <c:v>5.87</c:v>
                </c:pt>
                <c:pt idx="1907">
                  <c:v>5.8659999999999997</c:v>
                </c:pt>
                <c:pt idx="1908">
                  <c:v>6.5909999999999993</c:v>
                </c:pt>
                <c:pt idx="1909">
                  <c:v>6.859</c:v>
                </c:pt>
                <c:pt idx="1910">
                  <c:v>6.8659999999999997</c:v>
                </c:pt>
                <c:pt idx="1911">
                  <c:v>6.8430000000000009</c:v>
                </c:pt>
                <c:pt idx="1912">
                  <c:v>6.3820000000000006</c:v>
                </c:pt>
                <c:pt idx="1913">
                  <c:v>6.0280000000000005</c:v>
                </c:pt>
                <c:pt idx="1914">
                  <c:v>6.0979999999999999</c:v>
                </c:pt>
                <c:pt idx="1915">
                  <c:v>6.0330000000000004</c:v>
                </c:pt>
                <c:pt idx="1916">
                  <c:v>6.0789999999999997</c:v>
                </c:pt>
                <c:pt idx="1917">
                  <c:v>6.0979999999999999</c:v>
                </c:pt>
                <c:pt idx="1918">
                  <c:v>6.0590000000000002</c:v>
                </c:pt>
                <c:pt idx="1919">
                  <c:v>5.9929999999999994</c:v>
                </c:pt>
                <c:pt idx="1920">
                  <c:v>6.0359999999999996</c:v>
                </c:pt>
                <c:pt idx="1921">
                  <c:v>6.0600000000000005</c:v>
                </c:pt>
                <c:pt idx="1922">
                  <c:v>6.0519999999999996</c:v>
                </c:pt>
                <c:pt idx="1923">
                  <c:v>6.05</c:v>
                </c:pt>
                <c:pt idx="1924">
                  <c:v>5.931</c:v>
                </c:pt>
                <c:pt idx="1925">
                  <c:v>5.8950000000000005</c:v>
                </c:pt>
                <c:pt idx="1926">
                  <c:v>5.9649999999999999</c:v>
                </c:pt>
                <c:pt idx="1927">
                  <c:v>6.0819999999999999</c:v>
                </c:pt>
                <c:pt idx="1928">
                  <c:v>6.0620000000000003</c:v>
                </c:pt>
                <c:pt idx="1929">
                  <c:v>6.0650000000000004</c:v>
                </c:pt>
                <c:pt idx="1930">
                  <c:v>6.09</c:v>
                </c:pt>
                <c:pt idx="1931">
                  <c:v>6.0729999999999995</c:v>
                </c:pt>
                <c:pt idx="1932">
                  <c:v>6.0659999999999998</c:v>
                </c:pt>
                <c:pt idx="1933">
                  <c:v>6.0609999999999999</c:v>
                </c:pt>
                <c:pt idx="1934">
                  <c:v>6.1779999999999999</c:v>
                </c:pt>
                <c:pt idx="1935">
                  <c:v>6.2149999999999999</c:v>
                </c:pt>
                <c:pt idx="1936">
                  <c:v>6.202</c:v>
                </c:pt>
                <c:pt idx="1937">
                  <c:v>6.2889999999999997</c:v>
                </c:pt>
                <c:pt idx="1938">
                  <c:v>6.5879999999999992</c:v>
                </c:pt>
                <c:pt idx="1939">
                  <c:v>8.36</c:v>
                </c:pt>
                <c:pt idx="1940">
                  <c:v>8.7270000000000003</c:v>
                </c:pt>
                <c:pt idx="1941">
                  <c:v>8.8989999999999991</c:v>
                </c:pt>
                <c:pt idx="1942">
                  <c:v>8.9559999999999995</c:v>
                </c:pt>
                <c:pt idx="1943">
                  <c:v>8.9760000000000009</c:v>
                </c:pt>
                <c:pt idx="1944">
                  <c:v>9.1989999999999998</c:v>
                </c:pt>
                <c:pt idx="1945">
                  <c:v>9.2089999999999996</c:v>
                </c:pt>
                <c:pt idx="1946">
                  <c:v>9.0980000000000008</c:v>
                </c:pt>
                <c:pt idx="1947">
                  <c:v>9.0579999999999998</c:v>
                </c:pt>
                <c:pt idx="1948">
                  <c:v>10.151999999999999</c:v>
                </c:pt>
                <c:pt idx="1949">
                  <c:v>10.405000000000001</c:v>
                </c:pt>
                <c:pt idx="1950">
                  <c:v>10.588000000000001</c:v>
                </c:pt>
                <c:pt idx="1951">
                  <c:v>10.551</c:v>
                </c:pt>
                <c:pt idx="1952">
                  <c:v>10.465</c:v>
                </c:pt>
                <c:pt idx="1953">
                  <c:v>10.606</c:v>
                </c:pt>
                <c:pt idx="1954">
                  <c:v>10.241</c:v>
                </c:pt>
                <c:pt idx="1955">
                  <c:v>10.679</c:v>
                </c:pt>
                <c:pt idx="1956">
                  <c:v>10.481999999999999</c:v>
                </c:pt>
                <c:pt idx="1957">
                  <c:v>10.143000000000001</c:v>
                </c:pt>
                <c:pt idx="1958">
                  <c:v>10.441000000000001</c:v>
                </c:pt>
                <c:pt idx="1959">
                  <c:v>10.395</c:v>
                </c:pt>
                <c:pt idx="1960">
                  <c:v>9.7789999999999999</c:v>
                </c:pt>
                <c:pt idx="1961">
                  <c:v>9.8350000000000009</c:v>
                </c:pt>
                <c:pt idx="1962">
                  <c:v>9.6950000000000003</c:v>
                </c:pt>
                <c:pt idx="1963">
                  <c:v>9.3889999999999993</c:v>
                </c:pt>
                <c:pt idx="1964">
                  <c:v>9.5549999999999997</c:v>
                </c:pt>
                <c:pt idx="1965">
                  <c:v>9.6820000000000004</c:v>
                </c:pt>
                <c:pt idx="1966">
                  <c:v>9.6479999999999997</c:v>
                </c:pt>
                <c:pt idx="1967">
                  <c:v>9.75</c:v>
                </c:pt>
                <c:pt idx="1968">
                  <c:v>9.729000000000001</c:v>
                </c:pt>
                <c:pt idx="1969">
                  <c:v>9.7279999999999998</c:v>
                </c:pt>
                <c:pt idx="1970">
                  <c:v>9.6780000000000008</c:v>
                </c:pt>
                <c:pt idx="1971">
                  <c:v>9.588000000000001</c:v>
                </c:pt>
                <c:pt idx="1972">
                  <c:v>9.7129999999999992</c:v>
                </c:pt>
                <c:pt idx="1973">
                  <c:v>9.7030000000000012</c:v>
                </c:pt>
                <c:pt idx="1974">
                  <c:v>9.3950000000000014</c:v>
                </c:pt>
                <c:pt idx="1975">
                  <c:v>8.8460000000000001</c:v>
                </c:pt>
                <c:pt idx="1976">
                  <c:v>9.0090000000000003</c:v>
                </c:pt>
                <c:pt idx="1977">
                  <c:v>10.423999999999999</c:v>
                </c:pt>
                <c:pt idx="1978">
                  <c:v>10.383000000000001</c:v>
                </c:pt>
                <c:pt idx="1979">
                  <c:v>9.9669999999999987</c:v>
                </c:pt>
                <c:pt idx="1980">
                  <c:v>10.025</c:v>
                </c:pt>
                <c:pt idx="1981">
                  <c:v>11.105</c:v>
                </c:pt>
                <c:pt idx="1982">
                  <c:v>11.044</c:v>
                </c:pt>
                <c:pt idx="1983">
                  <c:v>10.228</c:v>
                </c:pt>
                <c:pt idx="1984">
                  <c:v>9.9879999999999995</c:v>
                </c:pt>
                <c:pt idx="1985">
                  <c:v>10.009</c:v>
                </c:pt>
                <c:pt idx="1986">
                  <c:v>9.84</c:v>
                </c:pt>
                <c:pt idx="1987">
                  <c:v>9.9890000000000008</c:v>
                </c:pt>
                <c:pt idx="1988">
                  <c:v>9.6240000000000006</c:v>
                </c:pt>
                <c:pt idx="1989">
                  <c:v>9.761000000000001</c:v>
                </c:pt>
                <c:pt idx="1990">
                  <c:v>9.8699999999999992</c:v>
                </c:pt>
                <c:pt idx="1991">
                  <c:v>10.485999999999999</c:v>
                </c:pt>
                <c:pt idx="1992">
                  <c:v>10.38</c:v>
                </c:pt>
                <c:pt idx="1993">
                  <c:v>10.48</c:v>
                </c:pt>
                <c:pt idx="1994">
                  <c:v>10.324999999999999</c:v>
                </c:pt>
                <c:pt idx="1995">
                  <c:v>10.689</c:v>
                </c:pt>
                <c:pt idx="1996">
                  <c:v>10.111000000000001</c:v>
                </c:pt>
                <c:pt idx="1997">
                  <c:v>9.9030000000000005</c:v>
                </c:pt>
                <c:pt idx="1998">
                  <c:v>10.059999999999999</c:v>
                </c:pt>
                <c:pt idx="1999" formatCode="General">
                  <c:v>9.7279999999999998</c:v>
                </c:pt>
                <c:pt idx="2000" formatCode="General">
                  <c:v>9.7750000000000004</c:v>
                </c:pt>
                <c:pt idx="2001" formatCode="General">
                  <c:v>9.6989999999999998</c:v>
                </c:pt>
                <c:pt idx="2002" formatCode="General">
                  <c:v>10.051</c:v>
                </c:pt>
                <c:pt idx="2003" formatCode="General">
                  <c:v>9.9819999999999993</c:v>
                </c:pt>
                <c:pt idx="2004" formatCode="General">
                  <c:v>9.8960000000000008</c:v>
                </c:pt>
                <c:pt idx="2005" formatCode="General">
                  <c:v>9.875</c:v>
                </c:pt>
                <c:pt idx="2006" formatCode="General">
                  <c:v>10.557</c:v>
                </c:pt>
                <c:pt idx="2007" formatCode="General">
                  <c:v>10.558</c:v>
                </c:pt>
                <c:pt idx="2008" formatCode="General">
                  <c:v>10.6</c:v>
                </c:pt>
                <c:pt idx="2009" formatCode="General">
                  <c:v>9.4039999999999999</c:v>
                </c:pt>
                <c:pt idx="2010" formatCode="General">
                  <c:v>9.5269999999999992</c:v>
                </c:pt>
                <c:pt idx="2011" formatCode="General">
                  <c:v>9.7089999999999996</c:v>
                </c:pt>
                <c:pt idx="2012" formatCode="General">
                  <c:v>9.0090000000000003</c:v>
                </c:pt>
                <c:pt idx="2013" formatCode="General">
                  <c:v>8.7729999999999997</c:v>
                </c:pt>
                <c:pt idx="2014" formatCode="General">
                  <c:v>8.3209999999999997</c:v>
                </c:pt>
                <c:pt idx="2015" formatCode="General">
                  <c:v>8.2420000000000009</c:v>
                </c:pt>
                <c:pt idx="2016" formatCode="General">
                  <c:v>8.3379999999999992</c:v>
                </c:pt>
                <c:pt idx="2017" formatCode="General">
                  <c:v>8.2840000000000007</c:v>
                </c:pt>
                <c:pt idx="2018" formatCode="General">
                  <c:v>8.3230000000000004</c:v>
                </c:pt>
                <c:pt idx="2019" formatCode="General">
                  <c:v>8.0139999999999993</c:v>
                </c:pt>
                <c:pt idx="2020" formatCode="General">
                  <c:v>7.8739999999999997</c:v>
                </c:pt>
                <c:pt idx="2021" formatCode="General">
                  <c:v>7.9329999999999998</c:v>
                </c:pt>
                <c:pt idx="2022" formatCode="General">
                  <c:v>7.8070000000000004</c:v>
                </c:pt>
                <c:pt idx="2023" formatCode="General">
                  <c:v>7.9119999999999999</c:v>
                </c:pt>
                <c:pt idx="2024" formatCode="General">
                  <c:v>7.8010000000000002</c:v>
                </c:pt>
                <c:pt idx="2025" formatCode="General">
                  <c:v>7.8849999999999998</c:v>
                </c:pt>
                <c:pt idx="2026" formatCode="General">
                  <c:v>7.9740000000000002</c:v>
                </c:pt>
                <c:pt idx="2027" formatCode="General">
                  <c:v>7.468</c:v>
                </c:pt>
                <c:pt idx="2028" formatCode="General">
                  <c:v>7.5640000000000001</c:v>
                </c:pt>
                <c:pt idx="2029" formatCode="General">
                  <c:v>8.3780000000000001</c:v>
                </c:pt>
                <c:pt idx="2030" formatCode="General">
                  <c:v>8.4079999999999995</c:v>
                </c:pt>
                <c:pt idx="2031" formatCode="General">
                  <c:v>8.7420000000000009</c:v>
                </c:pt>
                <c:pt idx="2032" formatCode="General">
                  <c:v>8.7850000000000001</c:v>
                </c:pt>
                <c:pt idx="2033" formatCode="General">
                  <c:v>9.125</c:v>
                </c:pt>
                <c:pt idx="2034" formatCode="General">
                  <c:v>9.2609999999999992</c:v>
                </c:pt>
                <c:pt idx="2035" formatCode="General">
                  <c:v>7.8819999999999997</c:v>
                </c:pt>
                <c:pt idx="2036" formatCode="General">
                  <c:v>7.2210000000000001</c:v>
                </c:pt>
                <c:pt idx="2037" formatCode="General">
                  <c:v>7.2510000000000003</c:v>
                </c:pt>
                <c:pt idx="2038" formatCode="General">
                  <c:v>7.2240000000000002</c:v>
                </c:pt>
                <c:pt idx="2039" formatCode="General">
                  <c:v>6.8019999999999996</c:v>
                </c:pt>
                <c:pt idx="2040" formatCode="General">
                  <c:v>7.0789999999999997</c:v>
                </c:pt>
                <c:pt idx="2041" formatCode="General">
                  <c:v>7.0369999999999999</c:v>
                </c:pt>
                <c:pt idx="2042" formatCode="General">
                  <c:v>7.3040000000000003</c:v>
                </c:pt>
                <c:pt idx="2043" formatCode="General">
                  <c:v>6.6360000000000001</c:v>
                </c:pt>
                <c:pt idx="2044" formatCode="General">
                  <c:v>6.65</c:v>
                </c:pt>
                <c:pt idx="2045" formatCode="General">
                  <c:v>6.8970000000000002</c:v>
                </c:pt>
                <c:pt idx="2046" formatCode="General">
                  <c:v>7.2290000000000001</c:v>
                </c:pt>
                <c:pt idx="2047" formatCode="General">
                  <c:v>7.234</c:v>
                </c:pt>
                <c:pt idx="2048" formatCode="General">
                  <c:v>7.4409999999999998</c:v>
                </c:pt>
                <c:pt idx="2049" formatCode="General">
                  <c:v>7.4530000000000003</c:v>
                </c:pt>
                <c:pt idx="2050" formatCode="General">
                  <c:v>7.3529999999999998</c:v>
                </c:pt>
                <c:pt idx="2051" formatCode="General">
                  <c:v>7.1630000000000003</c:v>
                </c:pt>
                <c:pt idx="2052" formatCode="General">
                  <c:v>7.0570000000000004</c:v>
                </c:pt>
                <c:pt idx="2053" formatCode="General">
                  <c:v>6.8929999999999998</c:v>
                </c:pt>
                <c:pt idx="2054" formatCode="General">
                  <c:v>6.9740000000000002</c:v>
                </c:pt>
                <c:pt idx="2055" formatCode="General">
                  <c:v>7.2249999999999996</c:v>
                </c:pt>
                <c:pt idx="2056" formatCode="General">
                  <c:v>7.2460000000000004</c:v>
                </c:pt>
                <c:pt idx="2057" formatCode="General">
                  <c:v>8.6329999999999991</c:v>
                </c:pt>
                <c:pt idx="2058" formatCode="General">
                  <c:v>8.7720000000000002</c:v>
                </c:pt>
                <c:pt idx="2059" formatCode="General">
                  <c:v>8.7639999999999993</c:v>
                </c:pt>
                <c:pt idx="2060" formatCode="General">
                  <c:v>8.7469999999999999</c:v>
                </c:pt>
                <c:pt idx="2061" formatCode="General">
                  <c:v>8.3710000000000004</c:v>
                </c:pt>
                <c:pt idx="2062" formatCode="General">
                  <c:v>8.2650000000000006</c:v>
                </c:pt>
                <c:pt idx="2063" formatCode="General">
                  <c:v>8.1129999999999995</c:v>
                </c:pt>
                <c:pt idx="2064" formatCode="General">
                  <c:v>8.1159999999999997</c:v>
                </c:pt>
                <c:pt idx="2065" formatCode="General">
                  <c:v>8.19</c:v>
                </c:pt>
                <c:pt idx="2066" formatCode="General">
                  <c:v>8.2829999999999995</c:v>
                </c:pt>
                <c:pt idx="2067" formatCode="General">
                  <c:v>9.1280000000000001</c:v>
                </c:pt>
                <c:pt idx="2068" formatCode="General">
                  <c:v>9.218</c:v>
                </c:pt>
                <c:pt idx="2069" formatCode="General">
                  <c:v>9.2539999999999996</c:v>
                </c:pt>
                <c:pt idx="2070" formatCode="General">
                  <c:v>9.0399999999999991</c:v>
                </c:pt>
                <c:pt idx="2071" formatCode="General">
                  <c:v>8.984</c:v>
                </c:pt>
                <c:pt idx="2072" formatCode="General">
                  <c:v>8.8810000000000002</c:v>
                </c:pt>
                <c:pt idx="2073" formatCode="General">
                  <c:v>8.6660000000000004</c:v>
                </c:pt>
                <c:pt idx="2074" formatCode="General">
                  <c:v>8.7720000000000002</c:v>
                </c:pt>
                <c:pt idx="2075" formatCode="General">
                  <c:v>8.8219999999999992</c:v>
                </c:pt>
                <c:pt idx="2076" formatCode="General">
                  <c:v>8.6920000000000002</c:v>
                </c:pt>
                <c:pt idx="2077" formatCode="General">
                  <c:v>8.8970000000000002</c:v>
                </c:pt>
                <c:pt idx="2078" formatCode="General">
                  <c:v>9.0239999999999991</c:v>
                </c:pt>
                <c:pt idx="2079" formatCode="General">
                  <c:v>8.5809999999999995</c:v>
                </c:pt>
                <c:pt idx="2080" formatCode="General">
                  <c:v>8.6340000000000003</c:v>
                </c:pt>
                <c:pt idx="2081" formatCode="General">
                  <c:v>8.6159999999999997</c:v>
                </c:pt>
                <c:pt idx="2082" formatCode="General">
                  <c:v>8.7579999999999991</c:v>
                </c:pt>
                <c:pt idx="2083" formatCode="General">
                  <c:v>8.83</c:v>
                </c:pt>
                <c:pt idx="2084" formatCode="General">
                  <c:v>8.8000000000000007</c:v>
                </c:pt>
                <c:pt idx="2085" formatCode="General">
                  <c:v>8.8119999999999994</c:v>
                </c:pt>
                <c:pt idx="2086" formatCode="General">
                  <c:v>8.7859999999999996</c:v>
                </c:pt>
                <c:pt idx="2087" formatCode="General">
                  <c:v>8.8119999999999994</c:v>
                </c:pt>
                <c:pt idx="2088">
                  <c:v>8.7560000000000002</c:v>
                </c:pt>
                <c:pt idx="2089">
                  <c:v>8.76</c:v>
                </c:pt>
                <c:pt idx="2090">
                  <c:v>8.0670000000000002</c:v>
                </c:pt>
                <c:pt idx="2091">
                  <c:v>7.8149999999999995</c:v>
                </c:pt>
                <c:pt idx="2092">
                  <c:v>7.8040000000000003</c:v>
                </c:pt>
                <c:pt idx="2093">
                  <c:v>7.5709999999999997</c:v>
                </c:pt>
                <c:pt idx="2094">
                  <c:v>7.6310000000000002</c:v>
                </c:pt>
                <c:pt idx="2095">
                  <c:v>7.1319999999999997</c:v>
                </c:pt>
                <c:pt idx="2096">
                  <c:v>7.1779999999999999</c:v>
                </c:pt>
                <c:pt idx="2097">
                  <c:v>7.1719999999999988</c:v>
                </c:pt>
                <c:pt idx="2098">
                  <c:v>7.2450000000000001</c:v>
                </c:pt>
                <c:pt idx="2099">
                  <c:v>7.278999999999999</c:v>
                </c:pt>
                <c:pt idx="2100">
                  <c:v>7.3609999999999998</c:v>
                </c:pt>
                <c:pt idx="2101">
                  <c:v>7.3609999999999998</c:v>
                </c:pt>
                <c:pt idx="2102">
                  <c:v>7.399</c:v>
                </c:pt>
                <c:pt idx="2103">
                  <c:v>7.41</c:v>
                </c:pt>
                <c:pt idx="2104">
                  <c:v>7.8100000000000005</c:v>
                </c:pt>
                <c:pt idx="2105">
                  <c:v>7.9079999999999995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82E-444B-85AF-4B3E20BBB3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96895424"/>
        <c:axId val="1496903488"/>
      </c:line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CDS 5Y - RHS</c:v>
                </c:pt>
              </c:strCache>
            </c:strRef>
          </c:tx>
          <c:spPr>
            <a:ln w="25400" cap="rnd">
              <a:solidFill>
                <a:schemeClr val="accent1"/>
              </a:solidFill>
              <a:prstDash val="solid"/>
              <a:round/>
            </a:ln>
          </c:spPr>
          <c:marker>
            <c:symbol val="none"/>
          </c:marker>
          <c:dLbls>
            <c:dLbl>
              <c:idx val="2105"/>
              <c:layout>
                <c:manualLayout>
                  <c:x val="-4.5659170114023886E-3"/>
                  <c:y val="2.3529433561309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06E-4BEE-85D9-D29AE55A8830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Sheet1!$A$2:$A$2108</c:f>
              <c:numCache>
                <c:formatCode>m/d/yyyy</c:formatCode>
                <c:ptCount val="2107"/>
                <c:pt idx="0">
                  <c:v>43089</c:v>
                </c:pt>
                <c:pt idx="1">
                  <c:v>43090</c:v>
                </c:pt>
                <c:pt idx="2">
                  <c:v>43091</c:v>
                </c:pt>
                <c:pt idx="3">
                  <c:v>43096</c:v>
                </c:pt>
                <c:pt idx="4">
                  <c:v>43097</c:v>
                </c:pt>
                <c:pt idx="5">
                  <c:v>43098</c:v>
                </c:pt>
                <c:pt idx="6">
                  <c:v>43102</c:v>
                </c:pt>
                <c:pt idx="7">
                  <c:v>43103</c:v>
                </c:pt>
                <c:pt idx="8">
                  <c:v>43104</c:v>
                </c:pt>
                <c:pt idx="9">
                  <c:v>43105</c:v>
                </c:pt>
                <c:pt idx="10">
                  <c:v>43108</c:v>
                </c:pt>
                <c:pt idx="11">
                  <c:v>43109</c:v>
                </c:pt>
                <c:pt idx="12">
                  <c:v>43110</c:v>
                </c:pt>
                <c:pt idx="13">
                  <c:v>43111</c:v>
                </c:pt>
                <c:pt idx="14">
                  <c:v>43112</c:v>
                </c:pt>
                <c:pt idx="15">
                  <c:v>43115</c:v>
                </c:pt>
                <c:pt idx="16">
                  <c:v>43116</c:v>
                </c:pt>
                <c:pt idx="17">
                  <c:v>43117</c:v>
                </c:pt>
                <c:pt idx="18">
                  <c:v>43118</c:v>
                </c:pt>
                <c:pt idx="19">
                  <c:v>43119</c:v>
                </c:pt>
                <c:pt idx="20">
                  <c:v>43122</c:v>
                </c:pt>
                <c:pt idx="21">
                  <c:v>43123</c:v>
                </c:pt>
                <c:pt idx="22">
                  <c:v>43124</c:v>
                </c:pt>
                <c:pt idx="23">
                  <c:v>43125</c:v>
                </c:pt>
                <c:pt idx="24">
                  <c:v>43126</c:v>
                </c:pt>
                <c:pt idx="25">
                  <c:v>43129</c:v>
                </c:pt>
                <c:pt idx="26">
                  <c:v>43130</c:v>
                </c:pt>
                <c:pt idx="27">
                  <c:v>43131</c:v>
                </c:pt>
                <c:pt idx="28">
                  <c:v>43132</c:v>
                </c:pt>
                <c:pt idx="29">
                  <c:v>43133</c:v>
                </c:pt>
                <c:pt idx="30">
                  <c:v>43136</c:v>
                </c:pt>
                <c:pt idx="31">
                  <c:v>43137</c:v>
                </c:pt>
                <c:pt idx="32">
                  <c:v>43138</c:v>
                </c:pt>
                <c:pt idx="33">
                  <c:v>43139</c:v>
                </c:pt>
                <c:pt idx="34">
                  <c:v>43140</c:v>
                </c:pt>
                <c:pt idx="35">
                  <c:v>43143</c:v>
                </c:pt>
                <c:pt idx="36">
                  <c:v>43144</c:v>
                </c:pt>
                <c:pt idx="37">
                  <c:v>43145</c:v>
                </c:pt>
                <c:pt idx="38">
                  <c:v>43146</c:v>
                </c:pt>
                <c:pt idx="39">
                  <c:v>43150</c:v>
                </c:pt>
                <c:pt idx="40">
                  <c:v>43151</c:v>
                </c:pt>
                <c:pt idx="41">
                  <c:v>43152</c:v>
                </c:pt>
                <c:pt idx="42">
                  <c:v>43153</c:v>
                </c:pt>
                <c:pt idx="43">
                  <c:v>43154</c:v>
                </c:pt>
                <c:pt idx="44">
                  <c:v>43157</c:v>
                </c:pt>
                <c:pt idx="45">
                  <c:v>43158</c:v>
                </c:pt>
                <c:pt idx="46">
                  <c:v>43159</c:v>
                </c:pt>
                <c:pt idx="47">
                  <c:v>43160</c:v>
                </c:pt>
                <c:pt idx="48">
                  <c:v>43161</c:v>
                </c:pt>
                <c:pt idx="49">
                  <c:v>43164</c:v>
                </c:pt>
                <c:pt idx="50">
                  <c:v>43165</c:v>
                </c:pt>
                <c:pt idx="51">
                  <c:v>43166</c:v>
                </c:pt>
                <c:pt idx="52">
                  <c:v>43167</c:v>
                </c:pt>
                <c:pt idx="53">
                  <c:v>43168</c:v>
                </c:pt>
                <c:pt idx="54">
                  <c:v>43171</c:v>
                </c:pt>
                <c:pt idx="55">
                  <c:v>43172</c:v>
                </c:pt>
                <c:pt idx="56">
                  <c:v>43173</c:v>
                </c:pt>
                <c:pt idx="57">
                  <c:v>43174</c:v>
                </c:pt>
                <c:pt idx="58">
                  <c:v>43175</c:v>
                </c:pt>
                <c:pt idx="59">
                  <c:v>43178</c:v>
                </c:pt>
                <c:pt idx="60">
                  <c:v>43179</c:v>
                </c:pt>
                <c:pt idx="61">
                  <c:v>43180</c:v>
                </c:pt>
                <c:pt idx="62">
                  <c:v>43181</c:v>
                </c:pt>
                <c:pt idx="63">
                  <c:v>43182</c:v>
                </c:pt>
                <c:pt idx="64">
                  <c:v>43185</c:v>
                </c:pt>
                <c:pt idx="65">
                  <c:v>43186</c:v>
                </c:pt>
                <c:pt idx="66">
                  <c:v>43187</c:v>
                </c:pt>
                <c:pt idx="67">
                  <c:v>43188</c:v>
                </c:pt>
                <c:pt idx="68">
                  <c:v>43192</c:v>
                </c:pt>
                <c:pt idx="69">
                  <c:v>43193</c:v>
                </c:pt>
                <c:pt idx="70">
                  <c:v>43194</c:v>
                </c:pt>
                <c:pt idx="71">
                  <c:v>43195</c:v>
                </c:pt>
                <c:pt idx="72">
                  <c:v>43196</c:v>
                </c:pt>
                <c:pt idx="73">
                  <c:v>43199</c:v>
                </c:pt>
                <c:pt idx="74">
                  <c:v>43200</c:v>
                </c:pt>
                <c:pt idx="75">
                  <c:v>43201</c:v>
                </c:pt>
                <c:pt idx="76">
                  <c:v>43202</c:v>
                </c:pt>
                <c:pt idx="77">
                  <c:v>43203</c:v>
                </c:pt>
                <c:pt idx="78">
                  <c:v>43206</c:v>
                </c:pt>
                <c:pt idx="79">
                  <c:v>43207</c:v>
                </c:pt>
                <c:pt idx="80">
                  <c:v>43208</c:v>
                </c:pt>
                <c:pt idx="81">
                  <c:v>43209</c:v>
                </c:pt>
                <c:pt idx="82">
                  <c:v>43210</c:v>
                </c:pt>
                <c:pt idx="83">
                  <c:v>43213</c:v>
                </c:pt>
                <c:pt idx="84">
                  <c:v>43214</c:v>
                </c:pt>
                <c:pt idx="85">
                  <c:v>43215</c:v>
                </c:pt>
                <c:pt idx="86">
                  <c:v>43216</c:v>
                </c:pt>
                <c:pt idx="87">
                  <c:v>43217</c:v>
                </c:pt>
                <c:pt idx="88">
                  <c:v>43220</c:v>
                </c:pt>
                <c:pt idx="89">
                  <c:v>43222</c:v>
                </c:pt>
                <c:pt idx="90">
                  <c:v>43223</c:v>
                </c:pt>
                <c:pt idx="91">
                  <c:v>43224</c:v>
                </c:pt>
                <c:pt idx="92">
                  <c:v>43227</c:v>
                </c:pt>
                <c:pt idx="93">
                  <c:v>43228</c:v>
                </c:pt>
                <c:pt idx="94">
                  <c:v>43229</c:v>
                </c:pt>
                <c:pt idx="95">
                  <c:v>43231</c:v>
                </c:pt>
                <c:pt idx="96">
                  <c:v>43234</c:v>
                </c:pt>
                <c:pt idx="97">
                  <c:v>43235</c:v>
                </c:pt>
                <c:pt idx="98">
                  <c:v>43236</c:v>
                </c:pt>
                <c:pt idx="99">
                  <c:v>43237</c:v>
                </c:pt>
                <c:pt idx="100">
                  <c:v>43238</c:v>
                </c:pt>
                <c:pt idx="101">
                  <c:v>43241</c:v>
                </c:pt>
                <c:pt idx="102">
                  <c:v>43242</c:v>
                </c:pt>
                <c:pt idx="103">
                  <c:v>43243</c:v>
                </c:pt>
                <c:pt idx="104">
                  <c:v>43244</c:v>
                </c:pt>
                <c:pt idx="105">
                  <c:v>43245</c:v>
                </c:pt>
                <c:pt idx="106">
                  <c:v>43248</c:v>
                </c:pt>
                <c:pt idx="107">
                  <c:v>43250</c:v>
                </c:pt>
                <c:pt idx="108">
                  <c:v>43251</c:v>
                </c:pt>
                <c:pt idx="109">
                  <c:v>43255</c:v>
                </c:pt>
                <c:pt idx="110">
                  <c:v>43256</c:v>
                </c:pt>
                <c:pt idx="111">
                  <c:v>43257</c:v>
                </c:pt>
                <c:pt idx="112">
                  <c:v>43258</c:v>
                </c:pt>
                <c:pt idx="113">
                  <c:v>43259</c:v>
                </c:pt>
                <c:pt idx="114">
                  <c:v>43271</c:v>
                </c:pt>
                <c:pt idx="115">
                  <c:v>43272</c:v>
                </c:pt>
                <c:pt idx="116">
                  <c:v>43273</c:v>
                </c:pt>
                <c:pt idx="117">
                  <c:v>43276</c:v>
                </c:pt>
                <c:pt idx="118">
                  <c:v>43277</c:v>
                </c:pt>
                <c:pt idx="119">
                  <c:v>43278</c:v>
                </c:pt>
                <c:pt idx="120">
                  <c:v>43279</c:v>
                </c:pt>
                <c:pt idx="121">
                  <c:v>43280</c:v>
                </c:pt>
                <c:pt idx="122">
                  <c:v>43283</c:v>
                </c:pt>
                <c:pt idx="123">
                  <c:v>43284</c:v>
                </c:pt>
                <c:pt idx="124">
                  <c:v>43285</c:v>
                </c:pt>
                <c:pt idx="125">
                  <c:v>43286</c:v>
                </c:pt>
                <c:pt idx="126">
                  <c:v>43287</c:v>
                </c:pt>
                <c:pt idx="127">
                  <c:v>43290</c:v>
                </c:pt>
                <c:pt idx="128">
                  <c:v>43291</c:v>
                </c:pt>
                <c:pt idx="129">
                  <c:v>43292</c:v>
                </c:pt>
                <c:pt idx="130">
                  <c:v>43293</c:v>
                </c:pt>
                <c:pt idx="131">
                  <c:v>43294</c:v>
                </c:pt>
                <c:pt idx="132">
                  <c:v>43297</c:v>
                </c:pt>
                <c:pt idx="133">
                  <c:v>43298</c:v>
                </c:pt>
                <c:pt idx="134">
                  <c:v>43299</c:v>
                </c:pt>
                <c:pt idx="135">
                  <c:v>43300</c:v>
                </c:pt>
                <c:pt idx="136">
                  <c:v>43301</c:v>
                </c:pt>
                <c:pt idx="137">
                  <c:v>43304</c:v>
                </c:pt>
                <c:pt idx="138">
                  <c:v>43305</c:v>
                </c:pt>
                <c:pt idx="139">
                  <c:v>43306</c:v>
                </c:pt>
                <c:pt idx="140">
                  <c:v>43307</c:v>
                </c:pt>
                <c:pt idx="141">
                  <c:v>43308</c:v>
                </c:pt>
                <c:pt idx="142">
                  <c:v>43311</c:v>
                </c:pt>
                <c:pt idx="143">
                  <c:v>43312</c:v>
                </c:pt>
                <c:pt idx="144">
                  <c:v>43313</c:v>
                </c:pt>
                <c:pt idx="145">
                  <c:v>43314</c:v>
                </c:pt>
                <c:pt idx="146">
                  <c:v>43315</c:v>
                </c:pt>
                <c:pt idx="147">
                  <c:v>43318</c:v>
                </c:pt>
                <c:pt idx="148">
                  <c:v>43319</c:v>
                </c:pt>
                <c:pt idx="149">
                  <c:v>43320</c:v>
                </c:pt>
                <c:pt idx="150">
                  <c:v>43321</c:v>
                </c:pt>
                <c:pt idx="151">
                  <c:v>43322</c:v>
                </c:pt>
                <c:pt idx="152">
                  <c:v>43325</c:v>
                </c:pt>
                <c:pt idx="153">
                  <c:v>43326</c:v>
                </c:pt>
                <c:pt idx="154">
                  <c:v>43327</c:v>
                </c:pt>
                <c:pt idx="155">
                  <c:v>43328</c:v>
                </c:pt>
                <c:pt idx="156">
                  <c:v>43332</c:v>
                </c:pt>
                <c:pt idx="157">
                  <c:v>43333</c:v>
                </c:pt>
                <c:pt idx="158">
                  <c:v>43335</c:v>
                </c:pt>
                <c:pt idx="159">
                  <c:v>43336</c:v>
                </c:pt>
                <c:pt idx="160">
                  <c:v>43339</c:v>
                </c:pt>
                <c:pt idx="161">
                  <c:v>43340</c:v>
                </c:pt>
                <c:pt idx="162">
                  <c:v>43341</c:v>
                </c:pt>
                <c:pt idx="163">
                  <c:v>43342</c:v>
                </c:pt>
                <c:pt idx="164">
                  <c:v>43343</c:v>
                </c:pt>
                <c:pt idx="165">
                  <c:v>43346</c:v>
                </c:pt>
                <c:pt idx="166">
                  <c:v>43347</c:v>
                </c:pt>
                <c:pt idx="167">
                  <c:v>43348</c:v>
                </c:pt>
                <c:pt idx="168">
                  <c:v>43349</c:v>
                </c:pt>
                <c:pt idx="169">
                  <c:v>43350</c:v>
                </c:pt>
                <c:pt idx="170">
                  <c:v>43353</c:v>
                </c:pt>
                <c:pt idx="171">
                  <c:v>43355</c:v>
                </c:pt>
                <c:pt idx="172">
                  <c:v>43356</c:v>
                </c:pt>
                <c:pt idx="173">
                  <c:v>43357</c:v>
                </c:pt>
                <c:pt idx="174">
                  <c:v>43360</c:v>
                </c:pt>
                <c:pt idx="175">
                  <c:v>43361</c:v>
                </c:pt>
                <c:pt idx="176">
                  <c:v>43362</c:v>
                </c:pt>
                <c:pt idx="177">
                  <c:v>43363</c:v>
                </c:pt>
                <c:pt idx="178">
                  <c:v>43364</c:v>
                </c:pt>
                <c:pt idx="179">
                  <c:v>43367</c:v>
                </c:pt>
                <c:pt idx="180">
                  <c:v>43368</c:v>
                </c:pt>
                <c:pt idx="181">
                  <c:v>43369</c:v>
                </c:pt>
                <c:pt idx="182">
                  <c:v>43370</c:v>
                </c:pt>
                <c:pt idx="183">
                  <c:v>43371</c:v>
                </c:pt>
                <c:pt idx="184">
                  <c:v>43374</c:v>
                </c:pt>
                <c:pt idx="185">
                  <c:v>43375</c:v>
                </c:pt>
                <c:pt idx="186">
                  <c:v>43376</c:v>
                </c:pt>
                <c:pt idx="187">
                  <c:v>43377</c:v>
                </c:pt>
                <c:pt idx="188">
                  <c:v>43378</c:v>
                </c:pt>
                <c:pt idx="189">
                  <c:v>43381</c:v>
                </c:pt>
                <c:pt idx="190">
                  <c:v>43382</c:v>
                </c:pt>
                <c:pt idx="191">
                  <c:v>43383</c:v>
                </c:pt>
                <c:pt idx="192">
                  <c:v>43384</c:v>
                </c:pt>
                <c:pt idx="193">
                  <c:v>43385</c:v>
                </c:pt>
                <c:pt idx="194">
                  <c:v>43388</c:v>
                </c:pt>
                <c:pt idx="195">
                  <c:v>43389</c:v>
                </c:pt>
                <c:pt idx="196">
                  <c:v>43390</c:v>
                </c:pt>
                <c:pt idx="197">
                  <c:v>43391</c:v>
                </c:pt>
                <c:pt idx="198">
                  <c:v>43392</c:v>
                </c:pt>
                <c:pt idx="199">
                  <c:v>43395</c:v>
                </c:pt>
                <c:pt idx="200">
                  <c:v>43396</c:v>
                </c:pt>
                <c:pt idx="201">
                  <c:v>43397</c:v>
                </c:pt>
                <c:pt idx="202">
                  <c:v>43398</c:v>
                </c:pt>
                <c:pt idx="203">
                  <c:v>43399</c:v>
                </c:pt>
                <c:pt idx="204">
                  <c:v>43402</c:v>
                </c:pt>
                <c:pt idx="205">
                  <c:v>43403</c:v>
                </c:pt>
                <c:pt idx="206">
                  <c:v>43404</c:v>
                </c:pt>
                <c:pt idx="207">
                  <c:v>43405</c:v>
                </c:pt>
                <c:pt idx="208">
                  <c:v>43406</c:v>
                </c:pt>
                <c:pt idx="209">
                  <c:v>43409</c:v>
                </c:pt>
                <c:pt idx="210">
                  <c:v>43410</c:v>
                </c:pt>
                <c:pt idx="211">
                  <c:v>43411</c:v>
                </c:pt>
                <c:pt idx="212">
                  <c:v>43412</c:v>
                </c:pt>
                <c:pt idx="213">
                  <c:v>43413</c:v>
                </c:pt>
                <c:pt idx="214">
                  <c:v>43416</c:v>
                </c:pt>
                <c:pt idx="215">
                  <c:v>43417</c:v>
                </c:pt>
                <c:pt idx="216">
                  <c:v>43418</c:v>
                </c:pt>
                <c:pt idx="217">
                  <c:v>43419</c:v>
                </c:pt>
                <c:pt idx="218">
                  <c:v>43420</c:v>
                </c:pt>
                <c:pt idx="219">
                  <c:v>43423</c:v>
                </c:pt>
                <c:pt idx="220">
                  <c:v>43425</c:v>
                </c:pt>
                <c:pt idx="221">
                  <c:v>43426</c:v>
                </c:pt>
                <c:pt idx="222">
                  <c:v>43427</c:v>
                </c:pt>
                <c:pt idx="223">
                  <c:v>43430</c:v>
                </c:pt>
                <c:pt idx="224">
                  <c:v>43431</c:v>
                </c:pt>
                <c:pt idx="225">
                  <c:v>43432</c:v>
                </c:pt>
                <c:pt idx="226">
                  <c:v>43433</c:v>
                </c:pt>
                <c:pt idx="227">
                  <c:v>43434</c:v>
                </c:pt>
                <c:pt idx="228">
                  <c:v>43437</c:v>
                </c:pt>
                <c:pt idx="229">
                  <c:v>43438</c:v>
                </c:pt>
                <c:pt idx="230">
                  <c:v>43439</c:v>
                </c:pt>
                <c:pt idx="231">
                  <c:v>43440</c:v>
                </c:pt>
                <c:pt idx="232">
                  <c:v>43441</c:v>
                </c:pt>
                <c:pt idx="233">
                  <c:v>43444</c:v>
                </c:pt>
                <c:pt idx="234">
                  <c:v>43445</c:v>
                </c:pt>
                <c:pt idx="235">
                  <c:v>43446</c:v>
                </c:pt>
                <c:pt idx="236">
                  <c:v>43447</c:v>
                </c:pt>
                <c:pt idx="237">
                  <c:v>43448</c:v>
                </c:pt>
                <c:pt idx="238">
                  <c:v>43451</c:v>
                </c:pt>
                <c:pt idx="239">
                  <c:v>43452</c:v>
                </c:pt>
                <c:pt idx="240">
                  <c:v>43453</c:v>
                </c:pt>
                <c:pt idx="241">
                  <c:v>43454</c:v>
                </c:pt>
                <c:pt idx="242">
                  <c:v>43455</c:v>
                </c:pt>
                <c:pt idx="243">
                  <c:v>43460</c:v>
                </c:pt>
                <c:pt idx="244">
                  <c:v>43461</c:v>
                </c:pt>
                <c:pt idx="245">
                  <c:v>43462</c:v>
                </c:pt>
                <c:pt idx="246">
                  <c:v>43467</c:v>
                </c:pt>
                <c:pt idx="247">
                  <c:v>43468</c:v>
                </c:pt>
                <c:pt idx="248">
                  <c:v>43469</c:v>
                </c:pt>
                <c:pt idx="249">
                  <c:v>43472</c:v>
                </c:pt>
                <c:pt idx="250">
                  <c:v>43473</c:v>
                </c:pt>
                <c:pt idx="251">
                  <c:v>43474</c:v>
                </c:pt>
                <c:pt idx="252">
                  <c:v>43475</c:v>
                </c:pt>
                <c:pt idx="253">
                  <c:v>43476</c:v>
                </c:pt>
                <c:pt idx="254">
                  <c:v>43479</c:v>
                </c:pt>
                <c:pt idx="255">
                  <c:v>43480</c:v>
                </c:pt>
                <c:pt idx="256">
                  <c:v>43481</c:v>
                </c:pt>
                <c:pt idx="257">
                  <c:v>43482</c:v>
                </c:pt>
                <c:pt idx="258">
                  <c:v>43483</c:v>
                </c:pt>
                <c:pt idx="259">
                  <c:v>43486</c:v>
                </c:pt>
                <c:pt idx="260">
                  <c:v>43487</c:v>
                </c:pt>
                <c:pt idx="261">
                  <c:v>43488</c:v>
                </c:pt>
                <c:pt idx="262">
                  <c:v>43489</c:v>
                </c:pt>
                <c:pt idx="263">
                  <c:v>43490</c:v>
                </c:pt>
                <c:pt idx="264">
                  <c:v>43493</c:v>
                </c:pt>
                <c:pt idx="265">
                  <c:v>43494</c:v>
                </c:pt>
                <c:pt idx="266">
                  <c:v>43495</c:v>
                </c:pt>
                <c:pt idx="267">
                  <c:v>43496</c:v>
                </c:pt>
                <c:pt idx="268">
                  <c:v>43497</c:v>
                </c:pt>
                <c:pt idx="269">
                  <c:v>43500</c:v>
                </c:pt>
                <c:pt idx="270">
                  <c:v>43502</c:v>
                </c:pt>
                <c:pt idx="271">
                  <c:v>43503</c:v>
                </c:pt>
                <c:pt idx="272">
                  <c:v>43504</c:v>
                </c:pt>
                <c:pt idx="273">
                  <c:v>43507</c:v>
                </c:pt>
                <c:pt idx="274">
                  <c:v>43508</c:v>
                </c:pt>
                <c:pt idx="275">
                  <c:v>43509</c:v>
                </c:pt>
                <c:pt idx="276">
                  <c:v>43510</c:v>
                </c:pt>
                <c:pt idx="277">
                  <c:v>43511</c:v>
                </c:pt>
                <c:pt idx="278">
                  <c:v>43514</c:v>
                </c:pt>
                <c:pt idx="279">
                  <c:v>43515</c:v>
                </c:pt>
                <c:pt idx="280">
                  <c:v>43516</c:v>
                </c:pt>
                <c:pt idx="281">
                  <c:v>43517</c:v>
                </c:pt>
                <c:pt idx="282">
                  <c:v>43518</c:v>
                </c:pt>
                <c:pt idx="283">
                  <c:v>43521</c:v>
                </c:pt>
                <c:pt idx="284">
                  <c:v>43522</c:v>
                </c:pt>
                <c:pt idx="285">
                  <c:v>43523</c:v>
                </c:pt>
                <c:pt idx="286">
                  <c:v>43524</c:v>
                </c:pt>
                <c:pt idx="287">
                  <c:v>43525</c:v>
                </c:pt>
                <c:pt idx="288">
                  <c:v>43528</c:v>
                </c:pt>
                <c:pt idx="289">
                  <c:v>43529</c:v>
                </c:pt>
                <c:pt idx="290">
                  <c:v>43530</c:v>
                </c:pt>
                <c:pt idx="291">
                  <c:v>43532</c:v>
                </c:pt>
                <c:pt idx="292">
                  <c:v>43535</c:v>
                </c:pt>
                <c:pt idx="293">
                  <c:v>43536</c:v>
                </c:pt>
                <c:pt idx="294">
                  <c:v>43537</c:v>
                </c:pt>
                <c:pt idx="295">
                  <c:v>43538</c:v>
                </c:pt>
                <c:pt idx="296">
                  <c:v>43539</c:v>
                </c:pt>
                <c:pt idx="297">
                  <c:v>43542</c:v>
                </c:pt>
                <c:pt idx="298">
                  <c:v>43543</c:v>
                </c:pt>
                <c:pt idx="299">
                  <c:v>43544</c:v>
                </c:pt>
                <c:pt idx="300">
                  <c:v>43545</c:v>
                </c:pt>
                <c:pt idx="301">
                  <c:v>43546</c:v>
                </c:pt>
                <c:pt idx="302">
                  <c:v>43549</c:v>
                </c:pt>
                <c:pt idx="303">
                  <c:v>43550</c:v>
                </c:pt>
                <c:pt idx="304">
                  <c:v>43551</c:v>
                </c:pt>
                <c:pt idx="305">
                  <c:v>43552</c:v>
                </c:pt>
                <c:pt idx="306">
                  <c:v>43553</c:v>
                </c:pt>
                <c:pt idx="307">
                  <c:v>43556</c:v>
                </c:pt>
                <c:pt idx="308">
                  <c:v>43557</c:v>
                </c:pt>
                <c:pt idx="309">
                  <c:v>43559</c:v>
                </c:pt>
                <c:pt idx="310">
                  <c:v>43560</c:v>
                </c:pt>
                <c:pt idx="311">
                  <c:v>43563</c:v>
                </c:pt>
                <c:pt idx="312">
                  <c:v>43564</c:v>
                </c:pt>
                <c:pt idx="313">
                  <c:v>43565</c:v>
                </c:pt>
                <c:pt idx="314">
                  <c:v>43566</c:v>
                </c:pt>
                <c:pt idx="315">
                  <c:v>43567</c:v>
                </c:pt>
                <c:pt idx="316">
                  <c:v>43570</c:v>
                </c:pt>
                <c:pt idx="317">
                  <c:v>43571</c:v>
                </c:pt>
                <c:pt idx="318">
                  <c:v>43573</c:v>
                </c:pt>
                <c:pt idx="319">
                  <c:v>43577</c:v>
                </c:pt>
                <c:pt idx="320">
                  <c:v>43578</c:v>
                </c:pt>
                <c:pt idx="321">
                  <c:v>43579</c:v>
                </c:pt>
                <c:pt idx="322">
                  <c:v>43580</c:v>
                </c:pt>
                <c:pt idx="323">
                  <c:v>43581</c:v>
                </c:pt>
                <c:pt idx="324">
                  <c:v>43584</c:v>
                </c:pt>
                <c:pt idx="325">
                  <c:v>43585</c:v>
                </c:pt>
                <c:pt idx="326">
                  <c:v>43587</c:v>
                </c:pt>
                <c:pt idx="327">
                  <c:v>43588</c:v>
                </c:pt>
                <c:pt idx="328">
                  <c:v>43591</c:v>
                </c:pt>
                <c:pt idx="329">
                  <c:v>43592</c:v>
                </c:pt>
                <c:pt idx="330">
                  <c:v>43593</c:v>
                </c:pt>
                <c:pt idx="331">
                  <c:v>43594</c:v>
                </c:pt>
                <c:pt idx="332">
                  <c:v>43595</c:v>
                </c:pt>
                <c:pt idx="333">
                  <c:v>43598</c:v>
                </c:pt>
                <c:pt idx="334">
                  <c:v>43599</c:v>
                </c:pt>
                <c:pt idx="335">
                  <c:v>43600</c:v>
                </c:pt>
                <c:pt idx="336">
                  <c:v>43601</c:v>
                </c:pt>
                <c:pt idx="337">
                  <c:v>43602</c:v>
                </c:pt>
                <c:pt idx="338">
                  <c:v>43605</c:v>
                </c:pt>
                <c:pt idx="339">
                  <c:v>43606</c:v>
                </c:pt>
                <c:pt idx="340">
                  <c:v>43607</c:v>
                </c:pt>
                <c:pt idx="341">
                  <c:v>43608</c:v>
                </c:pt>
                <c:pt idx="342">
                  <c:v>43609</c:v>
                </c:pt>
                <c:pt idx="343">
                  <c:v>43612</c:v>
                </c:pt>
                <c:pt idx="344">
                  <c:v>43613</c:v>
                </c:pt>
                <c:pt idx="345">
                  <c:v>43614</c:v>
                </c:pt>
                <c:pt idx="346">
                  <c:v>43616</c:v>
                </c:pt>
                <c:pt idx="347">
                  <c:v>43626</c:v>
                </c:pt>
                <c:pt idx="348">
                  <c:v>43627</c:v>
                </c:pt>
                <c:pt idx="349">
                  <c:v>43628</c:v>
                </c:pt>
                <c:pt idx="350">
                  <c:v>43629</c:v>
                </c:pt>
                <c:pt idx="351">
                  <c:v>43630</c:v>
                </c:pt>
                <c:pt idx="352">
                  <c:v>43633</c:v>
                </c:pt>
                <c:pt idx="353">
                  <c:v>43634</c:v>
                </c:pt>
                <c:pt idx="354">
                  <c:v>43635</c:v>
                </c:pt>
                <c:pt idx="355">
                  <c:v>43636</c:v>
                </c:pt>
                <c:pt idx="356">
                  <c:v>43637</c:v>
                </c:pt>
                <c:pt idx="357">
                  <c:v>43640</c:v>
                </c:pt>
                <c:pt idx="358">
                  <c:v>43641</c:v>
                </c:pt>
                <c:pt idx="359">
                  <c:v>43642</c:v>
                </c:pt>
                <c:pt idx="360">
                  <c:v>43643</c:v>
                </c:pt>
                <c:pt idx="361">
                  <c:v>43644</c:v>
                </c:pt>
                <c:pt idx="362">
                  <c:v>43647</c:v>
                </c:pt>
                <c:pt idx="363">
                  <c:v>43648</c:v>
                </c:pt>
                <c:pt idx="364">
                  <c:v>43649</c:v>
                </c:pt>
                <c:pt idx="365">
                  <c:v>43650</c:v>
                </c:pt>
                <c:pt idx="366">
                  <c:v>43651</c:v>
                </c:pt>
                <c:pt idx="367">
                  <c:v>43654</c:v>
                </c:pt>
                <c:pt idx="368">
                  <c:v>43655</c:v>
                </c:pt>
                <c:pt idx="369">
                  <c:v>43656</c:v>
                </c:pt>
                <c:pt idx="370">
                  <c:v>43657</c:v>
                </c:pt>
                <c:pt idx="371">
                  <c:v>43658</c:v>
                </c:pt>
                <c:pt idx="372">
                  <c:v>43661</c:v>
                </c:pt>
                <c:pt idx="373">
                  <c:v>43662</c:v>
                </c:pt>
                <c:pt idx="374">
                  <c:v>43663</c:v>
                </c:pt>
                <c:pt idx="375">
                  <c:v>43664</c:v>
                </c:pt>
                <c:pt idx="376">
                  <c:v>43665</c:v>
                </c:pt>
                <c:pt idx="377">
                  <c:v>43668</c:v>
                </c:pt>
                <c:pt idx="378">
                  <c:v>43669</c:v>
                </c:pt>
                <c:pt idx="379">
                  <c:v>43670</c:v>
                </c:pt>
                <c:pt idx="380">
                  <c:v>43671</c:v>
                </c:pt>
                <c:pt idx="381">
                  <c:v>43672</c:v>
                </c:pt>
                <c:pt idx="382">
                  <c:v>43675</c:v>
                </c:pt>
                <c:pt idx="383">
                  <c:v>43676</c:v>
                </c:pt>
                <c:pt idx="384">
                  <c:v>43677</c:v>
                </c:pt>
                <c:pt idx="385">
                  <c:v>43678</c:v>
                </c:pt>
                <c:pt idx="386">
                  <c:v>43679</c:v>
                </c:pt>
                <c:pt idx="387">
                  <c:v>43682</c:v>
                </c:pt>
                <c:pt idx="388">
                  <c:v>43683</c:v>
                </c:pt>
                <c:pt idx="389">
                  <c:v>43684</c:v>
                </c:pt>
                <c:pt idx="390">
                  <c:v>43685</c:v>
                </c:pt>
                <c:pt idx="391">
                  <c:v>43686</c:v>
                </c:pt>
                <c:pt idx="392">
                  <c:v>43689</c:v>
                </c:pt>
                <c:pt idx="393">
                  <c:v>43690</c:v>
                </c:pt>
                <c:pt idx="394">
                  <c:v>43691</c:v>
                </c:pt>
                <c:pt idx="395">
                  <c:v>43692</c:v>
                </c:pt>
                <c:pt idx="396">
                  <c:v>43693</c:v>
                </c:pt>
                <c:pt idx="397">
                  <c:v>43696</c:v>
                </c:pt>
                <c:pt idx="398">
                  <c:v>43697</c:v>
                </c:pt>
                <c:pt idx="399">
                  <c:v>43698</c:v>
                </c:pt>
                <c:pt idx="400">
                  <c:v>43699</c:v>
                </c:pt>
                <c:pt idx="401">
                  <c:v>43700</c:v>
                </c:pt>
                <c:pt idx="402">
                  <c:v>43703</c:v>
                </c:pt>
                <c:pt idx="403">
                  <c:v>43704</c:v>
                </c:pt>
                <c:pt idx="404">
                  <c:v>43705</c:v>
                </c:pt>
                <c:pt idx="405">
                  <c:v>43706</c:v>
                </c:pt>
                <c:pt idx="406">
                  <c:v>43707</c:v>
                </c:pt>
                <c:pt idx="407">
                  <c:v>43710</c:v>
                </c:pt>
                <c:pt idx="408">
                  <c:v>43711</c:v>
                </c:pt>
                <c:pt idx="409">
                  <c:v>43712</c:v>
                </c:pt>
                <c:pt idx="410">
                  <c:v>43713</c:v>
                </c:pt>
                <c:pt idx="411">
                  <c:v>43714</c:v>
                </c:pt>
                <c:pt idx="412">
                  <c:v>43717</c:v>
                </c:pt>
                <c:pt idx="413">
                  <c:v>43718</c:v>
                </c:pt>
                <c:pt idx="414">
                  <c:v>43719</c:v>
                </c:pt>
                <c:pt idx="415">
                  <c:v>43720</c:v>
                </c:pt>
                <c:pt idx="416">
                  <c:v>43721</c:v>
                </c:pt>
                <c:pt idx="417">
                  <c:v>43724</c:v>
                </c:pt>
                <c:pt idx="418">
                  <c:v>43725</c:v>
                </c:pt>
                <c:pt idx="419">
                  <c:v>43726</c:v>
                </c:pt>
                <c:pt idx="420">
                  <c:v>43727</c:v>
                </c:pt>
                <c:pt idx="421">
                  <c:v>43728</c:v>
                </c:pt>
                <c:pt idx="422">
                  <c:v>43731</c:v>
                </c:pt>
                <c:pt idx="423">
                  <c:v>43732</c:v>
                </c:pt>
                <c:pt idx="424">
                  <c:v>43733</c:v>
                </c:pt>
                <c:pt idx="425">
                  <c:v>43734</c:v>
                </c:pt>
                <c:pt idx="426">
                  <c:v>43735</c:v>
                </c:pt>
                <c:pt idx="427">
                  <c:v>43738</c:v>
                </c:pt>
                <c:pt idx="428">
                  <c:v>43739</c:v>
                </c:pt>
                <c:pt idx="429">
                  <c:v>43740</c:v>
                </c:pt>
                <c:pt idx="430">
                  <c:v>43741</c:v>
                </c:pt>
                <c:pt idx="431">
                  <c:v>43742</c:v>
                </c:pt>
                <c:pt idx="432">
                  <c:v>43745</c:v>
                </c:pt>
                <c:pt idx="433">
                  <c:v>43746</c:v>
                </c:pt>
                <c:pt idx="434">
                  <c:v>43747</c:v>
                </c:pt>
                <c:pt idx="435">
                  <c:v>43748</c:v>
                </c:pt>
                <c:pt idx="436">
                  <c:v>43749</c:v>
                </c:pt>
                <c:pt idx="437">
                  <c:v>43752</c:v>
                </c:pt>
                <c:pt idx="438">
                  <c:v>43753</c:v>
                </c:pt>
                <c:pt idx="439">
                  <c:v>43754</c:v>
                </c:pt>
                <c:pt idx="440">
                  <c:v>43755</c:v>
                </c:pt>
                <c:pt idx="441">
                  <c:v>43756</c:v>
                </c:pt>
                <c:pt idx="442">
                  <c:v>43759</c:v>
                </c:pt>
                <c:pt idx="443">
                  <c:v>43760</c:v>
                </c:pt>
                <c:pt idx="444">
                  <c:v>43761</c:v>
                </c:pt>
                <c:pt idx="445">
                  <c:v>43762</c:v>
                </c:pt>
                <c:pt idx="446">
                  <c:v>43763</c:v>
                </c:pt>
                <c:pt idx="447">
                  <c:v>43766</c:v>
                </c:pt>
                <c:pt idx="448">
                  <c:v>43767</c:v>
                </c:pt>
                <c:pt idx="449">
                  <c:v>43768</c:v>
                </c:pt>
                <c:pt idx="450">
                  <c:v>43769</c:v>
                </c:pt>
                <c:pt idx="451">
                  <c:v>43770</c:v>
                </c:pt>
                <c:pt idx="452">
                  <c:v>43773</c:v>
                </c:pt>
                <c:pt idx="453">
                  <c:v>43774</c:v>
                </c:pt>
                <c:pt idx="454">
                  <c:v>43775</c:v>
                </c:pt>
                <c:pt idx="455">
                  <c:v>43776</c:v>
                </c:pt>
                <c:pt idx="456">
                  <c:v>43777</c:v>
                </c:pt>
                <c:pt idx="457">
                  <c:v>43780</c:v>
                </c:pt>
                <c:pt idx="458">
                  <c:v>43781</c:v>
                </c:pt>
                <c:pt idx="459">
                  <c:v>43782</c:v>
                </c:pt>
                <c:pt idx="460">
                  <c:v>43783</c:v>
                </c:pt>
                <c:pt idx="461">
                  <c:v>43784</c:v>
                </c:pt>
                <c:pt idx="462">
                  <c:v>43787</c:v>
                </c:pt>
                <c:pt idx="463">
                  <c:v>43788</c:v>
                </c:pt>
                <c:pt idx="464">
                  <c:v>43789</c:v>
                </c:pt>
                <c:pt idx="465">
                  <c:v>43790</c:v>
                </c:pt>
                <c:pt idx="466">
                  <c:v>43791</c:v>
                </c:pt>
                <c:pt idx="467">
                  <c:v>43794</c:v>
                </c:pt>
                <c:pt idx="468">
                  <c:v>43795</c:v>
                </c:pt>
                <c:pt idx="469">
                  <c:v>43796</c:v>
                </c:pt>
                <c:pt idx="470">
                  <c:v>43797</c:v>
                </c:pt>
                <c:pt idx="471">
                  <c:v>43798</c:v>
                </c:pt>
                <c:pt idx="472">
                  <c:v>43801</c:v>
                </c:pt>
                <c:pt idx="473">
                  <c:v>43802</c:v>
                </c:pt>
                <c:pt idx="474">
                  <c:v>43803</c:v>
                </c:pt>
                <c:pt idx="475">
                  <c:v>43804</c:v>
                </c:pt>
                <c:pt idx="476">
                  <c:v>43805</c:v>
                </c:pt>
                <c:pt idx="477">
                  <c:v>43808</c:v>
                </c:pt>
                <c:pt idx="478">
                  <c:v>43809</c:v>
                </c:pt>
                <c:pt idx="479">
                  <c:v>43810</c:v>
                </c:pt>
                <c:pt idx="480">
                  <c:v>43811</c:v>
                </c:pt>
                <c:pt idx="481">
                  <c:v>43812</c:v>
                </c:pt>
                <c:pt idx="482">
                  <c:v>43815</c:v>
                </c:pt>
                <c:pt idx="483">
                  <c:v>43816</c:v>
                </c:pt>
                <c:pt idx="484">
                  <c:v>43817</c:v>
                </c:pt>
                <c:pt idx="485">
                  <c:v>43818</c:v>
                </c:pt>
                <c:pt idx="486">
                  <c:v>43819</c:v>
                </c:pt>
                <c:pt idx="487">
                  <c:v>43822</c:v>
                </c:pt>
                <c:pt idx="488">
                  <c:v>43825</c:v>
                </c:pt>
                <c:pt idx="489">
                  <c:v>43826</c:v>
                </c:pt>
                <c:pt idx="490">
                  <c:v>43829</c:v>
                </c:pt>
                <c:pt idx="491">
                  <c:v>43832</c:v>
                </c:pt>
                <c:pt idx="492">
                  <c:v>43833</c:v>
                </c:pt>
                <c:pt idx="493">
                  <c:v>43836</c:v>
                </c:pt>
                <c:pt idx="494">
                  <c:v>43837</c:v>
                </c:pt>
                <c:pt idx="495">
                  <c:v>43838</c:v>
                </c:pt>
                <c:pt idx="496">
                  <c:v>43839</c:v>
                </c:pt>
                <c:pt idx="497">
                  <c:v>43840</c:v>
                </c:pt>
                <c:pt idx="498">
                  <c:v>43843</c:v>
                </c:pt>
                <c:pt idx="499">
                  <c:v>43844</c:v>
                </c:pt>
                <c:pt idx="500">
                  <c:v>43845</c:v>
                </c:pt>
                <c:pt idx="501">
                  <c:v>43846</c:v>
                </c:pt>
                <c:pt idx="502">
                  <c:v>43847</c:v>
                </c:pt>
                <c:pt idx="503">
                  <c:v>43850</c:v>
                </c:pt>
                <c:pt idx="504">
                  <c:v>43851</c:v>
                </c:pt>
                <c:pt idx="505">
                  <c:v>43852</c:v>
                </c:pt>
                <c:pt idx="506">
                  <c:v>43853</c:v>
                </c:pt>
                <c:pt idx="507">
                  <c:v>43854</c:v>
                </c:pt>
                <c:pt idx="508">
                  <c:v>43857</c:v>
                </c:pt>
                <c:pt idx="509">
                  <c:v>43858</c:v>
                </c:pt>
                <c:pt idx="510">
                  <c:v>43859</c:v>
                </c:pt>
                <c:pt idx="511">
                  <c:v>43860</c:v>
                </c:pt>
                <c:pt idx="512">
                  <c:v>43861</c:v>
                </c:pt>
                <c:pt idx="513">
                  <c:v>43864</c:v>
                </c:pt>
                <c:pt idx="514">
                  <c:v>43865</c:v>
                </c:pt>
                <c:pt idx="515">
                  <c:v>43866</c:v>
                </c:pt>
                <c:pt idx="516">
                  <c:v>43867</c:v>
                </c:pt>
                <c:pt idx="517">
                  <c:v>43868</c:v>
                </c:pt>
                <c:pt idx="518">
                  <c:v>43871</c:v>
                </c:pt>
                <c:pt idx="519">
                  <c:v>43872</c:v>
                </c:pt>
                <c:pt idx="520">
                  <c:v>43873</c:v>
                </c:pt>
                <c:pt idx="521">
                  <c:v>43874</c:v>
                </c:pt>
                <c:pt idx="522">
                  <c:v>43875</c:v>
                </c:pt>
                <c:pt idx="523">
                  <c:v>43878</c:v>
                </c:pt>
                <c:pt idx="524">
                  <c:v>43879</c:v>
                </c:pt>
                <c:pt idx="525">
                  <c:v>43880</c:v>
                </c:pt>
                <c:pt idx="526">
                  <c:v>43881</c:v>
                </c:pt>
                <c:pt idx="527">
                  <c:v>43882</c:v>
                </c:pt>
                <c:pt idx="528">
                  <c:v>43885</c:v>
                </c:pt>
                <c:pt idx="529">
                  <c:v>43886</c:v>
                </c:pt>
                <c:pt idx="530">
                  <c:v>43887</c:v>
                </c:pt>
                <c:pt idx="531">
                  <c:v>43888</c:v>
                </c:pt>
                <c:pt idx="532">
                  <c:v>43889</c:v>
                </c:pt>
                <c:pt idx="533">
                  <c:v>43892</c:v>
                </c:pt>
                <c:pt idx="534">
                  <c:v>43893</c:v>
                </c:pt>
                <c:pt idx="535">
                  <c:v>43894</c:v>
                </c:pt>
                <c:pt idx="536">
                  <c:v>43895</c:v>
                </c:pt>
                <c:pt idx="537">
                  <c:v>43896</c:v>
                </c:pt>
                <c:pt idx="538">
                  <c:v>43899</c:v>
                </c:pt>
                <c:pt idx="539">
                  <c:v>43900</c:v>
                </c:pt>
                <c:pt idx="540">
                  <c:v>43901</c:v>
                </c:pt>
                <c:pt idx="541">
                  <c:v>43902</c:v>
                </c:pt>
                <c:pt idx="542">
                  <c:v>43903</c:v>
                </c:pt>
                <c:pt idx="543">
                  <c:v>43906</c:v>
                </c:pt>
                <c:pt idx="544">
                  <c:v>43907</c:v>
                </c:pt>
                <c:pt idx="545">
                  <c:v>43908</c:v>
                </c:pt>
                <c:pt idx="546">
                  <c:v>43909</c:v>
                </c:pt>
                <c:pt idx="547">
                  <c:v>43910</c:v>
                </c:pt>
                <c:pt idx="548">
                  <c:v>43913</c:v>
                </c:pt>
                <c:pt idx="549">
                  <c:v>43914</c:v>
                </c:pt>
                <c:pt idx="550">
                  <c:v>43916</c:v>
                </c:pt>
                <c:pt idx="551">
                  <c:v>43917</c:v>
                </c:pt>
                <c:pt idx="552">
                  <c:v>43920</c:v>
                </c:pt>
                <c:pt idx="553">
                  <c:v>43921</c:v>
                </c:pt>
                <c:pt idx="554">
                  <c:v>43922</c:v>
                </c:pt>
                <c:pt idx="555">
                  <c:v>43923</c:v>
                </c:pt>
                <c:pt idx="556">
                  <c:v>43924</c:v>
                </c:pt>
                <c:pt idx="557">
                  <c:v>43927</c:v>
                </c:pt>
                <c:pt idx="558">
                  <c:v>43928</c:v>
                </c:pt>
                <c:pt idx="559">
                  <c:v>43929</c:v>
                </c:pt>
                <c:pt idx="560">
                  <c:v>43930</c:v>
                </c:pt>
                <c:pt idx="561">
                  <c:v>43934</c:v>
                </c:pt>
                <c:pt idx="562">
                  <c:v>43935</c:v>
                </c:pt>
                <c:pt idx="563">
                  <c:v>43936</c:v>
                </c:pt>
                <c:pt idx="564">
                  <c:v>43937</c:v>
                </c:pt>
                <c:pt idx="565">
                  <c:v>43938</c:v>
                </c:pt>
                <c:pt idx="566">
                  <c:v>43941</c:v>
                </c:pt>
                <c:pt idx="567">
                  <c:v>43942</c:v>
                </c:pt>
                <c:pt idx="568">
                  <c:v>43943</c:v>
                </c:pt>
                <c:pt idx="569">
                  <c:v>43944</c:v>
                </c:pt>
                <c:pt idx="570">
                  <c:v>43945</c:v>
                </c:pt>
                <c:pt idx="571">
                  <c:v>43948</c:v>
                </c:pt>
                <c:pt idx="572">
                  <c:v>43949</c:v>
                </c:pt>
                <c:pt idx="573">
                  <c:v>43950</c:v>
                </c:pt>
                <c:pt idx="574">
                  <c:v>43951</c:v>
                </c:pt>
                <c:pt idx="575">
                  <c:v>43955</c:v>
                </c:pt>
                <c:pt idx="576">
                  <c:v>43956</c:v>
                </c:pt>
                <c:pt idx="577">
                  <c:v>43957</c:v>
                </c:pt>
                <c:pt idx="578">
                  <c:v>43959</c:v>
                </c:pt>
                <c:pt idx="579">
                  <c:v>43962</c:v>
                </c:pt>
                <c:pt idx="580">
                  <c:v>43963</c:v>
                </c:pt>
                <c:pt idx="581">
                  <c:v>43964</c:v>
                </c:pt>
                <c:pt idx="582">
                  <c:v>43965</c:v>
                </c:pt>
                <c:pt idx="583">
                  <c:v>43966</c:v>
                </c:pt>
                <c:pt idx="584">
                  <c:v>43969</c:v>
                </c:pt>
                <c:pt idx="585">
                  <c:v>43970</c:v>
                </c:pt>
                <c:pt idx="586">
                  <c:v>43971</c:v>
                </c:pt>
                <c:pt idx="587">
                  <c:v>43977</c:v>
                </c:pt>
                <c:pt idx="588">
                  <c:v>43978</c:v>
                </c:pt>
                <c:pt idx="589">
                  <c:v>43979</c:v>
                </c:pt>
                <c:pt idx="590">
                  <c:v>43980</c:v>
                </c:pt>
                <c:pt idx="591">
                  <c:v>43984</c:v>
                </c:pt>
                <c:pt idx="592">
                  <c:v>43985</c:v>
                </c:pt>
                <c:pt idx="593">
                  <c:v>43986</c:v>
                </c:pt>
                <c:pt idx="594">
                  <c:v>43987</c:v>
                </c:pt>
                <c:pt idx="595">
                  <c:v>43990</c:v>
                </c:pt>
                <c:pt idx="596">
                  <c:v>43991</c:v>
                </c:pt>
                <c:pt idx="597">
                  <c:v>43992</c:v>
                </c:pt>
                <c:pt idx="598">
                  <c:v>43993</c:v>
                </c:pt>
                <c:pt idx="599">
                  <c:v>43994</c:v>
                </c:pt>
                <c:pt idx="600">
                  <c:v>43997</c:v>
                </c:pt>
                <c:pt idx="601">
                  <c:v>43998</c:v>
                </c:pt>
                <c:pt idx="602">
                  <c:v>43999</c:v>
                </c:pt>
                <c:pt idx="603">
                  <c:v>44000</c:v>
                </c:pt>
                <c:pt idx="604">
                  <c:v>44001</c:v>
                </c:pt>
                <c:pt idx="605">
                  <c:v>44004</c:v>
                </c:pt>
                <c:pt idx="606">
                  <c:v>44005</c:v>
                </c:pt>
                <c:pt idx="607">
                  <c:v>44006</c:v>
                </c:pt>
                <c:pt idx="608">
                  <c:v>44007</c:v>
                </c:pt>
                <c:pt idx="609">
                  <c:v>44008</c:v>
                </c:pt>
                <c:pt idx="610">
                  <c:v>44011</c:v>
                </c:pt>
                <c:pt idx="611">
                  <c:v>44012</c:v>
                </c:pt>
                <c:pt idx="612">
                  <c:v>44013</c:v>
                </c:pt>
                <c:pt idx="613">
                  <c:v>44014</c:v>
                </c:pt>
                <c:pt idx="614">
                  <c:v>44015</c:v>
                </c:pt>
                <c:pt idx="615">
                  <c:v>44018</c:v>
                </c:pt>
                <c:pt idx="616">
                  <c:v>44019</c:v>
                </c:pt>
                <c:pt idx="617">
                  <c:v>44020</c:v>
                </c:pt>
                <c:pt idx="618">
                  <c:v>44021</c:v>
                </c:pt>
                <c:pt idx="619">
                  <c:v>44022</c:v>
                </c:pt>
                <c:pt idx="620">
                  <c:v>44025</c:v>
                </c:pt>
                <c:pt idx="621">
                  <c:v>44026</c:v>
                </c:pt>
                <c:pt idx="622">
                  <c:v>44027</c:v>
                </c:pt>
                <c:pt idx="623">
                  <c:v>44028</c:v>
                </c:pt>
                <c:pt idx="624">
                  <c:v>44029</c:v>
                </c:pt>
                <c:pt idx="625">
                  <c:v>44032</c:v>
                </c:pt>
                <c:pt idx="626">
                  <c:v>44033</c:v>
                </c:pt>
                <c:pt idx="627">
                  <c:v>44034</c:v>
                </c:pt>
                <c:pt idx="628">
                  <c:v>44035</c:v>
                </c:pt>
                <c:pt idx="629">
                  <c:v>44036</c:v>
                </c:pt>
                <c:pt idx="630">
                  <c:v>44039</c:v>
                </c:pt>
                <c:pt idx="631">
                  <c:v>44040</c:v>
                </c:pt>
                <c:pt idx="632">
                  <c:v>44041</c:v>
                </c:pt>
                <c:pt idx="633">
                  <c:v>44042</c:v>
                </c:pt>
                <c:pt idx="634">
                  <c:v>44046</c:v>
                </c:pt>
                <c:pt idx="635">
                  <c:v>44047</c:v>
                </c:pt>
                <c:pt idx="636">
                  <c:v>44048</c:v>
                </c:pt>
                <c:pt idx="637">
                  <c:v>44049</c:v>
                </c:pt>
                <c:pt idx="638">
                  <c:v>44050</c:v>
                </c:pt>
                <c:pt idx="639">
                  <c:v>44053</c:v>
                </c:pt>
                <c:pt idx="640">
                  <c:v>44054</c:v>
                </c:pt>
                <c:pt idx="641">
                  <c:v>44055</c:v>
                </c:pt>
                <c:pt idx="642">
                  <c:v>44056</c:v>
                </c:pt>
                <c:pt idx="643">
                  <c:v>44057</c:v>
                </c:pt>
                <c:pt idx="644">
                  <c:v>44061</c:v>
                </c:pt>
                <c:pt idx="645">
                  <c:v>44062</c:v>
                </c:pt>
                <c:pt idx="646">
                  <c:v>44067</c:v>
                </c:pt>
                <c:pt idx="647">
                  <c:v>44068</c:v>
                </c:pt>
                <c:pt idx="648">
                  <c:v>44069</c:v>
                </c:pt>
                <c:pt idx="649">
                  <c:v>44070</c:v>
                </c:pt>
                <c:pt idx="650">
                  <c:v>44071</c:v>
                </c:pt>
                <c:pt idx="651">
                  <c:v>44074</c:v>
                </c:pt>
                <c:pt idx="652">
                  <c:v>44075</c:v>
                </c:pt>
                <c:pt idx="653">
                  <c:v>44076</c:v>
                </c:pt>
                <c:pt idx="654">
                  <c:v>44077</c:v>
                </c:pt>
                <c:pt idx="655">
                  <c:v>44078</c:v>
                </c:pt>
                <c:pt idx="656">
                  <c:v>44081</c:v>
                </c:pt>
                <c:pt idx="657">
                  <c:v>44082</c:v>
                </c:pt>
                <c:pt idx="658">
                  <c:v>44083</c:v>
                </c:pt>
                <c:pt idx="659">
                  <c:v>44084</c:v>
                </c:pt>
                <c:pt idx="660">
                  <c:v>44085</c:v>
                </c:pt>
                <c:pt idx="661">
                  <c:v>44088</c:v>
                </c:pt>
                <c:pt idx="662">
                  <c:v>44089</c:v>
                </c:pt>
                <c:pt idx="663">
                  <c:v>44090</c:v>
                </c:pt>
                <c:pt idx="664">
                  <c:v>44091</c:v>
                </c:pt>
                <c:pt idx="665">
                  <c:v>44092</c:v>
                </c:pt>
                <c:pt idx="666">
                  <c:v>44095</c:v>
                </c:pt>
                <c:pt idx="667">
                  <c:v>44096</c:v>
                </c:pt>
                <c:pt idx="668">
                  <c:v>44097</c:v>
                </c:pt>
                <c:pt idx="669">
                  <c:v>44098</c:v>
                </c:pt>
                <c:pt idx="670">
                  <c:v>44099</c:v>
                </c:pt>
                <c:pt idx="671">
                  <c:v>44102</c:v>
                </c:pt>
                <c:pt idx="672">
                  <c:v>44103</c:v>
                </c:pt>
                <c:pt idx="673">
                  <c:v>44104</c:v>
                </c:pt>
                <c:pt idx="674">
                  <c:v>44105</c:v>
                </c:pt>
                <c:pt idx="675">
                  <c:v>44106</c:v>
                </c:pt>
                <c:pt idx="676">
                  <c:v>44109</c:v>
                </c:pt>
                <c:pt idx="677">
                  <c:v>44110</c:v>
                </c:pt>
                <c:pt idx="678">
                  <c:v>44111</c:v>
                </c:pt>
                <c:pt idx="679">
                  <c:v>44112</c:v>
                </c:pt>
                <c:pt idx="680">
                  <c:v>44113</c:v>
                </c:pt>
                <c:pt idx="681">
                  <c:v>44116</c:v>
                </c:pt>
                <c:pt idx="682">
                  <c:v>44117</c:v>
                </c:pt>
                <c:pt idx="683">
                  <c:v>44118</c:v>
                </c:pt>
                <c:pt idx="684">
                  <c:v>44119</c:v>
                </c:pt>
                <c:pt idx="685">
                  <c:v>44120</c:v>
                </c:pt>
                <c:pt idx="686">
                  <c:v>44123</c:v>
                </c:pt>
                <c:pt idx="687">
                  <c:v>44124</c:v>
                </c:pt>
                <c:pt idx="688">
                  <c:v>44125</c:v>
                </c:pt>
                <c:pt idx="689">
                  <c:v>44126</c:v>
                </c:pt>
                <c:pt idx="690">
                  <c:v>44127</c:v>
                </c:pt>
                <c:pt idx="691">
                  <c:v>44130</c:v>
                </c:pt>
                <c:pt idx="692">
                  <c:v>44131</c:v>
                </c:pt>
                <c:pt idx="693">
                  <c:v>44137</c:v>
                </c:pt>
                <c:pt idx="694">
                  <c:v>44138</c:v>
                </c:pt>
                <c:pt idx="695">
                  <c:v>44139</c:v>
                </c:pt>
                <c:pt idx="696">
                  <c:v>44140</c:v>
                </c:pt>
                <c:pt idx="697">
                  <c:v>44141</c:v>
                </c:pt>
                <c:pt idx="698">
                  <c:v>44144</c:v>
                </c:pt>
                <c:pt idx="699">
                  <c:v>44145</c:v>
                </c:pt>
                <c:pt idx="700">
                  <c:v>44146</c:v>
                </c:pt>
                <c:pt idx="701">
                  <c:v>44147</c:v>
                </c:pt>
                <c:pt idx="702">
                  <c:v>44148</c:v>
                </c:pt>
                <c:pt idx="703">
                  <c:v>44151</c:v>
                </c:pt>
                <c:pt idx="704">
                  <c:v>44152</c:v>
                </c:pt>
                <c:pt idx="705">
                  <c:v>44153</c:v>
                </c:pt>
                <c:pt idx="706">
                  <c:v>44154</c:v>
                </c:pt>
                <c:pt idx="707">
                  <c:v>44155</c:v>
                </c:pt>
                <c:pt idx="708">
                  <c:v>44158</c:v>
                </c:pt>
                <c:pt idx="709">
                  <c:v>44159</c:v>
                </c:pt>
                <c:pt idx="710">
                  <c:v>44160</c:v>
                </c:pt>
                <c:pt idx="711">
                  <c:v>44161</c:v>
                </c:pt>
                <c:pt idx="712">
                  <c:v>44162</c:v>
                </c:pt>
                <c:pt idx="713">
                  <c:v>44165</c:v>
                </c:pt>
                <c:pt idx="714">
                  <c:v>44166</c:v>
                </c:pt>
                <c:pt idx="715">
                  <c:v>44167</c:v>
                </c:pt>
                <c:pt idx="716">
                  <c:v>44168</c:v>
                </c:pt>
                <c:pt idx="717">
                  <c:v>44169</c:v>
                </c:pt>
                <c:pt idx="718">
                  <c:v>44172</c:v>
                </c:pt>
                <c:pt idx="719">
                  <c:v>44173</c:v>
                </c:pt>
                <c:pt idx="720">
                  <c:v>44175</c:v>
                </c:pt>
                <c:pt idx="721">
                  <c:v>44176</c:v>
                </c:pt>
                <c:pt idx="722">
                  <c:v>44179</c:v>
                </c:pt>
                <c:pt idx="723">
                  <c:v>44180</c:v>
                </c:pt>
                <c:pt idx="724">
                  <c:v>44181</c:v>
                </c:pt>
                <c:pt idx="725">
                  <c:v>44182</c:v>
                </c:pt>
                <c:pt idx="726">
                  <c:v>44183</c:v>
                </c:pt>
                <c:pt idx="727">
                  <c:v>44186</c:v>
                </c:pt>
                <c:pt idx="728">
                  <c:v>44187</c:v>
                </c:pt>
                <c:pt idx="729">
                  <c:v>44188</c:v>
                </c:pt>
                <c:pt idx="730">
                  <c:v>44193</c:v>
                </c:pt>
                <c:pt idx="731">
                  <c:v>44194</c:v>
                </c:pt>
                <c:pt idx="732">
                  <c:v>44195</c:v>
                </c:pt>
                <c:pt idx="733">
                  <c:v>44200</c:v>
                </c:pt>
                <c:pt idx="734">
                  <c:v>44201</c:v>
                </c:pt>
                <c:pt idx="735">
                  <c:v>44202</c:v>
                </c:pt>
                <c:pt idx="736">
                  <c:v>44203</c:v>
                </c:pt>
                <c:pt idx="737">
                  <c:v>44204</c:v>
                </c:pt>
                <c:pt idx="738">
                  <c:v>44207</c:v>
                </c:pt>
                <c:pt idx="739">
                  <c:v>44208</c:v>
                </c:pt>
                <c:pt idx="740">
                  <c:v>44209</c:v>
                </c:pt>
                <c:pt idx="741">
                  <c:v>44210</c:v>
                </c:pt>
                <c:pt idx="742">
                  <c:v>44211</c:v>
                </c:pt>
                <c:pt idx="743">
                  <c:v>44214</c:v>
                </c:pt>
                <c:pt idx="744">
                  <c:v>44215</c:v>
                </c:pt>
                <c:pt idx="745">
                  <c:v>44216</c:v>
                </c:pt>
                <c:pt idx="746">
                  <c:v>44217</c:v>
                </c:pt>
                <c:pt idx="747">
                  <c:v>44218</c:v>
                </c:pt>
                <c:pt idx="748">
                  <c:v>44221</c:v>
                </c:pt>
                <c:pt idx="749">
                  <c:v>44222</c:v>
                </c:pt>
                <c:pt idx="750">
                  <c:v>44223</c:v>
                </c:pt>
                <c:pt idx="751">
                  <c:v>44224</c:v>
                </c:pt>
                <c:pt idx="752">
                  <c:v>44225</c:v>
                </c:pt>
                <c:pt idx="753">
                  <c:v>44228</c:v>
                </c:pt>
                <c:pt idx="754">
                  <c:v>44229</c:v>
                </c:pt>
                <c:pt idx="755">
                  <c:v>44230</c:v>
                </c:pt>
                <c:pt idx="756">
                  <c:v>44231</c:v>
                </c:pt>
                <c:pt idx="757">
                  <c:v>44232</c:v>
                </c:pt>
                <c:pt idx="758">
                  <c:v>44235</c:v>
                </c:pt>
                <c:pt idx="759">
                  <c:v>44236</c:v>
                </c:pt>
                <c:pt idx="760">
                  <c:v>44237</c:v>
                </c:pt>
                <c:pt idx="761">
                  <c:v>44238</c:v>
                </c:pt>
                <c:pt idx="762">
                  <c:v>44242</c:v>
                </c:pt>
                <c:pt idx="763">
                  <c:v>44243</c:v>
                </c:pt>
                <c:pt idx="764">
                  <c:v>44244</c:v>
                </c:pt>
                <c:pt idx="765">
                  <c:v>44245</c:v>
                </c:pt>
                <c:pt idx="766">
                  <c:v>44246</c:v>
                </c:pt>
                <c:pt idx="767">
                  <c:v>44249</c:v>
                </c:pt>
                <c:pt idx="768">
                  <c:v>44250</c:v>
                </c:pt>
                <c:pt idx="769">
                  <c:v>44251</c:v>
                </c:pt>
                <c:pt idx="770">
                  <c:v>44252</c:v>
                </c:pt>
                <c:pt idx="771">
                  <c:v>44253</c:v>
                </c:pt>
                <c:pt idx="772">
                  <c:v>44256</c:v>
                </c:pt>
                <c:pt idx="773">
                  <c:v>44257</c:v>
                </c:pt>
                <c:pt idx="774">
                  <c:v>44258</c:v>
                </c:pt>
                <c:pt idx="775">
                  <c:v>44259</c:v>
                </c:pt>
                <c:pt idx="776">
                  <c:v>44260</c:v>
                </c:pt>
                <c:pt idx="777">
                  <c:v>44263</c:v>
                </c:pt>
                <c:pt idx="778">
                  <c:v>44264</c:v>
                </c:pt>
                <c:pt idx="779">
                  <c:v>44265</c:v>
                </c:pt>
                <c:pt idx="780">
                  <c:v>44267</c:v>
                </c:pt>
                <c:pt idx="781">
                  <c:v>44270</c:v>
                </c:pt>
                <c:pt idx="782">
                  <c:v>44271</c:v>
                </c:pt>
                <c:pt idx="783">
                  <c:v>44272</c:v>
                </c:pt>
                <c:pt idx="784">
                  <c:v>44273</c:v>
                </c:pt>
                <c:pt idx="785">
                  <c:v>44274</c:v>
                </c:pt>
                <c:pt idx="786">
                  <c:v>44277</c:v>
                </c:pt>
                <c:pt idx="787">
                  <c:v>44278</c:v>
                </c:pt>
                <c:pt idx="788">
                  <c:v>44279</c:v>
                </c:pt>
                <c:pt idx="789">
                  <c:v>44280</c:v>
                </c:pt>
                <c:pt idx="790">
                  <c:v>44281</c:v>
                </c:pt>
                <c:pt idx="791">
                  <c:v>44284</c:v>
                </c:pt>
                <c:pt idx="792">
                  <c:v>44285</c:v>
                </c:pt>
                <c:pt idx="793">
                  <c:v>44286</c:v>
                </c:pt>
                <c:pt idx="794">
                  <c:v>44287</c:v>
                </c:pt>
                <c:pt idx="795">
                  <c:v>44291</c:v>
                </c:pt>
                <c:pt idx="796">
                  <c:v>44292</c:v>
                </c:pt>
                <c:pt idx="797">
                  <c:v>44293</c:v>
                </c:pt>
                <c:pt idx="798">
                  <c:v>44294</c:v>
                </c:pt>
                <c:pt idx="799">
                  <c:v>44295</c:v>
                </c:pt>
                <c:pt idx="800">
                  <c:v>44298</c:v>
                </c:pt>
                <c:pt idx="801">
                  <c:v>44299</c:v>
                </c:pt>
                <c:pt idx="802">
                  <c:v>44300</c:v>
                </c:pt>
                <c:pt idx="803">
                  <c:v>44301</c:v>
                </c:pt>
                <c:pt idx="804">
                  <c:v>44302</c:v>
                </c:pt>
                <c:pt idx="805">
                  <c:v>44305</c:v>
                </c:pt>
                <c:pt idx="806">
                  <c:v>44306</c:v>
                </c:pt>
                <c:pt idx="807">
                  <c:v>44307</c:v>
                </c:pt>
                <c:pt idx="808">
                  <c:v>44308</c:v>
                </c:pt>
                <c:pt idx="809">
                  <c:v>44309</c:v>
                </c:pt>
                <c:pt idx="810">
                  <c:v>44312</c:v>
                </c:pt>
                <c:pt idx="811">
                  <c:v>44313</c:v>
                </c:pt>
                <c:pt idx="812">
                  <c:v>44314</c:v>
                </c:pt>
                <c:pt idx="813">
                  <c:v>44315</c:v>
                </c:pt>
                <c:pt idx="814">
                  <c:v>44316</c:v>
                </c:pt>
                <c:pt idx="815">
                  <c:v>44319</c:v>
                </c:pt>
                <c:pt idx="816">
                  <c:v>44320</c:v>
                </c:pt>
                <c:pt idx="817">
                  <c:v>44321</c:v>
                </c:pt>
                <c:pt idx="818">
                  <c:v>44322</c:v>
                </c:pt>
                <c:pt idx="819">
                  <c:v>44323</c:v>
                </c:pt>
                <c:pt idx="820">
                  <c:v>44326</c:v>
                </c:pt>
                <c:pt idx="821">
                  <c:v>44327</c:v>
                </c:pt>
                <c:pt idx="822">
                  <c:v>44333</c:v>
                </c:pt>
                <c:pt idx="823">
                  <c:v>44334</c:v>
                </c:pt>
                <c:pt idx="824">
                  <c:v>44335</c:v>
                </c:pt>
                <c:pt idx="825">
                  <c:v>44336</c:v>
                </c:pt>
                <c:pt idx="826">
                  <c:v>44337</c:v>
                </c:pt>
                <c:pt idx="827">
                  <c:v>44340</c:v>
                </c:pt>
                <c:pt idx="828">
                  <c:v>44341</c:v>
                </c:pt>
                <c:pt idx="829">
                  <c:v>44343</c:v>
                </c:pt>
                <c:pt idx="830">
                  <c:v>44344</c:v>
                </c:pt>
                <c:pt idx="831">
                  <c:v>44347</c:v>
                </c:pt>
                <c:pt idx="832">
                  <c:v>44349</c:v>
                </c:pt>
                <c:pt idx="833">
                  <c:v>44350</c:v>
                </c:pt>
                <c:pt idx="834">
                  <c:v>44351</c:v>
                </c:pt>
                <c:pt idx="835">
                  <c:v>44354</c:v>
                </c:pt>
                <c:pt idx="836">
                  <c:v>44355</c:v>
                </c:pt>
                <c:pt idx="837">
                  <c:v>44356</c:v>
                </c:pt>
                <c:pt idx="838">
                  <c:v>44357</c:v>
                </c:pt>
                <c:pt idx="839">
                  <c:v>44358</c:v>
                </c:pt>
                <c:pt idx="840">
                  <c:v>44361</c:v>
                </c:pt>
                <c:pt idx="841">
                  <c:v>44362</c:v>
                </c:pt>
                <c:pt idx="842">
                  <c:v>44363</c:v>
                </c:pt>
                <c:pt idx="843">
                  <c:v>44364</c:v>
                </c:pt>
                <c:pt idx="844">
                  <c:v>44365</c:v>
                </c:pt>
                <c:pt idx="845">
                  <c:v>44368</c:v>
                </c:pt>
                <c:pt idx="846">
                  <c:v>44369</c:v>
                </c:pt>
                <c:pt idx="847">
                  <c:v>44370</c:v>
                </c:pt>
                <c:pt idx="848">
                  <c:v>44371</c:v>
                </c:pt>
                <c:pt idx="849">
                  <c:v>44372</c:v>
                </c:pt>
                <c:pt idx="850">
                  <c:v>44375</c:v>
                </c:pt>
                <c:pt idx="851">
                  <c:v>44376</c:v>
                </c:pt>
                <c:pt idx="852">
                  <c:v>44377</c:v>
                </c:pt>
                <c:pt idx="853">
                  <c:v>44378</c:v>
                </c:pt>
                <c:pt idx="854">
                  <c:v>44379</c:v>
                </c:pt>
                <c:pt idx="855">
                  <c:v>44382</c:v>
                </c:pt>
                <c:pt idx="856">
                  <c:v>44383</c:v>
                </c:pt>
                <c:pt idx="857">
                  <c:v>44384</c:v>
                </c:pt>
                <c:pt idx="858">
                  <c:v>44385</c:v>
                </c:pt>
                <c:pt idx="859">
                  <c:v>44386</c:v>
                </c:pt>
                <c:pt idx="860">
                  <c:v>44389</c:v>
                </c:pt>
                <c:pt idx="861">
                  <c:v>44390</c:v>
                </c:pt>
                <c:pt idx="862">
                  <c:v>44391</c:v>
                </c:pt>
                <c:pt idx="863">
                  <c:v>44392</c:v>
                </c:pt>
                <c:pt idx="864">
                  <c:v>44393</c:v>
                </c:pt>
                <c:pt idx="865">
                  <c:v>44396</c:v>
                </c:pt>
                <c:pt idx="866">
                  <c:v>44398</c:v>
                </c:pt>
                <c:pt idx="867">
                  <c:v>44399</c:v>
                </c:pt>
                <c:pt idx="868">
                  <c:v>44400</c:v>
                </c:pt>
                <c:pt idx="869">
                  <c:v>44403</c:v>
                </c:pt>
                <c:pt idx="870">
                  <c:v>44404</c:v>
                </c:pt>
                <c:pt idx="871">
                  <c:v>44405</c:v>
                </c:pt>
                <c:pt idx="872">
                  <c:v>44406</c:v>
                </c:pt>
                <c:pt idx="873">
                  <c:v>44407</c:v>
                </c:pt>
                <c:pt idx="874">
                  <c:v>44410</c:v>
                </c:pt>
                <c:pt idx="875">
                  <c:v>44411</c:v>
                </c:pt>
                <c:pt idx="876">
                  <c:v>44412</c:v>
                </c:pt>
                <c:pt idx="877">
                  <c:v>44413</c:v>
                </c:pt>
                <c:pt idx="878">
                  <c:v>44414</c:v>
                </c:pt>
                <c:pt idx="879">
                  <c:v>44417</c:v>
                </c:pt>
                <c:pt idx="880">
                  <c:v>44418</c:v>
                </c:pt>
                <c:pt idx="881">
                  <c:v>44420</c:v>
                </c:pt>
                <c:pt idx="882">
                  <c:v>44421</c:v>
                </c:pt>
                <c:pt idx="883">
                  <c:v>44424</c:v>
                </c:pt>
                <c:pt idx="884">
                  <c:v>44426</c:v>
                </c:pt>
                <c:pt idx="885">
                  <c:v>44427</c:v>
                </c:pt>
                <c:pt idx="886">
                  <c:v>44428</c:v>
                </c:pt>
                <c:pt idx="887">
                  <c:v>44431</c:v>
                </c:pt>
                <c:pt idx="888">
                  <c:v>44432</c:v>
                </c:pt>
                <c:pt idx="889">
                  <c:v>44433</c:v>
                </c:pt>
                <c:pt idx="890">
                  <c:v>44434</c:v>
                </c:pt>
                <c:pt idx="891">
                  <c:v>44435</c:v>
                </c:pt>
                <c:pt idx="892">
                  <c:v>44438</c:v>
                </c:pt>
                <c:pt idx="893">
                  <c:v>44439</c:v>
                </c:pt>
                <c:pt idx="894">
                  <c:v>44440</c:v>
                </c:pt>
                <c:pt idx="895">
                  <c:v>44441</c:v>
                </c:pt>
                <c:pt idx="896">
                  <c:v>44442</c:v>
                </c:pt>
                <c:pt idx="897">
                  <c:v>44445</c:v>
                </c:pt>
                <c:pt idx="898">
                  <c:v>44446</c:v>
                </c:pt>
                <c:pt idx="899">
                  <c:v>44447</c:v>
                </c:pt>
                <c:pt idx="900">
                  <c:v>44448</c:v>
                </c:pt>
                <c:pt idx="901">
                  <c:v>44449</c:v>
                </c:pt>
                <c:pt idx="902">
                  <c:v>44452</c:v>
                </c:pt>
                <c:pt idx="903">
                  <c:v>44453</c:v>
                </c:pt>
                <c:pt idx="904">
                  <c:v>44454</c:v>
                </c:pt>
                <c:pt idx="905">
                  <c:v>44455</c:v>
                </c:pt>
                <c:pt idx="906">
                  <c:v>44456</c:v>
                </c:pt>
                <c:pt idx="907">
                  <c:v>44459</c:v>
                </c:pt>
                <c:pt idx="908">
                  <c:v>44460</c:v>
                </c:pt>
                <c:pt idx="909">
                  <c:v>44461</c:v>
                </c:pt>
                <c:pt idx="910">
                  <c:v>44462</c:v>
                </c:pt>
                <c:pt idx="911">
                  <c:v>44463</c:v>
                </c:pt>
                <c:pt idx="912">
                  <c:v>44466</c:v>
                </c:pt>
                <c:pt idx="913">
                  <c:v>44467</c:v>
                </c:pt>
                <c:pt idx="914">
                  <c:v>44468</c:v>
                </c:pt>
                <c:pt idx="915">
                  <c:v>44469</c:v>
                </c:pt>
                <c:pt idx="916">
                  <c:v>44470</c:v>
                </c:pt>
                <c:pt idx="917">
                  <c:v>44473</c:v>
                </c:pt>
                <c:pt idx="918">
                  <c:v>44474</c:v>
                </c:pt>
                <c:pt idx="919">
                  <c:v>44475</c:v>
                </c:pt>
                <c:pt idx="920">
                  <c:v>44476</c:v>
                </c:pt>
                <c:pt idx="921">
                  <c:v>44477</c:v>
                </c:pt>
                <c:pt idx="922">
                  <c:v>44480</c:v>
                </c:pt>
                <c:pt idx="923">
                  <c:v>44481</c:v>
                </c:pt>
                <c:pt idx="924">
                  <c:v>44482</c:v>
                </c:pt>
                <c:pt idx="925">
                  <c:v>44483</c:v>
                </c:pt>
                <c:pt idx="926">
                  <c:v>44484</c:v>
                </c:pt>
                <c:pt idx="927">
                  <c:v>44487</c:v>
                </c:pt>
                <c:pt idx="928">
                  <c:v>44488</c:v>
                </c:pt>
                <c:pt idx="929">
                  <c:v>44490</c:v>
                </c:pt>
                <c:pt idx="930">
                  <c:v>44491</c:v>
                </c:pt>
                <c:pt idx="931">
                  <c:v>44494</c:v>
                </c:pt>
                <c:pt idx="932">
                  <c:v>44495</c:v>
                </c:pt>
                <c:pt idx="933">
                  <c:v>44496</c:v>
                </c:pt>
                <c:pt idx="934">
                  <c:v>44497</c:v>
                </c:pt>
                <c:pt idx="935">
                  <c:v>44498</c:v>
                </c:pt>
                <c:pt idx="936">
                  <c:v>44501</c:v>
                </c:pt>
                <c:pt idx="937">
                  <c:v>44502</c:v>
                </c:pt>
                <c:pt idx="938">
                  <c:v>44503</c:v>
                </c:pt>
                <c:pt idx="939">
                  <c:v>44504</c:v>
                </c:pt>
                <c:pt idx="940">
                  <c:v>44505</c:v>
                </c:pt>
                <c:pt idx="941">
                  <c:v>44508</c:v>
                </c:pt>
                <c:pt idx="942">
                  <c:v>44509</c:v>
                </c:pt>
                <c:pt idx="943">
                  <c:v>44510</c:v>
                </c:pt>
                <c:pt idx="944">
                  <c:v>44511</c:v>
                </c:pt>
                <c:pt idx="945">
                  <c:v>44512</c:v>
                </c:pt>
                <c:pt idx="946">
                  <c:v>44515</c:v>
                </c:pt>
                <c:pt idx="947">
                  <c:v>44516</c:v>
                </c:pt>
                <c:pt idx="948">
                  <c:v>44517</c:v>
                </c:pt>
                <c:pt idx="949">
                  <c:v>44518</c:v>
                </c:pt>
                <c:pt idx="950">
                  <c:v>44519</c:v>
                </c:pt>
                <c:pt idx="951">
                  <c:v>44522</c:v>
                </c:pt>
                <c:pt idx="952">
                  <c:v>44523</c:v>
                </c:pt>
                <c:pt idx="953">
                  <c:v>44524</c:v>
                </c:pt>
                <c:pt idx="954">
                  <c:v>44525</c:v>
                </c:pt>
                <c:pt idx="955">
                  <c:v>44526</c:v>
                </c:pt>
                <c:pt idx="956">
                  <c:v>44529</c:v>
                </c:pt>
                <c:pt idx="957">
                  <c:v>44530</c:v>
                </c:pt>
                <c:pt idx="958">
                  <c:v>44531</c:v>
                </c:pt>
                <c:pt idx="959">
                  <c:v>44532</c:v>
                </c:pt>
                <c:pt idx="960">
                  <c:v>44533</c:v>
                </c:pt>
                <c:pt idx="961">
                  <c:v>44536</c:v>
                </c:pt>
                <c:pt idx="962">
                  <c:v>44537</c:v>
                </c:pt>
                <c:pt idx="963">
                  <c:v>44538</c:v>
                </c:pt>
                <c:pt idx="964">
                  <c:v>44539</c:v>
                </c:pt>
                <c:pt idx="965">
                  <c:v>44540</c:v>
                </c:pt>
                <c:pt idx="966">
                  <c:v>44543</c:v>
                </c:pt>
                <c:pt idx="967">
                  <c:v>44544</c:v>
                </c:pt>
                <c:pt idx="968">
                  <c:v>44545</c:v>
                </c:pt>
                <c:pt idx="969">
                  <c:v>44546</c:v>
                </c:pt>
                <c:pt idx="970">
                  <c:v>44547</c:v>
                </c:pt>
                <c:pt idx="971">
                  <c:v>44550</c:v>
                </c:pt>
                <c:pt idx="972">
                  <c:v>44551</c:v>
                </c:pt>
                <c:pt idx="973">
                  <c:v>44552</c:v>
                </c:pt>
                <c:pt idx="974">
                  <c:v>44553</c:v>
                </c:pt>
                <c:pt idx="975">
                  <c:v>44554</c:v>
                </c:pt>
                <c:pt idx="976">
                  <c:v>44557</c:v>
                </c:pt>
                <c:pt idx="977">
                  <c:v>44558</c:v>
                </c:pt>
                <c:pt idx="978">
                  <c:v>44559</c:v>
                </c:pt>
                <c:pt idx="979">
                  <c:v>44560</c:v>
                </c:pt>
                <c:pt idx="980">
                  <c:v>44564</c:v>
                </c:pt>
                <c:pt idx="981">
                  <c:v>44565</c:v>
                </c:pt>
                <c:pt idx="982">
                  <c:v>44566</c:v>
                </c:pt>
                <c:pt idx="983">
                  <c:v>44567</c:v>
                </c:pt>
                <c:pt idx="984">
                  <c:v>44568</c:v>
                </c:pt>
                <c:pt idx="985">
                  <c:v>44571</c:v>
                </c:pt>
                <c:pt idx="986">
                  <c:v>44572</c:v>
                </c:pt>
                <c:pt idx="987">
                  <c:v>44573</c:v>
                </c:pt>
                <c:pt idx="988">
                  <c:v>44574</c:v>
                </c:pt>
                <c:pt idx="989">
                  <c:v>44575</c:v>
                </c:pt>
                <c:pt idx="990">
                  <c:v>44578</c:v>
                </c:pt>
                <c:pt idx="991">
                  <c:v>44579</c:v>
                </c:pt>
                <c:pt idx="992">
                  <c:v>44580</c:v>
                </c:pt>
                <c:pt idx="993">
                  <c:v>44581</c:v>
                </c:pt>
                <c:pt idx="994">
                  <c:v>44582</c:v>
                </c:pt>
                <c:pt idx="995">
                  <c:v>44585</c:v>
                </c:pt>
                <c:pt idx="996">
                  <c:v>44586</c:v>
                </c:pt>
                <c:pt idx="997">
                  <c:v>44587</c:v>
                </c:pt>
                <c:pt idx="998">
                  <c:v>44588</c:v>
                </c:pt>
                <c:pt idx="999">
                  <c:v>44589</c:v>
                </c:pt>
                <c:pt idx="1000">
                  <c:v>44592</c:v>
                </c:pt>
                <c:pt idx="1001">
                  <c:v>44594</c:v>
                </c:pt>
                <c:pt idx="1002">
                  <c:v>44595</c:v>
                </c:pt>
                <c:pt idx="1003">
                  <c:v>44596</c:v>
                </c:pt>
                <c:pt idx="1004">
                  <c:v>44599</c:v>
                </c:pt>
                <c:pt idx="1005">
                  <c:v>44600</c:v>
                </c:pt>
                <c:pt idx="1006">
                  <c:v>44601</c:v>
                </c:pt>
                <c:pt idx="1007">
                  <c:v>44602</c:v>
                </c:pt>
                <c:pt idx="1008">
                  <c:v>44603</c:v>
                </c:pt>
                <c:pt idx="1009">
                  <c:v>44606</c:v>
                </c:pt>
                <c:pt idx="1010">
                  <c:v>44607</c:v>
                </c:pt>
                <c:pt idx="1011">
                  <c:v>44608</c:v>
                </c:pt>
                <c:pt idx="1012">
                  <c:v>44609</c:v>
                </c:pt>
                <c:pt idx="1013">
                  <c:v>44610</c:v>
                </c:pt>
                <c:pt idx="1014">
                  <c:v>44613</c:v>
                </c:pt>
                <c:pt idx="1015">
                  <c:v>44614</c:v>
                </c:pt>
                <c:pt idx="1016">
                  <c:v>44615</c:v>
                </c:pt>
                <c:pt idx="1017">
                  <c:v>44616</c:v>
                </c:pt>
                <c:pt idx="1018">
                  <c:v>44617</c:v>
                </c:pt>
                <c:pt idx="1019">
                  <c:v>44621</c:v>
                </c:pt>
                <c:pt idx="1020">
                  <c:v>44622</c:v>
                </c:pt>
                <c:pt idx="1021">
                  <c:v>44624</c:v>
                </c:pt>
                <c:pt idx="1022">
                  <c:v>44627</c:v>
                </c:pt>
                <c:pt idx="1023">
                  <c:v>44628</c:v>
                </c:pt>
                <c:pt idx="1024">
                  <c:v>44629</c:v>
                </c:pt>
                <c:pt idx="1025">
                  <c:v>44630</c:v>
                </c:pt>
                <c:pt idx="1026">
                  <c:v>44631</c:v>
                </c:pt>
                <c:pt idx="1027">
                  <c:v>44634</c:v>
                </c:pt>
                <c:pt idx="1028">
                  <c:v>44635</c:v>
                </c:pt>
                <c:pt idx="1029">
                  <c:v>44636</c:v>
                </c:pt>
                <c:pt idx="1030">
                  <c:v>44637</c:v>
                </c:pt>
                <c:pt idx="1031">
                  <c:v>44638</c:v>
                </c:pt>
                <c:pt idx="1032">
                  <c:v>44641</c:v>
                </c:pt>
                <c:pt idx="1033">
                  <c:v>44642</c:v>
                </c:pt>
                <c:pt idx="1034">
                  <c:v>44643</c:v>
                </c:pt>
                <c:pt idx="1035">
                  <c:v>44644</c:v>
                </c:pt>
                <c:pt idx="1036">
                  <c:v>44645</c:v>
                </c:pt>
                <c:pt idx="1037">
                  <c:v>44648</c:v>
                </c:pt>
                <c:pt idx="1038">
                  <c:v>44649</c:v>
                </c:pt>
                <c:pt idx="1039">
                  <c:v>44650</c:v>
                </c:pt>
                <c:pt idx="1040">
                  <c:v>44651</c:v>
                </c:pt>
                <c:pt idx="1041">
                  <c:v>44652</c:v>
                </c:pt>
                <c:pt idx="1042">
                  <c:v>44655</c:v>
                </c:pt>
                <c:pt idx="1043">
                  <c:v>44656</c:v>
                </c:pt>
                <c:pt idx="1044">
                  <c:v>44657</c:v>
                </c:pt>
                <c:pt idx="1045">
                  <c:v>44658</c:v>
                </c:pt>
                <c:pt idx="1046">
                  <c:v>44659</c:v>
                </c:pt>
                <c:pt idx="1047">
                  <c:v>44662</c:v>
                </c:pt>
                <c:pt idx="1048">
                  <c:v>44663</c:v>
                </c:pt>
                <c:pt idx="1049">
                  <c:v>44664</c:v>
                </c:pt>
                <c:pt idx="1050">
                  <c:v>44665</c:v>
                </c:pt>
                <c:pt idx="1051">
                  <c:v>44669</c:v>
                </c:pt>
                <c:pt idx="1052">
                  <c:v>44670</c:v>
                </c:pt>
                <c:pt idx="1053">
                  <c:v>44671</c:v>
                </c:pt>
                <c:pt idx="1054">
                  <c:v>44672</c:v>
                </c:pt>
                <c:pt idx="1055">
                  <c:v>44673</c:v>
                </c:pt>
                <c:pt idx="1056">
                  <c:v>44676</c:v>
                </c:pt>
                <c:pt idx="1057">
                  <c:v>44677</c:v>
                </c:pt>
                <c:pt idx="1058">
                  <c:v>44678</c:v>
                </c:pt>
                <c:pt idx="1059">
                  <c:v>44679</c:v>
                </c:pt>
                <c:pt idx="1060">
                  <c:v>44690</c:v>
                </c:pt>
                <c:pt idx="1061">
                  <c:v>44691</c:v>
                </c:pt>
                <c:pt idx="1062">
                  <c:v>44692</c:v>
                </c:pt>
                <c:pt idx="1063">
                  <c:v>44693</c:v>
                </c:pt>
                <c:pt idx="1064">
                  <c:v>44694</c:v>
                </c:pt>
                <c:pt idx="1065">
                  <c:v>44698</c:v>
                </c:pt>
                <c:pt idx="1066">
                  <c:v>44699</c:v>
                </c:pt>
                <c:pt idx="1067">
                  <c:v>44700</c:v>
                </c:pt>
                <c:pt idx="1068">
                  <c:v>44701</c:v>
                </c:pt>
                <c:pt idx="1069">
                  <c:v>44704</c:v>
                </c:pt>
                <c:pt idx="1070">
                  <c:v>44705</c:v>
                </c:pt>
                <c:pt idx="1071">
                  <c:v>44706</c:v>
                </c:pt>
                <c:pt idx="1072">
                  <c:v>44708</c:v>
                </c:pt>
                <c:pt idx="1073">
                  <c:v>44711</c:v>
                </c:pt>
                <c:pt idx="1074">
                  <c:v>44712</c:v>
                </c:pt>
                <c:pt idx="1075">
                  <c:v>44714</c:v>
                </c:pt>
                <c:pt idx="1076">
                  <c:v>44715</c:v>
                </c:pt>
                <c:pt idx="1077">
                  <c:v>44718</c:v>
                </c:pt>
                <c:pt idx="1078">
                  <c:v>44719</c:v>
                </c:pt>
                <c:pt idx="1079">
                  <c:v>44720</c:v>
                </c:pt>
                <c:pt idx="1080">
                  <c:v>44721</c:v>
                </c:pt>
                <c:pt idx="1081">
                  <c:v>44722</c:v>
                </c:pt>
                <c:pt idx="1082">
                  <c:v>44725</c:v>
                </c:pt>
                <c:pt idx="1083">
                  <c:v>44726</c:v>
                </c:pt>
                <c:pt idx="1084">
                  <c:v>44727</c:v>
                </c:pt>
                <c:pt idx="1085">
                  <c:v>44728</c:v>
                </c:pt>
                <c:pt idx="1086">
                  <c:v>44729</c:v>
                </c:pt>
                <c:pt idx="1087">
                  <c:v>44732</c:v>
                </c:pt>
                <c:pt idx="1088">
                  <c:v>44733</c:v>
                </c:pt>
                <c:pt idx="1089">
                  <c:v>44734</c:v>
                </c:pt>
                <c:pt idx="1090">
                  <c:v>44735</c:v>
                </c:pt>
                <c:pt idx="1091">
                  <c:v>44736</c:v>
                </c:pt>
                <c:pt idx="1092">
                  <c:v>44739</c:v>
                </c:pt>
                <c:pt idx="1093">
                  <c:v>44740</c:v>
                </c:pt>
                <c:pt idx="1094">
                  <c:v>44741</c:v>
                </c:pt>
                <c:pt idx="1095">
                  <c:v>44742</c:v>
                </c:pt>
                <c:pt idx="1096">
                  <c:v>44743</c:v>
                </c:pt>
                <c:pt idx="1097">
                  <c:v>44746</c:v>
                </c:pt>
                <c:pt idx="1098">
                  <c:v>44747</c:v>
                </c:pt>
                <c:pt idx="1099">
                  <c:v>44748</c:v>
                </c:pt>
                <c:pt idx="1100">
                  <c:v>44749</c:v>
                </c:pt>
                <c:pt idx="1101">
                  <c:v>44750</c:v>
                </c:pt>
                <c:pt idx="1102">
                  <c:v>44753</c:v>
                </c:pt>
                <c:pt idx="1103">
                  <c:v>44754</c:v>
                </c:pt>
                <c:pt idx="1104">
                  <c:v>44755</c:v>
                </c:pt>
                <c:pt idx="1105">
                  <c:v>44756</c:v>
                </c:pt>
                <c:pt idx="1106">
                  <c:v>44757</c:v>
                </c:pt>
                <c:pt idx="1107">
                  <c:v>44760</c:v>
                </c:pt>
                <c:pt idx="1108">
                  <c:v>44761</c:v>
                </c:pt>
                <c:pt idx="1109">
                  <c:v>44762</c:v>
                </c:pt>
                <c:pt idx="1110">
                  <c:v>44763</c:v>
                </c:pt>
                <c:pt idx="1111">
                  <c:v>44764</c:v>
                </c:pt>
                <c:pt idx="1112">
                  <c:v>44767</c:v>
                </c:pt>
                <c:pt idx="1113">
                  <c:v>44768</c:v>
                </c:pt>
                <c:pt idx="1114">
                  <c:v>44769</c:v>
                </c:pt>
                <c:pt idx="1115">
                  <c:v>44770</c:v>
                </c:pt>
                <c:pt idx="1116">
                  <c:v>44771</c:v>
                </c:pt>
                <c:pt idx="1117">
                  <c:v>44774</c:v>
                </c:pt>
                <c:pt idx="1118">
                  <c:v>44775</c:v>
                </c:pt>
                <c:pt idx="1119">
                  <c:v>44776</c:v>
                </c:pt>
                <c:pt idx="1120">
                  <c:v>44777</c:v>
                </c:pt>
                <c:pt idx="1121">
                  <c:v>44778</c:v>
                </c:pt>
                <c:pt idx="1122">
                  <c:v>44781</c:v>
                </c:pt>
                <c:pt idx="1123">
                  <c:v>44782</c:v>
                </c:pt>
                <c:pt idx="1124">
                  <c:v>44783</c:v>
                </c:pt>
                <c:pt idx="1125">
                  <c:v>44784</c:v>
                </c:pt>
                <c:pt idx="1126">
                  <c:v>44785</c:v>
                </c:pt>
                <c:pt idx="1127">
                  <c:v>44788</c:v>
                </c:pt>
                <c:pt idx="1128">
                  <c:v>44789</c:v>
                </c:pt>
                <c:pt idx="1129">
                  <c:v>44791</c:v>
                </c:pt>
                <c:pt idx="1130">
                  <c:v>44792</c:v>
                </c:pt>
                <c:pt idx="1131">
                  <c:v>44795</c:v>
                </c:pt>
                <c:pt idx="1132">
                  <c:v>44796</c:v>
                </c:pt>
                <c:pt idx="1133">
                  <c:v>44797</c:v>
                </c:pt>
                <c:pt idx="1134">
                  <c:v>44798</c:v>
                </c:pt>
                <c:pt idx="1135">
                  <c:v>44799</c:v>
                </c:pt>
                <c:pt idx="1136">
                  <c:v>44802</c:v>
                </c:pt>
                <c:pt idx="1137">
                  <c:v>44803</c:v>
                </c:pt>
                <c:pt idx="1138">
                  <c:v>44804</c:v>
                </c:pt>
                <c:pt idx="1139">
                  <c:v>44805</c:v>
                </c:pt>
                <c:pt idx="1140">
                  <c:v>44806</c:v>
                </c:pt>
                <c:pt idx="1141">
                  <c:v>44809</c:v>
                </c:pt>
                <c:pt idx="1142">
                  <c:v>44810</c:v>
                </c:pt>
                <c:pt idx="1143">
                  <c:v>44811</c:v>
                </c:pt>
                <c:pt idx="1144">
                  <c:v>44812</c:v>
                </c:pt>
                <c:pt idx="1145">
                  <c:v>44813</c:v>
                </c:pt>
                <c:pt idx="1146">
                  <c:v>44816</c:v>
                </c:pt>
                <c:pt idx="1147">
                  <c:v>44817</c:v>
                </c:pt>
                <c:pt idx="1148">
                  <c:v>44818</c:v>
                </c:pt>
                <c:pt idx="1149">
                  <c:v>44819</c:v>
                </c:pt>
                <c:pt idx="1150">
                  <c:v>44820</c:v>
                </c:pt>
                <c:pt idx="1151">
                  <c:v>44823</c:v>
                </c:pt>
                <c:pt idx="1152">
                  <c:v>44824</c:v>
                </c:pt>
                <c:pt idx="1153">
                  <c:v>44825</c:v>
                </c:pt>
                <c:pt idx="1154">
                  <c:v>44826</c:v>
                </c:pt>
                <c:pt idx="1155">
                  <c:v>44827</c:v>
                </c:pt>
                <c:pt idx="1156">
                  <c:v>44830</c:v>
                </c:pt>
                <c:pt idx="1157">
                  <c:v>44831</c:v>
                </c:pt>
                <c:pt idx="1158">
                  <c:v>44832</c:v>
                </c:pt>
                <c:pt idx="1159">
                  <c:v>44833</c:v>
                </c:pt>
                <c:pt idx="1160">
                  <c:v>44834</c:v>
                </c:pt>
                <c:pt idx="1161">
                  <c:v>44837</c:v>
                </c:pt>
                <c:pt idx="1162">
                  <c:v>44838</c:v>
                </c:pt>
                <c:pt idx="1163">
                  <c:v>44839</c:v>
                </c:pt>
                <c:pt idx="1164">
                  <c:v>44840</c:v>
                </c:pt>
                <c:pt idx="1165">
                  <c:v>44841</c:v>
                </c:pt>
                <c:pt idx="1166">
                  <c:v>44844</c:v>
                </c:pt>
                <c:pt idx="1167">
                  <c:v>44845</c:v>
                </c:pt>
                <c:pt idx="1168">
                  <c:v>44846</c:v>
                </c:pt>
                <c:pt idx="1169">
                  <c:v>44847</c:v>
                </c:pt>
                <c:pt idx="1170">
                  <c:v>44848</c:v>
                </c:pt>
                <c:pt idx="1171">
                  <c:v>44851</c:v>
                </c:pt>
                <c:pt idx="1172">
                  <c:v>44852</c:v>
                </c:pt>
                <c:pt idx="1173">
                  <c:v>44853</c:v>
                </c:pt>
                <c:pt idx="1174">
                  <c:v>44854</c:v>
                </c:pt>
                <c:pt idx="1175">
                  <c:v>44855</c:v>
                </c:pt>
                <c:pt idx="1176">
                  <c:v>44858</c:v>
                </c:pt>
                <c:pt idx="1177">
                  <c:v>44859</c:v>
                </c:pt>
                <c:pt idx="1178">
                  <c:v>44860</c:v>
                </c:pt>
                <c:pt idx="1179">
                  <c:v>44861</c:v>
                </c:pt>
                <c:pt idx="1180">
                  <c:v>44862</c:v>
                </c:pt>
                <c:pt idx="1181">
                  <c:v>44865</c:v>
                </c:pt>
                <c:pt idx="1182">
                  <c:v>44866</c:v>
                </c:pt>
                <c:pt idx="1183">
                  <c:v>44867</c:v>
                </c:pt>
                <c:pt idx="1184">
                  <c:v>44868</c:v>
                </c:pt>
                <c:pt idx="1185">
                  <c:v>44869</c:v>
                </c:pt>
                <c:pt idx="1186">
                  <c:v>44872</c:v>
                </c:pt>
                <c:pt idx="1187">
                  <c:v>44873</c:v>
                </c:pt>
                <c:pt idx="1188">
                  <c:v>44874</c:v>
                </c:pt>
                <c:pt idx="1189">
                  <c:v>44875</c:v>
                </c:pt>
                <c:pt idx="1190">
                  <c:v>44876</c:v>
                </c:pt>
                <c:pt idx="1191">
                  <c:v>44879</c:v>
                </c:pt>
                <c:pt idx="1192">
                  <c:v>44880</c:v>
                </c:pt>
                <c:pt idx="1193">
                  <c:v>44881</c:v>
                </c:pt>
                <c:pt idx="1194">
                  <c:v>44882</c:v>
                </c:pt>
                <c:pt idx="1195">
                  <c:v>44883</c:v>
                </c:pt>
                <c:pt idx="1196">
                  <c:v>44886</c:v>
                </c:pt>
                <c:pt idx="1197">
                  <c:v>44887</c:v>
                </c:pt>
                <c:pt idx="1198">
                  <c:v>44888</c:v>
                </c:pt>
                <c:pt idx="1199">
                  <c:v>44889</c:v>
                </c:pt>
                <c:pt idx="1200">
                  <c:v>44890</c:v>
                </c:pt>
                <c:pt idx="1201">
                  <c:v>44893</c:v>
                </c:pt>
                <c:pt idx="1202">
                  <c:v>44894</c:v>
                </c:pt>
                <c:pt idx="1203">
                  <c:v>44895</c:v>
                </c:pt>
                <c:pt idx="1204">
                  <c:v>44896</c:v>
                </c:pt>
                <c:pt idx="1205">
                  <c:v>44897</c:v>
                </c:pt>
                <c:pt idx="1206">
                  <c:v>44900</c:v>
                </c:pt>
                <c:pt idx="1207">
                  <c:v>44901</c:v>
                </c:pt>
                <c:pt idx="1208">
                  <c:v>44902</c:v>
                </c:pt>
                <c:pt idx="1209">
                  <c:v>44903</c:v>
                </c:pt>
                <c:pt idx="1210">
                  <c:v>44904</c:v>
                </c:pt>
                <c:pt idx="1211">
                  <c:v>44907</c:v>
                </c:pt>
                <c:pt idx="1212">
                  <c:v>44908</c:v>
                </c:pt>
                <c:pt idx="1213">
                  <c:v>44909</c:v>
                </c:pt>
                <c:pt idx="1214">
                  <c:v>44910</c:v>
                </c:pt>
                <c:pt idx="1215">
                  <c:v>44911</c:v>
                </c:pt>
                <c:pt idx="1216">
                  <c:v>44914</c:v>
                </c:pt>
                <c:pt idx="1217">
                  <c:v>44915</c:v>
                </c:pt>
                <c:pt idx="1218">
                  <c:v>44916</c:v>
                </c:pt>
                <c:pt idx="1219">
                  <c:v>44917</c:v>
                </c:pt>
                <c:pt idx="1220">
                  <c:v>44918</c:v>
                </c:pt>
                <c:pt idx="1221">
                  <c:v>44921</c:v>
                </c:pt>
                <c:pt idx="1222">
                  <c:v>44922</c:v>
                </c:pt>
                <c:pt idx="1223">
                  <c:v>44923</c:v>
                </c:pt>
                <c:pt idx="1224">
                  <c:v>44924</c:v>
                </c:pt>
                <c:pt idx="1225">
                  <c:v>44925</c:v>
                </c:pt>
                <c:pt idx="1226">
                  <c:v>44928</c:v>
                </c:pt>
                <c:pt idx="1227">
                  <c:v>44929</c:v>
                </c:pt>
                <c:pt idx="1228">
                  <c:v>44930</c:v>
                </c:pt>
                <c:pt idx="1229">
                  <c:v>44931</c:v>
                </c:pt>
                <c:pt idx="1230">
                  <c:v>44932</c:v>
                </c:pt>
                <c:pt idx="1231">
                  <c:v>44935</c:v>
                </c:pt>
                <c:pt idx="1232">
                  <c:v>44936</c:v>
                </c:pt>
                <c:pt idx="1233">
                  <c:v>44937</c:v>
                </c:pt>
                <c:pt idx="1234">
                  <c:v>44938</c:v>
                </c:pt>
                <c:pt idx="1235">
                  <c:v>44939</c:v>
                </c:pt>
                <c:pt idx="1236">
                  <c:v>44942</c:v>
                </c:pt>
                <c:pt idx="1237">
                  <c:v>44943</c:v>
                </c:pt>
                <c:pt idx="1238">
                  <c:v>44944</c:v>
                </c:pt>
                <c:pt idx="1239">
                  <c:v>44945</c:v>
                </c:pt>
                <c:pt idx="1240">
                  <c:v>44946</c:v>
                </c:pt>
                <c:pt idx="1241">
                  <c:v>44950</c:v>
                </c:pt>
                <c:pt idx="1242">
                  <c:v>44951</c:v>
                </c:pt>
                <c:pt idx="1243">
                  <c:v>44952</c:v>
                </c:pt>
                <c:pt idx="1244">
                  <c:v>44953</c:v>
                </c:pt>
                <c:pt idx="1245">
                  <c:v>44956</c:v>
                </c:pt>
                <c:pt idx="1246">
                  <c:v>44957</c:v>
                </c:pt>
                <c:pt idx="1247">
                  <c:v>44958</c:v>
                </c:pt>
                <c:pt idx="1248">
                  <c:v>44959</c:v>
                </c:pt>
                <c:pt idx="1249">
                  <c:v>44960</c:v>
                </c:pt>
                <c:pt idx="1250">
                  <c:v>44963</c:v>
                </c:pt>
                <c:pt idx="1251">
                  <c:v>44964</c:v>
                </c:pt>
                <c:pt idx="1252">
                  <c:v>44965</c:v>
                </c:pt>
                <c:pt idx="1253">
                  <c:v>44966</c:v>
                </c:pt>
                <c:pt idx="1254">
                  <c:v>44967</c:v>
                </c:pt>
                <c:pt idx="1255">
                  <c:v>44970</c:v>
                </c:pt>
                <c:pt idx="1256">
                  <c:v>44971</c:v>
                </c:pt>
                <c:pt idx="1257">
                  <c:v>44972</c:v>
                </c:pt>
                <c:pt idx="1258">
                  <c:v>44973</c:v>
                </c:pt>
                <c:pt idx="1259">
                  <c:v>44974</c:v>
                </c:pt>
                <c:pt idx="1260">
                  <c:v>44977</c:v>
                </c:pt>
                <c:pt idx="1261">
                  <c:v>44978</c:v>
                </c:pt>
                <c:pt idx="1262">
                  <c:v>44979</c:v>
                </c:pt>
                <c:pt idx="1263">
                  <c:v>44980</c:v>
                </c:pt>
                <c:pt idx="1264">
                  <c:v>44981</c:v>
                </c:pt>
                <c:pt idx="1265">
                  <c:v>44984</c:v>
                </c:pt>
                <c:pt idx="1266">
                  <c:v>44985</c:v>
                </c:pt>
                <c:pt idx="1267">
                  <c:v>44986</c:v>
                </c:pt>
                <c:pt idx="1268">
                  <c:v>44987</c:v>
                </c:pt>
                <c:pt idx="1269">
                  <c:v>44988</c:v>
                </c:pt>
                <c:pt idx="1270">
                  <c:v>44991</c:v>
                </c:pt>
                <c:pt idx="1271">
                  <c:v>44992</c:v>
                </c:pt>
                <c:pt idx="1272">
                  <c:v>44993</c:v>
                </c:pt>
                <c:pt idx="1273">
                  <c:v>44994</c:v>
                </c:pt>
                <c:pt idx="1274">
                  <c:v>44995</c:v>
                </c:pt>
                <c:pt idx="1275">
                  <c:v>44998</c:v>
                </c:pt>
                <c:pt idx="1276">
                  <c:v>44999</c:v>
                </c:pt>
                <c:pt idx="1277">
                  <c:v>45000</c:v>
                </c:pt>
                <c:pt idx="1278">
                  <c:v>45001</c:v>
                </c:pt>
                <c:pt idx="1279">
                  <c:v>45002</c:v>
                </c:pt>
                <c:pt idx="1280">
                  <c:v>45005</c:v>
                </c:pt>
                <c:pt idx="1281">
                  <c:v>45006</c:v>
                </c:pt>
                <c:pt idx="1282">
                  <c:v>45009</c:v>
                </c:pt>
                <c:pt idx="1283">
                  <c:v>45012</c:v>
                </c:pt>
                <c:pt idx="1284">
                  <c:v>45013</c:v>
                </c:pt>
                <c:pt idx="1285">
                  <c:v>45014</c:v>
                </c:pt>
                <c:pt idx="1286">
                  <c:v>45015</c:v>
                </c:pt>
                <c:pt idx="1287">
                  <c:v>45016</c:v>
                </c:pt>
                <c:pt idx="1288">
                  <c:v>45019</c:v>
                </c:pt>
                <c:pt idx="1289">
                  <c:v>45020</c:v>
                </c:pt>
                <c:pt idx="1290">
                  <c:v>45021</c:v>
                </c:pt>
                <c:pt idx="1291">
                  <c:v>45022</c:v>
                </c:pt>
                <c:pt idx="1292">
                  <c:v>45026</c:v>
                </c:pt>
                <c:pt idx="1293">
                  <c:v>45027</c:v>
                </c:pt>
                <c:pt idx="1294">
                  <c:v>45028</c:v>
                </c:pt>
                <c:pt idx="1295">
                  <c:v>45029</c:v>
                </c:pt>
                <c:pt idx="1296">
                  <c:v>45030</c:v>
                </c:pt>
                <c:pt idx="1297">
                  <c:v>45033</c:v>
                </c:pt>
                <c:pt idx="1298">
                  <c:v>45034</c:v>
                </c:pt>
                <c:pt idx="1299">
                  <c:v>45042</c:v>
                </c:pt>
                <c:pt idx="1300">
                  <c:v>45043</c:v>
                </c:pt>
                <c:pt idx="1301">
                  <c:v>45044</c:v>
                </c:pt>
                <c:pt idx="1302">
                  <c:v>45048</c:v>
                </c:pt>
                <c:pt idx="1303">
                  <c:v>45049</c:v>
                </c:pt>
                <c:pt idx="1304">
                  <c:v>45050</c:v>
                </c:pt>
                <c:pt idx="1305">
                  <c:v>45051</c:v>
                </c:pt>
                <c:pt idx="1306">
                  <c:v>45054</c:v>
                </c:pt>
                <c:pt idx="1307">
                  <c:v>45055</c:v>
                </c:pt>
                <c:pt idx="1308">
                  <c:v>45056</c:v>
                </c:pt>
                <c:pt idx="1309">
                  <c:v>45057</c:v>
                </c:pt>
                <c:pt idx="1310">
                  <c:v>45058</c:v>
                </c:pt>
                <c:pt idx="1311">
                  <c:v>45061</c:v>
                </c:pt>
                <c:pt idx="1312">
                  <c:v>45062</c:v>
                </c:pt>
                <c:pt idx="1313">
                  <c:v>45063</c:v>
                </c:pt>
                <c:pt idx="1314">
                  <c:v>45065</c:v>
                </c:pt>
                <c:pt idx="1315">
                  <c:v>45068</c:v>
                </c:pt>
                <c:pt idx="1316">
                  <c:v>45069</c:v>
                </c:pt>
                <c:pt idx="1317">
                  <c:v>45070</c:v>
                </c:pt>
                <c:pt idx="1318">
                  <c:v>45071</c:v>
                </c:pt>
                <c:pt idx="1319">
                  <c:v>45072</c:v>
                </c:pt>
                <c:pt idx="1320">
                  <c:v>45075</c:v>
                </c:pt>
                <c:pt idx="1321">
                  <c:v>45076</c:v>
                </c:pt>
                <c:pt idx="1322">
                  <c:v>45077</c:v>
                </c:pt>
                <c:pt idx="1323">
                  <c:v>45082</c:v>
                </c:pt>
                <c:pt idx="1324">
                  <c:v>45083</c:v>
                </c:pt>
                <c:pt idx="1325">
                  <c:v>45084</c:v>
                </c:pt>
                <c:pt idx="1326">
                  <c:v>45085</c:v>
                </c:pt>
                <c:pt idx="1327">
                  <c:v>45086</c:v>
                </c:pt>
                <c:pt idx="1328">
                  <c:v>45089</c:v>
                </c:pt>
                <c:pt idx="1329">
                  <c:v>45090</c:v>
                </c:pt>
                <c:pt idx="1330">
                  <c:v>45091</c:v>
                </c:pt>
                <c:pt idx="1331">
                  <c:v>45092</c:v>
                </c:pt>
                <c:pt idx="1332">
                  <c:v>45093</c:v>
                </c:pt>
                <c:pt idx="1333">
                  <c:v>45096</c:v>
                </c:pt>
                <c:pt idx="1334">
                  <c:v>45097</c:v>
                </c:pt>
                <c:pt idx="1335">
                  <c:v>45098</c:v>
                </c:pt>
                <c:pt idx="1336">
                  <c:v>45099</c:v>
                </c:pt>
                <c:pt idx="1337">
                  <c:v>45100</c:v>
                </c:pt>
                <c:pt idx="1338">
                  <c:v>45103</c:v>
                </c:pt>
                <c:pt idx="1339">
                  <c:v>45104</c:v>
                </c:pt>
                <c:pt idx="1340">
                  <c:v>45110</c:v>
                </c:pt>
                <c:pt idx="1341">
                  <c:v>45111</c:v>
                </c:pt>
                <c:pt idx="1342">
                  <c:v>45112</c:v>
                </c:pt>
                <c:pt idx="1343">
                  <c:v>45113</c:v>
                </c:pt>
                <c:pt idx="1344">
                  <c:v>45114</c:v>
                </c:pt>
                <c:pt idx="1345">
                  <c:v>45117</c:v>
                </c:pt>
                <c:pt idx="1346">
                  <c:v>45118</c:v>
                </c:pt>
                <c:pt idx="1347">
                  <c:v>45119</c:v>
                </c:pt>
                <c:pt idx="1348">
                  <c:v>45120</c:v>
                </c:pt>
                <c:pt idx="1349">
                  <c:v>45121</c:v>
                </c:pt>
                <c:pt idx="1350">
                  <c:v>45124</c:v>
                </c:pt>
                <c:pt idx="1351">
                  <c:v>45125</c:v>
                </c:pt>
                <c:pt idx="1352">
                  <c:v>45127</c:v>
                </c:pt>
                <c:pt idx="1353">
                  <c:v>45128</c:v>
                </c:pt>
                <c:pt idx="1354">
                  <c:v>45131</c:v>
                </c:pt>
                <c:pt idx="1355">
                  <c:v>45132</c:v>
                </c:pt>
                <c:pt idx="1356">
                  <c:v>45133</c:v>
                </c:pt>
                <c:pt idx="1357">
                  <c:v>45134</c:v>
                </c:pt>
                <c:pt idx="1358">
                  <c:v>45135</c:v>
                </c:pt>
                <c:pt idx="1359">
                  <c:v>45138</c:v>
                </c:pt>
                <c:pt idx="1360">
                  <c:v>45139</c:v>
                </c:pt>
                <c:pt idx="1361">
                  <c:v>45140</c:v>
                </c:pt>
                <c:pt idx="1362">
                  <c:v>45141</c:v>
                </c:pt>
                <c:pt idx="1363">
                  <c:v>45142</c:v>
                </c:pt>
                <c:pt idx="1364">
                  <c:v>45145</c:v>
                </c:pt>
                <c:pt idx="1365">
                  <c:v>45146</c:v>
                </c:pt>
                <c:pt idx="1366">
                  <c:v>45147</c:v>
                </c:pt>
                <c:pt idx="1367">
                  <c:v>45148</c:v>
                </c:pt>
                <c:pt idx="1368">
                  <c:v>45149</c:v>
                </c:pt>
                <c:pt idx="1369">
                  <c:v>45152</c:v>
                </c:pt>
                <c:pt idx="1370">
                  <c:v>45153</c:v>
                </c:pt>
                <c:pt idx="1371">
                  <c:v>45154</c:v>
                </c:pt>
                <c:pt idx="1372">
                  <c:v>45156</c:v>
                </c:pt>
                <c:pt idx="1373">
                  <c:v>45159</c:v>
                </c:pt>
                <c:pt idx="1374">
                  <c:v>45160</c:v>
                </c:pt>
                <c:pt idx="1375">
                  <c:v>45161</c:v>
                </c:pt>
                <c:pt idx="1376">
                  <c:v>45162</c:v>
                </c:pt>
                <c:pt idx="1377">
                  <c:v>45163</c:v>
                </c:pt>
                <c:pt idx="1378">
                  <c:v>45166</c:v>
                </c:pt>
                <c:pt idx="1379">
                  <c:v>45167</c:v>
                </c:pt>
                <c:pt idx="1380">
                  <c:v>45168</c:v>
                </c:pt>
                <c:pt idx="1381">
                  <c:v>45169</c:v>
                </c:pt>
                <c:pt idx="1382">
                  <c:v>45170</c:v>
                </c:pt>
                <c:pt idx="1383">
                  <c:v>45173</c:v>
                </c:pt>
                <c:pt idx="1384">
                  <c:v>45174</c:v>
                </c:pt>
                <c:pt idx="1385">
                  <c:v>45175</c:v>
                </c:pt>
                <c:pt idx="1386">
                  <c:v>45176</c:v>
                </c:pt>
                <c:pt idx="1387">
                  <c:v>45177</c:v>
                </c:pt>
                <c:pt idx="1388">
                  <c:v>45180</c:v>
                </c:pt>
                <c:pt idx="1389">
                  <c:v>45181</c:v>
                </c:pt>
                <c:pt idx="1390">
                  <c:v>45182</c:v>
                </c:pt>
                <c:pt idx="1391">
                  <c:v>45183</c:v>
                </c:pt>
                <c:pt idx="1392">
                  <c:v>45184</c:v>
                </c:pt>
                <c:pt idx="1393">
                  <c:v>45187</c:v>
                </c:pt>
                <c:pt idx="1394">
                  <c:v>45188</c:v>
                </c:pt>
                <c:pt idx="1395">
                  <c:v>45189</c:v>
                </c:pt>
                <c:pt idx="1396">
                  <c:v>45190</c:v>
                </c:pt>
                <c:pt idx="1397">
                  <c:v>45191</c:v>
                </c:pt>
                <c:pt idx="1398">
                  <c:v>45194</c:v>
                </c:pt>
                <c:pt idx="1399">
                  <c:v>45195</c:v>
                </c:pt>
                <c:pt idx="1400">
                  <c:v>45196</c:v>
                </c:pt>
                <c:pt idx="1401">
                  <c:v>45198</c:v>
                </c:pt>
                <c:pt idx="1402">
                  <c:v>45201</c:v>
                </c:pt>
                <c:pt idx="1403">
                  <c:v>45202</c:v>
                </c:pt>
                <c:pt idx="1404">
                  <c:v>45203</c:v>
                </c:pt>
                <c:pt idx="1405">
                  <c:v>45204</c:v>
                </c:pt>
                <c:pt idx="1406">
                  <c:v>45205</c:v>
                </c:pt>
                <c:pt idx="1407">
                  <c:v>45208</c:v>
                </c:pt>
                <c:pt idx="1408">
                  <c:v>45209</c:v>
                </c:pt>
                <c:pt idx="1409">
                  <c:v>45210</c:v>
                </c:pt>
                <c:pt idx="1410">
                  <c:v>45211</c:v>
                </c:pt>
                <c:pt idx="1411">
                  <c:v>45212</c:v>
                </c:pt>
                <c:pt idx="1412">
                  <c:v>45215</c:v>
                </c:pt>
                <c:pt idx="1413">
                  <c:v>45216</c:v>
                </c:pt>
                <c:pt idx="1414">
                  <c:v>45217</c:v>
                </c:pt>
                <c:pt idx="1415">
                  <c:v>45218</c:v>
                </c:pt>
                <c:pt idx="1416">
                  <c:v>45219</c:v>
                </c:pt>
                <c:pt idx="1417">
                  <c:v>45222</c:v>
                </c:pt>
                <c:pt idx="1418">
                  <c:v>45223</c:v>
                </c:pt>
                <c:pt idx="1419">
                  <c:v>45224</c:v>
                </c:pt>
                <c:pt idx="1420">
                  <c:v>45225</c:v>
                </c:pt>
                <c:pt idx="1421">
                  <c:v>45226</c:v>
                </c:pt>
                <c:pt idx="1422">
                  <c:v>45229</c:v>
                </c:pt>
                <c:pt idx="1423">
                  <c:v>45230</c:v>
                </c:pt>
                <c:pt idx="1424">
                  <c:v>45231</c:v>
                </c:pt>
                <c:pt idx="1425">
                  <c:v>45232</c:v>
                </c:pt>
                <c:pt idx="1426">
                  <c:v>45233</c:v>
                </c:pt>
                <c:pt idx="1427">
                  <c:v>45236</c:v>
                </c:pt>
                <c:pt idx="1428">
                  <c:v>45237</c:v>
                </c:pt>
                <c:pt idx="1429">
                  <c:v>45238</c:v>
                </c:pt>
                <c:pt idx="1430">
                  <c:v>45239</c:v>
                </c:pt>
                <c:pt idx="1431">
                  <c:v>45240</c:v>
                </c:pt>
                <c:pt idx="1432">
                  <c:v>45243</c:v>
                </c:pt>
                <c:pt idx="1433">
                  <c:v>45244</c:v>
                </c:pt>
                <c:pt idx="1434">
                  <c:v>45245</c:v>
                </c:pt>
                <c:pt idx="1435">
                  <c:v>45246</c:v>
                </c:pt>
                <c:pt idx="1436">
                  <c:v>45247</c:v>
                </c:pt>
                <c:pt idx="1437">
                  <c:v>45250</c:v>
                </c:pt>
                <c:pt idx="1438">
                  <c:v>45251</c:v>
                </c:pt>
                <c:pt idx="1439">
                  <c:v>45252</c:v>
                </c:pt>
                <c:pt idx="1440">
                  <c:v>45253</c:v>
                </c:pt>
                <c:pt idx="1441">
                  <c:v>45254</c:v>
                </c:pt>
                <c:pt idx="1442">
                  <c:v>45257</c:v>
                </c:pt>
                <c:pt idx="1443">
                  <c:v>45258</c:v>
                </c:pt>
                <c:pt idx="1444">
                  <c:v>45259</c:v>
                </c:pt>
                <c:pt idx="1445">
                  <c:v>45260</c:v>
                </c:pt>
                <c:pt idx="1446">
                  <c:v>45261</c:v>
                </c:pt>
                <c:pt idx="1447">
                  <c:v>45264</c:v>
                </c:pt>
                <c:pt idx="1448">
                  <c:v>45265</c:v>
                </c:pt>
                <c:pt idx="1449">
                  <c:v>45266</c:v>
                </c:pt>
                <c:pt idx="1450">
                  <c:v>45267</c:v>
                </c:pt>
                <c:pt idx="1451">
                  <c:v>45268</c:v>
                </c:pt>
                <c:pt idx="1452">
                  <c:v>45271</c:v>
                </c:pt>
                <c:pt idx="1453">
                  <c:v>45272</c:v>
                </c:pt>
                <c:pt idx="1454">
                  <c:v>45273</c:v>
                </c:pt>
                <c:pt idx="1455">
                  <c:v>45274</c:v>
                </c:pt>
                <c:pt idx="1456">
                  <c:v>45275</c:v>
                </c:pt>
                <c:pt idx="1457">
                  <c:v>45278</c:v>
                </c:pt>
                <c:pt idx="1458">
                  <c:v>45279</c:v>
                </c:pt>
                <c:pt idx="1459">
                  <c:v>45280</c:v>
                </c:pt>
                <c:pt idx="1460">
                  <c:v>45281</c:v>
                </c:pt>
                <c:pt idx="1461">
                  <c:v>45282</c:v>
                </c:pt>
                <c:pt idx="1462">
                  <c:v>45287</c:v>
                </c:pt>
                <c:pt idx="1463">
                  <c:v>45288</c:v>
                </c:pt>
                <c:pt idx="1464">
                  <c:v>45289</c:v>
                </c:pt>
                <c:pt idx="1465">
                  <c:v>45293</c:v>
                </c:pt>
                <c:pt idx="1466">
                  <c:v>45294</c:v>
                </c:pt>
                <c:pt idx="1467">
                  <c:v>45295</c:v>
                </c:pt>
                <c:pt idx="1468">
                  <c:v>45296</c:v>
                </c:pt>
                <c:pt idx="1469">
                  <c:v>45299</c:v>
                </c:pt>
                <c:pt idx="1470">
                  <c:v>45300</c:v>
                </c:pt>
                <c:pt idx="1471">
                  <c:v>45301</c:v>
                </c:pt>
                <c:pt idx="1472">
                  <c:v>45302</c:v>
                </c:pt>
                <c:pt idx="1473">
                  <c:v>45303</c:v>
                </c:pt>
                <c:pt idx="1474">
                  <c:v>45306</c:v>
                </c:pt>
                <c:pt idx="1475">
                  <c:v>45307</c:v>
                </c:pt>
                <c:pt idx="1476">
                  <c:v>45308</c:v>
                </c:pt>
                <c:pt idx="1477">
                  <c:v>45309</c:v>
                </c:pt>
                <c:pt idx="1478">
                  <c:v>45310</c:v>
                </c:pt>
                <c:pt idx="1479">
                  <c:v>45313</c:v>
                </c:pt>
                <c:pt idx="1480">
                  <c:v>45314</c:v>
                </c:pt>
                <c:pt idx="1481">
                  <c:v>45315</c:v>
                </c:pt>
                <c:pt idx="1482">
                  <c:v>45316</c:v>
                </c:pt>
                <c:pt idx="1483">
                  <c:v>45317</c:v>
                </c:pt>
                <c:pt idx="1484">
                  <c:v>45320</c:v>
                </c:pt>
                <c:pt idx="1485">
                  <c:v>45321</c:v>
                </c:pt>
                <c:pt idx="1486">
                  <c:v>45322</c:v>
                </c:pt>
                <c:pt idx="1487">
                  <c:v>45323</c:v>
                </c:pt>
                <c:pt idx="1488">
                  <c:v>45324</c:v>
                </c:pt>
                <c:pt idx="1489">
                  <c:v>45327</c:v>
                </c:pt>
                <c:pt idx="1490">
                  <c:v>45328</c:v>
                </c:pt>
                <c:pt idx="1491">
                  <c:v>45329</c:v>
                </c:pt>
                <c:pt idx="1492">
                  <c:v>45334</c:v>
                </c:pt>
                <c:pt idx="1493">
                  <c:v>45335</c:v>
                </c:pt>
                <c:pt idx="1494">
                  <c:v>45337</c:v>
                </c:pt>
                <c:pt idx="1495">
                  <c:v>45338</c:v>
                </c:pt>
                <c:pt idx="1496">
                  <c:v>45341</c:v>
                </c:pt>
                <c:pt idx="1497">
                  <c:v>45342</c:v>
                </c:pt>
                <c:pt idx="1498">
                  <c:v>45343</c:v>
                </c:pt>
                <c:pt idx="1499">
                  <c:v>45344</c:v>
                </c:pt>
                <c:pt idx="1500">
                  <c:v>45345</c:v>
                </c:pt>
                <c:pt idx="1501">
                  <c:v>45348</c:v>
                </c:pt>
                <c:pt idx="1502">
                  <c:v>45349</c:v>
                </c:pt>
                <c:pt idx="1503">
                  <c:v>45350</c:v>
                </c:pt>
                <c:pt idx="1504">
                  <c:v>45351</c:v>
                </c:pt>
                <c:pt idx="1505">
                  <c:v>45352</c:v>
                </c:pt>
                <c:pt idx="1506">
                  <c:v>45355</c:v>
                </c:pt>
                <c:pt idx="1507">
                  <c:v>45356</c:v>
                </c:pt>
                <c:pt idx="1508">
                  <c:v>45357</c:v>
                </c:pt>
                <c:pt idx="1509">
                  <c:v>45358</c:v>
                </c:pt>
                <c:pt idx="1510">
                  <c:v>45359</c:v>
                </c:pt>
                <c:pt idx="1511">
                  <c:v>45364</c:v>
                </c:pt>
                <c:pt idx="1512">
                  <c:v>45365</c:v>
                </c:pt>
                <c:pt idx="1513">
                  <c:v>45366</c:v>
                </c:pt>
                <c:pt idx="1514">
                  <c:v>45369</c:v>
                </c:pt>
                <c:pt idx="1515">
                  <c:v>45370</c:v>
                </c:pt>
                <c:pt idx="1516">
                  <c:v>45371</c:v>
                </c:pt>
                <c:pt idx="1517">
                  <c:v>45372</c:v>
                </c:pt>
                <c:pt idx="1518">
                  <c:v>45373</c:v>
                </c:pt>
                <c:pt idx="1519">
                  <c:v>45376</c:v>
                </c:pt>
                <c:pt idx="1520">
                  <c:v>45377</c:v>
                </c:pt>
                <c:pt idx="1521">
                  <c:v>45378</c:v>
                </c:pt>
                <c:pt idx="1522">
                  <c:v>45379</c:v>
                </c:pt>
                <c:pt idx="1523">
                  <c:v>45383</c:v>
                </c:pt>
                <c:pt idx="1524">
                  <c:v>45384</c:v>
                </c:pt>
                <c:pt idx="1525">
                  <c:v>45385</c:v>
                </c:pt>
                <c:pt idx="1526">
                  <c:v>45386</c:v>
                </c:pt>
                <c:pt idx="1527">
                  <c:v>45387</c:v>
                </c:pt>
                <c:pt idx="1528">
                  <c:v>45398</c:v>
                </c:pt>
                <c:pt idx="1529">
                  <c:v>45399</c:v>
                </c:pt>
                <c:pt idx="1530">
                  <c:v>45400</c:v>
                </c:pt>
                <c:pt idx="1531">
                  <c:v>45401</c:v>
                </c:pt>
                <c:pt idx="1532">
                  <c:v>45404</c:v>
                </c:pt>
                <c:pt idx="1533">
                  <c:v>45405</c:v>
                </c:pt>
                <c:pt idx="1534">
                  <c:v>45406</c:v>
                </c:pt>
                <c:pt idx="1535">
                  <c:v>45407</c:v>
                </c:pt>
                <c:pt idx="1536">
                  <c:v>45408</c:v>
                </c:pt>
                <c:pt idx="1537">
                  <c:v>45411</c:v>
                </c:pt>
                <c:pt idx="1538">
                  <c:v>45412</c:v>
                </c:pt>
                <c:pt idx="1539">
                  <c:v>45414</c:v>
                </c:pt>
                <c:pt idx="1540">
                  <c:v>45415</c:v>
                </c:pt>
                <c:pt idx="1541">
                  <c:v>45418</c:v>
                </c:pt>
                <c:pt idx="1542">
                  <c:v>45419</c:v>
                </c:pt>
                <c:pt idx="1543">
                  <c:v>45420</c:v>
                </c:pt>
                <c:pt idx="1544">
                  <c:v>45425</c:v>
                </c:pt>
                <c:pt idx="1545">
                  <c:v>45426</c:v>
                </c:pt>
                <c:pt idx="1546">
                  <c:v>45427</c:v>
                </c:pt>
                <c:pt idx="1547">
                  <c:v>45428</c:v>
                </c:pt>
                <c:pt idx="1548">
                  <c:v>45429</c:v>
                </c:pt>
                <c:pt idx="1549">
                  <c:v>45432</c:v>
                </c:pt>
                <c:pt idx="1550">
                  <c:v>45433</c:v>
                </c:pt>
                <c:pt idx="1551">
                  <c:v>45434</c:v>
                </c:pt>
                <c:pt idx="1552">
                  <c:v>45439</c:v>
                </c:pt>
                <c:pt idx="1553">
                  <c:v>45440</c:v>
                </c:pt>
                <c:pt idx="1554">
                  <c:v>45441</c:v>
                </c:pt>
                <c:pt idx="1555">
                  <c:v>45442</c:v>
                </c:pt>
                <c:pt idx="1556">
                  <c:v>45443</c:v>
                </c:pt>
                <c:pt idx="1557">
                  <c:v>45446</c:v>
                </c:pt>
                <c:pt idx="1558">
                  <c:v>45447</c:v>
                </c:pt>
                <c:pt idx="1559">
                  <c:v>45448</c:v>
                </c:pt>
                <c:pt idx="1560">
                  <c:v>45449</c:v>
                </c:pt>
                <c:pt idx="1561">
                  <c:v>45450</c:v>
                </c:pt>
                <c:pt idx="1562">
                  <c:v>45453</c:v>
                </c:pt>
                <c:pt idx="1563">
                  <c:v>45454</c:v>
                </c:pt>
                <c:pt idx="1564">
                  <c:v>45455</c:v>
                </c:pt>
                <c:pt idx="1565">
                  <c:v>45456</c:v>
                </c:pt>
                <c:pt idx="1566">
                  <c:v>45457</c:v>
                </c:pt>
                <c:pt idx="1567">
                  <c:v>45462</c:v>
                </c:pt>
                <c:pt idx="1568">
                  <c:v>45463</c:v>
                </c:pt>
                <c:pt idx="1569">
                  <c:v>45464</c:v>
                </c:pt>
                <c:pt idx="1570">
                  <c:v>45467</c:v>
                </c:pt>
                <c:pt idx="1571">
                  <c:v>45468</c:v>
                </c:pt>
                <c:pt idx="1572">
                  <c:v>45469</c:v>
                </c:pt>
                <c:pt idx="1573">
                  <c:v>45470</c:v>
                </c:pt>
                <c:pt idx="1574">
                  <c:v>45471</c:v>
                </c:pt>
                <c:pt idx="1575">
                  <c:v>45474</c:v>
                </c:pt>
                <c:pt idx="1576">
                  <c:v>45475</c:v>
                </c:pt>
                <c:pt idx="1577">
                  <c:v>45476</c:v>
                </c:pt>
                <c:pt idx="1578">
                  <c:v>45477</c:v>
                </c:pt>
                <c:pt idx="1579">
                  <c:v>45478</c:v>
                </c:pt>
                <c:pt idx="1580">
                  <c:v>45481</c:v>
                </c:pt>
                <c:pt idx="1581">
                  <c:v>45482</c:v>
                </c:pt>
                <c:pt idx="1582">
                  <c:v>45483</c:v>
                </c:pt>
                <c:pt idx="1583">
                  <c:v>45484</c:v>
                </c:pt>
                <c:pt idx="1584">
                  <c:v>45485</c:v>
                </c:pt>
                <c:pt idx="1585">
                  <c:v>45488</c:v>
                </c:pt>
                <c:pt idx="1586">
                  <c:v>45489</c:v>
                </c:pt>
                <c:pt idx="1587">
                  <c:v>45490</c:v>
                </c:pt>
                <c:pt idx="1588">
                  <c:v>45491</c:v>
                </c:pt>
                <c:pt idx="1589">
                  <c:v>45492</c:v>
                </c:pt>
                <c:pt idx="1590">
                  <c:v>45495</c:v>
                </c:pt>
                <c:pt idx="1591">
                  <c:v>45496</c:v>
                </c:pt>
                <c:pt idx="1592">
                  <c:v>45497</c:v>
                </c:pt>
                <c:pt idx="1593">
                  <c:v>45498</c:v>
                </c:pt>
                <c:pt idx="1594">
                  <c:v>45499</c:v>
                </c:pt>
                <c:pt idx="1595">
                  <c:v>45502</c:v>
                </c:pt>
                <c:pt idx="1596">
                  <c:v>45503</c:v>
                </c:pt>
                <c:pt idx="1597">
                  <c:v>45504</c:v>
                </c:pt>
                <c:pt idx="1598">
                  <c:v>45505</c:v>
                </c:pt>
                <c:pt idx="1599">
                  <c:v>45506</c:v>
                </c:pt>
                <c:pt idx="1600">
                  <c:v>45509</c:v>
                </c:pt>
                <c:pt idx="1601">
                  <c:v>45510</c:v>
                </c:pt>
                <c:pt idx="1602">
                  <c:v>45511</c:v>
                </c:pt>
                <c:pt idx="1603">
                  <c:v>45512</c:v>
                </c:pt>
                <c:pt idx="1604">
                  <c:v>45513</c:v>
                </c:pt>
                <c:pt idx="1605">
                  <c:v>45516</c:v>
                </c:pt>
                <c:pt idx="1606">
                  <c:v>45517</c:v>
                </c:pt>
                <c:pt idx="1607">
                  <c:v>45518</c:v>
                </c:pt>
                <c:pt idx="1608">
                  <c:v>45519</c:v>
                </c:pt>
                <c:pt idx="1609">
                  <c:v>45520</c:v>
                </c:pt>
                <c:pt idx="1610">
                  <c:v>45523</c:v>
                </c:pt>
                <c:pt idx="1611">
                  <c:v>45524</c:v>
                </c:pt>
                <c:pt idx="1612">
                  <c:v>45525</c:v>
                </c:pt>
                <c:pt idx="1613">
                  <c:v>45526</c:v>
                </c:pt>
                <c:pt idx="1614">
                  <c:v>45527</c:v>
                </c:pt>
                <c:pt idx="1615">
                  <c:v>45530</c:v>
                </c:pt>
                <c:pt idx="1616">
                  <c:v>45531</c:v>
                </c:pt>
                <c:pt idx="1617">
                  <c:v>45532</c:v>
                </c:pt>
                <c:pt idx="1618">
                  <c:v>45533</c:v>
                </c:pt>
                <c:pt idx="1619">
                  <c:v>45534</c:v>
                </c:pt>
                <c:pt idx="1620">
                  <c:v>45537</c:v>
                </c:pt>
                <c:pt idx="1621">
                  <c:v>45538</c:v>
                </c:pt>
                <c:pt idx="1622">
                  <c:v>45539</c:v>
                </c:pt>
                <c:pt idx="1623">
                  <c:v>45540</c:v>
                </c:pt>
                <c:pt idx="1624">
                  <c:v>45541</c:v>
                </c:pt>
                <c:pt idx="1625">
                  <c:v>45544</c:v>
                </c:pt>
                <c:pt idx="1626">
                  <c:v>45545</c:v>
                </c:pt>
                <c:pt idx="1627">
                  <c:v>45546</c:v>
                </c:pt>
                <c:pt idx="1628">
                  <c:v>45547</c:v>
                </c:pt>
                <c:pt idx="1629">
                  <c:v>45548</c:v>
                </c:pt>
                <c:pt idx="1630">
                  <c:v>45552</c:v>
                </c:pt>
                <c:pt idx="1631">
                  <c:v>45553</c:v>
                </c:pt>
                <c:pt idx="1632">
                  <c:v>45554</c:v>
                </c:pt>
                <c:pt idx="1633">
                  <c:v>45555</c:v>
                </c:pt>
                <c:pt idx="1634">
                  <c:v>45558</c:v>
                </c:pt>
                <c:pt idx="1635">
                  <c:v>45559</c:v>
                </c:pt>
                <c:pt idx="1636">
                  <c:v>45560</c:v>
                </c:pt>
                <c:pt idx="1637">
                  <c:v>45561</c:v>
                </c:pt>
                <c:pt idx="1638">
                  <c:v>45562</c:v>
                </c:pt>
                <c:pt idx="1639">
                  <c:v>45565</c:v>
                </c:pt>
                <c:pt idx="1640">
                  <c:v>45566</c:v>
                </c:pt>
                <c:pt idx="1641">
                  <c:v>45567</c:v>
                </c:pt>
                <c:pt idx="1642">
                  <c:v>45568</c:v>
                </c:pt>
                <c:pt idx="1643">
                  <c:v>45569</c:v>
                </c:pt>
                <c:pt idx="1644">
                  <c:v>45572</c:v>
                </c:pt>
                <c:pt idx="1645">
                  <c:v>45573</c:v>
                </c:pt>
                <c:pt idx="1646">
                  <c:v>45574</c:v>
                </c:pt>
                <c:pt idx="1647">
                  <c:v>45575</c:v>
                </c:pt>
                <c:pt idx="1648">
                  <c:v>45576</c:v>
                </c:pt>
                <c:pt idx="1649">
                  <c:v>45579</c:v>
                </c:pt>
                <c:pt idx="1650">
                  <c:v>45580</c:v>
                </c:pt>
                <c:pt idx="1651">
                  <c:v>45581</c:v>
                </c:pt>
                <c:pt idx="1652">
                  <c:v>45582</c:v>
                </c:pt>
                <c:pt idx="1653">
                  <c:v>45583</c:v>
                </c:pt>
                <c:pt idx="1654">
                  <c:v>45586</c:v>
                </c:pt>
                <c:pt idx="1655">
                  <c:v>45587</c:v>
                </c:pt>
                <c:pt idx="1656">
                  <c:v>45588</c:v>
                </c:pt>
                <c:pt idx="1657">
                  <c:v>45589</c:v>
                </c:pt>
                <c:pt idx="1658">
                  <c:v>45590</c:v>
                </c:pt>
                <c:pt idx="1659">
                  <c:v>45593</c:v>
                </c:pt>
                <c:pt idx="1660">
                  <c:v>45594</c:v>
                </c:pt>
                <c:pt idx="1661">
                  <c:v>45595</c:v>
                </c:pt>
                <c:pt idx="1662">
                  <c:v>45596</c:v>
                </c:pt>
                <c:pt idx="1663">
                  <c:v>45597</c:v>
                </c:pt>
                <c:pt idx="1664">
                  <c:v>45600</c:v>
                </c:pt>
                <c:pt idx="1665">
                  <c:v>45601</c:v>
                </c:pt>
                <c:pt idx="1666">
                  <c:v>45602</c:v>
                </c:pt>
                <c:pt idx="1667">
                  <c:v>45603</c:v>
                </c:pt>
                <c:pt idx="1668">
                  <c:v>45604</c:v>
                </c:pt>
                <c:pt idx="1669">
                  <c:v>45607</c:v>
                </c:pt>
                <c:pt idx="1670">
                  <c:v>45608</c:v>
                </c:pt>
                <c:pt idx="1671">
                  <c:v>45609</c:v>
                </c:pt>
                <c:pt idx="1672">
                  <c:v>45610</c:v>
                </c:pt>
                <c:pt idx="1673">
                  <c:v>45611</c:v>
                </c:pt>
                <c:pt idx="1674">
                  <c:v>45614</c:v>
                </c:pt>
                <c:pt idx="1675">
                  <c:v>45615</c:v>
                </c:pt>
                <c:pt idx="1676">
                  <c:v>45616</c:v>
                </c:pt>
                <c:pt idx="1677">
                  <c:v>45617</c:v>
                </c:pt>
                <c:pt idx="1678">
                  <c:v>45618</c:v>
                </c:pt>
                <c:pt idx="1679">
                  <c:v>45621</c:v>
                </c:pt>
                <c:pt idx="1680">
                  <c:v>45622</c:v>
                </c:pt>
                <c:pt idx="1681">
                  <c:v>45624</c:v>
                </c:pt>
                <c:pt idx="1682">
                  <c:v>45625</c:v>
                </c:pt>
                <c:pt idx="1683">
                  <c:v>45628</c:v>
                </c:pt>
                <c:pt idx="1684">
                  <c:v>45629</c:v>
                </c:pt>
                <c:pt idx="1685">
                  <c:v>45630</c:v>
                </c:pt>
                <c:pt idx="1686">
                  <c:v>45631</c:v>
                </c:pt>
                <c:pt idx="1687">
                  <c:v>45632</c:v>
                </c:pt>
                <c:pt idx="1688">
                  <c:v>45635</c:v>
                </c:pt>
                <c:pt idx="1689">
                  <c:v>45636</c:v>
                </c:pt>
                <c:pt idx="1690">
                  <c:v>45637</c:v>
                </c:pt>
                <c:pt idx="1691">
                  <c:v>45638</c:v>
                </c:pt>
                <c:pt idx="1692">
                  <c:v>45639</c:v>
                </c:pt>
                <c:pt idx="1693">
                  <c:v>45642</c:v>
                </c:pt>
                <c:pt idx="1694">
                  <c:v>45643</c:v>
                </c:pt>
                <c:pt idx="1695">
                  <c:v>45644</c:v>
                </c:pt>
                <c:pt idx="1696">
                  <c:v>45645</c:v>
                </c:pt>
                <c:pt idx="1697">
                  <c:v>45646</c:v>
                </c:pt>
                <c:pt idx="1698">
                  <c:v>45649</c:v>
                </c:pt>
                <c:pt idx="1699">
                  <c:v>45650</c:v>
                </c:pt>
                <c:pt idx="1700">
                  <c:v>45653</c:v>
                </c:pt>
                <c:pt idx="1701">
                  <c:v>45656</c:v>
                </c:pt>
                <c:pt idx="1702">
                  <c:v>45659</c:v>
                </c:pt>
                <c:pt idx="1703">
                  <c:v>45660</c:v>
                </c:pt>
                <c:pt idx="1704">
                  <c:v>45663</c:v>
                </c:pt>
                <c:pt idx="1705">
                  <c:v>45664</c:v>
                </c:pt>
                <c:pt idx="1706">
                  <c:v>45665</c:v>
                </c:pt>
                <c:pt idx="1707">
                  <c:v>45666</c:v>
                </c:pt>
                <c:pt idx="1708">
                  <c:v>45667</c:v>
                </c:pt>
                <c:pt idx="1709">
                  <c:v>45670</c:v>
                </c:pt>
                <c:pt idx="1710">
                  <c:v>45671</c:v>
                </c:pt>
                <c:pt idx="1711">
                  <c:v>45672</c:v>
                </c:pt>
                <c:pt idx="1712">
                  <c:v>45673</c:v>
                </c:pt>
                <c:pt idx="1713">
                  <c:v>45674</c:v>
                </c:pt>
                <c:pt idx="1714">
                  <c:v>45677</c:v>
                </c:pt>
                <c:pt idx="1715">
                  <c:v>45678</c:v>
                </c:pt>
                <c:pt idx="1716">
                  <c:v>45679</c:v>
                </c:pt>
                <c:pt idx="1717">
                  <c:v>45680</c:v>
                </c:pt>
                <c:pt idx="1718">
                  <c:v>45681</c:v>
                </c:pt>
                <c:pt idx="1719">
                  <c:v>45687</c:v>
                </c:pt>
                <c:pt idx="1720">
                  <c:v>45688</c:v>
                </c:pt>
                <c:pt idx="1721">
                  <c:v>45691</c:v>
                </c:pt>
                <c:pt idx="1722">
                  <c:v>45692</c:v>
                </c:pt>
                <c:pt idx="1723">
                  <c:v>45693</c:v>
                </c:pt>
                <c:pt idx="1724">
                  <c:v>45694</c:v>
                </c:pt>
                <c:pt idx="1725">
                  <c:v>45695</c:v>
                </c:pt>
                <c:pt idx="1726">
                  <c:v>45698</c:v>
                </c:pt>
                <c:pt idx="1727">
                  <c:v>45699</c:v>
                </c:pt>
                <c:pt idx="1728">
                  <c:v>45700</c:v>
                </c:pt>
                <c:pt idx="1729">
                  <c:v>45701</c:v>
                </c:pt>
                <c:pt idx="1730">
                  <c:v>45702</c:v>
                </c:pt>
                <c:pt idx="1731">
                  <c:v>45705</c:v>
                </c:pt>
                <c:pt idx="1732">
                  <c:v>45706</c:v>
                </c:pt>
                <c:pt idx="1733">
                  <c:v>45707</c:v>
                </c:pt>
                <c:pt idx="1734">
                  <c:v>45708</c:v>
                </c:pt>
                <c:pt idx="1735">
                  <c:v>45709</c:v>
                </c:pt>
                <c:pt idx="1736">
                  <c:v>45712</c:v>
                </c:pt>
                <c:pt idx="1737">
                  <c:v>45713</c:v>
                </c:pt>
                <c:pt idx="1738">
                  <c:v>45714</c:v>
                </c:pt>
                <c:pt idx="1739">
                  <c:v>45715</c:v>
                </c:pt>
                <c:pt idx="1740">
                  <c:v>45716</c:v>
                </c:pt>
                <c:pt idx="1741">
                  <c:v>45719</c:v>
                </c:pt>
                <c:pt idx="1742">
                  <c:v>45720</c:v>
                </c:pt>
                <c:pt idx="1743">
                  <c:v>45721</c:v>
                </c:pt>
                <c:pt idx="1744">
                  <c:v>45722</c:v>
                </c:pt>
                <c:pt idx="1745">
                  <c:v>45723</c:v>
                </c:pt>
                <c:pt idx="1746">
                  <c:v>45726</c:v>
                </c:pt>
                <c:pt idx="1747">
                  <c:v>45727</c:v>
                </c:pt>
                <c:pt idx="1748">
                  <c:v>45728</c:v>
                </c:pt>
                <c:pt idx="1749">
                  <c:v>45729</c:v>
                </c:pt>
                <c:pt idx="1750">
                  <c:v>45730</c:v>
                </c:pt>
                <c:pt idx="1751">
                  <c:v>45733</c:v>
                </c:pt>
                <c:pt idx="1752">
                  <c:v>45734</c:v>
                </c:pt>
                <c:pt idx="1753">
                  <c:v>45735</c:v>
                </c:pt>
                <c:pt idx="1754">
                  <c:v>45736</c:v>
                </c:pt>
                <c:pt idx="1755">
                  <c:v>45737</c:v>
                </c:pt>
                <c:pt idx="1756">
                  <c:v>45740</c:v>
                </c:pt>
                <c:pt idx="1757">
                  <c:v>45741</c:v>
                </c:pt>
                <c:pt idx="1758">
                  <c:v>45742</c:v>
                </c:pt>
                <c:pt idx="1759">
                  <c:v>45743</c:v>
                </c:pt>
                <c:pt idx="1760">
                  <c:v>45755</c:v>
                </c:pt>
                <c:pt idx="1761">
                  <c:v>45756</c:v>
                </c:pt>
                <c:pt idx="1762">
                  <c:v>45757</c:v>
                </c:pt>
                <c:pt idx="1763">
                  <c:v>45758</c:v>
                </c:pt>
                <c:pt idx="1764">
                  <c:v>45761</c:v>
                </c:pt>
                <c:pt idx="1765">
                  <c:v>45762</c:v>
                </c:pt>
                <c:pt idx="1766">
                  <c:v>45763</c:v>
                </c:pt>
                <c:pt idx="1767">
                  <c:v>45764</c:v>
                </c:pt>
                <c:pt idx="1768">
                  <c:v>45768</c:v>
                </c:pt>
                <c:pt idx="1769">
                  <c:v>45769</c:v>
                </c:pt>
                <c:pt idx="1770">
                  <c:v>45770</c:v>
                </c:pt>
                <c:pt idx="1771">
                  <c:v>45771</c:v>
                </c:pt>
                <c:pt idx="1772">
                  <c:v>45772</c:v>
                </c:pt>
                <c:pt idx="1773">
                  <c:v>45775</c:v>
                </c:pt>
                <c:pt idx="1774">
                  <c:v>45776</c:v>
                </c:pt>
                <c:pt idx="1775">
                  <c:v>45777</c:v>
                </c:pt>
                <c:pt idx="1776">
                  <c:v>45779</c:v>
                </c:pt>
                <c:pt idx="1777">
                  <c:v>45782</c:v>
                </c:pt>
                <c:pt idx="1778">
                  <c:v>45783</c:v>
                </c:pt>
                <c:pt idx="1779">
                  <c:v>45784</c:v>
                </c:pt>
                <c:pt idx="1780">
                  <c:v>45785</c:v>
                </c:pt>
                <c:pt idx="1781">
                  <c:v>45786</c:v>
                </c:pt>
                <c:pt idx="1782">
                  <c:v>45791</c:v>
                </c:pt>
                <c:pt idx="1783">
                  <c:v>45792</c:v>
                </c:pt>
                <c:pt idx="1784">
                  <c:v>45793</c:v>
                </c:pt>
                <c:pt idx="1785">
                  <c:v>45796</c:v>
                </c:pt>
                <c:pt idx="1786">
                  <c:v>45797</c:v>
                </c:pt>
                <c:pt idx="1787">
                  <c:v>45798</c:v>
                </c:pt>
                <c:pt idx="1788">
                  <c:v>45799</c:v>
                </c:pt>
                <c:pt idx="1789">
                  <c:v>45800</c:v>
                </c:pt>
                <c:pt idx="1790">
                  <c:v>45803</c:v>
                </c:pt>
                <c:pt idx="1791">
                  <c:v>45804</c:v>
                </c:pt>
                <c:pt idx="1792">
                  <c:v>45805</c:v>
                </c:pt>
                <c:pt idx="1793">
                  <c:v>45810</c:v>
                </c:pt>
                <c:pt idx="1794">
                  <c:v>45811</c:v>
                </c:pt>
                <c:pt idx="1795">
                  <c:v>45812</c:v>
                </c:pt>
                <c:pt idx="1796">
                  <c:v>45813</c:v>
                </c:pt>
                <c:pt idx="1797">
                  <c:v>45818</c:v>
                </c:pt>
                <c:pt idx="1798">
                  <c:v>45819</c:v>
                </c:pt>
                <c:pt idx="1799">
                  <c:v>45820</c:v>
                </c:pt>
                <c:pt idx="1800">
                  <c:v>45821</c:v>
                </c:pt>
                <c:pt idx="1801">
                  <c:v>45824</c:v>
                </c:pt>
                <c:pt idx="1802">
                  <c:v>45825</c:v>
                </c:pt>
                <c:pt idx="1803">
                  <c:v>45826</c:v>
                </c:pt>
                <c:pt idx="1804">
                  <c:v>45827</c:v>
                </c:pt>
                <c:pt idx="1805">
                  <c:v>45828</c:v>
                </c:pt>
                <c:pt idx="1806">
                  <c:v>45831</c:v>
                </c:pt>
                <c:pt idx="1807">
                  <c:v>45832</c:v>
                </c:pt>
                <c:pt idx="1808">
                  <c:v>45833</c:v>
                </c:pt>
                <c:pt idx="1809">
                  <c:v>45834</c:v>
                </c:pt>
                <c:pt idx="1810">
                  <c:v>45838</c:v>
                </c:pt>
                <c:pt idx="1811">
                  <c:v>45839</c:v>
                </c:pt>
                <c:pt idx="1812">
                  <c:v>45840</c:v>
                </c:pt>
                <c:pt idx="1813">
                  <c:v>45841</c:v>
                </c:pt>
                <c:pt idx="1814">
                  <c:v>45842</c:v>
                </c:pt>
                <c:pt idx="1815">
                  <c:v>45845</c:v>
                </c:pt>
                <c:pt idx="1816">
                  <c:v>45846</c:v>
                </c:pt>
                <c:pt idx="1817">
                  <c:v>45847</c:v>
                </c:pt>
                <c:pt idx="1818">
                  <c:v>45848</c:v>
                </c:pt>
                <c:pt idx="1819">
                  <c:v>45849</c:v>
                </c:pt>
                <c:pt idx="1820">
                  <c:v>45852</c:v>
                </c:pt>
                <c:pt idx="1821">
                  <c:v>45853</c:v>
                </c:pt>
                <c:pt idx="1822">
                  <c:v>45854</c:v>
                </c:pt>
                <c:pt idx="1823">
                  <c:v>45855</c:v>
                </c:pt>
                <c:pt idx="1824">
                  <c:v>45856</c:v>
                </c:pt>
                <c:pt idx="1825">
                  <c:v>45859</c:v>
                </c:pt>
                <c:pt idx="1826">
                  <c:v>45860</c:v>
                </c:pt>
                <c:pt idx="1827">
                  <c:v>45861</c:v>
                </c:pt>
                <c:pt idx="1828">
                  <c:v>45862</c:v>
                </c:pt>
                <c:pt idx="1829">
                  <c:v>45863</c:v>
                </c:pt>
                <c:pt idx="1830">
                  <c:v>45866</c:v>
                </c:pt>
                <c:pt idx="1831">
                  <c:v>45867</c:v>
                </c:pt>
                <c:pt idx="1832">
                  <c:v>45868</c:v>
                </c:pt>
                <c:pt idx="1833">
                  <c:v>45869</c:v>
                </c:pt>
                <c:pt idx="1834">
                  <c:v>45870</c:v>
                </c:pt>
                <c:pt idx="1835">
                  <c:v>45873</c:v>
                </c:pt>
                <c:pt idx="1836">
                  <c:v>45874</c:v>
                </c:pt>
                <c:pt idx="1837">
                  <c:v>45875</c:v>
                </c:pt>
                <c:pt idx="1838">
                  <c:v>45876</c:v>
                </c:pt>
                <c:pt idx="1839">
                  <c:v>45877</c:v>
                </c:pt>
                <c:pt idx="1840">
                  <c:v>45880</c:v>
                </c:pt>
                <c:pt idx="1841">
                  <c:v>45881</c:v>
                </c:pt>
                <c:pt idx="1842">
                  <c:v>45882</c:v>
                </c:pt>
                <c:pt idx="1843">
                  <c:v>45883</c:v>
                </c:pt>
                <c:pt idx="1844">
                  <c:v>45884</c:v>
                </c:pt>
                <c:pt idx="1845">
                  <c:v>45888</c:v>
                </c:pt>
                <c:pt idx="1846">
                  <c:v>45889</c:v>
                </c:pt>
                <c:pt idx="1847">
                  <c:v>45890</c:v>
                </c:pt>
                <c:pt idx="1848">
                  <c:v>45891</c:v>
                </c:pt>
                <c:pt idx="1849">
                  <c:v>45894</c:v>
                </c:pt>
                <c:pt idx="1850">
                  <c:v>45895</c:v>
                </c:pt>
                <c:pt idx="1851">
                  <c:v>45896</c:v>
                </c:pt>
                <c:pt idx="1852">
                  <c:v>45897</c:v>
                </c:pt>
                <c:pt idx="1853">
                  <c:v>45898</c:v>
                </c:pt>
                <c:pt idx="1854">
                  <c:v>45901</c:v>
                </c:pt>
                <c:pt idx="1855">
                  <c:v>45902</c:v>
                </c:pt>
                <c:pt idx="1856">
                  <c:v>45903</c:v>
                </c:pt>
                <c:pt idx="1857">
                  <c:v>45904</c:v>
                </c:pt>
                <c:pt idx="1858">
                  <c:v>45908</c:v>
                </c:pt>
                <c:pt idx="1859">
                  <c:v>45909</c:v>
                </c:pt>
                <c:pt idx="1860">
                  <c:v>45910</c:v>
                </c:pt>
                <c:pt idx="1861">
                  <c:v>45911</c:v>
                </c:pt>
                <c:pt idx="1862">
                  <c:v>45912</c:v>
                </c:pt>
                <c:pt idx="1863">
                  <c:v>45915</c:v>
                </c:pt>
                <c:pt idx="1864">
                  <c:v>45916</c:v>
                </c:pt>
                <c:pt idx="1865">
                  <c:v>45917</c:v>
                </c:pt>
                <c:pt idx="1866">
                  <c:v>45918</c:v>
                </c:pt>
                <c:pt idx="1867">
                  <c:v>45919</c:v>
                </c:pt>
                <c:pt idx="1868">
                  <c:v>45922</c:v>
                </c:pt>
                <c:pt idx="1869">
                  <c:v>45923</c:v>
                </c:pt>
                <c:pt idx="1870">
                  <c:v>45924</c:v>
                </c:pt>
                <c:pt idx="1871">
                  <c:v>45925</c:v>
                </c:pt>
                <c:pt idx="1872">
                  <c:v>45926</c:v>
                </c:pt>
                <c:pt idx="1873">
                  <c:v>45929</c:v>
                </c:pt>
                <c:pt idx="1874">
                  <c:v>45930</c:v>
                </c:pt>
                <c:pt idx="1875">
                  <c:v>45931</c:v>
                </c:pt>
                <c:pt idx="1876">
                  <c:v>45932</c:v>
                </c:pt>
                <c:pt idx="1877">
                  <c:v>45933</c:v>
                </c:pt>
                <c:pt idx="1878">
                  <c:v>45936</c:v>
                </c:pt>
                <c:pt idx="1879">
                  <c:v>45937</c:v>
                </c:pt>
                <c:pt idx="1880">
                  <c:v>45938</c:v>
                </c:pt>
                <c:pt idx="1881">
                  <c:v>45939</c:v>
                </c:pt>
                <c:pt idx="1882">
                  <c:v>45940</c:v>
                </c:pt>
                <c:pt idx="1883">
                  <c:v>45943</c:v>
                </c:pt>
                <c:pt idx="1884">
                  <c:v>45944</c:v>
                </c:pt>
                <c:pt idx="1885">
                  <c:v>45945</c:v>
                </c:pt>
                <c:pt idx="1886">
                  <c:v>45946</c:v>
                </c:pt>
                <c:pt idx="1887">
                  <c:v>45947</c:v>
                </c:pt>
                <c:pt idx="1888">
                  <c:v>45950</c:v>
                </c:pt>
                <c:pt idx="1889">
                  <c:v>45951</c:v>
                </c:pt>
                <c:pt idx="1890">
                  <c:v>45952</c:v>
                </c:pt>
                <c:pt idx="1891">
                  <c:v>45953</c:v>
                </c:pt>
                <c:pt idx="1892">
                  <c:v>45954</c:v>
                </c:pt>
                <c:pt idx="1893">
                  <c:v>45957</c:v>
                </c:pt>
                <c:pt idx="1894">
                  <c:v>45958</c:v>
                </c:pt>
                <c:pt idx="1895">
                  <c:v>45959</c:v>
                </c:pt>
                <c:pt idx="1896">
                  <c:v>45960</c:v>
                </c:pt>
                <c:pt idx="1897">
                  <c:v>45961</c:v>
                </c:pt>
                <c:pt idx="1898">
                  <c:v>45964</c:v>
                </c:pt>
                <c:pt idx="1899">
                  <c:v>45965</c:v>
                </c:pt>
                <c:pt idx="1900">
                  <c:v>45966</c:v>
                </c:pt>
                <c:pt idx="1901">
                  <c:v>45967</c:v>
                </c:pt>
                <c:pt idx="1902">
                  <c:v>45968</c:v>
                </c:pt>
                <c:pt idx="1903">
                  <c:v>45971</c:v>
                </c:pt>
                <c:pt idx="1904">
                  <c:v>45972</c:v>
                </c:pt>
                <c:pt idx="1905">
                  <c:v>45973</c:v>
                </c:pt>
                <c:pt idx="1906">
                  <c:v>45974</c:v>
                </c:pt>
                <c:pt idx="1907">
                  <c:v>45975</c:v>
                </c:pt>
                <c:pt idx="1908">
                  <c:v>45978</c:v>
                </c:pt>
                <c:pt idx="1909">
                  <c:v>45979</c:v>
                </c:pt>
                <c:pt idx="1910">
                  <c:v>45980</c:v>
                </c:pt>
                <c:pt idx="1911">
                  <c:v>45981</c:v>
                </c:pt>
                <c:pt idx="1912">
                  <c:v>45982</c:v>
                </c:pt>
                <c:pt idx="1913">
                  <c:v>45985</c:v>
                </c:pt>
                <c:pt idx="1914">
                  <c:v>45986</c:v>
                </c:pt>
                <c:pt idx="1915">
                  <c:v>45987</c:v>
                </c:pt>
                <c:pt idx="1916">
                  <c:v>45988</c:v>
                </c:pt>
                <c:pt idx="1917">
                  <c:v>45989</c:v>
                </c:pt>
                <c:pt idx="1918">
                  <c:v>45992</c:v>
                </c:pt>
                <c:pt idx="1919">
                  <c:v>45993</c:v>
                </c:pt>
                <c:pt idx="1920">
                  <c:v>45994</c:v>
                </c:pt>
                <c:pt idx="1921">
                  <c:v>45995</c:v>
                </c:pt>
                <c:pt idx="1922">
                  <c:v>45996</c:v>
                </c:pt>
                <c:pt idx="1923">
                  <c:v>45999</c:v>
                </c:pt>
                <c:pt idx="1924">
                  <c:v>46000</c:v>
                </c:pt>
                <c:pt idx="1925">
                  <c:v>46001</c:v>
                </c:pt>
                <c:pt idx="1926">
                  <c:v>46002</c:v>
                </c:pt>
                <c:pt idx="1927">
                  <c:v>46003</c:v>
                </c:pt>
                <c:pt idx="1928">
                  <c:v>46006</c:v>
                </c:pt>
                <c:pt idx="1929">
                  <c:v>46007</c:v>
                </c:pt>
                <c:pt idx="1930">
                  <c:v>46008</c:v>
                </c:pt>
                <c:pt idx="1931">
                  <c:v>46009</c:v>
                </c:pt>
                <c:pt idx="1932">
                  <c:v>46010</c:v>
                </c:pt>
                <c:pt idx="1933">
                  <c:v>46013</c:v>
                </c:pt>
                <c:pt idx="1934">
                  <c:v>46014</c:v>
                </c:pt>
                <c:pt idx="1935">
                  <c:v>46015</c:v>
                </c:pt>
                <c:pt idx="1936">
                  <c:v>46020</c:v>
                </c:pt>
                <c:pt idx="1937">
                  <c:v>46021</c:v>
                </c:pt>
                <c:pt idx="1938">
                  <c:v>46024</c:v>
                </c:pt>
                <c:pt idx="1939">
                  <c:v>46027</c:v>
                </c:pt>
                <c:pt idx="1940">
                  <c:v>46028</c:v>
                </c:pt>
                <c:pt idx="1941">
                  <c:v>46029</c:v>
                </c:pt>
                <c:pt idx="1942">
                  <c:v>46030</c:v>
                </c:pt>
                <c:pt idx="1943">
                  <c:v>46031</c:v>
                </c:pt>
                <c:pt idx="1944">
                  <c:v>46034</c:v>
                </c:pt>
                <c:pt idx="1945">
                  <c:v>46035</c:v>
                </c:pt>
                <c:pt idx="1946">
                  <c:v>46036</c:v>
                </c:pt>
                <c:pt idx="1947">
                  <c:v>46037</c:v>
                </c:pt>
                <c:pt idx="1948">
                  <c:v>46041</c:v>
                </c:pt>
                <c:pt idx="1949">
                  <c:v>46042</c:v>
                </c:pt>
                <c:pt idx="1950">
                  <c:v>46043</c:v>
                </c:pt>
                <c:pt idx="1951">
                  <c:v>46044</c:v>
                </c:pt>
                <c:pt idx="1952">
                  <c:v>46045</c:v>
                </c:pt>
                <c:pt idx="1953">
                  <c:v>46048</c:v>
                </c:pt>
                <c:pt idx="1954">
                  <c:v>46049</c:v>
                </c:pt>
                <c:pt idx="1955">
                  <c:v>46050</c:v>
                </c:pt>
                <c:pt idx="1956">
                  <c:v>46051</c:v>
                </c:pt>
                <c:pt idx="1957">
                  <c:v>46052</c:v>
                </c:pt>
                <c:pt idx="1958">
                  <c:v>46055</c:v>
                </c:pt>
                <c:pt idx="1959">
                  <c:v>46056</c:v>
                </c:pt>
                <c:pt idx="1960">
                  <c:v>46057</c:v>
                </c:pt>
                <c:pt idx="1961">
                  <c:v>46058</c:v>
                </c:pt>
                <c:pt idx="1962">
                  <c:v>46059</c:v>
                </c:pt>
                <c:pt idx="1963">
                  <c:v>46062</c:v>
                </c:pt>
                <c:pt idx="1964">
                  <c:v>46063</c:v>
                </c:pt>
                <c:pt idx="1965">
                  <c:v>46064</c:v>
                </c:pt>
                <c:pt idx="1966">
                  <c:v>46065</c:v>
                </c:pt>
                <c:pt idx="1967">
                  <c:v>46066</c:v>
                </c:pt>
                <c:pt idx="1968">
                  <c:v>46071</c:v>
                </c:pt>
                <c:pt idx="1969">
                  <c:v>46072</c:v>
                </c:pt>
                <c:pt idx="1970">
                  <c:v>46073</c:v>
                </c:pt>
                <c:pt idx="1971">
                  <c:v>46076</c:v>
                </c:pt>
                <c:pt idx="1972">
                  <c:v>46077</c:v>
                </c:pt>
                <c:pt idx="1973">
                  <c:v>46078</c:v>
                </c:pt>
                <c:pt idx="1974">
                  <c:v>46079</c:v>
                </c:pt>
                <c:pt idx="1975">
                  <c:v>46080</c:v>
                </c:pt>
                <c:pt idx="1976">
                  <c:v>46083</c:v>
                </c:pt>
                <c:pt idx="1977">
                  <c:v>46084</c:v>
                </c:pt>
                <c:pt idx="1978">
                  <c:v>46085</c:v>
                </c:pt>
                <c:pt idx="1979">
                  <c:v>46086</c:v>
                </c:pt>
                <c:pt idx="1980">
                  <c:v>46087</c:v>
                </c:pt>
                <c:pt idx="1981">
                  <c:v>46090</c:v>
                </c:pt>
                <c:pt idx="1982">
                  <c:v>46091</c:v>
                </c:pt>
                <c:pt idx="1983">
                  <c:v>46092</c:v>
                </c:pt>
                <c:pt idx="1984">
                  <c:v>46093</c:v>
                </c:pt>
                <c:pt idx="1985">
                  <c:v>46094</c:v>
                </c:pt>
                <c:pt idx="1986">
                  <c:v>46097</c:v>
                </c:pt>
                <c:pt idx="1987">
                  <c:v>46098</c:v>
                </c:pt>
                <c:pt idx="1988">
                  <c:v>46106</c:v>
                </c:pt>
                <c:pt idx="1989">
                  <c:v>46107</c:v>
                </c:pt>
                <c:pt idx="1990">
                  <c:v>46108</c:v>
                </c:pt>
                <c:pt idx="1991">
                  <c:v>46111</c:v>
                </c:pt>
                <c:pt idx="1992">
                  <c:v>46112</c:v>
                </c:pt>
                <c:pt idx="1993">
                  <c:v>46113</c:v>
                </c:pt>
                <c:pt idx="1994">
                  <c:v>46114</c:v>
                </c:pt>
                <c:pt idx="1995">
                  <c:v>46118</c:v>
                </c:pt>
                <c:pt idx="1996">
                  <c:v>46119</c:v>
                </c:pt>
                <c:pt idx="1997">
                  <c:v>46120</c:v>
                </c:pt>
                <c:pt idx="1998">
                  <c:v>46121</c:v>
                </c:pt>
                <c:pt idx="1999">
                  <c:v>46122</c:v>
                </c:pt>
                <c:pt idx="2000" formatCode="d\-mmm\-yy">
                  <c:v>46125</c:v>
                </c:pt>
                <c:pt idx="2001" formatCode="d\-mmm\-yy">
                  <c:v>46126</c:v>
                </c:pt>
                <c:pt idx="2002" formatCode="d\-mmm\-yy">
                  <c:v>46127</c:v>
                </c:pt>
                <c:pt idx="2003" formatCode="d\-mmm\-yy">
                  <c:v>46128</c:v>
                </c:pt>
                <c:pt idx="2004" formatCode="d\-mmm\-yy">
                  <c:v>46129</c:v>
                </c:pt>
                <c:pt idx="2005" formatCode="d\-mmm\-yy">
                  <c:v>46132</c:v>
                </c:pt>
                <c:pt idx="2006" formatCode="d\-mmm\-yy">
                  <c:v>46133</c:v>
                </c:pt>
                <c:pt idx="2007" formatCode="d\-mmm\-yy">
                  <c:v>46134</c:v>
                </c:pt>
                <c:pt idx="2008" formatCode="d\-mmm\-yy">
                  <c:v>46135</c:v>
                </c:pt>
                <c:pt idx="2009" formatCode="d\-mmm\-yy">
                  <c:v>46136</c:v>
                </c:pt>
                <c:pt idx="2010" formatCode="d\-mmm\-yy">
                  <c:v>46139</c:v>
                </c:pt>
                <c:pt idx="2011" formatCode="d\-mmm\-yy">
                  <c:v>46140</c:v>
                </c:pt>
                <c:pt idx="2012" formatCode="d\-mmm\-yy">
                  <c:v>46141</c:v>
                </c:pt>
                <c:pt idx="2013" formatCode="d\-mmm\-yy">
                  <c:v>46142</c:v>
                </c:pt>
                <c:pt idx="2014" formatCode="d\-mmm\-yy">
                  <c:v>46147</c:v>
                </c:pt>
                <c:pt idx="2015" formatCode="d\-mmm\-yy">
                  <c:v>46148</c:v>
                </c:pt>
                <c:pt idx="2016" formatCode="d\-mmm\-yy">
                  <c:v>46149</c:v>
                </c:pt>
                <c:pt idx="2017" formatCode="d\-mmm\-yy">
                  <c:v>46150</c:v>
                </c:pt>
                <c:pt idx="2018" formatCode="d\-mmm\-yy">
                  <c:v>46153</c:v>
                </c:pt>
                <c:pt idx="2019" formatCode="d\-mmm\-yy">
                  <c:v>46154</c:v>
                </c:pt>
                <c:pt idx="2020" formatCode="d\-mmm\-yy">
                  <c:v>46155</c:v>
                </c:pt>
                <c:pt idx="2021" formatCode="d\-mmm\-yy">
                  <c:v>46160</c:v>
                </c:pt>
                <c:pt idx="2022" formatCode="d\-mmm\-yy">
                  <c:v>46161</c:v>
                </c:pt>
                <c:pt idx="2023" formatCode="d\-mmm\-yy">
                  <c:v>46162</c:v>
                </c:pt>
                <c:pt idx="2024" formatCode="d\-mmm\-yy">
                  <c:v>46163</c:v>
                </c:pt>
                <c:pt idx="2025" formatCode="d\-mmm\-yy">
                  <c:v>46164</c:v>
                </c:pt>
                <c:pt idx="2026" formatCode="d\-mmm\-yy">
                  <c:v>46167</c:v>
                </c:pt>
                <c:pt idx="2027" formatCode="d\-mmm\-yy">
                  <c:v>46168</c:v>
                </c:pt>
                <c:pt idx="2028" formatCode="d\-mmm\-yy">
                  <c:v>46171</c:v>
                </c:pt>
                <c:pt idx="2029" formatCode="d\-mmm\-yy">
                  <c:v>46175</c:v>
                </c:pt>
                <c:pt idx="2030" formatCode="d\-mmm\-yy">
                  <c:v>46176</c:v>
                </c:pt>
                <c:pt idx="2031" formatCode="d\-mmm\-yy">
                  <c:v>46177</c:v>
                </c:pt>
                <c:pt idx="2032" formatCode="d\-mmm\-yy">
                  <c:v>46178</c:v>
                </c:pt>
                <c:pt idx="2033" formatCode="d\-mmm\-yy">
                  <c:v>46181</c:v>
                </c:pt>
                <c:pt idx="2034" formatCode="d\-mmm\-yy">
                  <c:v>46182</c:v>
                </c:pt>
                <c:pt idx="2035" formatCode="d\-mmm\-yy">
                  <c:v>46183</c:v>
                </c:pt>
                <c:pt idx="2036" formatCode="d\-mmm\-yy">
                  <c:v>46184</c:v>
                </c:pt>
                <c:pt idx="2037" formatCode="d\-mmm\-yy">
                  <c:v>46185</c:v>
                </c:pt>
                <c:pt idx="2038" formatCode="d\-mmm\-yy">
                  <c:v>46188</c:v>
                </c:pt>
                <c:pt idx="2039" formatCode="d\-mmm\-yy">
                  <c:v>46190</c:v>
                </c:pt>
                <c:pt idx="2040" formatCode="d\-mmm\-yy">
                  <c:v>46191</c:v>
                </c:pt>
                <c:pt idx="2041" formatCode="d\-mmm\-yy">
                  <c:v>46192</c:v>
                </c:pt>
                <c:pt idx="2042" formatCode="d\-mmm\-yy">
                  <c:v>46195</c:v>
                </c:pt>
                <c:pt idx="2043" formatCode="d\-mmm\-yy">
                  <c:v>46196</c:v>
                </c:pt>
                <c:pt idx="2044" formatCode="d\-mmm\-yy">
                  <c:v>46197</c:v>
                </c:pt>
                <c:pt idx="2045" formatCode="d\-mmm\-yy">
                  <c:v>46198</c:v>
                </c:pt>
                <c:pt idx="2046" formatCode="d\-mmm\-yy">
                  <c:v>46199</c:v>
                </c:pt>
                <c:pt idx="2047" formatCode="d\-mmm\-yy">
                  <c:v>46202</c:v>
                </c:pt>
                <c:pt idx="2048" formatCode="d\-mmm\-yy">
                  <c:v>46203</c:v>
                </c:pt>
                <c:pt idx="2049" formatCode="d\-mmm\-yy">
                  <c:v>46204</c:v>
                </c:pt>
                <c:pt idx="2050" formatCode="d\-mmm\-yy">
                  <c:v>46205</c:v>
                </c:pt>
                <c:pt idx="2051" formatCode="d\-mmm\-yy">
                  <c:v>46206</c:v>
                </c:pt>
                <c:pt idx="2052" formatCode="d\-mmm\-yy">
                  <c:v>46209</c:v>
                </c:pt>
                <c:pt idx="2053" formatCode="d\-mmm\-yy">
                  <c:v>46210</c:v>
                </c:pt>
                <c:pt idx="2054" formatCode="d\-mmm\-yy">
                  <c:v>46211</c:v>
                </c:pt>
                <c:pt idx="2055" formatCode="d\-mmm\-yy">
                  <c:v>46212</c:v>
                </c:pt>
                <c:pt idx="2056" formatCode="d\-mmm\-yy">
                  <c:v>46213</c:v>
                </c:pt>
                <c:pt idx="2057" formatCode="d\-mmm\-yy">
                  <c:v>46216</c:v>
                </c:pt>
                <c:pt idx="2058" formatCode="d\-mmm\-yy">
                  <c:v>46217</c:v>
                </c:pt>
                <c:pt idx="2059" formatCode="d\-mmm\-yy">
                  <c:v>46218</c:v>
                </c:pt>
                <c:pt idx="2060" formatCode="d\-mmm\-yy">
                  <c:v>46219</c:v>
                </c:pt>
                <c:pt idx="2061" formatCode="d\-mmm\-yy">
                  <c:v>46220</c:v>
                </c:pt>
                <c:pt idx="2062" formatCode="d\-mmm\-yy">
                  <c:v>46223</c:v>
                </c:pt>
                <c:pt idx="2063" formatCode="d\-mmm\-yy">
                  <c:v>46224</c:v>
                </c:pt>
                <c:pt idx="2064" formatCode="d\-mmm\-yy">
                  <c:v>46225</c:v>
                </c:pt>
                <c:pt idx="2065" formatCode="d\-mmm\-yy">
                  <c:v>46226</c:v>
                </c:pt>
                <c:pt idx="2066" formatCode="d\-mmm\-yy">
                  <c:v>46227</c:v>
                </c:pt>
                <c:pt idx="2067" formatCode="d\-mmm\-yy">
                  <c:v>46230</c:v>
                </c:pt>
                <c:pt idx="2068" formatCode="d\-mmm\-yy">
                  <c:v>46231</c:v>
                </c:pt>
                <c:pt idx="2069" formatCode="d\-mmm\-yy">
                  <c:v>46232</c:v>
                </c:pt>
                <c:pt idx="2070" formatCode="d\-mmm\-yy">
                  <c:v>46233</c:v>
                </c:pt>
                <c:pt idx="2071" formatCode="d\-mmm\-yy">
                  <c:v>46234</c:v>
                </c:pt>
                <c:pt idx="2072" formatCode="d\-mmm\-yy">
                  <c:v>46237</c:v>
                </c:pt>
                <c:pt idx="2073" formatCode="d\-mmm\-yy">
                  <c:v>46238</c:v>
                </c:pt>
                <c:pt idx="2074" formatCode="d\-mmm\-yy">
                  <c:v>46239</c:v>
                </c:pt>
                <c:pt idx="2075" formatCode="d\-mmm\-yy">
                  <c:v>46240</c:v>
                </c:pt>
                <c:pt idx="2076" formatCode="d\-mmm\-yy">
                  <c:v>46241</c:v>
                </c:pt>
                <c:pt idx="2077" formatCode="d\-mmm\-yy">
                  <c:v>46244</c:v>
                </c:pt>
                <c:pt idx="2078" formatCode="d\-mmm\-yy">
                  <c:v>46245</c:v>
                </c:pt>
                <c:pt idx="2079" formatCode="d\-mmm\-yy">
                  <c:v>46246</c:v>
                </c:pt>
                <c:pt idx="2080" formatCode="d\-mmm\-yy">
                  <c:v>46247</c:v>
                </c:pt>
                <c:pt idx="2081" formatCode="d\-mmm\-yy">
                  <c:v>46248</c:v>
                </c:pt>
                <c:pt idx="2082" formatCode="d\-mmm\-yy">
                  <c:v>46252</c:v>
                </c:pt>
                <c:pt idx="2083" formatCode="d\-mmm\-yy">
                  <c:v>46253</c:v>
                </c:pt>
                <c:pt idx="2084" formatCode="d\-mmm\-yy">
                  <c:v>46254</c:v>
                </c:pt>
                <c:pt idx="2085" formatCode="d\-mmm\-yy">
                  <c:v>46255</c:v>
                </c:pt>
                <c:pt idx="2086" formatCode="d\-mmm\-yy">
                  <c:v>46258</c:v>
                </c:pt>
                <c:pt idx="2087" formatCode="d\-mmm\-yy">
                  <c:v>46260</c:v>
                </c:pt>
                <c:pt idx="2088" formatCode="d\-mmm\-yy">
                  <c:v>46261</c:v>
                </c:pt>
                <c:pt idx="2089" formatCode="d\-mmm\-yy">
                  <c:v>46262</c:v>
                </c:pt>
                <c:pt idx="2090" formatCode="d\-mmm\-yy">
                  <c:v>46265</c:v>
                </c:pt>
                <c:pt idx="2091" formatCode="d\-mmm\-yy">
                  <c:v>46266</c:v>
                </c:pt>
                <c:pt idx="2092" formatCode="d\-mmm\-yy">
                  <c:v>46267</c:v>
                </c:pt>
                <c:pt idx="2093" formatCode="d\-mmm\-yy">
                  <c:v>46268</c:v>
                </c:pt>
                <c:pt idx="2094" formatCode="d\-mmm\-yy">
                  <c:v>46269</c:v>
                </c:pt>
                <c:pt idx="2095" formatCode="d\-mmm\-yy">
                  <c:v>46272</c:v>
                </c:pt>
                <c:pt idx="2096" formatCode="d\-mmm\-yy">
                  <c:v>46273</c:v>
                </c:pt>
                <c:pt idx="2097" formatCode="d\-mmm\-yy">
                  <c:v>46274</c:v>
                </c:pt>
                <c:pt idx="2098" formatCode="d\-mmm\-yy">
                  <c:v>46275</c:v>
                </c:pt>
                <c:pt idx="2099" formatCode="d\-mmm\-yy">
                  <c:v>46276</c:v>
                </c:pt>
                <c:pt idx="2100" formatCode="d\-mmm\-yy">
                  <c:v>46279</c:v>
                </c:pt>
                <c:pt idx="2101" formatCode="d\-mmm\-yy">
                  <c:v>46280</c:v>
                </c:pt>
                <c:pt idx="2102" formatCode="d\-mmm\-yy">
                  <c:v>46281</c:v>
                </c:pt>
                <c:pt idx="2103" formatCode="d\-mmm\-yy">
                  <c:v>46282</c:v>
                </c:pt>
                <c:pt idx="2104" formatCode="d\-mmm\-yy">
                  <c:v>46283</c:v>
                </c:pt>
                <c:pt idx="2105" formatCode="d\-mmm\-yy">
                  <c:v>46286</c:v>
                </c:pt>
                <c:pt idx="2106" formatCode="d\-mmm\-yy">
                  <c:v>46287</c:v>
                </c:pt>
              </c:numCache>
            </c:numRef>
          </c:cat>
          <c:val>
            <c:numRef>
              <c:f>Sheet1!$C$2:$C$2108</c:f>
              <c:numCache>
                <c:formatCode>_(* #,##0.0_);_(* \(#,##0.0\);_(* "-"_);_(@_)</c:formatCode>
                <c:ptCount val="2107"/>
                <c:pt idx="0">
                  <c:v>88.831000000000003</c:v>
                </c:pt>
                <c:pt idx="1">
                  <c:v>87.284999999999997</c:v>
                </c:pt>
                <c:pt idx="2">
                  <c:v>87.174999999999997</c:v>
                </c:pt>
                <c:pt idx="3">
                  <c:v>86.585999999999999</c:v>
                </c:pt>
                <c:pt idx="4">
                  <c:v>85.456999999999994</c:v>
                </c:pt>
                <c:pt idx="5">
                  <c:v>85.247</c:v>
                </c:pt>
                <c:pt idx="6">
                  <c:v>85.320999999999998</c:v>
                </c:pt>
                <c:pt idx="7">
                  <c:v>85.122</c:v>
                </c:pt>
                <c:pt idx="8">
                  <c:v>83.549000000000007</c:v>
                </c:pt>
                <c:pt idx="9">
                  <c:v>80.043999999999997</c:v>
                </c:pt>
                <c:pt idx="10">
                  <c:v>78.697999999999993</c:v>
                </c:pt>
                <c:pt idx="11">
                  <c:v>76.92</c:v>
                </c:pt>
                <c:pt idx="12">
                  <c:v>77.332999999999998</c:v>
                </c:pt>
                <c:pt idx="13">
                  <c:v>78.600999999999999</c:v>
                </c:pt>
                <c:pt idx="14">
                  <c:v>79.021000000000001</c:v>
                </c:pt>
                <c:pt idx="15">
                  <c:v>79.361000000000004</c:v>
                </c:pt>
                <c:pt idx="16">
                  <c:v>78.947999999999993</c:v>
                </c:pt>
                <c:pt idx="17">
                  <c:v>79.447000000000003</c:v>
                </c:pt>
                <c:pt idx="18">
                  <c:v>79.98</c:v>
                </c:pt>
                <c:pt idx="19">
                  <c:v>80.888999999999996</c:v>
                </c:pt>
                <c:pt idx="20">
                  <c:v>81.263999999999996</c:v>
                </c:pt>
                <c:pt idx="21">
                  <c:v>79.975999999999999</c:v>
                </c:pt>
                <c:pt idx="22">
                  <c:v>78.545000000000002</c:v>
                </c:pt>
                <c:pt idx="23">
                  <c:v>79.540999999999997</c:v>
                </c:pt>
                <c:pt idx="24">
                  <c:v>78.519000000000005</c:v>
                </c:pt>
                <c:pt idx="25">
                  <c:v>78.497</c:v>
                </c:pt>
                <c:pt idx="26">
                  <c:v>81.792000000000002</c:v>
                </c:pt>
                <c:pt idx="27">
                  <c:v>81.39</c:v>
                </c:pt>
                <c:pt idx="28">
                  <c:v>79.909000000000006</c:v>
                </c:pt>
                <c:pt idx="29">
                  <c:v>81.146000000000001</c:v>
                </c:pt>
                <c:pt idx="30">
                  <c:v>83.801000000000002</c:v>
                </c:pt>
                <c:pt idx="31">
                  <c:v>87.334000000000003</c:v>
                </c:pt>
                <c:pt idx="32">
                  <c:v>84.974999999999994</c:v>
                </c:pt>
                <c:pt idx="33">
                  <c:v>88.747</c:v>
                </c:pt>
                <c:pt idx="34">
                  <c:v>95.259</c:v>
                </c:pt>
                <c:pt idx="35">
                  <c:v>95.272000000000006</c:v>
                </c:pt>
                <c:pt idx="36">
                  <c:v>92.450999999999993</c:v>
                </c:pt>
                <c:pt idx="37">
                  <c:v>92.483000000000004</c:v>
                </c:pt>
                <c:pt idx="38">
                  <c:v>87.67</c:v>
                </c:pt>
                <c:pt idx="39">
                  <c:v>86.007000000000005</c:v>
                </c:pt>
                <c:pt idx="40">
                  <c:v>87.462000000000003</c:v>
                </c:pt>
                <c:pt idx="41">
                  <c:v>87.221999999999994</c:v>
                </c:pt>
                <c:pt idx="42">
                  <c:v>88.138999999999996</c:v>
                </c:pt>
                <c:pt idx="43">
                  <c:v>88.141000000000005</c:v>
                </c:pt>
                <c:pt idx="44">
                  <c:v>86.643000000000001</c:v>
                </c:pt>
                <c:pt idx="45">
                  <c:v>85.343999999999994</c:v>
                </c:pt>
                <c:pt idx="46">
                  <c:v>85.177999999999997</c:v>
                </c:pt>
                <c:pt idx="47">
                  <c:v>86.307000000000002</c:v>
                </c:pt>
                <c:pt idx="48">
                  <c:v>87.125</c:v>
                </c:pt>
                <c:pt idx="49">
                  <c:v>86.927999999999997</c:v>
                </c:pt>
                <c:pt idx="50">
                  <c:v>86.775000000000006</c:v>
                </c:pt>
                <c:pt idx="51">
                  <c:v>90.066000000000003</c:v>
                </c:pt>
                <c:pt idx="52">
                  <c:v>89.87</c:v>
                </c:pt>
                <c:pt idx="53">
                  <c:v>89.111999999999995</c:v>
                </c:pt>
                <c:pt idx="54">
                  <c:v>86.988</c:v>
                </c:pt>
                <c:pt idx="55">
                  <c:v>87.075999999999993</c:v>
                </c:pt>
                <c:pt idx="56">
                  <c:v>88.908000000000001</c:v>
                </c:pt>
                <c:pt idx="57">
                  <c:v>90.087999999999994</c:v>
                </c:pt>
                <c:pt idx="58">
                  <c:v>89.486999999999995</c:v>
                </c:pt>
                <c:pt idx="59">
                  <c:v>90.225999999999999</c:v>
                </c:pt>
                <c:pt idx="60">
                  <c:v>101.133</c:v>
                </c:pt>
                <c:pt idx="61">
                  <c:v>101.075</c:v>
                </c:pt>
                <c:pt idx="62">
                  <c:v>101.574</c:v>
                </c:pt>
                <c:pt idx="63">
                  <c:v>105.458</c:v>
                </c:pt>
                <c:pt idx="64">
                  <c:v>106.21299999999999</c:v>
                </c:pt>
                <c:pt idx="65">
                  <c:v>104.03</c:v>
                </c:pt>
                <c:pt idx="66">
                  <c:v>103.7</c:v>
                </c:pt>
                <c:pt idx="67">
                  <c:v>103.264</c:v>
                </c:pt>
                <c:pt idx="68">
                  <c:v>102.014</c:v>
                </c:pt>
                <c:pt idx="69">
                  <c:v>102.30200000000001</c:v>
                </c:pt>
                <c:pt idx="70">
                  <c:v>102.56</c:v>
                </c:pt>
                <c:pt idx="71">
                  <c:v>101.456</c:v>
                </c:pt>
                <c:pt idx="72">
                  <c:v>100.139</c:v>
                </c:pt>
                <c:pt idx="73">
                  <c:v>100.321</c:v>
                </c:pt>
                <c:pt idx="74">
                  <c:v>98.451999999999998</c:v>
                </c:pt>
                <c:pt idx="75">
                  <c:v>100.991</c:v>
                </c:pt>
                <c:pt idx="76">
                  <c:v>100.634</c:v>
                </c:pt>
                <c:pt idx="77">
                  <c:v>98.798000000000002</c:v>
                </c:pt>
                <c:pt idx="78">
                  <c:v>97.138000000000005</c:v>
                </c:pt>
                <c:pt idx="79">
                  <c:v>96.081000000000003</c:v>
                </c:pt>
                <c:pt idx="80">
                  <c:v>95.977999999999994</c:v>
                </c:pt>
                <c:pt idx="81">
                  <c:v>96.44</c:v>
                </c:pt>
                <c:pt idx="82">
                  <c:v>98.391000000000005</c:v>
                </c:pt>
                <c:pt idx="83">
                  <c:v>101.72199999999999</c:v>
                </c:pt>
                <c:pt idx="84">
                  <c:v>101.666</c:v>
                </c:pt>
                <c:pt idx="85">
                  <c:v>105.33199999999999</c:v>
                </c:pt>
                <c:pt idx="86">
                  <c:v>105.886</c:v>
                </c:pt>
                <c:pt idx="87">
                  <c:v>104.91800000000001</c:v>
                </c:pt>
                <c:pt idx="88">
                  <c:v>103.532</c:v>
                </c:pt>
                <c:pt idx="89">
                  <c:v>106.52500000000001</c:v>
                </c:pt>
                <c:pt idx="90">
                  <c:v>109.736</c:v>
                </c:pt>
                <c:pt idx="91">
                  <c:v>117.31399999999999</c:v>
                </c:pt>
                <c:pt idx="92">
                  <c:v>122.378</c:v>
                </c:pt>
                <c:pt idx="93">
                  <c:v>129.96799999999999</c:v>
                </c:pt>
                <c:pt idx="94">
                  <c:v>127.46</c:v>
                </c:pt>
                <c:pt idx="95">
                  <c:v>112.378</c:v>
                </c:pt>
                <c:pt idx="96">
                  <c:v>112.82</c:v>
                </c:pt>
                <c:pt idx="97">
                  <c:v>116.645</c:v>
                </c:pt>
                <c:pt idx="98">
                  <c:v>122.824</c:v>
                </c:pt>
                <c:pt idx="99">
                  <c:v>122.616</c:v>
                </c:pt>
                <c:pt idx="100">
                  <c:v>123.73</c:v>
                </c:pt>
                <c:pt idx="101">
                  <c:v>124.88500000000001</c:v>
                </c:pt>
                <c:pt idx="102">
                  <c:v>122.69799999999999</c:v>
                </c:pt>
                <c:pt idx="103">
                  <c:v>123.104</c:v>
                </c:pt>
                <c:pt idx="104">
                  <c:v>121.43300000000001</c:v>
                </c:pt>
                <c:pt idx="105">
                  <c:v>117.54300000000001</c:v>
                </c:pt>
                <c:pt idx="106">
                  <c:v>114.04300000000001</c:v>
                </c:pt>
                <c:pt idx="107">
                  <c:v>117.77800000000001</c:v>
                </c:pt>
                <c:pt idx="108">
                  <c:v>117.557</c:v>
                </c:pt>
                <c:pt idx="109">
                  <c:v>122.66500000000001</c:v>
                </c:pt>
                <c:pt idx="110">
                  <c:v>122.039</c:v>
                </c:pt>
                <c:pt idx="111">
                  <c:v>124.762</c:v>
                </c:pt>
                <c:pt idx="112">
                  <c:v>124.586</c:v>
                </c:pt>
                <c:pt idx="113">
                  <c:v>128.815</c:v>
                </c:pt>
                <c:pt idx="114">
                  <c:v>135.40700000000001</c:v>
                </c:pt>
                <c:pt idx="115">
                  <c:v>137.32900000000001</c:v>
                </c:pt>
                <c:pt idx="116">
                  <c:v>134.79900000000001</c:v>
                </c:pt>
                <c:pt idx="117">
                  <c:v>134.87200000000001</c:v>
                </c:pt>
                <c:pt idx="118">
                  <c:v>136.15100000000001</c:v>
                </c:pt>
                <c:pt idx="119">
                  <c:v>138.61099999999999</c:v>
                </c:pt>
                <c:pt idx="120">
                  <c:v>144.471</c:v>
                </c:pt>
                <c:pt idx="121">
                  <c:v>136.20400000000001</c:v>
                </c:pt>
                <c:pt idx="122">
                  <c:v>140.71700000000001</c:v>
                </c:pt>
                <c:pt idx="123">
                  <c:v>138.31100000000001</c:v>
                </c:pt>
                <c:pt idx="124">
                  <c:v>135.36199999999999</c:v>
                </c:pt>
                <c:pt idx="125">
                  <c:v>135.99299999999999</c:v>
                </c:pt>
                <c:pt idx="126">
                  <c:v>135.73599999999999</c:v>
                </c:pt>
                <c:pt idx="127">
                  <c:v>129.93199999999999</c:v>
                </c:pt>
                <c:pt idx="128">
                  <c:v>125.43899999999999</c:v>
                </c:pt>
                <c:pt idx="129">
                  <c:v>125.634</c:v>
                </c:pt>
                <c:pt idx="130">
                  <c:v>124.852</c:v>
                </c:pt>
                <c:pt idx="131">
                  <c:v>120.43899999999999</c:v>
                </c:pt>
                <c:pt idx="132">
                  <c:v>116.84399999999999</c:v>
                </c:pt>
                <c:pt idx="133">
                  <c:v>116.295</c:v>
                </c:pt>
                <c:pt idx="134">
                  <c:v>116.273</c:v>
                </c:pt>
                <c:pt idx="135">
                  <c:v>116.753</c:v>
                </c:pt>
                <c:pt idx="136">
                  <c:v>118.446</c:v>
                </c:pt>
                <c:pt idx="137">
                  <c:v>115.72199999999999</c:v>
                </c:pt>
                <c:pt idx="138">
                  <c:v>113.244</c:v>
                </c:pt>
                <c:pt idx="139">
                  <c:v>109.78100000000001</c:v>
                </c:pt>
                <c:pt idx="140">
                  <c:v>107.26</c:v>
                </c:pt>
                <c:pt idx="141">
                  <c:v>108.175</c:v>
                </c:pt>
                <c:pt idx="142">
                  <c:v>109.169</c:v>
                </c:pt>
                <c:pt idx="143">
                  <c:v>110.836</c:v>
                </c:pt>
                <c:pt idx="144">
                  <c:v>111.54900000000001</c:v>
                </c:pt>
                <c:pt idx="145">
                  <c:v>115.251</c:v>
                </c:pt>
                <c:pt idx="146">
                  <c:v>114.89</c:v>
                </c:pt>
                <c:pt idx="147">
                  <c:v>113.667</c:v>
                </c:pt>
                <c:pt idx="148">
                  <c:v>110.239</c:v>
                </c:pt>
                <c:pt idx="149">
                  <c:v>111.697</c:v>
                </c:pt>
                <c:pt idx="150">
                  <c:v>111.309</c:v>
                </c:pt>
                <c:pt idx="151">
                  <c:v>117.36199999999999</c:v>
                </c:pt>
                <c:pt idx="152">
                  <c:v>127.605</c:v>
                </c:pt>
                <c:pt idx="153">
                  <c:v>124.05500000000001</c:v>
                </c:pt>
                <c:pt idx="154">
                  <c:v>123.84</c:v>
                </c:pt>
                <c:pt idx="155">
                  <c:v>124.05500000000001</c:v>
                </c:pt>
                <c:pt idx="156">
                  <c:v>123.46299999999999</c:v>
                </c:pt>
                <c:pt idx="157">
                  <c:v>121.991</c:v>
                </c:pt>
                <c:pt idx="158">
                  <c:v>119.896</c:v>
                </c:pt>
                <c:pt idx="159">
                  <c:v>120.087</c:v>
                </c:pt>
                <c:pt idx="160">
                  <c:v>117.315</c:v>
                </c:pt>
                <c:pt idx="161">
                  <c:v>116.044</c:v>
                </c:pt>
                <c:pt idx="162">
                  <c:v>117.518</c:v>
                </c:pt>
                <c:pt idx="163">
                  <c:v>119.56</c:v>
                </c:pt>
                <c:pt idx="164">
                  <c:v>123.77500000000001</c:v>
                </c:pt>
                <c:pt idx="165">
                  <c:v>128.44800000000001</c:v>
                </c:pt>
                <c:pt idx="166">
                  <c:v>136.691</c:v>
                </c:pt>
                <c:pt idx="167">
                  <c:v>148.47999999999999</c:v>
                </c:pt>
                <c:pt idx="168">
                  <c:v>143.673</c:v>
                </c:pt>
                <c:pt idx="169">
                  <c:v>141.55600000000001</c:v>
                </c:pt>
                <c:pt idx="170">
                  <c:v>143.369</c:v>
                </c:pt>
                <c:pt idx="171">
                  <c:v>142.80000000000001</c:v>
                </c:pt>
                <c:pt idx="172">
                  <c:v>138.59299999999999</c:v>
                </c:pt>
                <c:pt idx="173">
                  <c:v>133.78</c:v>
                </c:pt>
                <c:pt idx="174">
                  <c:v>136.63300000000001</c:v>
                </c:pt>
                <c:pt idx="175">
                  <c:v>135.11600000000001</c:v>
                </c:pt>
                <c:pt idx="176">
                  <c:v>134.65700000000001</c:v>
                </c:pt>
                <c:pt idx="177">
                  <c:v>137.06200000000001</c:v>
                </c:pt>
                <c:pt idx="178">
                  <c:v>135.57</c:v>
                </c:pt>
                <c:pt idx="179">
                  <c:v>134.11199999999999</c:v>
                </c:pt>
                <c:pt idx="180">
                  <c:v>135.459</c:v>
                </c:pt>
                <c:pt idx="181">
                  <c:v>133.64500000000001</c:v>
                </c:pt>
                <c:pt idx="182">
                  <c:v>131.15600000000001</c:v>
                </c:pt>
                <c:pt idx="183">
                  <c:v>130.11799999999999</c:v>
                </c:pt>
                <c:pt idx="184">
                  <c:v>129.5</c:v>
                </c:pt>
                <c:pt idx="185">
                  <c:v>133.92599999999999</c:v>
                </c:pt>
                <c:pt idx="186">
                  <c:v>133.67599999999999</c:v>
                </c:pt>
                <c:pt idx="187">
                  <c:v>139.38900000000001</c:v>
                </c:pt>
                <c:pt idx="188">
                  <c:v>142.345</c:v>
                </c:pt>
                <c:pt idx="189">
                  <c:v>148.63499999999999</c:v>
                </c:pt>
                <c:pt idx="190">
                  <c:v>147.36699999999999</c:v>
                </c:pt>
                <c:pt idx="191">
                  <c:v>144.995</c:v>
                </c:pt>
                <c:pt idx="192">
                  <c:v>148.22</c:v>
                </c:pt>
                <c:pt idx="193">
                  <c:v>146.25</c:v>
                </c:pt>
                <c:pt idx="194">
                  <c:v>146.30600000000001</c:v>
                </c:pt>
                <c:pt idx="195">
                  <c:v>147.06200000000001</c:v>
                </c:pt>
                <c:pt idx="196">
                  <c:v>146.56100000000001</c:v>
                </c:pt>
                <c:pt idx="197">
                  <c:v>146.279</c:v>
                </c:pt>
                <c:pt idx="198">
                  <c:v>148.38800000000001</c:v>
                </c:pt>
                <c:pt idx="199">
                  <c:v>148.16300000000001</c:v>
                </c:pt>
                <c:pt idx="200">
                  <c:v>150.916</c:v>
                </c:pt>
                <c:pt idx="201">
                  <c:v>153.614</c:v>
                </c:pt>
                <c:pt idx="202">
                  <c:v>155.578</c:v>
                </c:pt>
                <c:pt idx="203">
                  <c:v>159.13399999999999</c:v>
                </c:pt>
                <c:pt idx="204">
                  <c:v>159.47399999999999</c:v>
                </c:pt>
                <c:pt idx="205">
                  <c:v>159.26400000000001</c:v>
                </c:pt>
                <c:pt idx="206">
                  <c:v>159.44</c:v>
                </c:pt>
                <c:pt idx="207">
                  <c:v>159.00299999999999</c:v>
                </c:pt>
                <c:pt idx="208">
                  <c:v>153.00399999999999</c:v>
                </c:pt>
                <c:pt idx="209">
                  <c:v>150.94300000000001</c:v>
                </c:pt>
                <c:pt idx="210">
                  <c:v>148.965</c:v>
                </c:pt>
                <c:pt idx="211">
                  <c:v>146.542</c:v>
                </c:pt>
                <c:pt idx="212">
                  <c:v>142.06399999999999</c:v>
                </c:pt>
                <c:pt idx="213">
                  <c:v>143.48400000000001</c:v>
                </c:pt>
                <c:pt idx="214">
                  <c:v>145.08600000000001</c:v>
                </c:pt>
                <c:pt idx="215">
                  <c:v>146.13300000000001</c:v>
                </c:pt>
                <c:pt idx="216">
                  <c:v>147.45599999999999</c:v>
                </c:pt>
                <c:pt idx="217">
                  <c:v>146.05099999999999</c:v>
                </c:pt>
                <c:pt idx="218">
                  <c:v>146.27799999999999</c:v>
                </c:pt>
                <c:pt idx="219">
                  <c:v>148.12100000000001</c:v>
                </c:pt>
                <c:pt idx="220">
                  <c:v>151.48599999999999</c:v>
                </c:pt>
                <c:pt idx="221">
                  <c:v>152.67699999999999</c:v>
                </c:pt>
                <c:pt idx="222">
                  <c:v>151.9</c:v>
                </c:pt>
                <c:pt idx="223">
                  <c:v>149.197</c:v>
                </c:pt>
                <c:pt idx="224">
                  <c:v>149.01400000000001</c:v>
                </c:pt>
                <c:pt idx="225">
                  <c:v>148.65799999999999</c:v>
                </c:pt>
                <c:pt idx="226">
                  <c:v>143.38999999999999</c:v>
                </c:pt>
                <c:pt idx="227">
                  <c:v>142.19499999999999</c:v>
                </c:pt>
                <c:pt idx="228">
                  <c:v>137.827</c:v>
                </c:pt>
                <c:pt idx="229">
                  <c:v>137.73400000000001</c:v>
                </c:pt>
                <c:pt idx="230">
                  <c:v>140.26499999999999</c:v>
                </c:pt>
                <c:pt idx="231">
                  <c:v>142.048</c:v>
                </c:pt>
                <c:pt idx="232">
                  <c:v>142.119</c:v>
                </c:pt>
                <c:pt idx="233">
                  <c:v>145.67599999999999</c:v>
                </c:pt>
                <c:pt idx="234">
                  <c:v>141.55500000000001</c:v>
                </c:pt>
                <c:pt idx="235">
                  <c:v>139.124</c:v>
                </c:pt>
                <c:pt idx="236">
                  <c:v>134.30000000000001</c:v>
                </c:pt>
                <c:pt idx="237">
                  <c:v>133.97999999999999</c:v>
                </c:pt>
                <c:pt idx="238">
                  <c:v>133.82499999999999</c:v>
                </c:pt>
                <c:pt idx="239">
                  <c:v>133.64599999999999</c:v>
                </c:pt>
                <c:pt idx="240">
                  <c:v>130.785</c:v>
                </c:pt>
                <c:pt idx="241">
                  <c:v>135.435</c:v>
                </c:pt>
                <c:pt idx="242">
                  <c:v>139.12100000000001</c:v>
                </c:pt>
                <c:pt idx="243">
                  <c:v>143.31700000000001</c:v>
                </c:pt>
                <c:pt idx="244">
                  <c:v>139.77099999999999</c:v>
                </c:pt>
                <c:pt idx="245">
                  <c:v>138.08799999999999</c:v>
                </c:pt>
                <c:pt idx="246">
                  <c:v>141.40299999999999</c:v>
                </c:pt>
                <c:pt idx="247">
                  <c:v>142.25299999999999</c:v>
                </c:pt>
                <c:pt idx="248">
                  <c:v>139.45500000000001</c:v>
                </c:pt>
                <c:pt idx="249">
                  <c:v>136.00299999999999</c:v>
                </c:pt>
                <c:pt idx="250">
                  <c:v>132.80600000000001</c:v>
                </c:pt>
                <c:pt idx="251">
                  <c:v>128.137</c:v>
                </c:pt>
                <c:pt idx="252">
                  <c:v>128.77799999999999</c:v>
                </c:pt>
                <c:pt idx="253">
                  <c:v>125.754</c:v>
                </c:pt>
                <c:pt idx="254">
                  <c:v>129.89500000000001</c:v>
                </c:pt>
                <c:pt idx="255">
                  <c:v>128.65700000000001</c:v>
                </c:pt>
                <c:pt idx="256">
                  <c:v>125.366</c:v>
                </c:pt>
                <c:pt idx="257">
                  <c:v>125.59399999999999</c:v>
                </c:pt>
                <c:pt idx="258">
                  <c:v>124.977</c:v>
                </c:pt>
                <c:pt idx="259">
                  <c:v>122.97499999999999</c:v>
                </c:pt>
                <c:pt idx="260">
                  <c:v>124.613</c:v>
                </c:pt>
                <c:pt idx="261">
                  <c:v>123.18300000000001</c:v>
                </c:pt>
                <c:pt idx="262">
                  <c:v>120.72499999999999</c:v>
                </c:pt>
                <c:pt idx="263">
                  <c:v>117.941</c:v>
                </c:pt>
                <c:pt idx="264">
                  <c:v>118.935</c:v>
                </c:pt>
                <c:pt idx="265">
                  <c:v>119.747</c:v>
                </c:pt>
                <c:pt idx="266">
                  <c:v>118.116</c:v>
                </c:pt>
                <c:pt idx="267">
                  <c:v>111.249</c:v>
                </c:pt>
                <c:pt idx="268">
                  <c:v>112.05800000000001</c:v>
                </c:pt>
                <c:pt idx="269">
                  <c:v>113.03400000000001</c:v>
                </c:pt>
                <c:pt idx="270">
                  <c:v>112.002</c:v>
                </c:pt>
                <c:pt idx="271">
                  <c:v>112.46899999999999</c:v>
                </c:pt>
                <c:pt idx="272">
                  <c:v>115.44</c:v>
                </c:pt>
                <c:pt idx="273">
                  <c:v>115.747</c:v>
                </c:pt>
                <c:pt idx="274">
                  <c:v>114.334</c:v>
                </c:pt>
                <c:pt idx="275">
                  <c:v>109.91200000000001</c:v>
                </c:pt>
                <c:pt idx="276">
                  <c:v>110.06399999999999</c:v>
                </c:pt>
                <c:pt idx="277">
                  <c:v>113.324</c:v>
                </c:pt>
                <c:pt idx="278">
                  <c:v>111.81399999999999</c:v>
                </c:pt>
                <c:pt idx="279">
                  <c:v>109.50700000000001</c:v>
                </c:pt>
                <c:pt idx="280">
                  <c:v>108.292</c:v>
                </c:pt>
                <c:pt idx="281">
                  <c:v>108.738</c:v>
                </c:pt>
                <c:pt idx="282">
                  <c:v>108.992</c:v>
                </c:pt>
                <c:pt idx="283">
                  <c:v>106.283</c:v>
                </c:pt>
                <c:pt idx="284">
                  <c:v>106.19199999999999</c:v>
                </c:pt>
                <c:pt idx="285">
                  <c:v>105.32899999999999</c:v>
                </c:pt>
                <c:pt idx="286">
                  <c:v>103.828</c:v>
                </c:pt>
                <c:pt idx="287">
                  <c:v>99.260999999999996</c:v>
                </c:pt>
                <c:pt idx="288">
                  <c:v>97.085999999999999</c:v>
                </c:pt>
                <c:pt idx="289">
                  <c:v>94.787999999999997</c:v>
                </c:pt>
                <c:pt idx="290">
                  <c:v>96.656000000000006</c:v>
                </c:pt>
                <c:pt idx="291">
                  <c:v>103.824</c:v>
                </c:pt>
                <c:pt idx="292">
                  <c:v>87.731999999999999</c:v>
                </c:pt>
                <c:pt idx="293">
                  <c:v>84.682000000000002</c:v>
                </c:pt>
                <c:pt idx="294">
                  <c:v>85.543000000000006</c:v>
                </c:pt>
                <c:pt idx="295">
                  <c:v>83.751000000000005</c:v>
                </c:pt>
                <c:pt idx="296">
                  <c:v>85.53</c:v>
                </c:pt>
                <c:pt idx="297">
                  <c:v>82.629000000000005</c:v>
                </c:pt>
                <c:pt idx="298">
                  <c:v>82.400999999999996</c:v>
                </c:pt>
                <c:pt idx="299">
                  <c:v>91.405000000000001</c:v>
                </c:pt>
                <c:pt idx="300">
                  <c:v>91.2</c:v>
                </c:pt>
                <c:pt idx="301">
                  <c:v>89.489000000000004</c:v>
                </c:pt>
                <c:pt idx="302">
                  <c:v>93.409000000000006</c:v>
                </c:pt>
                <c:pt idx="303">
                  <c:v>90.103999999999999</c:v>
                </c:pt>
                <c:pt idx="304">
                  <c:v>90.590999999999994</c:v>
                </c:pt>
                <c:pt idx="305">
                  <c:v>93.628</c:v>
                </c:pt>
                <c:pt idx="306">
                  <c:v>91.77</c:v>
                </c:pt>
                <c:pt idx="307">
                  <c:v>91.77</c:v>
                </c:pt>
                <c:pt idx="308">
                  <c:v>91.77</c:v>
                </c:pt>
                <c:pt idx="309">
                  <c:v>91.77</c:v>
                </c:pt>
                <c:pt idx="310">
                  <c:v>91.77</c:v>
                </c:pt>
                <c:pt idx="311">
                  <c:v>91.77</c:v>
                </c:pt>
                <c:pt idx="312">
                  <c:v>91.77</c:v>
                </c:pt>
                <c:pt idx="313">
                  <c:v>99.174999999999997</c:v>
                </c:pt>
                <c:pt idx="314">
                  <c:v>98.403999999999996</c:v>
                </c:pt>
                <c:pt idx="315">
                  <c:v>97.882000000000005</c:v>
                </c:pt>
                <c:pt idx="316">
                  <c:v>97.882000000000005</c:v>
                </c:pt>
                <c:pt idx="317">
                  <c:v>97.882000000000005</c:v>
                </c:pt>
                <c:pt idx="318">
                  <c:v>97.882000000000005</c:v>
                </c:pt>
                <c:pt idx="319">
                  <c:v>97.882000000000005</c:v>
                </c:pt>
                <c:pt idx="320">
                  <c:v>92.304000000000002</c:v>
                </c:pt>
                <c:pt idx="321">
                  <c:v>91.64</c:v>
                </c:pt>
                <c:pt idx="322">
                  <c:v>98.16</c:v>
                </c:pt>
                <c:pt idx="323">
                  <c:v>96.22</c:v>
                </c:pt>
                <c:pt idx="324">
                  <c:v>93.7</c:v>
                </c:pt>
                <c:pt idx="325">
                  <c:v>94.796999999999997</c:v>
                </c:pt>
                <c:pt idx="326">
                  <c:v>95.465999999999994</c:v>
                </c:pt>
                <c:pt idx="327">
                  <c:v>96.603999999999999</c:v>
                </c:pt>
                <c:pt idx="328">
                  <c:v>99.831999999999994</c:v>
                </c:pt>
                <c:pt idx="329">
                  <c:v>99.792000000000002</c:v>
                </c:pt>
                <c:pt idx="330">
                  <c:v>103.38800000000001</c:v>
                </c:pt>
                <c:pt idx="331">
                  <c:v>105.241</c:v>
                </c:pt>
                <c:pt idx="332">
                  <c:v>103.06</c:v>
                </c:pt>
                <c:pt idx="333">
                  <c:v>103.06</c:v>
                </c:pt>
                <c:pt idx="334">
                  <c:v>107.544</c:v>
                </c:pt>
                <c:pt idx="335">
                  <c:v>104.81100000000001</c:v>
                </c:pt>
                <c:pt idx="336">
                  <c:v>103.334</c:v>
                </c:pt>
                <c:pt idx="337">
                  <c:v>105.289</c:v>
                </c:pt>
                <c:pt idx="338">
                  <c:v>105.19</c:v>
                </c:pt>
                <c:pt idx="339">
                  <c:v>105.02500000000001</c:v>
                </c:pt>
                <c:pt idx="340">
                  <c:v>106.09</c:v>
                </c:pt>
                <c:pt idx="341">
                  <c:v>108.18300000000001</c:v>
                </c:pt>
                <c:pt idx="342">
                  <c:v>108.157</c:v>
                </c:pt>
                <c:pt idx="343">
                  <c:v>107.437</c:v>
                </c:pt>
                <c:pt idx="344">
                  <c:v>109.20099999999999</c:v>
                </c:pt>
                <c:pt idx="345">
                  <c:v>113.48399999999999</c:v>
                </c:pt>
                <c:pt idx="346">
                  <c:v>114.312</c:v>
                </c:pt>
                <c:pt idx="347">
                  <c:v>101.255</c:v>
                </c:pt>
                <c:pt idx="348">
                  <c:v>101.08799999999999</c:v>
                </c:pt>
                <c:pt idx="349">
                  <c:v>102.313</c:v>
                </c:pt>
                <c:pt idx="350">
                  <c:v>102.349</c:v>
                </c:pt>
                <c:pt idx="351">
                  <c:v>102.848</c:v>
                </c:pt>
                <c:pt idx="352">
                  <c:v>102.30800000000001</c:v>
                </c:pt>
                <c:pt idx="353">
                  <c:v>102.30800000000001</c:v>
                </c:pt>
                <c:pt idx="354">
                  <c:v>102.30800000000001</c:v>
                </c:pt>
                <c:pt idx="355">
                  <c:v>102.30800000000001</c:v>
                </c:pt>
                <c:pt idx="356">
                  <c:v>102.30800000000001</c:v>
                </c:pt>
                <c:pt idx="357">
                  <c:v>102.30800000000001</c:v>
                </c:pt>
                <c:pt idx="358">
                  <c:v>102.30800000000001</c:v>
                </c:pt>
                <c:pt idx="359">
                  <c:v>102.30800000000001</c:v>
                </c:pt>
                <c:pt idx="360">
                  <c:v>102.30800000000001</c:v>
                </c:pt>
                <c:pt idx="361">
                  <c:v>102.30800000000001</c:v>
                </c:pt>
                <c:pt idx="362">
                  <c:v>102.30800000000001</c:v>
                </c:pt>
                <c:pt idx="363">
                  <c:v>102.30800000000001</c:v>
                </c:pt>
                <c:pt idx="364">
                  <c:v>87.518000000000001</c:v>
                </c:pt>
                <c:pt idx="365">
                  <c:v>85.906000000000006</c:v>
                </c:pt>
                <c:pt idx="366">
                  <c:v>87.251000000000005</c:v>
                </c:pt>
                <c:pt idx="367">
                  <c:v>88.759</c:v>
                </c:pt>
                <c:pt idx="368">
                  <c:v>89.274000000000001</c:v>
                </c:pt>
                <c:pt idx="369">
                  <c:v>87.793000000000006</c:v>
                </c:pt>
                <c:pt idx="370">
                  <c:v>86.775000000000006</c:v>
                </c:pt>
                <c:pt idx="371">
                  <c:v>86.707999999999998</c:v>
                </c:pt>
                <c:pt idx="372">
                  <c:v>86.225999999999999</c:v>
                </c:pt>
                <c:pt idx="373">
                  <c:v>86.078000000000003</c:v>
                </c:pt>
                <c:pt idx="374">
                  <c:v>86.825000000000003</c:v>
                </c:pt>
                <c:pt idx="375">
                  <c:v>87.385000000000005</c:v>
                </c:pt>
                <c:pt idx="376">
                  <c:v>86.245000000000005</c:v>
                </c:pt>
                <c:pt idx="377">
                  <c:v>86.656999999999996</c:v>
                </c:pt>
                <c:pt idx="378">
                  <c:v>85.819000000000003</c:v>
                </c:pt>
                <c:pt idx="379">
                  <c:v>85.558999999999997</c:v>
                </c:pt>
                <c:pt idx="380">
                  <c:v>82.289000000000001</c:v>
                </c:pt>
                <c:pt idx="381">
                  <c:v>81.784999999999997</c:v>
                </c:pt>
                <c:pt idx="382">
                  <c:v>81.477999999999994</c:v>
                </c:pt>
                <c:pt idx="383">
                  <c:v>82.033000000000001</c:v>
                </c:pt>
                <c:pt idx="384">
                  <c:v>81.963999999999999</c:v>
                </c:pt>
                <c:pt idx="385">
                  <c:v>84.718999999999994</c:v>
                </c:pt>
                <c:pt idx="386">
                  <c:v>89.805999999999997</c:v>
                </c:pt>
                <c:pt idx="387">
                  <c:v>95.644000000000005</c:v>
                </c:pt>
                <c:pt idx="388">
                  <c:v>92.843999999999994</c:v>
                </c:pt>
                <c:pt idx="389">
                  <c:v>93.424000000000007</c:v>
                </c:pt>
                <c:pt idx="390">
                  <c:v>93.326999999999998</c:v>
                </c:pt>
                <c:pt idx="391">
                  <c:v>92.177000000000007</c:v>
                </c:pt>
                <c:pt idx="392">
                  <c:v>95.263000000000005</c:v>
                </c:pt>
                <c:pt idx="393">
                  <c:v>95.944000000000003</c:v>
                </c:pt>
                <c:pt idx="394">
                  <c:v>93.391999999999996</c:v>
                </c:pt>
                <c:pt idx="395">
                  <c:v>96.706999999999994</c:v>
                </c:pt>
                <c:pt idx="396">
                  <c:v>94.16</c:v>
                </c:pt>
                <c:pt idx="397">
                  <c:v>93.350999999999999</c:v>
                </c:pt>
                <c:pt idx="398">
                  <c:v>93.504999999999995</c:v>
                </c:pt>
                <c:pt idx="399">
                  <c:v>93.099000000000004</c:v>
                </c:pt>
                <c:pt idx="400">
                  <c:v>91.977000000000004</c:v>
                </c:pt>
                <c:pt idx="401">
                  <c:v>90.346000000000004</c:v>
                </c:pt>
                <c:pt idx="402">
                  <c:v>92.744</c:v>
                </c:pt>
                <c:pt idx="403">
                  <c:v>93.441999999999993</c:v>
                </c:pt>
                <c:pt idx="404">
                  <c:v>93.617999999999995</c:v>
                </c:pt>
                <c:pt idx="405">
                  <c:v>91.968999999999994</c:v>
                </c:pt>
                <c:pt idx="406">
                  <c:v>89.721000000000004</c:v>
                </c:pt>
                <c:pt idx="407">
                  <c:v>89.147000000000006</c:v>
                </c:pt>
                <c:pt idx="408">
                  <c:v>89.171000000000006</c:v>
                </c:pt>
                <c:pt idx="409">
                  <c:v>84.736000000000004</c:v>
                </c:pt>
                <c:pt idx="410">
                  <c:v>80.375</c:v>
                </c:pt>
                <c:pt idx="411">
                  <c:v>79.108999999999995</c:v>
                </c:pt>
                <c:pt idx="412">
                  <c:v>77.980999999999995</c:v>
                </c:pt>
                <c:pt idx="413">
                  <c:v>77.197999999999993</c:v>
                </c:pt>
                <c:pt idx="414">
                  <c:v>77.025999999999996</c:v>
                </c:pt>
                <c:pt idx="415">
                  <c:v>76.756</c:v>
                </c:pt>
                <c:pt idx="416">
                  <c:v>75.381</c:v>
                </c:pt>
                <c:pt idx="417">
                  <c:v>75.381</c:v>
                </c:pt>
                <c:pt idx="418">
                  <c:v>75.381</c:v>
                </c:pt>
                <c:pt idx="419">
                  <c:v>76.477000000000004</c:v>
                </c:pt>
                <c:pt idx="420">
                  <c:v>77.03</c:v>
                </c:pt>
                <c:pt idx="421">
                  <c:v>77.03</c:v>
                </c:pt>
                <c:pt idx="422">
                  <c:v>77.03</c:v>
                </c:pt>
                <c:pt idx="423">
                  <c:v>77.03</c:v>
                </c:pt>
                <c:pt idx="424">
                  <c:v>77.03</c:v>
                </c:pt>
                <c:pt idx="425">
                  <c:v>77.03</c:v>
                </c:pt>
                <c:pt idx="426">
                  <c:v>77.03</c:v>
                </c:pt>
                <c:pt idx="427">
                  <c:v>77.03</c:v>
                </c:pt>
                <c:pt idx="428">
                  <c:v>90.343000000000004</c:v>
                </c:pt>
                <c:pt idx="429">
                  <c:v>93.072000000000003</c:v>
                </c:pt>
                <c:pt idx="430">
                  <c:v>93.700999999999993</c:v>
                </c:pt>
                <c:pt idx="431">
                  <c:v>93.433999999999997</c:v>
                </c:pt>
                <c:pt idx="432">
                  <c:v>93.433999999999997</c:v>
                </c:pt>
                <c:pt idx="433">
                  <c:v>92.325999999999993</c:v>
                </c:pt>
                <c:pt idx="434">
                  <c:v>92.257000000000005</c:v>
                </c:pt>
                <c:pt idx="435">
                  <c:v>91.317999999999998</c:v>
                </c:pt>
                <c:pt idx="436">
                  <c:v>89.126999999999995</c:v>
                </c:pt>
                <c:pt idx="437">
                  <c:v>88.394000000000005</c:v>
                </c:pt>
                <c:pt idx="438">
                  <c:v>87.132999999999996</c:v>
                </c:pt>
                <c:pt idx="439">
                  <c:v>85.668999999999997</c:v>
                </c:pt>
                <c:pt idx="440">
                  <c:v>84.66</c:v>
                </c:pt>
                <c:pt idx="441">
                  <c:v>82.442999999999998</c:v>
                </c:pt>
                <c:pt idx="442">
                  <c:v>81.867000000000004</c:v>
                </c:pt>
                <c:pt idx="443">
                  <c:v>79.341999999999999</c:v>
                </c:pt>
                <c:pt idx="444">
                  <c:v>79.555000000000007</c:v>
                </c:pt>
                <c:pt idx="445">
                  <c:v>78.972999999999999</c:v>
                </c:pt>
                <c:pt idx="446">
                  <c:v>78.087999999999994</c:v>
                </c:pt>
                <c:pt idx="447">
                  <c:v>76.909000000000006</c:v>
                </c:pt>
                <c:pt idx="448">
                  <c:v>75.085999999999999</c:v>
                </c:pt>
                <c:pt idx="449">
                  <c:v>75.783000000000001</c:v>
                </c:pt>
                <c:pt idx="450">
                  <c:v>75.783000000000001</c:v>
                </c:pt>
                <c:pt idx="451">
                  <c:v>76.031000000000006</c:v>
                </c:pt>
                <c:pt idx="452">
                  <c:v>74.477999999999994</c:v>
                </c:pt>
                <c:pt idx="453">
                  <c:v>72.242999999999995</c:v>
                </c:pt>
                <c:pt idx="454">
                  <c:v>73.14</c:v>
                </c:pt>
                <c:pt idx="455">
                  <c:v>72.554000000000002</c:v>
                </c:pt>
                <c:pt idx="456">
                  <c:v>71.138000000000005</c:v>
                </c:pt>
                <c:pt idx="457">
                  <c:v>73.180999999999997</c:v>
                </c:pt>
                <c:pt idx="458">
                  <c:v>71.733000000000004</c:v>
                </c:pt>
                <c:pt idx="459">
                  <c:v>73.102999999999994</c:v>
                </c:pt>
                <c:pt idx="460">
                  <c:v>73.725999999999999</c:v>
                </c:pt>
                <c:pt idx="461">
                  <c:v>72.974999999999994</c:v>
                </c:pt>
                <c:pt idx="462">
                  <c:v>71.953999999999994</c:v>
                </c:pt>
                <c:pt idx="463">
                  <c:v>72.412999999999997</c:v>
                </c:pt>
                <c:pt idx="464">
                  <c:v>75.093999999999994</c:v>
                </c:pt>
                <c:pt idx="465">
                  <c:v>75.432000000000002</c:v>
                </c:pt>
                <c:pt idx="466">
                  <c:v>75.054000000000002</c:v>
                </c:pt>
                <c:pt idx="467">
                  <c:v>74.203000000000003</c:v>
                </c:pt>
                <c:pt idx="468">
                  <c:v>74.043000000000006</c:v>
                </c:pt>
                <c:pt idx="469">
                  <c:v>73.302999999999997</c:v>
                </c:pt>
                <c:pt idx="470">
                  <c:v>73.953000000000003</c:v>
                </c:pt>
                <c:pt idx="471">
                  <c:v>73.539000000000001</c:v>
                </c:pt>
                <c:pt idx="472">
                  <c:v>73.468999999999994</c:v>
                </c:pt>
                <c:pt idx="473">
                  <c:v>74.543999999999997</c:v>
                </c:pt>
                <c:pt idx="474">
                  <c:v>74.781000000000006</c:v>
                </c:pt>
                <c:pt idx="475">
                  <c:v>73.664000000000001</c:v>
                </c:pt>
                <c:pt idx="476">
                  <c:v>73.015000000000001</c:v>
                </c:pt>
                <c:pt idx="477">
                  <c:v>72.456000000000003</c:v>
                </c:pt>
                <c:pt idx="478">
                  <c:v>72.239999999999995</c:v>
                </c:pt>
                <c:pt idx="479">
                  <c:v>71.796000000000006</c:v>
                </c:pt>
                <c:pt idx="480">
                  <c:v>70.608999999999995</c:v>
                </c:pt>
                <c:pt idx="481">
                  <c:v>67.721000000000004</c:v>
                </c:pt>
                <c:pt idx="482">
                  <c:v>67.721000000000004</c:v>
                </c:pt>
                <c:pt idx="483">
                  <c:v>67.721000000000004</c:v>
                </c:pt>
                <c:pt idx="484">
                  <c:v>67.721000000000004</c:v>
                </c:pt>
                <c:pt idx="485">
                  <c:v>67.721000000000004</c:v>
                </c:pt>
                <c:pt idx="486">
                  <c:v>67.721000000000004</c:v>
                </c:pt>
                <c:pt idx="487">
                  <c:v>67.721000000000004</c:v>
                </c:pt>
                <c:pt idx="488">
                  <c:v>67.721000000000004</c:v>
                </c:pt>
                <c:pt idx="489">
                  <c:v>67.721000000000004</c:v>
                </c:pt>
                <c:pt idx="490">
                  <c:v>67.721000000000004</c:v>
                </c:pt>
                <c:pt idx="491">
                  <c:v>62.457000000000001</c:v>
                </c:pt>
                <c:pt idx="492">
                  <c:v>64.082999999999998</c:v>
                </c:pt>
                <c:pt idx="493">
                  <c:v>65.323999999999998</c:v>
                </c:pt>
                <c:pt idx="494">
                  <c:v>63.384</c:v>
                </c:pt>
                <c:pt idx="495">
                  <c:v>65.159000000000006</c:v>
                </c:pt>
                <c:pt idx="496">
                  <c:v>62.823999999999998</c:v>
                </c:pt>
                <c:pt idx="497">
                  <c:v>62.469000000000001</c:v>
                </c:pt>
                <c:pt idx="498">
                  <c:v>62.469000000000001</c:v>
                </c:pt>
                <c:pt idx="499">
                  <c:v>60.741999999999997</c:v>
                </c:pt>
                <c:pt idx="500">
                  <c:v>60.887999999999998</c:v>
                </c:pt>
                <c:pt idx="501">
                  <c:v>59.588999999999999</c:v>
                </c:pt>
                <c:pt idx="502">
                  <c:v>59.942</c:v>
                </c:pt>
                <c:pt idx="503">
                  <c:v>59.91</c:v>
                </c:pt>
                <c:pt idx="504">
                  <c:v>61.427999999999997</c:v>
                </c:pt>
                <c:pt idx="505">
                  <c:v>62.582999999999998</c:v>
                </c:pt>
                <c:pt idx="506">
                  <c:v>63.029000000000003</c:v>
                </c:pt>
                <c:pt idx="507">
                  <c:v>62.970999999999997</c:v>
                </c:pt>
                <c:pt idx="508">
                  <c:v>62.970999999999997</c:v>
                </c:pt>
                <c:pt idx="509">
                  <c:v>68.525999999999996</c:v>
                </c:pt>
                <c:pt idx="510">
                  <c:v>64.352999999999994</c:v>
                </c:pt>
                <c:pt idx="511">
                  <c:v>67.174999999999997</c:v>
                </c:pt>
                <c:pt idx="512">
                  <c:v>65.981999999999999</c:v>
                </c:pt>
                <c:pt idx="513">
                  <c:v>65.888000000000005</c:v>
                </c:pt>
                <c:pt idx="514">
                  <c:v>63.831000000000003</c:v>
                </c:pt>
                <c:pt idx="515">
                  <c:v>61.68</c:v>
                </c:pt>
                <c:pt idx="516">
                  <c:v>62.101999999999997</c:v>
                </c:pt>
                <c:pt idx="517">
                  <c:v>64.001999999999995</c:v>
                </c:pt>
                <c:pt idx="518">
                  <c:v>63.978000000000002</c:v>
                </c:pt>
                <c:pt idx="519">
                  <c:v>62.628999999999998</c:v>
                </c:pt>
                <c:pt idx="520">
                  <c:v>60.902000000000001</c:v>
                </c:pt>
                <c:pt idx="521">
                  <c:v>61.79</c:v>
                </c:pt>
                <c:pt idx="522">
                  <c:v>60.398000000000003</c:v>
                </c:pt>
                <c:pt idx="523">
                  <c:v>59.997999999999998</c:v>
                </c:pt>
                <c:pt idx="524">
                  <c:v>60.048000000000002</c:v>
                </c:pt>
                <c:pt idx="525">
                  <c:v>58.726999999999997</c:v>
                </c:pt>
                <c:pt idx="526">
                  <c:v>58.703000000000003</c:v>
                </c:pt>
                <c:pt idx="527">
                  <c:v>59.826000000000001</c:v>
                </c:pt>
                <c:pt idx="528">
                  <c:v>63.048999999999999</c:v>
                </c:pt>
                <c:pt idx="529">
                  <c:v>63.232999999999997</c:v>
                </c:pt>
                <c:pt idx="530">
                  <c:v>67.763999999999996</c:v>
                </c:pt>
                <c:pt idx="531">
                  <c:v>74.082999999999998</c:v>
                </c:pt>
                <c:pt idx="532">
                  <c:v>94.355000000000004</c:v>
                </c:pt>
                <c:pt idx="533">
                  <c:v>93.278999999999996</c:v>
                </c:pt>
                <c:pt idx="534">
                  <c:v>88.872</c:v>
                </c:pt>
                <c:pt idx="535">
                  <c:v>88.316999999999993</c:v>
                </c:pt>
                <c:pt idx="536">
                  <c:v>88.218000000000004</c:v>
                </c:pt>
                <c:pt idx="537">
                  <c:v>100.501</c:v>
                </c:pt>
                <c:pt idx="538">
                  <c:v>140.56700000000001</c:v>
                </c:pt>
                <c:pt idx="539">
                  <c:v>126.387</c:v>
                </c:pt>
                <c:pt idx="540">
                  <c:v>146.566</c:v>
                </c:pt>
                <c:pt idx="541">
                  <c:v>193.14699999999999</c:v>
                </c:pt>
                <c:pt idx="542">
                  <c:v>156.97300000000001</c:v>
                </c:pt>
                <c:pt idx="543">
                  <c:v>207.756</c:v>
                </c:pt>
                <c:pt idx="544">
                  <c:v>210.31399999999999</c:v>
                </c:pt>
                <c:pt idx="545">
                  <c:v>220.648</c:v>
                </c:pt>
                <c:pt idx="546">
                  <c:v>270.495</c:v>
                </c:pt>
                <c:pt idx="547">
                  <c:v>246.12200000000001</c:v>
                </c:pt>
                <c:pt idx="548">
                  <c:v>292.25</c:v>
                </c:pt>
                <c:pt idx="549">
                  <c:v>263.85000000000002</c:v>
                </c:pt>
                <c:pt idx="550">
                  <c:v>214.32900000000001</c:v>
                </c:pt>
                <c:pt idx="551">
                  <c:v>194.45400000000001</c:v>
                </c:pt>
                <c:pt idx="552">
                  <c:v>194.45400000000001</c:v>
                </c:pt>
                <c:pt idx="553">
                  <c:v>210.40100000000001</c:v>
                </c:pt>
                <c:pt idx="554">
                  <c:v>235.077</c:v>
                </c:pt>
                <c:pt idx="555">
                  <c:v>250.41300000000001</c:v>
                </c:pt>
                <c:pt idx="556">
                  <c:v>257.98599999999999</c:v>
                </c:pt>
                <c:pt idx="557">
                  <c:v>249.38</c:v>
                </c:pt>
                <c:pt idx="558">
                  <c:v>236.61500000000001</c:v>
                </c:pt>
                <c:pt idx="559">
                  <c:v>232.631</c:v>
                </c:pt>
                <c:pt idx="560">
                  <c:v>218.16200000000001</c:v>
                </c:pt>
                <c:pt idx="561">
                  <c:v>214.041</c:v>
                </c:pt>
                <c:pt idx="562">
                  <c:v>205.53700000000001</c:v>
                </c:pt>
                <c:pt idx="563">
                  <c:v>212.751</c:v>
                </c:pt>
                <c:pt idx="564">
                  <c:v>201.40700000000001</c:v>
                </c:pt>
                <c:pt idx="565">
                  <c:v>196.05099999999999</c:v>
                </c:pt>
                <c:pt idx="566">
                  <c:v>203.94499999999999</c:v>
                </c:pt>
                <c:pt idx="567">
                  <c:v>217.096</c:v>
                </c:pt>
                <c:pt idx="568">
                  <c:v>232.89500000000001</c:v>
                </c:pt>
                <c:pt idx="569">
                  <c:v>225.26499999999999</c:v>
                </c:pt>
                <c:pt idx="570">
                  <c:v>224.68100000000001</c:v>
                </c:pt>
                <c:pt idx="571">
                  <c:v>225.45099999999999</c:v>
                </c:pt>
                <c:pt idx="572">
                  <c:v>225.303</c:v>
                </c:pt>
                <c:pt idx="573">
                  <c:v>215.113</c:v>
                </c:pt>
                <c:pt idx="574">
                  <c:v>211.22800000000001</c:v>
                </c:pt>
                <c:pt idx="575">
                  <c:v>220.30699999999999</c:v>
                </c:pt>
                <c:pt idx="576">
                  <c:v>218.65799999999999</c:v>
                </c:pt>
                <c:pt idx="577">
                  <c:v>208.429</c:v>
                </c:pt>
                <c:pt idx="578">
                  <c:v>208.096</c:v>
                </c:pt>
                <c:pt idx="579">
                  <c:v>206.035</c:v>
                </c:pt>
                <c:pt idx="580">
                  <c:v>201.774</c:v>
                </c:pt>
                <c:pt idx="581">
                  <c:v>200.173</c:v>
                </c:pt>
                <c:pt idx="582">
                  <c:v>204.98400000000001</c:v>
                </c:pt>
                <c:pt idx="583">
                  <c:v>204.6</c:v>
                </c:pt>
                <c:pt idx="584">
                  <c:v>200.08799999999999</c:v>
                </c:pt>
                <c:pt idx="585">
                  <c:v>187.786</c:v>
                </c:pt>
                <c:pt idx="586">
                  <c:v>183.732</c:v>
                </c:pt>
                <c:pt idx="587">
                  <c:v>181.476</c:v>
                </c:pt>
                <c:pt idx="588">
                  <c:v>163.09399999999999</c:v>
                </c:pt>
                <c:pt idx="589">
                  <c:v>161.81700000000001</c:v>
                </c:pt>
                <c:pt idx="590">
                  <c:v>175.89099999999999</c:v>
                </c:pt>
                <c:pt idx="591">
                  <c:v>153.328</c:v>
                </c:pt>
                <c:pt idx="592">
                  <c:v>139.23699999999999</c:v>
                </c:pt>
                <c:pt idx="593">
                  <c:v>132.916</c:v>
                </c:pt>
                <c:pt idx="594">
                  <c:v>124.54300000000001</c:v>
                </c:pt>
                <c:pt idx="595">
                  <c:v>109.708</c:v>
                </c:pt>
                <c:pt idx="596">
                  <c:v>113.384</c:v>
                </c:pt>
                <c:pt idx="597">
                  <c:v>117.98699999999999</c:v>
                </c:pt>
                <c:pt idx="598">
                  <c:v>127.512</c:v>
                </c:pt>
                <c:pt idx="599">
                  <c:v>156.62700000000001</c:v>
                </c:pt>
                <c:pt idx="600">
                  <c:v>159.18199999999999</c:v>
                </c:pt>
                <c:pt idx="601">
                  <c:v>124.096</c:v>
                </c:pt>
                <c:pt idx="602">
                  <c:v>120.13200000000001</c:v>
                </c:pt>
                <c:pt idx="603">
                  <c:v>125.79300000000001</c:v>
                </c:pt>
                <c:pt idx="604">
                  <c:v>123.779</c:v>
                </c:pt>
                <c:pt idx="605">
                  <c:v>125.819</c:v>
                </c:pt>
                <c:pt idx="606">
                  <c:v>125.27500000000001</c:v>
                </c:pt>
                <c:pt idx="607">
                  <c:v>126.434</c:v>
                </c:pt>
                <c:pt idx="608">
                  <c:v>132.209</c:v>
                </c:pt>
                <c:pt idx="609">
                  <c:v>130.53100000000001</c:v>
                </c:pt>
                <c:pt idx="610">
                  <c:v>135.47399999999999</c:v>
                </c:pt>
                <c:pt idx="611">
                  <c:v>133.601</c:v>
                </c:pt>
                <c:pt idx="612">
                  <c:v>129.40799999999999</c:v>
                </c:pt>
                <c:pt idx="613">
                  <c:v>124.066</c:v>
                </c:pt>
                <c:pt idx="614">
                  <c:v>120.889</c:v>
                </c:pt>
                <c:pt idx="615">
                  <c:v>119.983</c:v>
                </c:pt>
                <c:pt idx="616">
                  <c:v>120.479</c:v>
                </c:pt>
                <c:pt idx="617">
                  <c:v>122.905</c:v>
                </c:pt>
                <c:pt idx="618">
                  <c:v>123.066</c:v>
                </c:pt>
                <c:pt idx="619">
                  <c:v>125.625</c:v>
                </c:pt>
                <c:pt idx="620">
                  <c:v>124.48</c:v>
                </c:pt>
                <c:pt idx="621">
                  <c:v>127.045</c:v>
                </c:pt>
                <c:pt idx="622">
                  <c:v>125.44</c:v>
                </c:pt>
                <c:pt idx="623">
                  <c:v>127.626</c:v>
                </c:pt>
                <c:pt idx="624">
                  <c:v>127.095</c:v>
                </c:pt>
                <c:pt idx="625">
                  <c:v>126.123</c:v>
                </c:pt>
                <c:pt idx="626">
                  <c:v>120.572</c:v>
                </c:pt>
                <c:pt idx="627">
                  <c:v>117.688</c:v>
                </c:pt>
                <c:pt idx="628">
                  <c:v>113.575</c:v>
                </c:pt>
                <c:pt idx="629">
                  <c:v>118.236</c:v>
                </c:pt>
                <c:pt idx="630">
                  <c:v>117.66500000000001</c:v>
                </c:pt>
                <c:pt idx="631">
                  <c:v>117.04</c:v>
                </c:pt>
                <c:pt idx="632">
                  <c:v>117.717</c:v>
                </c:pt>
                <c:pt idx="633">
                  <c:v>117.81399999999999</c:v>
                </c:pt>
                <c:pt idx="634">
                  <c:v>115.285</c:v>
                </c:pt>
                <c:pt idx="635">
                  <c:v>115.285</c:v>
                </c:pt>
                <c:pt idx="636">
                  <c:v>115.285</c:v>
                </c:pt>
                <c:pt idx="637">
                  <c:v>115.285</c:v>
                </c:pt>
                <c:pt idx="638">
                  <c:v>115.285</c:v>
                </c:pt>
                <c:pt idx="639">
                  <c:v>115.285</c:v>
                </c:pt>
                <c:pt idx="640">
                  <c:v>106.38500000000001</c:v>
                </c:pt>
                <c:pt idx="641">
                  <c:v>104.95699999999999</c:v>
                </c:pt>
                <c:pt idx="642">
                  <c:v>102.84</c:v>
                </c:pt>
                <c:pt idx="643">
                  <c:v>105.358</c:v>
                </c:pt>
                <c:pt idx="644">
                  <c:v>103.066</c:v>
                </c:pt>
                <c:pt idx="645">
                  <c:v>101.952</c:v>
                </c:pt>
                <c:pt idx="646">
                  <c:v>103.607</c:v>
                </c:pt>
                <c:pt idx="647">
                  <c:v>103.607</c:v>
                </c:pt>
                <c:pt idx="648">
                  <c:v>103.607</c:v>
                </c:pt>
                <c:pt idx="649">
                  <c:v>103.607</c:v>
                </c:pt>
                <c:pt idx="650">
                  <c:v>103.607</c:v>
                </c:pt>
                <c:pt idx="651">
                  <c:v>103.607</c:v>
                </c:pt>
                <c:pt idx="652">
                  <c:v>103.607</c:v>
                </c:pt>
                <c:pt idx="653">
                  <c:v>86.278999999999996</c:v>
                </c:pt>
                <c:pt idx="654">
                  <c:v>86.278999999999996</c:v>
                </c:pt>
                <c:pt idx="655">
                  <c:v>86.278999999999996</c:v>
                </c:pt>
                <c:pt idx="656">
                  <c:v>88.963999999999999</c:v>
                </c:pt>
                <c:pt idx="657">
                  <c:v>89.245999999999995</c:v>
                </c:pt>
                <c:pt idx="658">
                  <c:v>89.245999999999995</c:v>
                </c:pt>
                <c:pt idx="659">
                  <c:v>89.245999999999995</c:v>
                </c:pt>
                <c:pt idx="660">
                  <c:v>89.245999999999995</c:v>
                </c:pt>
                <c:pt idx="661">
                  <c:v>90.866</c:v>
                </c:pt>
                <c:pt idx="662">
                  <c:v>90.866</c:v>
                </c:pt>
                <c:pt idx="663">
                  <c:v>90.650999999999996</c:v>
                </c:pt>
                <c:pt idx="664">
                  <c:v>90.650999999999996</c:v>
                </c:pt>
                <c:pt idx="665">
                  <c:v>92.713999999999999</c:v>
                </c:pt>
                <c:pt idx="666">
                  <c:v>107.42700000000001</c:v>
                </c:pt>
                <c:pt idx="667">
                  <c:v>110.51900000000001</c:v>
                </c:pt>
                <c:pt idx="668">
                  <c:v>109.95399999999999</c:v>
                </c:pt>
                <c:pt idx="669">
                  <c:v>119.40600000000001</c:v>
                </c:pt>
                <c:pt idx="670">
                  <c:v>120.048</c:v>
                </c:pt>
                <c:pt idx="671">
                  <c:v>116.32299999999999</c:v>
                </c:pt>
                <c:pt idx="672">
                  <c:v>116.253</c:v>
                </c:pt>
                <c:pt idx="673">
                  <c:v>116.252</c:v>
                </c:pt>
                <c:pt idx="674">
                  <c:v>111.619</c:v>
                </c:pt>
                <c:pt idx="675">
                  <c:v>112.953</c:v>
                </c:pt>
                <c:pt idx="676">
                  <c:v>109.99</c:v>
                </c:pt>
                <c:pt idx="677">
                  <c:v>104.643</c:v>
                </c:pt>
                <c:pt idx="678">
                  <c:v>103.298</c:v>
                </c:pt>
                <c:pt idx="679">
                  <c:v>98.194999999999993</c:v>
                </c:pt>
                <c:pt idx="680">
                  <c:v>94.436999999999998</c:v>
                </c:pt>
                <c:pt idx="681">
                  <c:v>92.542000000000002</c:v>
                </c:pt>
                <c:pt idx="682">
                  <c:v>92.653000000000006</c:v>
                </c:pt>
                <c:pt idx="683">
                  <c:v>94.271000000000001</c:v>
                </c:pt>
                <c:pt idx="684">
                  <c:v>98.567999999999998</c:v>
                </c:pt>
                <c:pt idx="685">
                  <c:v>98.567999999999998</c:v>
                </c:pt>
                <c:pt idx="686">
                  <c:v>94.281999999999996</c:v>
                </c:pt>
                <c:pt idx="687">
                  <c:v>94.974000000000004</c:v>
                </c:pt>
                <c:pt idx="688">
                  <c:v>94.852000000000004</c:v>
                </c:pt>
                <c:pt idx="689">
                  <c:v>94.878</c:v>
                </c:pt>
                <c:pt idx="690">
                  <c:v>94.003</c:v>
                </c:pt>
                <c:pt idx="691">
                  <c:v>94.003</c:v>
                </c:pt>
                <c:pt idx="692">
                  <c:v>95.727000000000004</c:v>
                </c:pt>
                <c:pt idx="693">
                  <c:v>97.668999999999997</c:v>
                </c:pt>
                <c:pt idx="694">
                  <c:v>95.072000000000003</c:v>
                </c:pt>
                <c:pt idx="695">
                  <c:v>93.114000000000004</c:v>
                </c:pt>
                <c:pt idx="696">
                  <c:v>86.602000000000004</c:v>
                </c:pt>
                <c:pt idx="697">
                  <c:v>84.441000000000003</c:v>
                </c:pt>
                <c:pt idx="698">
                  <c:v>78.593000000000004</c:v>
                </c:pt>
                <c:pt idx="699">
                  <c:v>72.394999999999996</c:v>
                </c:pt>
                <c:pt idx="700">
                  <c:v>72.394999999999996</c:v>
                </c:pt>
                <c:pt idx="701">
                  <c:v>72.394999999999996</c:v>
                </c:pt>
                <c:pt idx="702">
                  <c:v>72.394999999999996</c:v>
                </c:pt>
                <c:pt idx="703">
                  <c:v>75.843999999999994</c:v>
                </c:pt>
                <c:pt idx="704">
                  <c:v>75.716999999999999</c:v>
                </c:pt>
                <c:pt idx="705">
                  <c:v>75.921000000000006</c:v>
                </c:pt>
                <c:pt idx="706">
                  <c:v>77.456999999999994</c:v>
                </c:pt>
                <c:pt idx="707">
                  <c:v>79.197000000000003</c:v>
                </c:pt>
                <c:pt idx="708">
                  <c:v>89.602000000000004</c:v>
                </c:pt>
                <c:pt idx="709">
                  <c:v>89.602000000000004</c:v>
                </c:pt>
                <c:pt idx="710">
                  <c:v>89.602000000000004</c:v>
                </c:pt>
                <c:pt idx="711">
                  <c:v>89.602000000000004</c:v>
                </c:pt>
                <c:pt idx="712">
                  <c:v>89.602000000000004</c:v>
                </c:pt>
                <c:pt idx="713">
                  <c:v>89.602000000000004</c:v>
                </c:pt>
                <c:pt idx="714">
                  <c:v>89.602000000000004</c:v>
                </c:pt>
                <c:pt idx="715">
                  <c:v>89.602000000000004</c:v>
                </c:pt>
                <c:pt idx="716">
                  <c:v>89.602000000000004</c:v>
                </c:pt>
                <c:pt idx="717">
                  <c:v>89.602000000000004</c:v>
                </c:pt>
                <c:pt idx="718">
                  <c:v>69.385000000000005</c:v>
                </c:pt>
                <c:pt idx="719">
                  <c:v>69.94</c:v>
                </c:pt>
                <c:pt idx="720">
                  <c:v>69.414000000000001</c:v>
                </c:pt>
                <c:pt idx="721">
                  <c:v>69.414000000000001</c:v>
                </c:pt>
                <c:pt idx="722">
                  <c:v>69.414000000000001</c:v>
                </c:pt>
                <c:pt idx="723">
                  <c:v>69.414000000000001</c:v>
                </c:pt>
                <c:pt idx="724">
                  <c:v>68.132000000000005</c:v>
                </c:pt>
                <c:pt idx="725">
                  <c:v>67.23</c:v>
                </c:pt>
                <c:pt idx="726">
                  <c:v>67.23</c:v>
                </c:pt>
                <c:pt idx="727">
                  <c:v>67.23</c:v>
                </c:pt>
                <c:pt idx="728">
                  <c:v>67.23</c:v>
                </c:pt>
                <c:pt idx="729">
                  <c:v>69.522999999999996</c:v>
                </c:pt>
                <c:pt idx="730">
                  <c:v>69.522999999999996</c:v>
                </c:pt>
                <c:pt idx="731">
                  <c:v>67.745999999999995</c:v>
                </c:pt>
                <c:pt idx="732">
                  <c:v>67.781000000000006</c:v>
                </c:pt>
                <c:pt idx="733">
                  <c:v>67.387</c:v>
                </c:pt>
                <c:pt idx="734">
                  <c:v>69.201999999999998</c:v>
                </c:pt>
                <c:pt idx="735">
                  <c:v>68.974999999999994</c:v>
                </c:pt>
                <c:pt idx="736">
                  <c:v>67.311999999999998</c:v>
                </c:pt>
                <c:pt idx="737">
                  <c:v>67.460999999999999</c:v>
                </c:pt>
                <c:pt idx="738">
                  <c:v>69.679000000000002</c:v>
                </c:pt>
                <c:pt idx="739">
                  <c:v>72.44</c:v>
                </c:pt>
                <c:pt idx="740">
                  <c:v>73.441000000000003</c:v>
                </c:pt>
                <c:pt idx="741">
                  <c:v>72.635000000000005</c:v>
                </c:pt>
                <c:pt idx="742">
                  <c:v>74.426000000000002</c:v>
                </c:pt>
                <c:pt idx="743">
                  <c:v>74.426000000000002</c:v>
                </c:pt>
                <c:pt idx="744">
                  <c:v>74.536000000000001</c:v>
                </c:pt>
                <c:pt idx="745">
                  <c:v>74.536000000000001</c:v>
                </c:pt>
                <c:pt idx="746">
                  <c:v>71.578999999999994</c:v>
                </c:pt>
                <c:pt idx="747">
                  <c:v>71.578999999999994</c:v>
                </c:pt>
                <c:pt idx="748">
                  <c:v>72.745999999999995</c:v>
                </c:pt>
                <c:pt idx="749">
                  <c:v>72.745999999999995</c:v>
                </c:pt>
                <c:pt idx="750">
                  <c:v>72.745999999999995</c:v>
                </c:pt>
                <c:pt idx="751">
                  <c:v>77.347999999999999</c:v>
                </c:pt>
                <c:pt idx="752">
                  <c:v>77.347999999999999</c:v>
                </c:pt>
                <c:pt idx="753">
                  <c:v>75.578999999999994</c:v>
                </c:pt>
                <c:pt idx="754">
                  <c:v>75.578999999999994</c:v>
                </c:pt>
                <c:pt idx="755">
                  <c:v>75.578999999999994</c:v>
                </c:pt>
                <c:pt idx="756">
                  <c:v>75.578999999999994</c:v>
                </c:pt>
                <c:pt idx="757">
                  <c:v>75.578999999999994</c:v>
                </c:pt>
                <c:pt idx="758">
                  <c:v>75.578999999999994</c:v>
                </c:pt>
                <c:pt idx="759">
                  <c:v>75.578999999999994</c:v>
                </c:pt>
                <c:pt idx="760">
                  <c:v>75.578999999999994</c:v>
                </c:pt>
                <c:pt idx="761">
                  <c:v>75.578999999999994</c:v>
                </c:pt>
                <c:pt idx="762">
                  <c:v>75.578999999999994</c:v>
                </c:pt>
                <c:pt idx="763">
                  <c:v>75.578999999999994</c:v>
                </c:pt>
                <c:pt idx="764">
                  <c:v>67.798000000000002</c:v>
                </c:pt>
                <c:pt idx="765">
                  <c:v>67.572000000000003</c:v>
                </c:pt>
                <c:pt idx="766">
                  <c:v>67.403999999999996</c:v>
                </c:pt>
                <c:pt idx="767">
                  <c:v>68.878</c:v>
                </c:pt>
                <c:pt idx="768">
                  <c:v>71.581000000000003</c:v>
                </c:pt>
                <c:pt idx="769">
                  <c:v>70.019000000000005</c:v>
                </c:pt>
                <c:pt idx="770">
                  <c:v>71.387</c:v>
                </c:pt>
                <c:pt idx="771">
                  <c:v>76.915000000000006</c:v>
                </c:pt>
                <c:pt idx="772">
                  <c:v>74.611999999999995</c:v>
                </c:pt>
                <c:pt idx="773">
                  <c:v>73.742999999999995</c:v>
                </c:pt>
                <c:pt idx="774">
                  <c:v>73.564999999999998</c:v>
                </c:pt>
                <c:pt idx="775">
                  <c:v>75.596999999999994</c:v>
                </c:pt>
                <c:pt idx="776">
                  <c:v>79.361000000000004</c:v>
                </c:pt>
                <c:pt idx="777">
                  <c:v>82.846999999999994</c:v>
                </c:pt>
                <c:pt idx="778">
                  <c:v>85.691999999999993</c:v>
                </c:pt>
                <c:pt idx="779">
                  <c:v>85.76</c:v>
                </c:pt>
                <c:pt idx="780">
                  <c:v>81.176000000000002</c:v>
                </c:pt>
                <c:pt idx="781">
                  <c:v>79.238</c:v>
                </c:pt>
                <c:pt idx="782">
                  <c:v>78.180000000000007</c:v>
                </c:pt>
                <c:pt idx="783">
                  <c:v>78.554000000000002</c:v>
                </c:pt>
                <c:pt idx="784">
                  <c:v>76.447000000000003</c:v>
                </c:pt>
                <c:pt idx="785">
                  <c:v>75.284000000000006</c:v>
                </c:pt>
                <c:pt idx="786">
                  <c:v>86.295000000000002</c:v>
                </c:pt>
                <c:pt idx="787">
                  <c:v>84.415999999999997</c:v>
                </c:pt>
                <c:pt idx="788">
                  <c:v>86.533000000000001</c:v>
                </c:pt>
                <c:pt idx="789">
                  <c:v>86.905000000000001</c:v>
                </c:pt>
                <c:pt idx="790">
                  <c:v>86.512</c:v>
                </c:pt>
                <c:pt idx="791">
                  <c:v>87.358000000000004</c:v>
                </c:pt>
                <c:pt idx="792">
                  <c:v>89.075999999999993</c:v>
                </c:pt>
                <c:pt idx="793">
                  <c:v>88.54</c:v>
                </c:pt>
                <c:pt idx="794">
                  <c:v>85.760999999999996</c:v>
                </c:pt>
                <c:pt idx="795">
                  <c:v>85.132999999999996</c:v>
                </c:pt>
                <c:pt idx="796">
                  <c:v>84.376999999999995</c:v>
                </c:pt>
                <c:pt idx="797">
                  <c:v>84.048000000000002</c:v>
                </c:pt>
                <c:pt idx="798">
                  <c:v>85.215000000000003</c:v>
                </c:pt>
                <c:pt idx="799">
                  <c:v>84.692999999999998</c:v>
                </c:pt>
                <c:pt idx="800">
                  <c:v>83.76</c:v>
                </c:pt>
                <c:pt idx="801">
                  <c:v>83.709000000000003</c:v>
                </c:pt>
                <c:pt idx="802">
                  <c:v>84.68</c:v>
                </c:pt>
                <c:pt idx="803">
                  <c:v>83.32</c:v>
                </c:pt>
                <c:pt idx="804">
                  <c:v>80.86</c:v>
                </c:pt>
                <c:pt idx="805">
                  <c:v>78.087000000000003</c:v>
                </c:pt>
                <c:pt idx="806">
                  <c:v>80.448999999999998</c:v>
                </c:pt>
                <c:pt idx="807">
                  <c:v>79.908000000000001</c:v>
                </c:pt>
                <c:pt idx="808">
                  <c:v>79.337000000000003</c:v>
                </c:pt>
                <c:pt idx="809">
                  <c:v>79.147000000000006</c:v>
                </c:pt>
                <c:pt idx="810">
                  <c:v>78.900999999999996</c:v>
                </c:pt>
                <c:pt idx="811">
                  <c:v>77.384</c:v>
                </c:pt>
                <c:pt idx="812">
                  <c:v>78.617999999999995</c:v>
                </c:pt>
                <c:pt idx="813">
                  <c:v>77.091999999999999</c:v>
                </c:pt>
                <c:pt idx="814">
                  <c:v>77.052999999999997</c:v>
                </c:pt>
                <c:pt idx="815">
                  <c:v>77.313999999999993</c:v>
                </c:pt>
                <c:pt idx="816">
                  <c:v>78.335999999999999</c:v>
                </c:pt>
                <c:pt idx="817">
                  <c:v>78.055000000000007</c:v>
                </c:pt>
                <c:pt idx="818">
                  <c:v>77.542000000000002</c:v>
                </c:pt>
                <c:pt idx="819">
                  <c:v>76.676000000000002</c:v>
                </c:pt>
                <c:pt idx="820">
                  <c:v>74.448999999999998</c:v>
                </c:pt>
                <c:pt idx="821">
                  <c:v>76.12</c:v>
                </c:pt>
                <c:pt idx="822">
                  <c:v>76.88</c:v>
                </c:pt>
                <c:pt idx="823">
                  <c:v>76.631</c:v>
                </c:pt>
                <c:pt idx="824">
                  <c:v>77.655000000000001</c:v>
                </c:pt>
                <c:pt idx="825">
                  <c:v>78.997</c:v>
                </c:pt>
                <c:pt idx="826">
                  <c:v>78.978999999999999</c:v>
                </c:pt>
                <c:pt idx="827">
                  <c:v>78.081000000000003</c:v>
                </c:pt>
                <c:pt idx="828">
                  <c:v>77.078000000000003</c:v>
                </c:pt>
                <c:pt idx="829">
                  <c:v>76.731999999999999</c:v>
                </c:pt>
                <c:pt idx="830">
                  <c:v>76.367000000000004</c:v>
                </c:pt>
                <c:pt idx="831">
                  <c:v>76.066999999999993</c:v>
                </c:pt>
                <c:pt idx="832">
                  <c:v>75.424000000000007</c:v>
                </c:pt>
                <c:pt idx="833">
                  <c:v>75.456999999999994</c:v>
                </c:pt>
                <c:pt idx="834">
                  <c:v>76.123999999999995</c:v>
                </c:pt>
                <c:pt idx="835">
                  <c:v>75.662999999999997</c:v>
                </c:pt>
                <c:pt idx="836">
                  <c:v>75.146000000000001</c:v>
                </c:pt>
                <c:pt idx="837">
                  <c:v>75.158000000000001</c:v>
                </c:pt>
                <c:pt idx="838">
                  <c:v>74.960999999999999</c:v>
                </c:pt>
                <c:pt idx="839">
                  <c:v>72.617999999999995</c:v>
                </c:pt>
                <c:pt idx="840">
                  <c:v>72.617999999999995</c:v>
                </c:pt>
                <c:pt idx="841">
                  <c:v>72.905000000000001</c:v>
                </c:pt>
                <c:pt idx="842">
                  <c:v>73.245000000000005</c:v>
                </c:pt>
                <c:pt idx="843">
                  <c:v>74.155000000000001</c:v>
                </c:pt>
                <c:pt idx="844">
                  <c:v>74.186000000000007</c:v>
                </c:pt>
                <c:pt idx="845">
                  <c:v>74.936000000000007</c:v>
                </c:pt>
                <c:pt idx="846">
                  <c:v>75.248000000000005</c:v>
                </c:pt>
                <c:pt idx="847">
                  <c:v>74.602999999999994</c:v>
                </c:pt>
                <c:pt idx="848">
                  <c:v>74.09</c:v>
                </c:pt>
                <c:pt idx="849">
                  <c:v>73.555000000000007</c:v>
                </c:pt>
                <c:pt idx="850">
                  <c:v>73.287000000000006</c:v>
                </c:pt>
                <c:pt idx="851">
                  <c:v>73.989999999999995</c:v>
                </c:pt>
                <c:pt idx="852">
                  <c:v>74.311000000000007</c:v>
                </c:pt>
                <c:pt idx="853">
                  <c:v>74.286000000000001</c:v>
                </c:pt>
                <c:pt idx="854">
                  <c:v>74.346999999999994</c:v>
                </c:pt>
                <c:pt idx="855">
                  <c:v>74.367000000000004</c:v>
                </c:pt>
                <c:pt idx="856">
                  <c:v>75.397000000000006</c:v>
                </c:pt>
                <c:pt idx="857">
                  <c:v>76.209999999999994</c:v>
                </c:pt>
                <c:pt idx="858">
                  <c:v>78.626999999999995</c:v>
                </c:pt>
                <c:pt idx="859">
                  <c:v>77.531000000000006</c:v>
                </c:pt>
                <c:pt idx="860">
                  <c:v>78.034999999999997</c:v>
                </c:pt>
                <c:pt idx="861">
                  <c:v>77.524000000000001</c:v>
                </c:pt>
                <c:pt idx="862">
                  <c:v>77.265000000000001</c:v>
                </c:pt>
                <c:pt idx="863">
                  <c:v>77.625</c:v>
                </c:pt>
                <c:pt idx="864">
                  <c:v>78.103999999999999</c:v>
                </c:pt>
                <c:pt idx="865">
                  <c:v>79.793999999999997</c:v>
                </c:pt>
                <c:pt idx="866">
                  <c:v>80.010000000000005</c:v>
                </c:pt>
                <c:pt idx="867">
                  <c:v>79.528999999999996</c:v>
                </c:pt>
                <c:pt idx="868">
                  <c:v>78.853999999999999</c:v>
                </c:pt>
                <c:pt idx="869">
                  <c:v>79.820999999999998</c:v>
                </c:pt>
                <c:pt idx="870">
                  <c:v>83.07</c:v>
                </c:pt>
                <c:pt idx="871">
                  <c:v>82.847999999999999</c:v>
                </c:pt>
                <c:pt idx="872">
                  <c:v>80.22</c:v>
                </c:pt>
                <c:pt idx="873">
                  <c:v>81.13</c:v>
                </c:pt>
                <c:pt idx="874">
                  <c:v>80.756</c:v>
                </c:pt>
                <c:pt idx="875">
                  <c:v>80.540999999999997</c:v>
                </c:pt>
                <c:pt idx="876">
                  <c:v>79.688000000000002</c:v>
                </c:pt>
                <c:pt idx="877">
                  <c:v>79.688999999999993</c:v>
                </c:pt>
                <c:pt idx="878">
                  <c:v>79.039000000000001</c:v>
                </c:pt>
                <c:pt idx="879">
                  <c:v>77.012</c:v>
                </c:pt>
                <c:pt idx="880">
                  <c:v>77.588999999999999</c:v>
                </c:pt>
                <c:pt idx="881">
                  <c:v>75.286000000000001</c:v>
                </c:pt>
                <c:pt idx="882">
                  <c:v>74.325000000000003</c:v>
                </c:pt>
                <c:pt idx="883">
                  <c:v>74.22</c:v>
                </c:pt>
                <c:pt idx="884">
                  <c:v>73.855000000000004</c:v>
                </c:pt>
                <c:pt idx="885">
                  <c:v>73.864000000000004</c:v>
                </c:pt>
                <c:pt idx="886">
                  <c:v>74.349000000000004</c:v>
                </c:pt>
                <c:pt idx="887">
                  <c:v>73.537000000000006</c:v>
                </c:pt>
                <c:pt idx="888">
                  <c:v>72.754999999999995</c:v>
                </c:pt>
                <c:pt idx="889">
                  <c:v>72.28</c:v>
                </c:pt>
                <c:pt idx="890">
                  <c:v>72.036000000000001</c:v>
                </c:pt>
                <c:pt idx="891">
                  <c:v>71.853999999999999</c:v>
                </c:pt>
                <c:pt idx="892">
                  <c:v>68.929000000000002</c:v>
                </c:pt>
                <c:pt idx="893">
                  <c:v>67.796999999999997</c:v>
                </c:pt>
                <c:pt idx="894">
                  <c:v>66.597999999999999</c:v>
                </c:pt>
                <c:pt idx="895">
                  <c:v>66.831000000000003</c:v>
                </c:pt>
                <c:pt idx="896">
                  <c:v>66.747</c:v>
                </c:pt>
                <c:pt idx="897">
                  <c:v>66.715999999999994</c:v>
                </c:pt>
                <c:pt idx="898">
                  <c:v>66.557000000000002</c:v>
                </c:pt>
                <c:pt idx="899">
                  <c:v>67.275000000000006</c:v>
                </c:pt>
                <c:pt idx="900">
                  <c:v>67.816000000000003</c:v>
                </c:pt>
                <c:pt idx="901">
                  <c:v>66.801000000000002</c:v>
                </c:pt>
                <c:pt idx="902">
                  <c:v>66.501000000000005</c:v>
                </c:pt>
                <c:pt idx="903">
                  <c:v>66.802999999999997</c:v>
                </c:pt>
                <c:pt idx="904">
                  <c:v>67.307000000000002</c:v>
                </c:pt>
                <c:pt idx="905">
                  <c:v>67.046999999999997</c:v>
                </c:pt>
                <c:pt idx="906">
                  <c:v>69.111999999999995</c:v>
                </c:pt>
                <c:pt idx="907">
                  <c:v>86.644999999999996</c:v>
                </c:pt>
                <c:pt idx="908">
                  <c:v>80.200999999999993</c:v>
                </c:pt>
                <c:pt idx="909">
                  <c:v>79.929000000000002</c:v>
                </c:pt>
                <c:pt idx="910">
                  <c:v>77.367999999999995</c:v>
                </c:pt>
                <c:pt idx="911">
                  <c:v>79.772999999999996</c:v>
                </c:pt>
                <c:pt idx="912">
                  <c:v>80.103999999999999</c:v>
                </c:pt>
                <c:pt idx="913">
                  <c:v>82.686999999999998</c:v>
                </c:pt>
                <c:pt idx="914">
                  <c:v>82.557000000000002</c:v>
                </c:pt>
                <c:pt idx="915">
                  <c:v>81.489000000000004</c:v>
                </c:pt>
                <c:pt idx="916">
                  <c:v>76.977999999999994</c:v>
                </c:pt>
                <c:pt idx="917">
                  <c:v>82.644999999999996</c:v>
                </c:pt>
                <c:pt idx="918">
                  <c:v>86.498000000000005</c:v>
                </c:pt>
                <c:pt idx="919">
                  <c:v>89.061000000000007</c:v>
                </c:pt>
                <c:pt idx="920">
                  <c:v>84.856999999999999</c:v>
                </c:pt>
                <c:pt idx="921">
                  <c:v>87.158000000000001</c:v>
                </c:pt>
                <c:pt idx="922">
                  <c:v>95.81</c:v>
                </c:pt>
                <c:pt idx="923">
                  <c:v>93.028000000000006</c:v>
                </c:pt>
                <c:pt idx="924">
                  <c:v>93.557000000000002</c:v>
                </c:pt>
                <c:pt idx="925">
                  <c:v>92.605000000000004</c:v>
                </c:pt>
                <c:pt idx="926">
                  <c:v>86.504000000000005</c:v>
                </c:pt>
                <c:pt idx="927">
                  <c:v>87.093000000000004</c:v>
                </c:pt>
                <c:pt idx="928">
                  <c:v>84.040999999999997</c:v>
                </c:pt>
                <c:pt idx="929">
                  <c:v>83.221000000000004</c:v>
                </c:pt>
                <c:pt idx="930">
                  <c:v>82.998999999999995</c:v>
                </c:pt>
                <c:pt idx="931">
                  <c:v>82.771000000000001</c:v>
                </c:pt>
                <c:pt idx="932">
                  <c:v>80.8</c:v>
                </c:pt>
                <c:pt idx="933">
                  <c:v>78.861999999999995</c:v>
                </c:pt>
                <c:pt idx="934">
                  <c:v>79.97</c:v>
                </c:pt>
                <c:pt idx="935">
                  <c:v>82.055999999999997</c:v>
                </c:pt>
                <c:pt idx="936">
                  <c:v>82.343999999999994</c:v>
                </c:pt>
                <c:pt idx="937">
                  <c:v>83.801000000000002</c:v>
                </c:pt>
                <c:pt idx="938">
                  <c:v>82.537999999999997</c:v>
                </c:pt>
                <c:pt idx="939">
                  <c:v>80.67</c:v>
                </c:pt>
                <c:pt idx="940">
                  <c:v>81.287999999999997</c:v>
                </c:pt>
                <c:pt idx="941">
                  <c:v>83.465999999999994</c:v>
                </c:pt>
                <c:pt idx="942">
                  <c:v>85.176000000000002</c:v>
                </c:pt>
                <c:pt idx="943">
                  <c:v>83.183999999999997</c:v>
                </c:pt>
                <c:pt idx="944">
                  <c:v>85.271000000000001</c:v>
                </c:pt>
                <c:pt idx="945">
                  <c:v>84.56</c:v>
                </c:pt>
                <c:pt idx="946">
                  <c:v>83.364999999999995</c:v>
                </c:pt>
                <c:pt idx="947">
                  <c:v>82.459000000000003</c:v>
                </c:pt>
                <c:pt idx="948">
                  <c:v>79.945999999999998</c:v>
                </c:pt>
                <c:pt idx="949">
                  <c:v>78.712000000000003</c:v>
                </c:pt>
                <c:pt idx="950">
                  <c:v>77.742999999999995</c:v>
                </c:pt>
                <c:pt idx="951">
                  <c:v>77.355000000000004</c:v>
                </c:pt>
                <c:pt idx="952">
                  <c:v>78.138000000000005</c:v>
                </c:pt>
                <c:pt idx="953">
                  <c:v>80.400000000000006</c:v>
                </c:pt>
                <c:pt idx="954">
                  <c:v>80.254000000000005</c:v>
                </c:pt>
                <c:pt idx="955">
                  <c:v>88.343999999999994</c:v>
                </c:pt>
                <c:pt idx="956">
                  <c:v>85.034999999999997</c:v>
                </c:pt>
                <c:pt idx="957">
                  <c:v>88.456000000000003</c:v>
                </c:pt>
                <c:pt idx="958">
                  <c:v>89.491</c:v>
                </c:pt>
                <c:pt idx="959">
                  <c:v>88.048000000000002</c:v>
                </c:pt>
                <c:pt idx="960">
                  <c:v>86.811999999999998</c:v>
                </c:pt>
                <c:pt idx="961">
                  <c:v>86.665000000000006</c:v>
                </c:pt>
                <c:pt idx="962">
                  <c:v>83.152000000000001</c:v>
                </c:pt>
                <c:pt idx="963">
                  <c:v>80.756</c:v>
                </c:pt>
                <c:pt idx="964">
                  <c:v>78.888000000000005</c:v>
                </c:pt>
                <c:pt idx="965">
                  <c:v>75.421000000000006</c:v>
                </c:pt>
                <c:pt idx="966">
                  <c:v>74.718000000000004</c:v>
                </c:pt>
                <c:pt idx="967">
                  <c:v>77.840999999999994</c:v>
                </c:pt>
                <c:pt idx="968">
                  <c:v>78.152000000000001</c:v>
                </c:pt>
                <c:pt idx="969">
                  <c:v>76.076999999999998</c:v>
                </c:pt>
                <c:pt idx="970">
                  <c:v>76.216999999999999</c:v>
                </c:pt>
                <c:pt idx="971">
                  <c:v>78.844999999999999</c:v>
                </c:pt>
                <c:pt idx="972">
                  <c:v>78.090999999999994</c:v>
                </c:pt>
                <c:pt idx="973">
                  <c:v>77.478999999999999</c:v>
                </c:pt>
                <c:pt idx="974">
                  <c:v>77</c:v>
                </c:pt>
                <c:pt idx="975">
                  <c:v>76.260000000000005</c:v>
                </c:pt>
                <c:pt idx="976">
                  <c:v>76.260000000000005</c:v>
                </c:pt>
                <c:pt idx="977">
                  <c:v>73.323999999999998</c:v>
                </c:pt>
                <c:pt idx="978">
                  <c:v>73.405000000000001</c:v>
                </c:pt>
                <c:pt idx="979">
                  <c:v>75.186999999999998</c:v>
                </c:pt>
                <c:pt idx="980">
                  <c:v>74.628</c:v>
                </c:pt>
                <c:pt idx="981">
                  <c:v>72.123000000000005</c:v>
                </c:pt>
                <c:pt idx="982">
                  <c:v>73.397999999999996</c:v>
                </c:pt>
                <c:pt idx="983">
                  <c:v>78.790999999999997</c:v>
                </c:pt>
                <c:pt idx="984">
                  <c:v>77.575999999999993</c:v>
                </c:pt>
                <c:pt idx="985">
                  <c:v>79.866</c:v>
                </c:pt>
                <c:pt idx="986">
                  <c:v>78.3</c:v>
                </c:pt>
                <c:pt idx="987">
                  <c:v>78.238</c:v>
                </c:pt>
                <c:pt idx="988">
                  <c:v>81.028000000000006</c:v>
                </c:pt>
                <c:pt idx="989">
                  <c:v>84.066000000000003</c:v>
                </c:pt>
                <c:pt idx="990">
                  <c:v>87.522999999999996</c:v>
                </c:pt>
                <c:pt idx="991">
                  <c:v>87.808999999999997</c:v>
                </c:pt>
                <c:pt idx="992">
                  <c:v>86.1</c:v>
                </c:pt>
                <c:pt idx="993">
                  <c:v>86.043000000000006</c:v>
                </c:pt>
                <c:pt idx="994">
                  <c:v>87.817999999999998</c:v>
                </c:pt>
                <c:pt idx="995">
                  <c:v>88.215999999999994</c:v>
                </c:pt>
                <c:pt idx="996">
                  <c:v>89.037000000000006</c:v>
                </c:pt>
                <c:pt idx="997">
                  <c:v>86.393000000000001</c:v>
                </c:pt>
                <c:pt idx="998">
                  <c:v>89.313999999999993</c:v>
                </c:pt>
                <c:pt idx="999">
                  <c:v>91.483999999999995</c:v>
                </c:pt>
                <c:pt idx="1000">
                  <c:v>90.799000000000007</c:v>
                </c:pt>
                <c:pt idx="1001">
                  <c:v>82.369</c:v>
                </c:pt>
                <c:pt idx="1002">
                  <c:v>89.507999999999996</c:v>
                </c:pt>
                <c:pt idx="1003">
                  <c:v>91.748999999999995</c:v>
                </c:pt>
                <c:pt idx="1004">
                  <c:v>97.305000000000007</c:v>
                </c:pt>
                <c:pt idx="1005">
                  <c:v>95.566000000000003</c:v>
                </c:pt>
                <c:pt idx="1006">
                  <c:v>92.338999999999999</c:v>
                </c:pt>
                <c:pt idx="1007">
                  <c:v>91.489000000000004</c:v>
                </c:pt>
                <c:pt idx="1008">
                  <c:v>95.793999999999997</c:v>
                </c:pt>
                <c:pt idx="1009">
                  <c:v>99.674000000000007</c:v>
                </c:pt>
                <c:pt idx="1010">
                  <c:v>97.468999999999994</c:v>
                </c:pt>
                <c:pt idx="1011">
                  <c:v>94.903000000000006</c:v>
                </c:pt>
                <c:pt idx="1012">
                  <c:v>97.001000000000005</c:v>
                </c:pt>
                <c:pt idx="1013">
                  <c:v>98.021000000000001</c:v>
                </c:pt>
                <c:pt idx="1014">
                  <c:v>98.460999999999999</c:v>
                </c:pt>
                <c:pt idx="1015">
                  <c:v>101.123</c:v>
                </c:pt>
                <c:pt idx="1016">
                  <c:v>98.741</c:v>
                </c:pt>
                <c:pt idx="1017">
                  <c:v>107.29</c:v>
                </c:pt>
                <c:pt idx="1018">
                  <c:v>108.27500000000001</c:v>
                </c:pt>
                <c:pt idx="1019">
                  <c:v>113.36799999999999</c:v>
                </c:pt>
                <c:pt idx="1020">
                  <c:v>113.46</c:v>
                </c:pt>
                <c:pt idx="1021">
                  <c:v>115.053</c:v>
                </c:pt>
                <c:pt idx="1022">
                  <c:v>126.50700000000001</c:v>
                </c:pt>
                <c:pt idx="1023">
                  <c:v>123.685</c:v>
                </c:pt>
                <c:pt idx="1024">
                  <c:v>115.491</c:v>
                </c:pt>
                <c:pt idx="1025">
                  <c:v>108.152</c:v>
                </c:pt>
                <c:pt idx="1026">
                  <c:v>111.857</c:v>
                </c:pt>
                <c:pt idx="1027">
                  <c:v>112.992</c:v>
                </c:pt>
                <c:pt idx="1028">
                  <c:v>112.215</c:v>
                </c:pt>
                <c:pt idx="1029">
                  <c:v>104.21599999999999</c:v>
                </c:pt>
                <c:pt idx="1030">
                  <c:v>90.715000000000003</c:v>
                </c:pt>
                <c:pt idx="1031">
                  <c:v>87.963999999999999</c:v>
                </c:pt>
                <c:pt idx="1032">
                  <c:v>96.926000000000002</c:v>
                </c:pt>
                <c:pt idx="1033">
                  <c:v>99.480999999999995</c:v>
                </c:pt>
                <c:pt idx="1034">
                  <c:v>97.441000000000003</c:v>
                </c:pt>
                <c:pt idx="1035">
                  <c:v>96.748999999999995</c:v>
                </c:pt>
                <c:pt idx="1036">
                  <c:v>95.951999999999998</c:v>
                </c:pt>
                <c:pt idx="1037">
                  <c:v>93.998000000000005</c:v>
                </c:pt>
                <c:pt idx="1038">
                  <c:v>83.409000000000006</c:v>
                </c:pt>
                <c:pt idx="1039">
                  <c:v>82.429000000000002</c:v>
                </c:pt>
                <c:pt idx="1040">
                  <c:v>83.995000000000005</c:v>
                </c:pt>
                <c:pt idx="1041">
                  <c:v>84.751000000000005</c:v>
                </c:pt>
                <c:pt idx="1042">
                  <c:v>76.62</c:v>
                </c:pt>
                <c:pt idx="1043">
                  <c:v>77.218999999999994</c:v>
                </c:pt>
                <c:pt idx="1044">
                  <c:v>81.052999999999997</c:v>
                </c:pt>
                <c:pt idx="1045">
                  <c:v>81.350999999999999</c:v>
                </c:pt>
                <c:pt idx="1046">
                  <c:v>82.600999999999999</c:v>
                </c:pt>
                <c:pt idx="1047">
                  <c:v>85.489000000000004</c:v>
                </c:pt>
                <c:pt idx="1048">
                  <c:v>87.725999999999999</c:v>
                </c:pt>
                <c:pt idx="1049">
                  <c:v>87.956000000000003</c:v>
                </c:pt>
                <c:pt idx="1050">
                  <c:v>87.811000000000007</c:v>
                </c:pt>
                <c:pt idx="1051">
                  <c:v>100.035</c:v>
                </c:pt>
                <c:pt idx="1052">
                  <c:v>92.518000000000001</c:v>
                </c:pt>
                <c:pt idx="1053">
                  <c:v>91.48</c:v>
                </c:pt>
                <c:pt idx="1054">
                  <c:v>89.448999999999998</c:v>
                </c:pt>
                <c:pt idx="1055">
                  <c:v>92.998999999999995</c:v>
                </c:pt>
                <c:pt idx="1056">
                  <c:v>98.596000000000004</c:v>
                </c:pt>
                <c:pt idx="1057">
                  <c:v>98.841999999999999</c:v>
                </c:pt>
                <c:pt idx="1058">
                  <c:v>100.18300000000001</c:v>
                </c:pt>
                <c:pt idx="1059">
                  <c:v>99.66</c:v>
                </c:pt>
                <c:pt idx="1060">
                  <c:v>130.50200000000001</c:v>
                </c:pt>
                <c:pt idx="1061">
                  <c:v>110.03100000000001</c:v>
                </c:pt>
                <c:pt idx="1062">
                  <c:v>106.90900000000001</c:v>
                </c:pt>
                <c:pt idx="1063">
                  <c:v>127.845</c:v>
                </c:pt>
                <c:pt idx="1064">
                  <c:v>108.607</c:v>
                </c:pt>
                <c:pt idx="1065">
                  <c:v>103.94</c:v>
                </c:pt>
                <c:pt idx="1066">
                  <c:v>104.25</c:v>
                </c:pt>
                <c:pt idx="1067">
                  <c:v>109.866</c:v>
                </c:pt>
                <c:pt idx="1068">
                  <c:v>106.358</c:v>
                </c:pt>
                <c:pt idx="1069">
                  <c:v>102.253</c:v>
                </c:pt>
                <c:pt idx="1070">
                  <c:v>101.321</c:v>
                </c:pt>
                <c:pt idx="1071">
                  <c:v>96.581999999999994</c:v>
                </c:pt>
                <c:pt idx="1072">
                  <c:v>91.238</c:v>
                </c:pt>
                <c:pt idx="1073">
                  <c:v>87.290999999999997</c:v>
                </c:pt>
                <c:pt idx="1074">
                  <c:v>89.228999999999999</c:v>
                </c:pt>
                <c:pt idx="1075">
                  <c:v>92.4</c:v>
                </c:pt>
                <c:pt idx="1076">
                  <c:v>93.15</c:v>
                </c:pt>
                <c:pt idx="1077">
                  <c:v>91.015000000000001</c:v>
                </c:pt>
                <c:pt idx="1078">
                  <c:v>90.679000000000002</c:v>
                </c:pt>
                <c:pt idx="1079">
                  <c:v>90.99</c:v>
                </c:pt>
                <c:pt idx="1080">
                  <c:v>92.933000000000007</c:v>
                </c:pt>
                <c:pt idx="1081">
                  <c:v>100.355</c:v>
                </c:pt>
                <c:pt idx="1082">
                  <c:v>109.848</c:v>
                </c:pt>
                <c:pt idx="1083">
                  <c:v>110.65</c:v>
                </c:pt>
                <c:pt idx="1084">
                  <c:v>105.081</c:v>
                </c:pt>
                <c:pt idx="1085">
                  <c:v>137.505</c:v>
                </c:pt>
                <c:pt idx="1086">
                  <c:v>116.167</c:v>
                </c:pt>
                <c:pt idx="1087">
                  <c:v>106.455</c:v>
                </c:pt>
                <c:pt idx="1088">
                  <c:v>104.444</c:v>
                </c:pt>
                <c:pt idx="1089">
                  <c:v>107.542</c:v>
                </c:pt>
                <c:pt idx="1090">
                  <c:v>110.495</c:v>
                </c:pt>
                <c:pt idx="1091">
                  <c:v>107.321</c:v>
                </c:pt>
                <c:pt idx="1092">
                  <c:v>105.754</c:v>
                </c:pt>
                <c:pt idx="1093">
                  <c:v>108.20399999999999</c:v>
                </c:pt>
                <c:pt idx="1094">
                  <c:v>127.42400000000001</c:v>
                </c:pt>
                <c:pt idx="1095">
                  <c:v>144.178</c:v>
                </c:pt>
                <c:pt idx="1096">
                  <c:v>143.173</c:v>
                </c:pt>
                <c:pt idx="1097">
                  <c:v>145.714</c:v>
                </c:pt>
                <c:pt idx="1098">
                  <c:v>145.83600000000001</c:v>
                </c:pt>
                <c:pt idx="1099">
                  <c:v>149.25299999999999</c:v>
                </c:pt>
                <c:pt idx="1100">
                  <c:v>149.625</c:v>
                </c:pt>
                <c:pt idx="1101">
                  <c:v>145.28200000000001</c:v>
                </c:pt>
                <c:pt idx="1102">
                  <c:v>145.13900000000001</c:v>
                </c:pt>
                <c:pt idx="1103">
                  <c:v>155.78800000000001</c:v>
                </c:pt>
                <c:pt idx="1104">
                  <c:v>157.452</c:v>
                </c:pt>
                <c:pt idx="1105">
                  <c:v>160.44900000000001</c:v>
                </c:pt>
                <c:pt idx="1106">
                  <c:v>164.428</c:v>
                </c:pt>
                <c:pt idx="1107">
                  <c:v>157.25</c:v>
                </c:pt>
                <c:pt idx="1108">
                  <c:v>155.744</c:v>
                </c:pt>
                <c:pt idx="1109">
                  <c:v>145.70699999999999</c:v>
                </c:pt>
                <c:pt idx="1110">
                  <c:v>142.08699999999999</c:v>
                </c:pt>
                <c:pt idx="1111">
                  <c:v>128.39099999999999</c:v>
                </c:pt>
                <c:pt idx="1112">
                  <c:v>116.18300000000001</c:v>
                </c:pt>
                <c:pt idx="1113">
                  <c:v>117.46</c:v>
                </c:pt>
                <c:pt idx="1114">
                  <c:v>126.471</c:v>
                </c:pt>
                <c:pt idx="1115">
                  <c:v>106.188</c:v>
                </c:pt>
                <c:pt idx="1116">
                  <c:v>99.010999999999996</c:v>
                </c:pt>
                <c:pt idx="1117">
                  <c:v>102.751</c:v>
                </c:pt>
                <c:pt idx="1118">
                  <c:v>106.06699999999999</c:v>
                </c:pt>
                <c:pt idx="1119">
                  <c:v>102.94799999999999</c:v>
                </c:pt>
                <c:pt idx="1120">
                  <c:v>101.41800000000001</c:v>
                </c:pt>
                <c:pt idx="1121">
                  <c:v>98.316999999999993</c:v>
                </c:pt>
                <c:pt idx="1122">
                  <c:v>97.254000000000005</c:v>
                </c:pt>
                <c:pt idx="1123">
                  <c:v>112.07</c:v>
                </c:pt>
                <c:pt idx="1124">
                  <c:v>108.988</c:v>
                </c:pt>
                <c:pt idx="1125">
                  <c:v>105.47199999999999</c:v>
                </c:pt>
                <c:pt idx="1126">
                  <c:v>102.85899999999999</c:v>
                </c:pt>
                <c:pt idx="1127">
                  <c:v>97.587000000000003</c:v>
                </c:pt>
                <c:pt idx="1128">
                  <c:v>99.415000000000006</c:v>
                </c:pt>
                <c:pt idx="1129">
                  <c:v>103.02200000000001</c:v>
                </c:pt>
                <c:pt idx="1130">
                  <c:v>105.864</c:v>
                </c:pt>
                <c:pt idx="1131">
                  <c:v>113.97199999999999</c:v>
                </c:pt>
                <c:pt idx="1132">
                  <c:v>111.27800000000001</c:v>
                </c:pt>
                <c:pt idx="1133">
                  <c:v>106.97199999999999</c:v>
                </c:pt>
                <c:pt idx="1134">
                  <c:v>102.697</c:v>
                </c:pt>
                <c:pt idx="1135">
                  <c:v>103.515</c:v>
                </c:pt>
                <c:pt idx="1136">
                  <c:v>109.20399999999999</c:v>
                </c:pt>
                <c:pt idx="1137">
                  <c:v>107.941</c:v>
                </c:pt>
                <c:pt idx="1138">
                  <c:v>110.645</c:v>
                </c:pt>
                <c:pt idx="1139">
                  <c:v>123.58799999999999</c:v>
                </c:pt>
                <c:pt idx="1140">
                  <c:v>122.235</c:v>
                </c:pt>
                <c:pt idx="1141">
                  <c:v>123.38800000000001</c:v>
                </c:pt>
                <c:pt idx="1142">
                  <c:v>120.99</c:v>
                </c:pt>
                <c:pt idx="1143">
                  <c:v>118.372</c:v>
                </c:pt>
                <c:pt idx="1144">
                  <c:v>114.458</c:v>
                </c:pt>
                <c:pt idx="1145">
                  <c:v>111.081</c:v>
                </c:pt>
                <c:pt idx="1146">
                  <c:v>101.18899999999999</c:v>
                </c:pt>
                <c:pt idx="1147">
                  <c:v>112.30200000000001</c:v>
                </c:pt>
                <c:pt idx="1148">
                  <c:v>107.77200000000001</c:v>
                </c:pt>
                <c:pt idx="1149">
                  <c:v>105.36</c:v>
                </c:pt>
                <c:pt idx="1150">
                  <c:v>110.78100000000001</c:v>
                </c:pt>
                <c:pt idx="1151">
                  <c:v>112.45099999999999</c:v>
                </c:pt>
                <c:pt idx="1152">
                  <c:v>122.553</c:v>
                </c:pt>
                <c:pt idx="1153">
                  <c:v>131.44200000000001</c:v>
                </c:pt>
                <c:pt idx="1154">
                  <c:v>136.93299999999999</c:v>
                </c:pt>
                <c:pt idx="1155">
                  <c:v>147.26599999999999</c:v>
                </c:pt>
                <c:pt idx="1156">
                  <c:v>158.41800000000001</c:v>
                </c:pt>
                <c:pt idx="1157">
                  <c:v>151.732</c:v>
                </c:pt>
                <c:pt idx="1158">
                  <c:v>160.76900000000001</c:v>
                </c:pt>
                <c:pt idx="1159">
                  <c:v>163.65600000000001</c:v>
                </c:pt>
                <c:pt idx="1160">
                  <c:v>161.352</c:v>
                </c:pt>
                <c:pt idx="1161">
                  <c:v>159.74199999999999</c:v>
                </c:pt>
                <c:pt idx="1162">
                  <c:v>148.51499999999999</c:v>
                </c:pt>
                <c:pt idx="1163">
                  <c:v>148.44499999999999</c:v>
                </c:pt>
                <c:pt idx="1164">
                  <c:v>150.477</c:v>
                </c:pt>
                <c:pt idx="1165">
                  <c:v>153.78700000000001</c:v>
                </c:pt>
                <c:pt idx="1166">
                  <c:v>158.75399999999999</c:v>
                </c:pt>
                <c:pt idx="1167">
                  <c:v>161.56800000000001</c:v>
                </c:pt>
                <c:pt idx="1168">
                  <c:v>158.45099999999999</c:v>
                </c:pt>
                <c:pt idx="1169">
                  <c:v>158.43100000000001</c:v>
                </c:pt>
                <c:pt idx="1170">
                  <c:v>160.042</c:v>
                </c:pt>
                <c:pt idx="1171">
                  <c:v>159.16300000000001</c:v>
                </c:pt>
                <c:pt idx="1172">
                  <c:v>154.71799999999999</c:v>
                </c:pt>
                <c:pt idx="1173">
                  <c:v>154.119</c:v>
                </c:pt>
                <c:pt idx="1174">
                  <c:v>156.68</c:v>
                </c:pt>
                <c:pt idx="1175">
                  <c:v>159.19499999999999</c:v>
                </c:pt>
                <c:pt idx="1176">
                  <c:v>157.249</c:v>
                </c:pt>
                <c:pt idx="1177">
                  <c:v>156.47200000000001</c:v>
                </c:pt>
                <c:pt idx="1178">
                  <c:v>144.965</c:v>
                </c:pt>
                <c:pt idx="1179">
                  <c:v>141.30600000000001</c:v>
                </c:pt>
                <c:pt idx="1180">
                  <c:v>137.75700000000001</c:v>
                </c:pt>
                <c:pt idx="1181">
                  <c:v>138.79</c:v>
                </c:pt>
                <c:pt idx="1182">
                  <c:v>136.596</c:v>
                </c:pt>
                <c:pt idx="1183">
                  <c:v>136.375</c:v>
                </c:pt>
                <c:pt idx="1184">
                  <c:v>139.80199999999999</c:v>
                </c:pt>
                <c:pt idx="1185">
                  <c:v>138.06</c:v>
                </c:pt>
                <c:pt idx="1186">
                  <c:v>124.96899999999999</c:v>
                </c:pt>
                <c:pt idx="1187">
                  <c:v>122.083</c:v>
                </c:pt>
                <c:pt idx="1188">
                  <c:v>124.1</c:v>
                </c:pt>
                <c:pt idx="1189">
                  <c:v>125.986</c:v>
                </c:pt>
                <c:pt idx="1190">
                  <c:v>105.967</c:v>
                </c:pt>
                <c:pt idx="1191">
                  <c:v>104.358</c:v>
                </c:pt>
                <c:pt idx="1192">
                  <c:v>102.89700000000001</c:v>
                </c:pt>
                <c:pt idx="1193">
                  <c:v>103.923</c:v>
                </c:pt>
                <c:pt idx="1194">
                  <c:v>114.05</c:v>
                </c:pt>
                <c:pt idx="1195">
                  <c:v>111.504</c:v>
                </c:pt>
                <c:pt idx="1196">
                  <c:v>113.801</c:v>
                </c:pt>
                <c:pt idx="1197">
                  <c:v>112.005</c:v>
                </c:pt>
                <c:pt idx="1198">
                  <c:v>105.265</c:v>
                </c:pt>
                <c:pt idx="1199">
                  <c:v>98.938000000000002</c:v>
                </c:pt>
                <c:pt idx="1200">
                  <c:v>97.475999999999999</c:v>
                </c:pt>
                <c:pt idx="1201">
                  <c:v>97.1</c:v>
                </c:pt>
                <c:pt idx="1202">
                  <c:v>93.807000000000002</c:v>
                </c:pt>
                <c:pt idx="1203">
                  <c:v>91.534999999999997</c:v>
                </c:pt>
                <c:pt idx="1204">
                  <c:v>87.117000000000004</c:v>
                </c:pt>
                <c:pt idx="1205">
                  <c:v>88.875</c:v>
                </c:pt>
                <c:pt idx="1206">
                  <c:v>92.045000000000002</c:v>
                </c:pt>
                <c:pt idx="1207">
                  <c:v>100.11799999999999</c:v>
                </c:pt>
                <c:pt idx="1208">
                  <c:v>104.194</c:v>
                </c:pt>
                <c:pt idx="1209">
                  <c:v>102.931</c:v>
                </c:pt>
                <c:pt idx="1210">
                  <c:v>101.58499999999999</c:v>
                </c:pt>
                <c:pt idx="1211">
                  <c:v>99.751000000000005</c:v>
                </c:pt>
                <c:pt idx="1212">
                  <c:v>96.128</c:v>
                </c:pt>
                <c:pt idx="1213">
                  <c:v>90.611000000000004</c:v>
                </c:pt>
                <c:pt idx="1214">
                  <c:v>95.319000000000003</c:v>
                </c:pt>
                <c:pt idx="1215">
                  <c:v>99.013000000000005</c:v>
                </c:pt>
                <c:pt idx="1216">
                  <c:v>102.244</c:v>
                </c:pt>
                <c:pt idx="1217">
                  <c:v>104.485</c:v>
                </c:pt>
                <c:pt idx="1218">
                  <c:v>102.95699999999999</c:v>
                </c:pt>
                <c:pt idx="1219">
                  <c:v>102.15600000000001</c:v>
                </c:pt>
                <c:pt idx="1220">
                  <c:v>101.688</c:v>
                </c:pt>
                <c:pt idx="1221">
                  <c:v>101.688</c:v>
                </c:pt>
                <c:pt idx="1222">
                  <c:v>100.498</c:v>
                </c:pt>
                <c:pt idx="1223">
                  <c:v>100.324</c:v>
                </c:pt>
                <c:pt idx="1224">
                  <c:v>101.509</c:v>
                </c:pt>
                <c:pt idx="1225">
                  <c:v>99.572000000000003</c:v>
                </c:pt>
                <c:pt idx="1226">
                  <c:v>99.572000000000003</c:v>
                </c:pt>
                <c:pt idx="1227">
                  <c:v>97.228999999999999</c:v>
                </c:pt>
                <c:pt idx="1228">
                  <c:v>96.808000000000007</c:v>
                </c:pt>
                <c:pt idx="1229">
                  <c:v>96.043000000000006</c:v>
                </c:pt>
                <c:pt idx="1230">
                  <c:v>96.522000000000006</c:v>
                </c:pt>
                <c:pt idx="1231">
                  <c:v>91.138000000000005</c:v>
                </c:pt>
                <c:pt idx="1232">
                  <c:v>94.197999999999993</c:v>
                </c:pt>
                <c:pt idx="1233">
                  <c:v>93.153999999999996</c:v>
                </c:pt>
                <c:pt idx="1234">
                  <c:v>89.837999999999994</c:v>
                </c:pt>
                <c:pt idx="1235">
                  <c:v>89.123000000000005</c:v>
                </c:pt>
                <c:pt idx="1236">
                  <c:v>88.762</c:v>
                </c:pt>
                <c:pt idx="1237">
                  <c:v>87.375</c:v>
                </c:pt>
                <c:pt idx="1238">
                  <c:v>85.105999999999995</c:v>
                </c:pt>
                <c:pt idx="1239">
                  <c:v>88.840999999999994</c:v>
                </c:pt>
                <c:pt idx="1240">
                  <c:v>86.653999999999996</c:v>
                </c:pt>
                <c:pt idx="1241">
                  <c:v>86.653999999999996</c:v>
                </c:pt>
                <c:pt idx="1242">
                  <c:v>87.137</c:v>
                </c:pt>
                <c:pt idx="1243">
                  <c:v>85.063000000000002</c:v>
                </c:pt>
                <c:pt idx="1244">
                  <c:v>84.197000000000003</c:v>
                </c:pt>
                <c:pt idx="1245">
                  <c:v>86.090999999999994</c:v>
                </c:pt>
                <c:pt idx="1246">
                  <c:v>88.287999999999997</c:v>
                </c:pt>
                <c:pt idx="1247">
                  <c:v>84.108000000000004</c:v>
                </c:pt>
                <c:pt idx="1248">
                  <c:v>78.978999999999999</c:v>
                </c:pt>
                <c:pt idx="1249">
                  <c:v>78.905000000000001</c:v>
                </c:pt>
                <c:pt idx="1250">
                  <c:v>83.686999999999998</c:v>
                </c:pt>
                <c:pt idx="1251">
                  <c:v>86.611999999999995</c:v>
                </c:pt>
                <c:pt idx="1252">
                  <c:v>85.504999999999995</c:v>
                </c:pt>
                <c:pt idx="1253">
                  <c:v>86.962999999999994</c:v>
                </c:pt>
                <c:pt idx="1254">
                  <c:v>90.507999999999996</c:v>
                </c:pt>
                <c:pt idx="1255">
                  <c:v>92.626000000000005</c:v>
                </c:pt>
                <c:pt idx="1256">
                  <c:v>89.799000000000007</c:v>
                </c:pt>
                <c:pt idx="1257">
                  <c:v>90.638000000000005</c:v>
                </c:pt>
                <c:pt idx="1258">
                  <c:v>90.123999999999995</c:v>
                </c:pt>
                <c:pt idx="1259">
                  <c:v>92.453000000000003</c:v>
                </c:pt>
                <c:pt idx="1260">
                  <c:v>95.149000000000001</c:v>
                </c:pt>
                <c:pt idx="1261">
                  <c:v>99.646000000000001</c:v>
                </c:pt>
                <c:pt idx="1262">
                  <c:v>101.423</c:v>
                </c:pt>
                <c:pt idx="1263">
                  <c:v>95.793000000000006</c:v>
                </c:pt>
                <c:pt idx="1264">
                  <c:v>98.097999999999999</c:v>
                </c:pt>
                <c:pt idx="1265">
                  <c:v>94.492999999999995</c:v>
                </c:pt>
                <c:pt idx="1266">
                  <c:v>93.826999999999998</c:v>
                </c:pt>
                <c:pt idx="1267">
                  <c:v>92.516999999999996</c:v>
                </c:pt>
                <c:pt idx="1268">
                  <c:v>93.695999999999998</c:v>
                </c:pt>
                <c:pt idx="1269">
                  <c:v>90.849000000000004</c:v>
                </c:pt>
                <c:pt idx="1270">
                  <c:v>90.206000000000003</c:v>
                </c:pt>
                <c:pt idx="1271">
                  <c:v>88.138000000000005</c:v>
                </c:pt>
                <c:pt idx="1272">
                  <c:v>93.718000000000004</c:v>
                </c:pt>
                <c:pt idx="1273">
                  <c:v>94.394000000000005</c:v>
                </c:pt>
                <c:pt idx="1274">
                  <c:v>100.223</c:v>
                </c:pt>
                <c:pt idx="1275">
                  <c:v>102.782</c:v>
                </c:pt>
                <c:pt idx="1276">
                  <c:v>108.742</c:v>
                </c:pt>
                <c:pt idx="1277">
                  <c:v>110.651</c:v>
                </c:pt>
                <c:pt idx="1278">
                  <c:v>107.47</c:v>
                </c:pt>
                <c:pt idx="1279">
                  <c:v>105.039</c:v>
                </c:pt>
                <c:pt idx="1280">
                  <c:v>120.19</c:v>
                </c:pt>
                <c:pt idx="1281">
                  <c:v>111.295</c:v>
                </c:pt>
                <c:pt idx="1282">
                  <c:v>111.057</c:v>
                </c:pt>
                <c:pt idx="1283">
                  <c:v>111.764</c:v>
                </c:pt>
                <c:pt idx="1284">
                  <c:v>109.883</c:v>
                </c:pt>
                <c:pt idx="1285">
                  <c:v>104.53400000000001</c:v>
                </c:pt>
                <c:pt idx="1286">
                  <c:v>99.025000000000006</c:v>
                </c:pt>
                <c:pt idx="1287">
                  <c:v>96.471000000000004</c:v>
                </c:pt>
                <c:pt idx="1288">
                  <c:v>92.686999999999998</c:v>
                </c:pt>
                <c:pt idx="1289">
                  <c:v>93.064999999999998</c:v>
                </c:pt>
                <c:pt idx="1290">
                  <c:v>93.73</c:v>
                </c:pt>
                <c:pt idx="1291">
                  <c:v>94.125</c:v>
                </c:pt>
                <c:pt idx="1292">
                  <c:v>94.177000000000007</c:v>
                </c:pt>
                <c:pt idx="1293">
                  <c:v>92.034999999999997</c:v>
                </c:pt>
                <c:pt idx="1294">
                  <c:v>89.516000000000005</c:v>
                </c:pt>
                <c:pt idx="1295">
                  <c:v>88.353999999999999</c:v>
                </c:pt>
                <c:pt idx="1296">
                  <c:v>88.671999999999997</c:v>
                </c:pt>
                <c:pt idx="1297">
                  <c:v>89.27</c:v>
                </c:pt>
                <c:pt idx="1298">
                  <c:v>88.986000000000004</c:v>
                </c:pt>
                <c:pt idx="1299">
                  <c:v>98.453000000000003</c:v>
                </c:pt>
                <c:pt idx="1300">
                  <c:v>97.331999999999994</c:v>
                </c:pt>
                <c:pt idx="1301">
                  <c:v>95.906999999999996</c:v>
                </c:pt>
                <c:pt idx="1302">
                  <c:v>96.664000000000001</c:v>
                </c:pt>
                <c:pt idx="1303">
                  <c:v>98.715999999999994</c:v>
                </c:pt>
                <c:pt idx="1304">
                  <c:v>101.014</c:v>
                </c:pt>
                <c:pt idx="1305">
                  <c:v>99.457999999999998</c:v>
                </c:pt>
                <c:pt idx="1306">
                  <c:v>97.513999999999996</c:v>
                </c:pt>
                <c:pt idx="1307">
                  <c:v>99.085999999999999</c:v>
                </c:pt>
                <c:pt idx="1308">
                  <c:v>98.183999999999997</c:v>
                </c:pt>
                <c:pt idx="1309">
                  <c:v>95.301000000000002</c:v>
                </c:pt>
                <c:pt idx="1310">
                  <c:v>95.379000000000005</c:v>
                </c:pt>
                <c:pt idx="1311">
                  <c:v>95.084999999999994</c:v>
                </c:pt>
                <c:pt idx="1312">
                  <c:v>95.635999999999996</c:v>
                </c:pt>
                <c:pt idx="1313">
                  <c:v>96.087000000000003</c:v>
                </c:pt>
                <c:pt idx="1314">
                  <c:v>91.506</c:v>
                </c:pt>
                <c:pt idx="1315">
                  <c:v>91.084000000000003</c:v>
                </c:pt>
                <c:pt idx="1316">
                  <c:v>90.076999999999998</c:v>
                </c:pt>
                <c:pt idx="1317">
                  <c:v>90.18</c:v>
                </c:pt>
                <c:pt idx="1318">
                  <c:v>92.379000000000005</c:v>
                </c:pt>
                <c:pt idx="1319">
                  <c:v>92.022000000000006</c:v>
                </c:pt>
                <c:pt idx="1320">
                  <c:v>90.302999999999997</c:v>
                </c:pt>
                <c:pt idx="1321">
                  <c:v>86.209000000000003</c:v>
                </c:pt>
                <c:pt idx="1322">
                  <c:v>88.804000000000002</c:v>
                </c:pt>
                <c:pt idx="1323">
                  <c:v>86.747</c:v>
                </c:pt>
                <c:pt idx="1324">
                  <c:v>85.778000000000006</c:v>
                </c:pt>
                <c:pt idx="1325">
                  <c:v>86.141000000000005</c:v>
                </c:pt>
                <c:pt idx="1326">
                  <c:v>85.596999999999994</c:v>
                </c:pt>
                <c:pt idx="1327">
                  <c:v>84.295000000000002</c:v>
                </c:pt>
                <c:pt idx="1328">
                  <c:v>83.617000000000004</c:v>
                </c:pt>
                <c:pt idx="1329">
                  <c:v>83.783000000000001</c:v>
                </c:pt>
                <c:pt idx="1330">
                  <c:v>81.972999999999999</c:v>
                </c:pt>
                <c:pt idx="1331">
                  <c:v>82.3</c:v>
                </c:pt>
                <c:pt idx="1332">
                  <c:v>82.963999999999999</c:v>
                </c:pt>
                <c:pt idx="1333">
                  <c:v>83.2</c:v>
                </c:pt>
                <c:pt idx="1334">
                  <c:v>84.147000000000006</c:v>
                </c:pt>
                <c:pt idx="1335">
                  <c:v>84.793000000000006</c:v>
                </c:pt>
                <c:pt idx="1336">
                  <c:v>85.277000000000001</c:v>
                </c:pt>
                <c:pt idx="1337">
                  <c:v>87.808999999999997</c:v>
                </c:pt>
                <c:pt idx="1338">
                  <c:v>90.563000000000002</c:v>
                </c:pt>
                <c:pt idx="1339">
                  <c:v>89.87</c:v>
                </c:pt>
                <c:pt idx="1340">
                  <c:v>83.828000000000003</c:v>
                </c:pt>
                <c:pt idx="1341">
                  <c:v>83.596000000000004</c:v>
                </c:pt>
                <c:pt idx="1342">
                  <c:v>83.891000000000005</c:v>
                </c:pt>
                <c:pt idx="1343">
                  <c:v>85.778999999999996</c:v>
                </c:pt>
                <c:pt idx="1344">
                  <c:v>87.116</c:v>
                </c:pt>
                <c:pt idx="1345">
                  <c:v>86.692999999999998</c:v>
                </c:pt>
                <c:pt idx="1346">
                  <c:v>84.932000000000002</c:v>
                </c:pt>
                <c:pt idx="1347">
                  <c:v>83.120999999999995</c:v>
                </c:pt>
                <c:pt idx="1348">
                  <c:v>81.44</c:v>
                </c:pt>
                <c:pt idx="1349">
                  <c:v>81.328000000000003</c:v>
                </c:pt>
                <c:pt idx="1350">
                  <c:v>82.05</c:v>
                </c:pt>
                <c:pt idx="1351">
                  <c:v>81.162999999999997</c:v>
                </c:pt>
                <c:pt idx="1352">
                  <c:v>82.498999999999995</c:v>
                </c:pt>
                <c:pt idx="1353">
                  <c:v>82.605999999999995</c:v>
                </c:pt>
                <c:pt idx="1354">
                  <c:v>82.070999999999998</c:v>
                </c:pt>
                <c:pt idx="1355">
                  <c:v>80.238</c:v>
                </c:pt>
                <c:pt idx="1356">
                  <c:v>78.790000000000006</c:v>
                </c:pt>
                <c:pt idx="1357">
                  <c:v>77.275000000000006</c:v>
                </c:pt>
                <c:pt idx="1358">
                  <c:v>75.66</c:v>
                </c:pt>
                <c:pt idx="1359">
                  <c:v>73.275999999999996</c:v>
                </c:pt>
                <c:pt idx="1360">
                  <c:v>74.918000000000006</c:v>
                </c:pt>
                <c:pt idx="1361">
                  <c:v>77.183999999999997</c:v>
                </c:pt>
                <c:pt idx="1362">
                  <c:v>79.637</c:v>
                </c:pt>
                <c:pt idx="1363">
                  <c:v>78.001999999999995</c:v>
                </c:pt>
                <c:pt idx="1364">
                  <c:v>78.484999999999999</c:v>
                </c:pt>
                <c:pt idx="1365">
                  <c:v>79.626000000000005</c:v>
                </c:pt>
                <c:pt idx="1366">
                  <c:v>79.739000000000004</c:v>
                </c:pt>
                <c:pt idx="1367">
                  <c:v>80.248999999999995</c:v>
                </c:pt>
                <c:pt idx="1368">
                  <c:v>80.349999999999994</c:v>
                </c:pt>
                <c:pt idx="1369">
                  <c:v>83.442999999999998</c:v>
                </c:pt>
                <c:pt idx="1370">
                  <c:v>86.358000000000004</c:v>
                </c:pt>
                <c:pt idx="1371">
                  <c:v>87.206999999999994</c:v>
                </c:pt>
                <c:pt idx="1372">
                  <c:v>91.849000000000004</c:v>
                </c:pt>
                <c:pt idx="1373">
                  <c:v>89.918000000000006</c:v>
                </c:pt>
                <c:pt idx="1374">
                  <c:v>84.965999999999994</c:v>
                </c:pt>
                <c:pt idx="1375">
                  <c:v>83.153000000000006</c:v>
                </c:pt>
                <c:pt idx="1376">
                  <c:v>84.094999999999999</c:v>
                </c:pt>
                <c:pt idx="1377">
                  <c:v>87.53</c:v>
                </c:pt>
                <c:pt idx="1378">
                  <c:v>85.807000000000002</c:v>
                </c:pt>
                <c:pt idx="1379">
                  <c:v>84.198999999999998</c:v>
                </c:pt>
                <c:pt idx="1380">
                  <c:v>82.495000000000005</c:v>
                </c:pt>
                <c:pt idx="1381">
                  <c:v>81.244</c:v>
                </c:pt>
                <c:pt idx="1382">
                  <c:v>79.403999999999996</c:v>
                </c:pt>
                <c:pt idx="1383">
                  <c:v>78.789000000000001</c:v>
                </c:pt>
                <c:pt idx="1384">
                  <c:v>79.137</c:v>
                </c:pt>
                <c:pt idx="1385">
                  <c:v>79.358000000000004</c:v>
                </c:pt>
                <c:pt idx="1386">
                  <c:v>80.730999999999995</c:v>
                </c:pt>
                <c:pt idx="1387">
                  <c:v>80.316999999999993</c:v>
                </c:pt>
                <c:pt idx="1388">
                  <c:v>79.177000000000007</c:v>
                </c:pt>
                <c:pt idx="1389">
                  <c:v>78.497</c:v>
                </c:pt>
                <c:pt idx="1390">
                  <c:v>78.409000000000006</c:v>
                </c:pt>
                <c:pt idx="1391">
                  <c:v>77.61</c:v>
                </c:pt>
                <c:pt idx="1392">
                  <c:v>78.37</c:v>
                </c:pt>
                <c:pt idx="1393">
                  <c:v>79.843000000000004</c:v>
                </c:pt>
                <c:pt idx="1394">
                  <c:v>79.828000000000003</c:v>
                </c:pt>
                <c:pt idx="1395">
                  <c:v>85.671000000000006</c:v>
                </c:pt>
                <c:pt idx="1396">
                  <c:v>89.441000000000003</c:v>
                </c:pt>
                <c:pt idx="1397">
                  <c:v>89.83</c:v>
                </c:pt>
                <c:pt idx="1398">
                  <c:v>89.518000000000001</c:v>
                </c:pt>
                <c:pt idx="1399">
                  <c:v>92.454999999999998</c:v>
                </c:pt>
                <c:pt idx="1400">
                  <c:v>92.582999999999998</c:v>
                </c:pt>
                <c:pt idx="1401">
                  <c:v>92.941000000000003</c:v>
                </c:pt>
                <c:pt idx="1402">
                  <c:v>93.436000000000007</c:v>
                </c:pt>
                <c:pt idx="1403">
                  <c:v>95.72</c:v>
                </c:pt>
                <c:pt idx="1404">
                  <c:v>99.105000000000004</c:v>
                </c:pt>
                <c:pt idx="1405">
                  <c:v>100.095</c:v>
                </c:pt>
                <c:pt idx="1406">
                  <c:v>99.527000000000001</c:v>
                </c:pt>
                <c:pt idx="1407">
                  <c:v>100.61799999999999</c:v>
                </c:pt>
                <c:pt idx="1408">
                  <c:v>96.948999999999998</c:v>
                </c:pt>
                <c:pt idx="1409">
                  <c:v>94.295000000000002</c:v>
                </c:pt>
                <c:pt idx="1410">
                  <c:v>93.852000000000004</c:v>
                </c:pt>
                <c:pt idx="1411">
                  <c:v>95.703000000000003</c:v>
                </c:pt>
                <c:pt idx="1412">
                  <c:v>96.001000000000005</c:v>
                </c:pt>
                <c:pt idx="1413">
                  <c:v>95.891000000000005</c:v>
                </c:pt>
                <c:pt idx="1414">
                  <c:v>97.835999999999999</c:v>
                </c:pt>
                <c:pt idx="1415">
                  <c:v>101.81100000000001</c:v>
                </c:pt>
                <c:pt idx="1416">
                  <c:v>102.367</c:v>
                </c:pt>
                <c:pt idx="1417">
                  <c:v>103.01600000000001</c:v>
                </c:pt>
                <c:pt idx="1418">
                  <c:v>98.378</c:v>
                </c:pt>
                <c:pt idx="1419">
                  <c:v>98.671000000000006</c:v>
                </c:pt>
                <c:pt idx="1420">
                  <c:v>102.31</c:v>
                </c:pt>
                <c:pt idx="1421">
                  <c:v>101.10599999999999</c:v>
                </c:pt>
                <c:pt idx="1422">
                  <c:v>100.578</c:v>
                </c:pt>
                <c:pt idx="1423">
                  <c:v>98.606999999999999</c:v>
                </c:pt>
                <c:pt idx="1424">
                  <c:v>96.653000000000006</c:v>
                </c:pt>
                <c:pt idx="1425">
                  <c:v>90.680999999999997</c:v>
                </c:pt>
                <c:pt idx="1426">
                  <c:v>86.844999999999999</c:v>
                </c:pt>
                <c:pt idx="1427">
                  <c:v>83.847999999999999</c:v>
                </c:pt>
                <c:pt idx="1428">
                  <c:v>86.155000000000001</c:v>
                </c:pt>
                <c:pt idx="1429">
                  <c:v>84.176000000000002</c:v>
                </c:pt>
                <c:pt idx="1430">
                  <c:v>85.632000000000005</c:v>
                </c:pt>
                <c:pt idx="1431">
                  <c:v>86.778999999999996</c:v>
                </c:pt>
                <c:pt idx="1432">
                  <c:v>84.453999999999994</c:v>
                </c:pt>
                <c:pt idx="1433">
                  <c:v>79.406999999999996</c:v>
                </c:pt>
                <c:pt idx="1434">
                  <c:v>77.484999999999999</c:v>
                </c:pt>
                <c:pt idx="1435">
                  <c:v>77.816999999999993</c:v>
                </c:pt>
                <c:pt idx="1436">
                  <c:v>76.94</c:v>
                </c:pt>
                <c:pt idx="1437">
                  <c:v>73.843000000000004</c:v>
                </c:pt>
                <c:pt idx="1438">
                  <c:v>74.495999999999995</c:v>
                </c:pt>
                <c:pt idx="1439">
                  <c:v>76.296999999999997</c:v>
                </c:pt>
                <c:pt idx="1440">
                  <c:v>74.722999999999999</c:v>
                </c:pt>
                <c:pt idx="1441">
                  <c:v>74.876999999999995</c:v>
                </c:pt>
                <c:pt idx="1442">
                  <c:v>75.341999999999999</c:v>
                </c:pt>
                <c:pt idx="1443">
                  <c:v>75.995999999999995</c:v>
                </c:pt>
                <c:pt idx="1444">
                  <c:v>75.162000000000006</c:v>
                </c:pt>
                <c:pt idx="1445">
                  <c:v>75.316999999999993</c:v>
                </c:pt>
                <c:pt idx="1446">
                  <c:v>74.846000000000004</c:v>
                </c:pt>
                <c:pt idx="1447">
                  <c:v>74.316999999999993</c:v>
                </c:pt>
                <c:pt idx="1448">
                  <c:v>75.763000000000005</c:v>
                </c:pt>
                <c:pt idx="1449">
                  <c:v>75.53</c:v>
                </c:pt>
                <c:pt idx="1450">
                  <c:v>75.8</c:v>
                </c:pt>
                <c:pt idx="1451">
                  <c:v>75.072000000000003</c:v>
                </c:pt>
                <c:pt idx="1452">
                  <c:v>75.093999999999994</c:v>
                </c:pt>
                <c:pt idx="1453">
                  <c:v>74.325000000000003</c:v>
                </c:pt>
                <c:pt idx="1454">
                  <c:v>72.525999999999996</c:v>
                </c:pt>
                <c:pt idx="1455">
                  <c:v>68.891999999999996</c:v>
                </c:pt>
                <c:pt idx="1456">
                  <c:v>71.218000000000004</c:v>
                </c:pt>
                <c:pt idx="1457">
                  <c:v>69.599999999999994</c:v>
                </c:pt>
                <c:pt idx="1458">
                  <c:v>69.658000000000001</c:v>
                </c:pt>
                <c:pt idx="1459">
                  <c:v>71.504000000000005</c:v>
                </c:pt>
                <c:pt idx="1460">
                  <c:v>70.962000000000003</c:v>
                </c:pt>
                <c:pt idx="1461">
                  <c:v>72.245000000000005</c:v>
                </c:pt>
                <c:pt idx="1462">
                  <c:v>72.17</c:v>
                </c:pt>
                <c:pt idx="1463">
                  <c:v>71.811999999999998</c:v>
                </c:pt>
                <c:pt idx="1464">
                  <c:v>71.995000000000005</c:v>
                </c:pt>
                <c:pt idx="1465">
                  <c:v>71.19</c:v>
                </c:pt>
                <c:pt idx="1466">
                  <c:v>75.379000000000005</c:v>
                </c:pt>
                <c:pt idx="1467">
                  <c:v>75.515000000000001</c:v>
                </c:pt>
                <c:pt idx="1468">
                  <c:v>76.944999999999993</c:v>
                </c:pt>
                <c:pt idx="1469">
                  <c:v>77.915999999999997</c:v>
                </c:pt>
                <c:pt idx="1470">
                  <c:v>76.497</c:v>
                </c:pt>
                <c:pt idx="1471">
                  <c:v>75.233999999999995</c:v>
                </c:pt>
                <c:pt idx="1472">
                  <c:v>73.408000000000001</c:v>
                </c:pt>
                <c:pt idx="1473">
                  <c:v>73.989000000000004</c:v>
                </c:pt>
                <c:pt idx="1474">
                  <c:v>73.102999999999994</c:v>
                </c:pt>
                <c:pt idx="1475">
                  <c:v>75.53</c:v>
                </c:pt>
                <c:pt idx="1476">
                  <c:v>77.820999999999998</c:v>
                </c:pt>
                <c:pt idx="1477">
                  <c:v>75.686000000000007</c:v>
                </c:pt>
                <c:pt idx="1478">
                  <c:v>74.257999999999996</c:v>
                </c:pt>
                <c:pt idx="1479">
                  <c:v>74.221000000000004</c:v>
                </c:pt>
                <c:pt idx="1480">
                  <c:v>74.671000000000006</c:v>
                </c:pt>
                <c:pt idx="1481">
                  <c:v>74.468000000000004</c:v>
                </c:pt>
                <c:pt idx="1482">
                  <c:v>75.887</c:v>
                </c:pt>
                <c:pt idx="1483">
                  <c:v>75.61</c:v>
                </c:pt>
                <c:pt idx="1484">
                  <c:v>76.200999999999993</c:v>
                </c:pt>
                <c:pt idx="1485">
                  <c:v>75.039000000000001</c:v>
                </c:pt>
                <c:pt idx="1486">
                  <c:v>74.402000000000001</c:v>
                </c:pt>
                <c:pt idx="1487">
                  <c:v>76.165000000000006</c:v>
                </c:pt>
                <c:pt idx="1488">
                  <c:v>74.379000000000005</c:v>
                </c:pt>
                <c:pt idx="1489">
                  <c:v>74.950999999999993</c:v>
                </c:pt>
                <c:pt idx="1490">
                  <c:v>74.248999999999995</c:v>
                </c:pt>
                <c:pt idx="1491">
                  <c:v>72.997</c:v>
                </c:pt>
                <c:pt idx="1492">
                  <c:v>73.393000000000001</c:v>
                </c:pt>
                <c:pt idx="1493">
                  <c:v>73.393000000000001</c:v>
                </c:pt>
                <c:pt idx="1494">
                  <c:v>72.227999999999994</c:v>
                </c:pt>
                <c:pt idx="1495">
                  <c:v>70.733999999999995</c:v>
                </c:pt>
                <c:pt idx="1496">
                  <c:v>70.635000000000005</c:v>
                </c:pt>
                <c:pt idx="1497">
                  <c:v>71.528999999999996</c:v>
                </c:pt>
                <c:pt idx="1498">
                  <c:v>71.671000000000006</c:v>
                </c:pt>
                <c:pt idx="1499">
                  <c:v>68.981999999999999</c:v>
                </c:pt>
                <c:pt idx="1500">
                  <c:v>68.343999999999994</c:v>
                </c:pt>
                <c:pt idx="1501">
                  <c:v>69.302000000000007</c:v>
                </c:pt>
                <c:pt idx="1502">
                  <c:v>70.686999999999998</c:v>
                </c:pt>
                <c:pt idx="1503">
                  <c:v>71.59</c:v>
                </c:pt>
                <c:pt idx="1504">
                  <c:v>71.14</c:v>
                </c:pt>
                <c:pt idx="1505">
                  <c:v>68.945999999999998</c:v>
                </c:pt>
                <c:pt idx="1506">
                  <c:v>69.631</c:v>
                </c:pt>
                <c:pt idx="1507">
                  <c:v>70.566999999999993</c:v>
                </c:pt>
                <c:pt idx="1508">
                  <c:v>71.685000000000002</c:v>
                </c:pt>
                <c:pt idx="1509">
                  <c:v>69.873999999999995</c:v>
                </c:pt>
                <c:pt idx="1510">
                  <c:v>69.77</c:v>
                </c:pt>
                <c:pt idx="1511">
                  <c:v>68.134</c:v>
                </c:pt>
                <c:pt idx="1512">
                  <c:v>67.853999999999999</c:v>
                </c:pt>
                <c:pt idx="1513">
                  <c:v>68.769000000000005</c:v>
                </c:pt>
                <c:pt idx="1514">
                  <c:v>67.980999999999995</c:v>
                </c:pt>
                <c:pt idx="1515">
                  <c:v>67.921000000000006</c:v>
                </c:pt>
                <c:pt idx="1516">
                  <c:v>73.28</c:v>
                </c:pt>
                <c:pt idx="1517">
                  <c:v>70.989000000000004</c:v>
                </c:pt>
                <c:pt idx="1518">
                  <c:v>71.328000000000003</c:v>
                </c:pt>
                <c:pt idx="1519">
                  <c:v>71.915999999999997</c:v>
                </c:pt>
                <c:pt idx="1520">
                  <c:v>71.843999999999994</c:v>
                </c:pt>
                <c:pt idx="1521">
                  <c:v>71.870999999999995</c:v>
                </c:pt>
                <c:pt idx="1522">
                  <c:v>71.772000000000006</c:v>
                </c:pt>
                <c:pt idx="1523">
                  <c:v>72.424000000000007</c:v>
                </c:pt>
                <c:pt idx="1524">
                  <c:v>74.355999999999995</c:v>
                </c:pt>
                <c:pt idx="1525">
                  <c:v>74.712999999999994</c:v>
                </c:pt>
                <c:pt idx="1526">
                  <c:v>74.173000000000002</c:v>
                </c:pt>
                <c:pt idx="1527">
                  <c:v>75.814999999999998</c:v>
                </c:pt>
                <c:pt idx="1528">
                  <c:v>80.477000000000004</c:v>
                </c:pt>
                <c:pt idx="1529">
                  <c:v>79.475999999999999</c:v>
                </c:pt>
                <c:pt idx="1530">
                  <c:v>77.427999999999997</c:v>
                </c:pt>
                <c:pt idx="1531">
                  <c:v>80.228999999999999</c:v>
                </c:pt>
                <c:pt idx="1532">
                  <c:v>79.542000000000002</c:v>
                </c:pt>
                <c:pt idx="1533">
                  <c:v>78.426000000000002</c:v>
                </c:pt>
                <c:pt idx="1534">
                  <c:v>78.134</c:v>
                </c:pt>
                <c:pt idx="1535">
                  <c:v>79.944000000000003</c:v>
                </c:pt>
                <c:pt idx="1536">
                  <c:v>78.450999999999993</c:v>
                </c:pt>
                <c:pt idx="1537">
                  <c:v>76.06</c:v>
                </c:pt>
                <c:pt idx="1538">
                  <c:v>75.546000000000006</c:v>
                </c:pt>
                <c:pt idx="1539">
                  <c:v>74.317999999999998</c:v>
                </c:pt>
                <c:pt idx="1540">
                  <c:v>72.138000000000005</c:v>
                </c:pt>
                <c:pt idx="1541">
                  <c:v>70.635000000000005</c:v>
                </c:pt>
                <c:pt idx="1542">
                  <c:v>70.733000000000004</c:v>
                </c:pt>
                <c:pt idx="1543">
                  <c:v>72.242000000000004</c:v>
                </c:pt>
                <c:pt idx="1544">
                  <c:v>71.522999999999996</c:v>
                </c:pt>
                <c:pt idx="1545">
                  <c:v>70.858999999999995</c:v>
                </c:pt>
                <c:pt idx="1546">
                  <c:v>71.099999999999994</c:v>
                </c:pt>
                <c:pt idx="1547">
                  <c:v>70.072999999999993</c:v>
                </c:pt>
                <c:pt idx="1548">
                  <c:v>70.447000000000003</c:v>
                </c:pt>
                <c:pt idx="1549">
                  <c:v>69.888999999999996</c:v>
                </c:pt>
                <c:pt idx="1550">
                  <c:v>70.468000000000004</c:v>
                </c:pt>
                <c:pt idx="1551">
                  <c:v>71.191999999999993</c:v>
                </c:pt>
                <c:pt idx="1552">
                  <c:v>71.935000000000002</c:v>
                </c:pt>
                <c:pt idx="1553">
                  <c:v>71.42</c:v>
                </c:pt>
                <c:pt idx="1554">
                  <c:v>71.995999999999995</c:v>
                </c:pt>
                <c:pt idx="1555">
                  <c:v>72.828000000000003</c:v>
                </c:pt>
                <c:pt idx="1556">
                  <c:v>72.302999999999997</c:v>
                </c:pt>
                <c:pt idx="1557">
                  <c:v>71.533000000000001</c:v>
                </c:pt>
                <c:pt idx="1558">
                  <c:v>71.733000000000004</c:v>
                </c:pt>
                <c:pt idx="1559">
                  <c:v>72.433000000000007</c:v>
                </c:pt>
                <c:pt idx="1560">
                  <c:v>71.665000000000006</c:v>
                </c:pt>
                <c:pt idx="1561">
                  <c:v>71.611999999999995</c:v>
                </c:pt>
                <c:pt idx="1562">
                  <c:v>71.638999999999996</c:v>
                </c:pt>
                <c:pt idx="1563">
                  <c:v>72.064999999999998</c:v>
                </c:pt>
                <c:pt idx="1564">
                  <c:v>71.754000000000005</c:v>
                </c:pt>
                <c:pt idx="1565">
                  <c:v>71.932000000000002</c:v>
                </c:pt>
                <c:pt idx="1566">
                  <c:v>75.358999999999995</c:v>
                </c:pt>
                <c:pt idx="1567">
                  <c:v>76.480999999999995</c:v>
                </c:pt>
                <c:pt idx="1568">
                  <c:v>76.722999999999999</c:v>
                </c:pt>
                <c:pt idx="1569">
                  <c:v>77.55</c:v>
                </c:pt>
                <c:pt idx="1570">
                  <c:v>78.546000000000006</c:v>
                </c:pt>
                <c:pt idx="1571">
                  <c:v>79.262</c:v>
                </c:pt>
                <c:pt idx="1572">
                  <c:v>79.034999999999997</c:v>
                </c:pt>
                <c:pt idx="1573">
                  <c:v>78.635000000000005</c:v>
                </c:pt>
                <c:pt idx="1574">
                  <c:v>78.366</c:v>
                </c:pt>
                <c:pt idx="1575">
                  <c:v>78.421000000000006</c:v>
                </c:pt>
                <c:pt idx="1576">
                  <c:v>76.822000000000003</c:v>
                </c:pt>
                <c:pt idx="1577">
                  <c:v>75.287999999999997</c:v>
                </c:pt>
                <c:pt idx="1578">
                  <c:v>74.430999999999997</c:v>
                </c:pt>
                <c:pt idx="1579">
                  <c:v>73.864000000000004</c:v>
                </c:pt>
                <c:pt idx="1580">
                  <c:v>73.17</c:v>
                </c:pt>
                <c:pt idx="1581">
                  <c:v>71.206999999999994</c:v>
                </c:pt>
                <c:pt idx="1582">
                  <c:v>71.203000000000003</c:v>
                </c:pt>
                <c:pt idx="1583">
                  <c:v>70.665999999999997</c:v>
                </c:pt>
                <c:pt idx="1584">
                  <c:v>70.822999999999993</c:v>
                </c:pt>
                <c:pt idx="1585">
                  <c:v>71.61</c:v>
                </c:pt>
                <c:pt idx="1586">
                  <c:v>72.403000000000006</c:v>
                </c:pt>
                <c:pt idx="1587">
                  <c:v>73.253</c:v>
                </c:pt>
                <c:pt idx="1588">
                  <c:v>74.272999999999996</c:v>
                </c:pt>
                <c:pt idx="1589">
                  <c:v>76.903000000000006</c:v>
                </c:pt>
                <c:pt idx="1590">
                  <c:v>75.477000000000004</c:v>
                </c:pt>
                <c:pt idx="1591">
                  <c:v>72.290999999999997</c:v>
                </c:pt>
                <c:pt idx="1592">
                  <c:v>74.48</c:v>
                </c:pt>
                <c:pt idx="1593">
                  <c:v>76.730999999999995</c:v>
                </c:pt>
                <c:pt idx="1594">
                  <c:v>74.909000000000006</c:v>
                </c:pt>
                <c:pt idx="1595">
                  <c:v>74.515000000000001</c:v>
                </c:pt>
                <c:pt idx="1596">
                  <c:v>75.340999999999994</c:v>
                </c:pt>
                <c:pt idx="1597">
                  <c:v>74.361999999999995</c:v>
                </c:pt>
                <c:pt idx="1598">
                  <c:v>76.436999999999998</c:v>
                </c:pt>
                <c:pt idx="1599">
                  <c:v>78.593999999999994</c:v>
                </c:pt>
                <c:pt idx="1600">
                  <c:v>81.870999999999995</c:v>
                </c:pt>
                <c:pt idx="1601">
                  <c:v>80.221999999999994</c:v>
                </c:pt>
                <c:pt idx="1602">
                  <c:v>78.88</c:v>
                </c:pt>
                <c:pt idx="1603">
                  <c:v>77.926000000000002</c:v>
                </c:pt>
                <c:pt idx="1604">
                  <c:v>77.984999999999999</c:v>
                </c:pt>
                <c:pt idx="1605">
                  <c:v>78.617000000000004</c:v>
                </c:pt>
                <c:pt idx="1606">
                  <c:v>77.516999999999996</c:v>
                </c:pt>
                <c:pt idx="1607">
                  <c:v>76.864000000000004</c:v>
                </c:pt>
                <c:pt idx="1608">
                  <c:v>74.983999999999995</c:v>
                </c:pt>
                <c:pt idx="1609">
                  <c:v>73.064999999999998</c:v>
                </c:pt>
                <c:pt idx="1610">
                  <c:v>70.763000000000005</c:v>
                </c:pt>
                <c:pt idx="1611">
                  <c:v>69.552000000000007</c:v>
                </c:pt>
                <c:pt idx="1612">
                  <c:v>71.018000000000001</c:v>
                </c:pt>
                <c:pt idx="1613">
                  <c:v>70.52</c:v>
                </c:pt>
                <c:pt idx="1614">
                  <c:v>68.456000000000003</c:v>
                </c:pt>
                <c:pt idx="1615">
                  <c:v>66.632999999999996</c:v>
                </c:pt>
                <c:pt idx="1616">
                  <c:v>66.519000000000005</c:v>
                </c:pt>
                <c:pt idx="1617">
                  <c:v>67.59</c:v>
                </c:pt>
                <c:pt idx="1618">
                  <c:v>67.409000000000006</c:v>
                </c:pt>
                <c:pt idx="1619">
                  <c:v>67.394999999999996</c:v>
                </c:pt>
                <c:pt idx="1620">
                  <c:v>67.590999999999994</c:v>
                </c:pt>
                <c:pt idx="1621">
                  <c:v>68.917000000000002</c:v>
                </c:pt>
                <c:pt idx="1622">
                  <c:v>69.650999999999996</c:v>
                </c:pt>
                <c:pt idx="1623">
                  <c:v>70.186000000000007</c:v>
                </c:pt>
                <c:pt idx="1624">
                  <c:v>71.430000000000007</c:v>
                </c:pt>
                <c:pt idx="1625">
                  <c:v>70.802999999999997</c:v>
                </c:pt>
                <c:pt idx="1626">
                  <c:v>71.644000000000005</c:v>
                </c:pt>
                <c:pt idx="1627">
                  <c:v>72.596999999999994</c:v>
                </c:pt>
                <c:pt idx="1628">
                  <c:v>70.84</c:v>
                </c:pt>
                <c:pt idx="1629">
                  <c:v>69.078999999999994</c:v>
                </c:pt>
                <c:pt idx="1630">
                  <c:v>67.417000000000002</c:v>
                </c:pt>
                <c:pt idx="1631">
                  <c:v>67.025000000000006</c:v>
                </c:pt>
                <c:pt idx="1632">
                  <c:v>65.215999999999994</c:v>
                </c:pt>
                <c:pt idx="1633">
                  <c:v>69.149000000000001</c:v>
                </c:pt>
                <c:pt idx="1634">
                  <c:v>69.894000000000005</c:v>
                </c:pt>
                <c:pt idx="1635">
                  <c:v>69.66</c:v>
                </c:pt>
                <c:pt idx="1636">
                  <c:v>69.724000000000004</c:v>
                </c:pt>
                <c:pt idx="1637">
                  <c:v>68.811999999999998</c:v>
                </c:pt>
                <c:pt idx="1638">
                  <c:v>68.534999999999997</c:v>
                </c:pt>
                <c:pt idx="1639">
                  <c:v>68.734999999999999</c:v>
                </c:pt>
                <c:pt idx="1640">
                  <c:v>69.896000000000001</c:v>
                </c:pt>
                <c:pt idx="1641">
                  <c:v>68.980999999999995</c:v>
                </c:pt>
                <c:pt idx="1642">
                  <c:v>69.269000000000005</c:v>
                </c:pt>
                <c:pt idx="1643">
                  <c:v>68.415999999999997</c:v>
                </c:pt>
                <c:pt idx="1644">
                  <c:v>68.366</c:v>
                </c:pt>
                <c:pt idx="1645">
                  <c:v>68.658000000000001</c:v>
                </c:pt>
                <c:pt idx="1646">
                  <c:v>68.879000000000005</c:v>
                </c:pt>
                <c:pt idx="1647">
                  <c:v>69.230999999999995</c:v>
                </c:pt>
                <c:pt idx="1648">
                  <c:v>68.957999999999998</c:v>
                </c:pt>
                <c:pt idx="1649">
                  <c:v>68.911000000000001</c:v>
                </c:pt>
                <c:pt idx="1650">
                  <c:v>68.097999999999999</c:v>
                </c:pt>
                <c:pt idx="1651">
                  <c:v>68.53</c:v>
                </c:pt>
                <c:pt idx="1652">
                  <c:v>68.146000000000001</c:v>
                </c:pt>
                <c:pt idx="1653">
                  <c:v>68.676000000000002</c:v>
                </c:pt>
                <c:pt idx="1654">
                  <c:v>68.709000000000003</c:v>
                </c:pt>
                <c:pt idx="1655">
                  <c:v>69.899000000000001</c:v>
                </c:pt>
                <c:pt idx="1656">
                  <c:v>70.046999999999997</c:v>
                </c:pt>
                <c:pt idx="1657">
                  <c:v>69.033000000000001</c:v>
                </c:pt>
                <c:pt idx="1658">
                  <c:v>68.831999999999994</c:v>
                </c:pt>
                <c:pt idx="1659">
                  <c:v>68.572999999999993</c:v>
                </c:pt>
                <c:pt idx="1660">
                  <c:v>68.418000000000006</c:v>
                </c:pt>
                <c:pt idx="1661">
                  <c:v>68.787000000000006</c:v>
                </c:pt>
                <c:pt idx="1662">
                  <c:v>69.94</c:v>
                </c:pt>
                <c:pt idx="1663">
                  <c:v>71.945999999999998</c:v>
                </c:pt>
                <c:pt idx="1664">
                  <c:v>72.778000000000006</c:v>
                </c:pt>
                <c:pt idx="1665">
                  <c:v>73.337999999999994</c:v>
                </c:pt>
                <c:pt idx="1666">
                  <c:v>72.653999999999996</c:v>
                </c:pt>
                <c:pt idx="1667">
                  <c:v>68.893000000000001</c:v>
                </c:pt>
                <c:pt idx="1668">
                  <c:v>69.097999999999999</c:v>
                </c:pt>
                <c:pt idx="1669">
                  <c:v>68.926000000000002</c:v>
                </c:pt>
                <c:pt idx="1670">
                  <c:v>70.518000000000001</c:v>
                </c:pt>
                <c:pt idx="1671">
                  <c:v>71.135999999999996</c:v>
                </c:pt>
                <c:pt idx="1672">
                  <c:v>71.087999999999994</c:v>
                </c:pt>
                <c:pt idx="1673">
                  <c:v>73.122</c:v>
                </c:pt>
                <c:pt idx="1674">
                  <c:v>73.656000000000006</c:v>
                </c:pt>
                <c:pt idx="1675">
                  <c:v>73.769000000000005</c:v>
                </c:pt>
                <c:pt idx="1676">
                  <c:v>73.722999999999999</c:v>
                </c:pt>
                <c:pt idx="1677">
                  <c:v>73.790999999999997</c:v>
                </c:pt>
                <c:pt idx="1678">
                  <c:v>74.052999999999997</c:v>
                </c:pt>
                <c:pt idx="1679">
                  <c:v>73.427000000000007</c:v>
                </c:pt>
                <c:pt idx="1680">
                  <c:v>74.325999999999993</c:v>
                </c:pt>
                <c:pt idx="1681">
                  <c:v>75.275999999999996</c:v>
                </c:pt>
                <c:pt idx="1682">
                  <c:v>74.484999999999999</c:v>
                </c:pt>
                <c:pt idx="1683">
                  <c:v>74.334999999999994</c:v>
                </c:pt>
                <c:pt idx="1684">
                  <c:v>73.019000000000005</c:v>
                </c:pt>
                <c:pt idx="1685">
                  <c:v>72.778999999999996</c:v>
                </c:pt>
                <c:pt idx="1686">
                  <c:v>71.831999999999994</c:v>
                </c:pt>
                <c:pt idx="1687">
                  <c:v>72.108000000000004</c:v>
                </c:pt>
                <c:pt idx="1688">
                  <c:v>71.091999999999999</c:v>
                </c:pt>
                <c:pt idx="1689">
                  <c:v>71.444999999999993</c:v>
                </c:pt>
                <c:pt idx="1690">
                  <c:v>71.685000000000002</c:v>
                </c:pt>
                <c:pt idx="1691">
                  <c:v>71.789000000000001</c:v>
                </c:pt>
                <c:pt idx="1692">
                  <c:v>73.031999999999996</c:v>
                </c:pt>
                <c:pt idx="1693">
                  <c:v>73.765000000000001</c:v>
                </c:pt>
                <c:pt idx="1694">
                  <c:v>73.718000000000004</c:v>
                </c:pt>
                <c:pt idx="1695">
                  <c:v>75.465000000000003</c:v>
                </c:pt>
                <c:pt idx="1696">
                  <c:v>77.272999999999996</c:v>
                </c:pt>
                <c:pt idx="1697">
                  <c:v>75.766999999999996</c:v>
                </c:pt>
                <c:pt idx="1698">
                  <c:v>76.903000000000006</c:v>
                </c:pt>
                <c:pt idx="1699">
                  <c:v>77.150000000000006</c:v>
                </c:pt>
                <c:pt idx="1700">
                  <c:v>76.569999999999993</c:v>
                </c:pt>
                <c:pt idx="1701">
                  <c:v>78.135000000000005</c:v>
                </c:pt>
                <c:pt idx="1702">
                  <c:v>78.483999999999995</c:v>
                </c:pt>
                <c:pt idx="1703">
                  <c:v>78.117999999999995</c:v>
                </c:pt>
                <c:pt idx="1704">
                  <c:v>78.102999999999994</c:v>
                </c:pt>
                <c:pt idx="1705">
                  <c:v>77.006</c:v>
                </c:pt>
                <c:pt idx="1706">
                  <c:v>78.174000000000007</c:v>
                </c:pt>
                <c:pt idx="1707">
                  <c:v>80.001999999999995</c:v>
                </c:pt>
                <c:pt idx="1708">
                  <c:v>80.787000000000006</c:v>
                </c:pt>
                <c:pt idx="1709">
                  <c:v>82.481999999999999</c:v>
                </c:pt>
                <c:pt idx="1710">
                  <c:v>79.626000000000005</c:v>
                </c:pt>
                <c:pt idx="1711">
                  <c:v>77.634</c:v>
                </c:pt>
                <c:pt idx="1712">
                  <c:v>76.938000000000002</c:v>
                </c:pt>
                <c:pt idx="1713">
                  <c:v>77.507999999999996</c:v>
                </c:pt>
                <c:pt idx="1714">
                  <c:v>76.504000000000005</c:v>
                </c:pt>
                <c:pt idx="1715">
                  <c:v>74.617000000000004</c:v>
                </c:pt>
                <c:pt idx="1716">
                  <c:v>74.344999999999999</c:v>
                </c:pt>
                <c:pt idx="1717">
                  <c:v>74.524000000000001</c:v>
                </c:pt>
                <c:pt idx="1718">
                  <c:v>73.760000000000005</c:v>
                </c:pt>
                <c:pt idx="1719">
                  <c:v>75.91</c:v>
                </c:pt>
                <c:pt idx="1720">
                  <c:v>76.558000000000007</c:v>
                </c:pt>
                <c:pt idx="1721">
                  <c:v>76.995999999999995</c:v>
                </c:pt>
                <c:pt idx="1722">
                  <c:v>76.22</c:v>
                </c:pt>
                <c:pt idx="1723">
                  <c:v>77.275000000000006</c:v>
                </c:pt>
                <c:pt idx="1724">
                  <c:v>76.06</c:v>
                </c:pt>
                <c:pt idx="1725">
                  <c:v>75.73</c:v>
                </c:pt>
                <c:pt idx="1726">
                  <c:v>75.683000000000007</c:v>
                </c:pt>
                <c:pt idx="1727">
                  <c:v>75.623999999999995</c:v>
                </c:pt>
                <c:pt idx="1728">
                  <c:v>74.509</c:v>
                </c:pt>
                <c:pt idx="1729">
                  <c:v>72.947999999999993</c:v>
                </c:pt>
                <c:pt idx="1730">
                  <c:v>70.876999999999995</c:v>
                </c:pt>
                <c:pt idx="1731">
                  <c:v>68.974000000000004</c:v>
                </c:pt>
                <c:pt idx="1732">
                  <c:v>67.688000000000002</c:v>
                </c:pt>
                <c:pt idx="1733">
                  <c:v>69.099000000000004</c:v>
                </c:pt>
                <c:pt idx="1734">
                  <c:v>69.954999999999998</c:v>
                </c:pt>
                <c:pt idx="1735">
                  <c:v>71.462999999999994</c:v>
                </c:pt>
                <c:pt idx="1736">
                  <c:v>73.522999999999996</c:v>
                </c:pt>
                <c:pt idx="1737">
                  <c:v>76.215000000000003</c:v>
                </c:pt>
                <c:pt idx="1738">
                  <c:v>74.563000000000002</c:v>
                </c:pt>
                <c:pt idx="1739">
                  <c:v>76.388000000000005</c:v>
                </c:pt>
                <c:pt idx="1740">
                  <c:v>78.832999999999998</c:v>
                </c:pt>
                <c:pt idx="1741">
                  <c:v>77.614000000000004</c:v>
                </c:pt>
                <c:pt idx="1742">
                  <c:v>78.763999999999996</c:v>
                </c:pt>
                <c:pt idx="1743">
                  <c:v>78.063999999999993</c:v>
                </c:pt>
                <c:pt idx="1744">
                  <c:v>77.391000000000005</c:v>
                </c:pt>
                <c:pt idx="1745">
                  <c:v>77.265000000000001</c:v>
                </c:pt>
                <c:pt idx="1746">
                  <c:v>78.506</c:v>
                </c:pt>
                <c:pt idx="1747">
                  <c:v>79.727999999999994</c:v>
                </c:pt>
                <c:pt idx="1748">
                  <c:v>79.399000000000001</c:v>
                </c:pt>
                <c:pt idx="1749">
                  <c:v>81.34</c:v>
                </c:pt>
                <c:pt idx="1750">
                  <c:v>82.69</c:v>
                </c:pt>
                <c:pt idx="1751">
                  <c:v>82.85</c:v>
                </c:pt>
                <c:pt idx="1752">
                  <c:v>85.334999999999994</c:v>
                </c:pt>
                <c:pt idx="1753">
                  <c:v>83.885999999999996</c:v>
                </c:pt>
                <c:pt idx="1754">
                  <c:v>89.921999999999997</c:v>
                </c:pt>
                <c:pt idx="1755">
                  <c:v>91.587999999999994</c:v>
                </c:pt>
                <c:pt idx="1756">
                  <c:v>92.144999999999996</c:v>
                </c:pt>
                <c:pt idx="1757">
                  <c:v>92.944999999999993</c:v>
                </c:pt>
                <c:pt idx="1758">
                  <c:v>92.114000000000004</c:v>
                </c:pt>
                <c:pt idx="1759">
                  <c:v>92.665999999999997</c:v>
                </c:pt>
                <c:pt idx="1760">
                  <c:v>129.31399999999999</c:v>
                </c:pt>
                <c:pt idx="1761">
                  <c:v>131.482</c:v>
                </c:pt>
                <c:pt idx="1762">
                  <c:v>115.014</c:v>
                </c:pt>
                <c:pt idx="1763">
                  <c:v>112.379</c:v>
                </c:pt>
                <c:pt idx="1764">
                  <c:v>108.873</c:v>
                </c:pt>
                <c:pt idx="1765">
                  <c:v>107.334</c:v>
                </c:pt>
                <c:pt idx="1766">
                  <c:v>108.205</c:v>
                </c:pt>
                <c:pt idx="1767">
                  <c:v>107.812</c:v>
                </c:pt>
                <c:pt idx="1768">
                  <c:v>107.465</c:v>
                </c:pt>
                <c:pt idx="1769">
                  <c:v>107.819</c:v>
                </c:pt>
                <c:pt idx="1770">
                  <c:v>101.711</c:v>
                </c:pt>
                <c:pt idx="1771">
                  <c:v>100.251</c:v>
                </c:pt>
                <c:pt idx="1772">
                  <c:v>96.340999999999994</c:v>
                </c:pt>
                <c:pt idx="1773">
                  <c:v>95.659000000000006</c:v>
                </c:pt>
                <c:pt idx="1774">
                  <c:v>95.66</c:v>
                </c:pt>
                <c:pt idx="1775">
                  <c:v>97.995000000000005</c:v>
                </c:pt>
                <c:pt idx="1776">
                  <c:v>96.486999999999995</c:v>
                </c:pt>
                <c:pt idx="1777">
                  <c:v>96.703999999999994</c:v>
                </c:pt>
                <c:pt idx="1778">
                  <c:v>97.353999999999999</c:v>
                </c:pt>
                <c:pt idx="1779">
                  <c:v>93.801000000000002</c:v>
                </c:pt>
                <c:pt idx="1780">
                  <c:v>90.641999999999996</c:v>
                </c:pt>
                <c:pt idx="1781">
                  <c:v>90.638000000000005</c:v>
                </c:pt>
                <c:pt idx="1782">
                  <c:v>83.331999999999994</c:v>
                </c:pt>
                <c:pt idx="1783">
                  <c:v>84.361999999999995</c:v>
                </c:pt>
                <c:pt idx="1784">
                  <c:v>83.015000000000001</c:v>
                </c:pt>
                <c:pt idx="1785">
                  <c:v>83.956000000000003</c:v>
                </c:pt>
                <c:pt idx="1786">
                  <c:v>82.686000000000007</c:v>
                </c:pt>
                <c:pt idx="1787">
                  <c:v>83.733999999999995</c:v>
                </c:pt>
                <c:pt idx="1788">
                  <c:v>83.936999999999998</c:v>
                </c:pt>
                <c:pt idx="1789">
                  <c:v>83.911000000000001</c:v>
                </c:pt>
                <c:pt idx="1790">
                  <c:v>82.039000000000001</c:v>
                </c:pt>
                <c:pt idx="1791">
                  <c:v>80.323999999999998</c:v>
                </c:pt>
                <c:pt idx="1792">
                  <c:v>79.013000000000005</c:v>
                </c:pt>
                <c:pt idx="1793">
                  <c:v>79.44</c:v>
                </c:pt>
                <c:pt idx="1794">
                  <c:v>78.738</c:v>
                </c:pt>
                <c:pt idx="1795">
                  <c:v>78.134</c:v>
                </c:pt>
                <c:pt idx="1796">
                  <c:v>78.242000000000004</c:v>
                </c:pt>
                <c:pt idx="1797">
                  <c:v>73.912000000000006</c:v>
                </c:pt>
                <c:pt idx="1798">
                  <c:v>72.930000000000007</c:v>
                </c:pt>
                <c:pt idx="1799">
                  <c:v>74.097999999999999</c:v>
                </c:pt>
                <c:pt idx="1800">
                  <c:v>76.876000000000005</c:v>
                </c:pt>
                <c:pt idx="1801">
                  <c:v>75.944999999999993</c:v>
                </c:pt>
                <c:pt idx="1802">
                  <c:v>78.986000000000004</c:v>
                </c:pt>
                <c:pt idx="1803">
                  <c:v>79.774000000000001</c:v>
                </c:pt>
                <c:pt idx="1804">
                  <c:v>81.992999999999995</c:v>
                </c:pt>
                <c:pt idx="1805">
                  <c:v>81.957999999999998</c:v>
                </c:pt>
                <c:pt idx="1806">
                  <c:v>82.67</c:v>
                </c:pt>
                <c:pt idx="1807">
                  <c:v>78.38</c:v>
                </c:pt>
                <c:pt idx="1808">
                  <c:v>79.468000000000004</c:v>
                </c:pt>
                <c:pt idx="1809">
                  <c:v>79.427999999999997</c:v>
                </c:pt>
                <c:pt idx="1810">
                  <c:v>77.977000000000004</c:v>
                </c:pt>
                <c:pt idx="1811">
                  <c:v>77.866</c:v>
                </c:pt>
                <c:pt idx="1812">
                  <c:v>76.715999999999994</c:v>
                </c:pt>
                <c:pt idx="1813">
                  <c:v>75.707999999999998</c:v>
                </c:pt>
                <c:pt idx="1814">
                  <c:v>75.001999999999995</c:v>
                </c:pt>
                <c:pt idx="1815">
                  <c:v>75.224999999999994</c:v>
                </c:pt>
                <c:pt idx="1816">
                  <c:v>74.587000000000003</c:v>
                </c:pt>
                <c:pt idx="1817">
                  <c:v>74.262</c:v>
                </c:pt>
                <c:pt idx="1818">
                  <c:v>73.918999999999997</c:v>
                </c:pt>
                <c:pt idx="1819">
                  <c:v>74.912000000000006</c:v>
                </c:pt>
                <c:pt idx="1820">
                  <c:v>74.927000000000007</c:v>
                </c:pt>
                <c:pt idx="1821">
                  <c:v>74.728999999999999</c:v>
                </c:pt>
                <c:pt idx="1822">
                  <c:v>74.971000000000004</c:v>
                </c:pt>
                <c:pt idx="1823">
                  <c:v>74.316000000000003</c:v>
                </c:pt>
                <c:pt idx="1824">
                  <c:v>72.887</c:v>
                </c:pt>
                <c:pt idx="1825">
                  <c:v>72.662000000000006</c:v>
                </c:pt>
                <c:pt idx="1826">
                  <c:v>72.531000000000006</c:v>
                </c:pt>
                <c:pt idx="1827">
                  <c:v>71.668999999999997</c:v>
                </c:pt>
                <c:pt idx="1828">
                  <c:v>71.406999999999996</c:v>
                </c:pt>
                <c:pt idx="1829">
                  <c:v>71.966999999999999</c:v>
                </c:pt>
                <c:pt idx="1830">
                  <c:v>71.387</c:v>
                </c:pt>
                <c:pt idx="1831">
                  <c:v>71.367000000000004</c:v>
                </c:pt>
                <c:pt idx="1832">
                  <c:v>73.103999999999999</c:v>
                </c:pt>
                <c:pt idx="1833">
                  <c:v>72.453999999999994</c:v>
                </c:pt>
                <c:pt idx="1834">
                  <c:v>74.622</c:v>
                </c:pt>
                <c:pt idx="1835">
                  <c:v>75.185000000000002</c:v>
                </c:pt>
                <c:pt idx="1836">
                  <c:v>74.376000000000005</c:v>
                </c:pt>
                <c:pt idx="1837">
                  <c:v>74.855999999999995</c:v>
                </c:pt>
                <c:pt idx="1838">
                  <c:v>75.117000000000004</c:v>
                </c:pt>
                <c:pt idx="1839">
                  <c:v>74.536000000000001</c:v>
                </c:pt>
                <c:pt idx="1840">
                  <c:v>73.921999999999997</c:v>
                </c:pt>
                <c:pt idx="1841">
                  <c:v>72.649000000000001</c:v>
                </c:pt>
                <c:pt idx="1842">
                  <c:v>70.188999999999993</c:v>
                </c:pt>
                <c:pt idx="1843">
                  <c:v>69.064999999999998</c:v>
                </c:pt>
                <c:pt idx="1844">
                  <c:v>68.388000000000005</c:v>
                </c:pt>
                <c:pt idx="1845">
                  <c:v>66.733000000000004</c:v>
                </c:pt>
                <c:pt idx="1846">
                  <c:v>67.661000000000001</c:v>
                </c:pt>
                <c:pt idx="1847">
                  <c:v>67.698999999999998</c:v>
                </c:pt>
                <c:pt idx="1848">
                  <c:v>66.912000000000006</c:v>
                </c:pt>
                <c:pt idx="1849">
                  <c:v>66.027000000000001</c:v>
                </c:pt>
                <c:pt idx="1850">
                  <c:v>67.040000000000006</c:v>
                </c:pt>
                <c:pt idx="1851">
                  <c:v>67.316000000000003</c:v>
                </c:pt>
                <c:pt idx="1852">
                  <c:v>67.471999999999994</c:v>
                </c:pt>
                <c:pt idx="1853">
                  <c:v>70.272999999999996</c:v>
                </c:pt>
                <c:pt idx="1854">
                  <c:v>72.384</c:v>
                </c:pt>
                <c:pt idx="1855">
                  <c:v>72.150999999999996</c:v>
                </c:pt>
                <c:pt idx="1856">
                  <c:v>71.8</c:v>
                </c:pt>
                <c:pt idx="1857">
                  <c:v>70.228999999999999</c:v>
                </c:pt>
                <c:pt idx="1858">
                  <c:v>71.736000000000004</c:v>
                </c:pt>
                <c:pt idx="1859">
                  <c:v>72.14</c:v>
                </c:pt>
                <c:pt idx="1860">
                  <c:v>71.281000000000006</c:v>
                </c:pt>
                <c:pt idx="1861">
                  <c:v>69.634</c:v>
                </c:pt>
                <c:pt idx="1862">
                  <c:v>68.131</c:v>
                </c:pt>
                <c:pt idx="1863">
                  <c:v>67.918999999999997</c:v>
                </c:pt>
                <c:pt idx="1864">
                  <c:v>69.474000000000004</c:v>
                </c:pt>
                <c:pt idx="1865">
                  <c:v>69.400999999999996</c:v>
                </c:pt>
                <c:pt idx="1866">
                  <c:v>70.411000000000001</c:v>
                </c:pt>
                <c:pt idx="1867">
                  <c:v>69.864000000000004</c:v>
                </c:pt>
                <c:pt idx="1868">
                  <c:v>79.192999999999998</c:v>
                </c:pt>
                <c:pt idx="1869">
                  <c:v>80.748999999999995</c:v>
                </c:pt>
                <c:pt idx="1870">
                  <c:v>81.557000000000002</c:v>
                </c:pt>
                <c:pt idx="1871">
                  <c:v>82.478999999999999</c:v>
                </c:pt>
                <c:pt idx="1872">
                  <c:v>83.915999999999997</c:v>
                </c:pt>
                <c:pt idx="1873">
                  <c:v>82.24</c:v>
                </c:pt>
                <c:pt idx="1874">
                  <c:v>81.733999999999995</c:v>
                </c:pt>
                <c:pt idx="1875">
                  <c:v>81.382000000000005</c:v>
                </c:pt>
                <c:pt idx="1876">
                  <c:v>79.680000000000007</c:v>
                </c:pt>
                <c:pt idx="1877">
                  <c:v>78.567999999999998</c:v>
                </c:pt>
                <c:pt idx="1878">
                  <c:v>78.156000000000006</c:v>
                </c:pt>
                <c:pt idx="1879">
                  <c:v>78.051000000000002</c:v>
                </c:pt>
                <c:pt idx="1880">
                  <c:v>78.358999999999995</c:v>
                </c:pt>
                <c:pt idx="1881">
                  <c:v>78.900000000000006</c:v>
                </c:pt>
                <c:pt idx="1882">
                  <c:v>81.283000000000001</c:v>
                </c:pt>
                <c:pt idx="1883">
                  <c:v>81.813000000000002</c:v>
                </c:pt>
                <c:pt idx="1884">
                  <c:v>82.94</c:v>
                </c:pt>
                <c:pt idx="1885">
                  <c:v>80.932000000000002</c:v>
                </c:pt>
                <c:pt idx="1886">
                  <c:v>81.358999999999995</c:v>
                </c:pt>
                <c:pt idx="1887">
                  <c:v>82.096999999999994</c:v>
                </c:pt>
                <c:pt idx="1888">
                  <c:v>82.192999999999998</c:v>
                </c:pt>
                <c:pt idx="1889">
                  <c:v>80.62</c:v>
                </c:pt>
                <c:pt idx="1890">
                  <c:v>80.888999999999996</c:v>
                </c:pt>
                <c:pt idx="1891">
                  <c:v>80.954999999999998</c:v>
                </c:pt>
                <c:pt idx="1892">
                  <c:v>79.335999999999999</c:v>
                </c:pt>
                <c:pt idx="1893">
                  <c:v>76.953999999999994</c:v>
                </c:pt>
                <c:pt idx="1894">
                  <c:v>75.206000000000003</c:v>
                </c:pt>
                <c:pt idx="1895">
                  <c:v>74.855000000000004</c:v>
                </c:pt>
                <c:pt idx="1896">
                  <c:v>73.861000000000004</c:v>
                </c:pt>
                <c:pt idx="1897">
                  <c:v>73.715999999999994</c:v>
                </c:pt>
                <c:pt idx="1898">
                  <c:v>74.245999999999995</c:v>
                </c:pt>
                <c:pt idx="1899">
                  <c:v>77.575000000000003</c:v>
                </c:pt>
                <c:pt idx="1900">
                  <c:v>76.298000000000002</c:v>
                </c:pt>
                <c:pt idx="1901">
                  <c:v>76.807000000000002</c:v>
                </c:pt>
                <c:pt idx="1902">
                  <c:v>76.641000000000005</c:v>
                </c:pt>
                <c:pt idx="1903">
                  <c:v>74.971999999999994</c:v>
                </c:pt>
                <c:pt idx="1904">
                  <c:v>74.44</c:v>
                </c:pt>
                <c:pt idx="1905">
                  <c:v>74.105000000000004</c:v>
                </c:pt>
                <c:pt idx="1906">
                  <c:v>74.596999999999994</c:v>
                </c:pt>
                <c:pt idx="1907">
                  <c:v>74.981999999999999</c:v>
                </c:pt>
                <c:pt idx="1908">
                  <c:v>74.638000000000005</c:v>
                </c:pt>
                <c:pt idx="1909">
                  <c:v>76.912999999999997</c:v>
                </c:pt>
                <c:pt idx="1910">
                  <c:v>76.930999999999997</c:v>
                </c:pt>
                <c:pt idx="1911">
                  <c:v>76.212000000000003</c:v>
                </c:pt>
                <c:pt idx="1912">
                  <c:v>77.841999999999999</c:v>
                </c:pt>
                <c:pt idx="1913">
                  <c:v>76.195999999999998</c:v>
                </c:pt>
                <c:pt idx="1914">
                  <c:v>74.69</c:v>
                </c:pt>
                <c:pt idx="1915">
                  <c:v>74.122</c:v>
                </c:pt>
                <c:pt idx="1916">
                  <c:v>73.445999999999998</c:v>
                </c:pt>
                <c:pt idx="1917">
                  <c:v>73.311000000000007</c:v>
                </c:pt>
                <c:pt idx="1918">
                  <c:v>74.067999999999998</c:v>
                </c:pt>
                <c:pt idx="1919">
                  <c:v>74.076999999999998</c:v>
                </c:pt>
                <c:pt idx="1920">
                  <c:v>72.948999999999998</c:v>
                </c:pt>
                <c:pt idx="1921">
                  <c:v>72.289000000000001</c:v>
                </c:pt>
                <c:pt idx="1922">
                  <c:v>72.13</c:v>
                </c:pt>
                <c:pt idx="1923">
                  <c:v>71.787999999999997</c:v>
                </c:pt>
                <c:pt idx="1924">
                  <c:v>73.281999999999996</c:v>
                </c:pt>
                <c:pt idx="1925">
                  <c:v>74.113</c:v>
                </c:pt>
                <c:pt idx="1926">
                  <c:v>73.587000000000003</c:v>
                </c:pt>
                <c:pt idx="1927">
                  <c:v>72.472999999999999</c:v>
                </c:pt>
                <c:pt idx="1928">
                  <c:v>71.225999999999999</c:v>
                </c:pt>
                <c:pt idx="1929">
                  <c:v>70.308000000000007</c:v>
                </c:pt>
                <c:pt idx="1930">
                  <c:v>69.978999999999999</c:v>
                </c:pt>
                <c:pt idx="1931">
                  <c:v>70.358000000000004</c:v>
                </c:pt>
                <c:pt idx="1932">
                  <c:v>69.685000000000002</c:v>
                </c:pt>
                <c:pt idx="1933">
                  <c:v>69.122</c:v>
                </c:pt>
                <c:pt idx="1934">
                  <c:v>68.960999999999999</c:v>
                </c:pt>
                <c:pt idx="1935">
                  <c:v>69.459999999999994</c:v>
                </c:pt>
                <c:pt idx="1936">
                  <c:v>69.149000000000001</c:v>
                </c:pt>
                <c:pt idx="1937">
                  <c:v>68.769000000000005</c:v>
                </c:pt>
                <c:pt idx="1938">
                  <c:v>68.453999999999994</c:v>
                </c:pt>
                <c:pt idx="1939">
                  <c:v>68.031000000000006</c:v>
                </c:pt>
                <c:pt idx="1940">
                  <c:v>67.567999999999998</c:v>
                </c:pt>
                <c:pt idx="1941">
                  <c:v>68.582999999999998</c:v>
                </c:pt>
                <c:pt idx="1942">
                  <c:v>70.536000000000001</c:v>
                </c:pt>
                <c:pt idx="1943">
                  <c:v>70.197000000000003</c:v>
                </c:pt>
                <c:pt idx="1944">
                  <c:v>72.117999999999995</c:v>
                </c:pt>
                <c:pt idx="1945">
                  <c:v>71.884</c:v>
                </c:pt>
                <c:pt idx="1946">
                  <c:v>72.277000000000001</c:v>
                </c:pt>
                <c:pt idx="1947">
                  <c:v>71.548000000000002</c:v>
                </c:pt>
                <c:pt idx="1948">
                  <c:v>74.183000000000007</c:v>
                </c:pt>
                <c:pt idx="1949">
                  <c:v>75.715999999999994</c:v>
                </c:pt>
                <c:pt idx="1950">
                  <c:v>74.753</c:v>
                </c:pt>
                <c:pt idx="1951">
                  <c:v>74.230999999999995</c:v>
                </c:pt>
                <c:pt idx="1952">
                  <c:v>73.951999999999998</c:v>
                </c:pt>
                <c:pt idx="1953">
                  <c:v>73.691000000000003</c:v>
                </c:pt>
                <c:pt idx="1954">
                  <c:v>73.05</c:v>
                </c:pt>
                <c:pt idx="1955">
                  <c:v>75.376000000000005</c:v>
                </c:pt>
                <c:pt idx="1956">
                  <c:v>75.828999999999994</c:v>
                </c:pt>
                <c:pt idx="1957">
                  <c:v>76.363</c:v>
                </c:pt>
                <c:pt idx="1958">
                  <c:v>77.347999999999999</c:v>
                </c:pt>
                <c:pt idx="1959">
                  <c:v>76.501000000000005</c:v>
                </c:pt>
                <c:pt idx="1960">
                  <c:v>76.808999999999997</c:v>
                </c:pt>
                <c:pt idx="1961">
                  <c:v>80.052999999999997</c:v>
                </c:pt>
                <c:pt idx="1962">
                  <c:v>78.241</c:v>
                </c:pt>
                <c:pt idx="1963">
                  <c:v>76.86</c:v>
                </c:pt>
                <c:pt idx="1964">
                  <c:v>77.712999999999994</c:v>
                </c:pt>
                <c:pt idx="1965">
                  <c:v>78.95</c:v>
                </c:pt>
                <c:pt idx="1966">
                  <c:v>80.686000000000007</c:v>
                </c:pt>
                <c:pt idx="1967">
                  <c:v>81.543999999999997</c:v>
                </c:pt>
                <c:pt idx="1968">
                  <c:v>81.834000000000003</c:v>
                </c:pt>
                <c:pt idx="1969">
                  <c:v>81.962000000000003</c:v>
                </c:pt>
                <c:pt idx="1970">
                  <c:v>80.906000000000006</c:v>
                </c:pt>
                <c:pt idx="1971">
                  <c:v>80.888999999999996</c:v>
                </c:pt>
                <c:pt idx="1972">
                  <c:v>82.003</c:v>
                </c:pt>
                <c:pt idx="1973">
                  <c:v>80.619</c:v>
                </c:pt>
                <c:pt idx="1974">
                  <c:v>81.007999999999996</c:v>
                </c:pt>
                <c:pt idx="1975">
                  <c:v>83.855000000000004</c:v>
                </c:pt>
                <c:pt idx="1976">
                  <c:v>85.593999999999994</c:v>
                </c:pt>
                <c:pt idx="1977">
                  <c:v>86.775999999999996</c:v>
                </c:pt>
                <c:pt idx="1978">
                  <c:v>87.063000000000002</c:v>
                </c:pt>
                <c:pt idx="1979">
                  <c:v>83.932000000000002</c:v>
                </c:pt>
                <c:pt idx="1980">
                  <c:v>86.506</c:v>
                </c:pt>
                <c:pt idx="1981">
                  <c:v>91.462000000000003</c:v>
                </c:pt>
                <c:pt idx="1982">
                  <c:v>87.903000000000006</c:v>
                </c:pt>
                <c:pt idx="1983">
                  <c:v>89.409000000000006</c:v>
                </c:pt>
                <c:pt idx="1984">
                  <c:v>90.233999999999995</c:v>
                </c:pt>
                <c:pt idx="1985">
                  <c:v>92.454999999999998</c:v>
                </c:pt>
                <c:pt idx="1986">
                  <c:v>92.855000000000004</c:v>
                </c:pt>
                <c:pt idx="1987">
                  <c:v>91.028000000000006</c:v>
                </c:pt>
                <c:pt idx="1988">
                  <c:v>95.293000000000006</c:v>
                </c:pt>
                <c:pt idx="1989">
                  <c:v>101.33499999999999</c:v>
                </c:pt>
                <c:pt idx="1990">
                  <c:v>103.343</c:v>
                </c:pt>
                <c:pt idx="1991">
                  <c:v>104.77500000000001</c:v>
                </c:pt>
                <c:pt idx="1992">
                  <c:v>101.277</c:v>
                </c:pt>
                <c:pt idx="1993">
                  <c:v>96.837999999999994</c:v>
                </c:pt>
                <c:pt idx="1994">
                  <c:v>96.942999999999998</c:v>
                </c:pt>
                <c:pt idx="1995">
                  <c:v>96.326999999999998</c:v>
                </c:pt>
                <c:pt idx="1996">
                  <c:v>95.072000000000003</c:v>
                </c:pt>
                <c:pt idx="1997">
                  <c:v>88.215999999999994</c:v>
                </c:pt>
                <c:pt idx="1998">
                  <c:v>88.078000000000003</c:v>
                </c:pt>
                <c:pt idx="1999" formatCode="General">
                  <c:v>87.662000000000006</c:v>
                </c:pt>
                <c:pt idx="2000" formatCode="General">
                  <c:v>86.632999999999996</c:v>
                </c:pt>
                <c:pt idx="2001" formatCode="General">
                  <c:v>85.308999999999997</c:v>
                </c:pt>
                <c:pt idx="2002" formatCode="General">
                  <c:v>84.563000000000002</c:v>
                </c:pt>
                <c:pt idx="2003" formatCode="General">
                  <c:v>83.756</c:v>
                </c:pt>
                <c:pt idx="2004" formatCode="General">
                  <c:v>82.415999999999997</c:v>
                </c:pt>
                <c:pt idx="2005" formatCode="General">
                  <c:v>81.543999999999997</c:v>
                </c:pt>
                <c:pt idx="2006" formatCode="General">
                  <c:v>81.912999999999997</c:v>
                </c:pt>
                <c:pt idx="2007" formatCode="General">
                  <c:v>82.873000000000005</c:v>
                </c:pt>
                <c:pt idx="2008" formatCode="General">
                  <c:v>86.924999999999997</c:v>
                </c:pt>
                <c:pt idx="2009" formatCode="General">
                  <c:v>89.447999999999993</c:v>
                </c:pt>
                <c:pt idx="2010" formatCode="General">
                  <c:v>88.497</c:v>
                </c:pt>
                <c:pt idx="2011" formatCode="General">
                  <c:v>89.061000000000007</c:v>
                </c:pt>
                <c:pt idx="2012" formatCode="General">
                  <c:v>89.653000000000006</c:v>
                </c:pt>
                <c:pt idx="2013" formatCode="General">
                  <c:v>91.573999999999998</c:v>
                </c:pt>
                <c:pt idx="2014" formatCode="General">
                  <c:v>89.353999999999999</c:v>
                </c:pt>
                <c:pt idx="2015" formatCode="General">
                  <c:v>85.909000000000006</c:v>
                </c:pt>
                <c:pt idx="2016" formatCode="General">
                  <c:v>83.887</c:v>
                </c:pt>
                <c:pt idx="2017" formatCode="General">
                  <c:v>83.738</c:v>
                </c:pt>
                <c:pt idx="2018" formatCode="General">
                  <c:v>83.281999999999996</c:v>
                </c:pt>
                <c:pt idx="2019" formatCode="General">
                  <c:v>84.747</c:v>
                </c:pt>
                <c:pt idx="2020" formatCode="General">
                  <c:v>84.638000000000005</c:v>
                </c:pt>
                <c:pt idx="2021" formatCode="General">
                  <c:v>89.01</c:v>
                </c:pt>
                <c:pt idx="2022" formatCode="General">
                  <c:v>90.915000000000006</c:v>
                </c:pt>
                <c:pt idx="2023" formatCode="General">
                  <c:v>93.293000000000006</c:v>
                </c:pt>
                <c:pt idx="2024" formatCode="General">
                  <c:v>92.480999999999995</c:v>
                </c:pt>
                <c:pt idx="2025" formatCode="General">
                  <c:v>91.873000000000005</c:v>
                </c:pt>
                <c:pt idx="2026" formatCode="General">
                  <c:v>91.757000000000005</c:v>
                </c:pt>
                <c:pt idx="2027" formatCode="General">
                  <c:v>90.676000000000002</c:v>
                </c:pt>
                <c:pt idx="2028" formatCode="General">
                  <c:v>89.590999999999994</c:v>
                </c:pt>
                <c:pt idx="2029" formatCode="General">
                  <c:v>88.578000000000003</c:v>
                </c:pt>
                <c:pt idx="2030" formatCode="General">
                  <c:v>92.552000000000007</c:v>
                </c:pt>
                <c:pt idx="2031" formatCode="General">
                  <c:v>94.281000000000006</c:v>
                </c:pt>
                <c:pt idx="2032" formatCode="General">
                  <c:v>97.037999999999997</c:v>
                </c:pt>
                <c:pt idx="2033" formatCode="General">
                  <c:v>101.42700000000001</c:v>
                </c:pt>
                <c:pt idx="2034" formatCode="General">
                  <c:v>96.343999999999994</c:v>
                </c:pt>
                <c:pt idx="2035" formatCode="General">
                  <c:v>96.433999999999997</c:v>
                </c:pt>
                <c:pt idx="2036" formatCode="General">
                  <c:v>96.95</c:v>
                </c:pt>
                <c:pt idx="2037" formatCode="General">
                  <c:v>92.753</c:v>
                </c:pt>
                <c:pt idx="2038" formatCode="General">
                  <c:v>87</c:v>
                </c:pt>
                <c:pt idx="2039" formatCode="General">
                  <c:v>86.188000000000002</c:v>
                </c:pt>
                <c:pt idx="2040" formatCode="General">
                  <c:v>86.546000000000006</c:v>
                </c:pt>
                <c:pt idx="2041" formatCode="General">
                  <c:v>86.617999999999995</c:v>
                </c:pt>
                <c:pt idx="2042" formatCode="General">
                  <c:v>87.947000000000003</c:v>
                </c:pt>
                <c:pt idx="2043" formatCode="General">
                  <c:v>90.9</c:v>
                </c:pt>
                <c:pt idx="2044" formatCode="General">
                  <c:v>90.715000000000003</c:v>
                </c:pt>
                <c:pt idx="2045" formatCode="General">
                  <c:v>89.15</c:v>
                </c:pt>
                <c:pt idx="2046" formatCode="General">
                  <c:v>89.903000000000006</c:v>
                </c:pt>
                <c:pt idx="2047" formatCode="General">
                  <c:v>88.909000000000006</c:v>
                </c:pt>
                <c:pt idx="2048" formatCode="General">
                  <c:v>89.447999999999993</c:v>
                </c:pt>
                <c:pt idx="2049" formatCode="General">
                  <c:v>89.573999999999998</c:v>
                </c:pt>
                <c:pt idx="2050" formatCode="General">
                  <c:v>89.911000000000001</c:v>
                </c:pt>
                <c:pt idx="2051" formatCode="General">
                  <c:v>89.938000000000002</c:v>
                </c:pt>
                <c:pt idx="2052" formatCode="General">
                  <c:v>89.730999999999995</c:v>
                </c:pt>
                <c:pt idx="2053" formatCode="General">
                  <c:v>89.543000000000006</c:v>
                </c:pt>
                <c:pt idx="2054" formatCode="General">
                  <c:v>91.867000000000004</c:v>
                </c:pt>
                <c:pt idx="2055" formatCode="General">
                  <c:v>91.483999999999995</c:v>
                </c:pt>
                <c:pt idx="2056" formatCode="General">
                  <c:v>90.888000000000005</c:v>
                </c:pt>
                <c:pt idx="2057" formatCode="General">
                  <c:v>88.887</c:v>
                </c:pt>
                <c:pt idx="2058" formatCode="General">
                  <c:v>90.474999999999994</c:v>
                </c:pt>
                <c:pt idx="2059" formatCode="General">
                  <c:v>90.516000000000005</c:v>
                </c:pt>
                <c:pt idx="2060" formatCode="General">
                  <c:v>90.659000000000006</c:v>
                </c:pt>
                <c:pt idx="2061" formatCode="General">
                  <c:v>91.938000000000002</c:v>
                </c:pt>
                <c:pt idx="2062" formatCode="General">
                  <c:v>91.891000000000005</c:v>
                </c:pt>
                <c:pt idx="2063" formatCode="General">
                  <c:v>91.188000000000002</c:v>
                </c:pt>
                <c:pt idx="2064" formatCode="General">
                  <c:v>91.893000000000001</c:v>
                </c:pt>
                <c:pt idx="2065" formatCode="General">
                  <c:v>93.278999999999996</c:v>
                </c:pt>
                <c:pt idx="2066" formatCode="General">
                  <c:v>93.888000000000005</c:v>
                </c:pt>
                <c:pt idx="2067" formatCode="General">
                  <c:v>92.350999999999999</c:v>
                </c:pt>
                <c:pt idx="2068" formatCode="General">
                  <c:v>93.92</c:v>
                </c:pt>
                <c:pt idx="2069" formatCode="General">
                  <c:v>94.784999999999997</c:v>
                </c:pt>
                <c:pt idx="2070" formatCode="General">
                  <c:v>95.650999999999996</c:v>
                </c:pt>
                <c:pt idx="2071" formatCode="General">
                  <c:v>93.600999999999999</c:v>
                </c:pt>
                <c:pt idx="2072" formatCode="General">
                  <c:v>92.765000000000001</c:v>
                </c:pt>
                <c:pt idx="2073" formatCode="General">
                  <c:v>91.433000000000007</c:v>
                </c:pt>
                <c:pt idx="2074" formatCode="General">
                  <c:v>89.918000000000006</c:v>
                </c:pt>
                <c:pt idx="2075" formatCode="General">
                  <c:v>90.061999999999998</c:v>
                </c:pt>
                <c:pt idx="2076" formatCode="General">
                  <c:v>90.381</c:v>
                </c:pt>
                <c:pt idx="2077" formatCode="General">
                  <c:v>88.855000000000004</c:v>
                </c:pt>
                <c:pt idx="2078" formatCode="General">
                  <c:v>88.989000000000004</c:v>
                </c:pt>
                <c:pt idx="2079" formatCode="General">
                  <c:v>88.105000000000004</c:v>
                </c:pt>
                <c:pt idx="2080" formatCode="General">
                  <c:v>86.27</c:v>
                </c:pt>
                <c:pt idx="2081" formatCode="General">
                  <c:v>84.275000000000006</c:v>
                </c:pt>
                <c:pt idx="2082" formatCode="General">
                  <c:v>84.798000000000002</c:v>
                </c:pt>
                <c:pt idx="2083" formatCode="General">
                  <c:v>84.947000000000003</c:v>
                </c:pt>
                <c:pt idx="2084" formatCode="General">
                  <c:v>84.551000000000002</c:v>
                </c:pt>
                <c:pt idx="2085" formatCode="General">
                  <c:v>84.501999999999995</c:v>
                </c:pt>
                <c:pt idx="2086" formatCode="General">
                  <c:v>84.141000000000005</c:v>
                </c:pt>
                <c:pt idx="2087" formatCode="General">
                  <c:v>83.938000000000002</c:v>
                </c:pt>
                <c:pt idx="2088">
                  <c:v>84.34</c:v>
                </c:pt>
                <c:pt idx="2089">
                  <c:v>84.340999999999994</c:v>
                </c:pt>
                <c:pt idx="2090">
                  <c:v>84.492000000000004</c:v>
                </c:pt>
                <c:pt idx="2091">
                  <c:v>84.906000000000006</c:v>
                </c:pt>
                <c:pt idx="2092">
                  <c:v>85.385999999999996</c:v>
                </c:pt>
                <c:pt idx="2093">
                  <c:v>83.96</c:v>
                </c:pt>
                <c:pt idx="2094">
                  <c:v>83.638000000000005</c:v>
                </c:pt>
                <c:pt idx="2095">
                  <c:v>83.510999999999996</c:v>
                </c:pt>
                <c:pt idx="2096">
                  <c:v>82.512</c:v>
                </c:pt>
                <c:pt idx="2097">
                  <c:v>82.456999999999994</c:v>
                </c:pt>
                <c:pt idx="2098">
                  <c:v>82.566999999999993</c:v>
                </c:pt>
                <c:pt idx="2099">
                  <c:v>82.753</c:v>
                </c:pt>
                <c:pt idx="2100">
                  <c:v>83.671000000000006</c:v>
                </c:pt>
                <c:pt idx="2101">
                  <c:v>84.53</c:v>
                </c:pt>
                <c:pt idx="2102">
                  <c:v>84.35</c:v>
                </c:pt>
                <c:pt idx="2103">
                  <c:v>82.498999999999995</c:v>
                </c:pt>
                <c:pt idx="2104">
                  <c:v>82.007999999999996</c:v>
                </c:pt>
                <c:pt idx="2105">
                  <c:v>87.429000000000002</c:v>
                </c:pt>
                <c:pt idx="2106">
                  <c:v>87.061999999999998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82E-444B-85AF-4B3E20BBB3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0729344"/>
        <c:axId val="1510725312"/>
      </c:lineChart>
      <c:dateAx>
        <c:axId val="1496895424"/>
        <c:scaling>
          <c:orientation val="minMax"/>
          <c:min val="45567"/>
        </c:scaling>
        <c:delete val="0"/>
        <c:axPos val="b"/>
        <c:numFmt formatCode="[$-409]d\-mmm\-yy;@" sourceLinked="0"/>
        <c:majorTickMark val="none"/>
        <c:minorTickMark val="none"/>
        <c:tickLblPos val="nextTo"/>
        <c:spPr>
          <a:ln w="9525">
            <a:noFill/>
          </a:ln>
        </c:spPr>
        <c:txPr>
          <a:bodyPr rot="-5400000"/>
          <a:lstStyle/>
          <a:p>
            <a:pPr>
              <a:defRPr/>
            </a:pPr>
            <a:endParaRPr lang="en-US"/>
          </a:p>
        </c:txPr>
        <c:crossAx val="1496903488"/>
        <c:crosses val="autoZero"/>
        <c:auto val="1"/>
        <c:lblOffset val="100"/>
        <c:baseTimeUnit val="days"/>
        <c:majorUnit val="30"/>
        <c:majorTimeUnit val="days"/>
        <c:minorUnit val="1"/>
        <c:minorTimeUnit val="days"/>
      </c:dateAx>
      <c:valAx>
        <c:axId val="1496903488"/>
        <c:scaling>
          <c:orientation val="minMax"/>
          <c:max val="13"/>
        </c:scaling>
        <c:delete val="0"/>
        <c:axPos val="l"/>
        <c:numFmt formatCode="#,##0.0" sourceLinked="0"/>
        <c:majorTickMark val="none"/>
        <c:minorTickMark val="none"/>
        <c:tickLblPos val="nextTo"/>
        <c:spPr>
          <a:ln w="9525">
            <a:noFill/>
          </a:ln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496895424"/>
        <c:crosses val="autoZero"/>
        <c:crossBetween val="between"/>
        <c:majorUnit val="1"/>
      </c:valAx>
      <c:valAx>
        <c:axId val="1510725312"/>
        <c:scaling>
          <c:orientation val="minMax"/>
          <c:max val="140"/>
          <c:min val="60"/>
        </c:scaling>
        <c:delete val="0"/>
        <c:axPos val="r"/>
        <c:numFmt formatCode="0" sourceLinked="0"/>
        <c:majorTickMark val="out"/>
        <c:minorTickMark val="none"/>
        <c:tickLblPos val="nextTo"/>
        <c:spPr>
          <a:noFill/>
          <a:ln w="9525">
            <a:noFill/>
          </a:ln>
        </c:spPr>
        <c:txPr>
          <a:bodyPr rot="-60000000" vert="horz"/>
          <a:lstStyle/>
          <a:p>
            <a:pPr>
              <a:defRPr/>
            </a:pPr>
            <a:endParaRPr lang="en-US"/>
          </a:p>
        </c:txPr>
        <c:crossAx val="1510729344"/>
        <c:crosses val="max"/>
        <c:crossBetween val="between"/>
        <c:majorUnit val="10"/>
      </c:valAx>
      <c:dateAx>
        <c:axId val="151072934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510725312"/>
        <c:crosses val="autoZero"/>
        <c:auto val="1"/>
        <c:lblOffset val="100"/>
        <c:baseTimeUnit val="days"/>
      </c:dateAx>
      <c:spPr>
        <a:noFill/>
        <a:ln w="6350">
          <a:noFill/>
        </a:ln>
      </c:spPr>
    </c:plotArea>
    <c:legend>
      <c:legendPos val="t"/>
      <c:layout>
        <c:manualLayout>
          <c:xMode val="edge"/>
          <c:yMode val="edge"/>
          <c:x val="0.11875806338247806"/>
          <c:y val="0.10145280356906304"/>
          <c:w val="0.65656142946997431"/>
          <c:h val="8.4101595811134203E-2"/>
        </c:manualLayout>
      </c:layout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 err="1">
                <a:solidFill>
                  <a:schemeClr val="tx1"/>
                </a:solidFill>
              </a:rPr>
              <a:t>Aliran</a:t>
            </a:r>
            <a:r>
              <a:rPr lang="en-US" b="1">
                <a:solidFill>
                  <a:schemeClr val="tx1"/>
                </a:solidFill>
              </a:rPr>
              <a:t> Modal Asing di SBN, </a:t>
            </a:r>
          </a:p>
          <a:p>
            <a:pPr>
              <a:defRPr/>
            </a:pPr>
            <a:r>
              <a:rPr lang="en-US" b="1">
                <a:solidFill>
                  <a:schemeClr val="tx1"/>
                </a:solidFill>
              </a:rPr>
              <a:t>Saham &amp; SRBI </a:t>
            </a: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(Rp </a:t>
            </a:r>
            <a:r>
              <a:rPr lang="en-US" err="1">
                <a:solidFill>
                  <a:schemeClr val="tx1"/>
                </a:solidFill>
              </a:rPr>
              <a:t>Triliun</a:t>
            </a:r>
            <a:r>
              <a:rPr lang="en-US">
                <a:solidFill>
                  <a:schemeClr val="tx1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1308333333333333"/>
          <c:y val="1.851851851851851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5516410386655997E-2"/>
          <c:y val="0.24828479762610281"/>
          <c:w val="0.92896717922668803"/>
          <c:h val="0.69427129068098437"/>
        </c:manualLayout>
      </c:layout>
      <c:barChart>
        <c:barDir val="col"/>
        <c:grouping val="stacked"/>
        <c:varyColors val="0"/>
        <c:ser>
          <c:idx val="1"/>
          <c:order val="1"/>
          <c:tx>
            <c:strRef>
              <c:f>'[Flow Asing (SBN Saham SRBI).xlsx]Tahunan'!$B$1</c:f>
              <c:strCache>
                <c:ptCount val="1"/>
                <c:pt idx="0">
                  <c:v>SBN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E4F-4E06-83A3-7D0C2645C7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'[Flow Asing (SBN Saham SRBI).xlsx]Tahunan'!$A$2:$A$13</c:f>
              <c:numCache>
                <c:formatCode>General</c:formatCod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numCache>
              <c:extLst/>
            </c:numRef>
          </c:cat>
          <c:val>
            <c:numRef>
              <c:f>'[Flow Asing (SBN Saham SRBI).xlsx]Tahunan'!$B$2:$B$13</c:f>
              <c:numCache>
                <c:formatCode>_-* #,##0.0_-;\-* #,##0.0_-;_-* "-"??_-;_-@_-</c:formatCode>
                <c:ptCount val="7"/>
                <c:pt idx="0">
                  <c:v>-87.949999999999932</c:v>
                </c:pt>
                <c:pt idx="1">
                  <c:v>-82.569999999999936</c:v>
                </c:pt>
                <c:pt idx="2">
                  <c:v>-129.14999999999998</c:v>
                </c:pt>
                <c:pt idx="3">
                  <c:v>79.8599999999999</c:v>
                </c:pt>
                <c:pt idx="4">
                  <c:v>35.466000000000008</c:v>
                </c:pt>
                <c:pt idx="5">
                  <c:v>1.8140000000000782</c:v>
                </c:pt>
                <c:pt idx="6">
                  <c:v>35.460000000000036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2160-48AB-943E-55F5B11FFE7C}"/>
            </c:ext>
          </c:extLst>
        </c:ser>
        <c:ser>
          <c:idx val="2"/>
          <c:order val="2"/>
          <c:tx>
            <c:strRef>
              <c:f>'[Flow Asing (SBN Saham SRBI).xlsx]Tahunan'!$C$1</c:f>
              <c:strCache>
                <c:ptCount val="1"/>
                <c:pt idx="0">
                  <c:v>Saham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E4F-4E06-83A3-7D0C2645C7FE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E4F-4E06-83A3-7D0C2645C7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'[Flow Asing (SBN Saham SRBI).xlsx]Tahunan'!$A$2:$A$13</c:f>
              <c:numCache>
                <c:formatCode>General</c:formatCod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numCache>
              <c:extLst/>
            </c:numRef>
          </c:cat>
          <c:val>
            <c:numRef>
              <c:f>'[Flow Asing (SBN Saham SRBI).xlsx]Tahunan'!$C$2:$C$13</c:f>
              <c:numCache>
                <c:formatCode>_-* #,##0.0_-;\-* #,##0.0_-;_-* "-"??_-;_-@_-</c:formatCode>
                <c:ptCount val="7"/>
                <c:pt idx="0">
                  <c:v>-47.813230000000004</c:v>
                </c:pt>
                <c:pt idx="1">
                  <c:v>37.974532999999987</c:v>
                </c:pt>
                <c:pt idx="2">
                  <c:v>60.575416999999902</c:v>
                </c:pt>
                <c:pt idx="3">
                  <c:v>-6.1881299999999868</c:v>
                </c:pt>
                <c:pt idx="4">
                  <c:v>16.529030999999989</c:v>
                </c:pt>
                <c:pt idx="5">
                  <c:v>-17.341827000000045</c:v>
                </c:pt>
                <c:pt idx="6">
                  <c:v>-85.66407199999999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2160-48AB-943E-55F5B11FFE7C}"/>
            </c:ext>
          </c:extLst>
        </c:ser>
        <c:ser>
          <c:idx val="3"/>
          <c:order val="3"/>
          <c:tx>
            <c:strRef>
              <c:f>'[Flow Asing (SBN Saham SRBI).xlsx]Tahunan'!$D$1</c:f>
              <c:strCache>
                <c:ptCount val="1"/>
                <c:pt idx="0">
                  <c:v>SRBI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6"/>
              <c:layout>
                <c:manualLayout>
                  <c:x val="-3.2287645806050908E-3"/>
                  <c:y val="-6.28415893326878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E4F-4E06-83A3-7D0C2645C7F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'[Flow Asing (SBN Saham SRBI).xlsx]Tahunan'!$A$2:$A$13</c:f>
              <c:numCache>
                <c:formatCode>General</c:formatCod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numCache>
              <c:extLst/>
            </c:numRef>
          </c:cat>
          <c:val>
            <c:numRef>
              <c:f>'[Flow Asing (SBN Saham SRBI).xlsx]Tahunan'!$D$2:$D$13</c:f>
              <c:numCache>
                <c:formatCode>General</c:formatCode>
                <c:ptCount val="7"/>
                <c:pt idx="3" formatCode="_-* #,##0.0_-;\-* #,##0.0_-;_-* &quot;-&quot;??_-;_-@_-">
                  <c:v>62.174132</c:v>
                </c:pt>
                <c:pt idx="4" formatCode="_-* #,##0.0_-;\-* #,##0.0_-;_-* &quot;-&quot;??_-;_-@_-">
                  <c:v>161.99299600000001</c:v>
                </c:pt>
                <c:pt idx="5" formatCode="_-* #,##0.0_-;\-* #,##0.0_-;_-* &quot;-&quot;??_-;_-@_-">
                  <c:v>-110.11312799999999</c:v>
                </c:pt>
                <c:pt idx="6" formatCode="_-* #,##0.0_-;\-* #,##0.0_-;_-* &quot;-&quot;??_-;_-@_-">
                  <c:v>180.60586299999997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5-2160-48AB-943E-55F5B11FFE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51459728"/>
        <c:axId val="52652367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'[Flow Asing (SBN Saham SRBI).xlsx]Tahunan'!$A$1</c15:sqref>
                        </c15:formulaRef>
                      </c:ext>
                    </c:extLst>
                    <c:strCache>
                      <c:ptCount val="1"/>
                      <c:pt idx="0">
                        <c:v>Tahun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numRef>
                    <c:extLst>
                      <c:ext uri="{02D57815-91ED-43cb-92C2-25804820EDAC}">
                        <c15:formulaRef>
                          <c15:sqref>'[Flow Asing (SBN Saham SRBI).xlsx]Tahunan'!$A$2:$A$13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2020</c:v>
                      </c:pt>
                      <c:pt idx="1">
                        <c:v>2021</c:v>
                      </c:pt>
                      <c:pt idx="2">
                        <c:v>2022</c:v>
                      </c:pt>
                      <c:pt idx="3">
                        <c:v>2023</c:v>
                      </c:pt>
                      <c:pt idx="4">
                        <c:v>2024</c:v>
                      </c:pt>
                      <c:pt idx="5">
                        <c:v>2025</c:v>
                      </c:pt>
                      <c:pt idx="6">
                        <c:v>2026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'[Flow Asing (SBN Saham SRBI).xlsx]Tahunan'!$A$2:$A$13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2020</c:v>
                      </c:pt>
                      <c:pt idx="1">
                        <c:v>2021</c:v>
                      </c:pt>
                      <c:pt idx="2">
                        <c:v>2022</c:v>
                      </c:pt>
                      <c:pt idx="3">
                        <c:v>2023</c:v>
                      </c:pt>
                      <c:pt idx="4">
                        <c:v>2024</c:v>
                      </c:pt>
                      <c:pt idx="5">
                        <c:v>2025</c:v>
                      </c:pt>
                      <c:pt idx="6">
                        <c:v>2026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7-2160-48AB-943E-55F5B11FFE7C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4"/>
          <c:order val="4"/>
          <c:tx>
            <c:strRef>
              <c:f>'[Flow Asing (SBN Saham SRBI).xlsx]Tahunan'!$E$1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6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E4F-4E06-83A3-7D0C2645C7FE}"/>
                </c:ext>
              </c:extLst>
            </c:dLbl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'[Flow Asing (SBN Saham SRBI).xlsx]Tahunan'!$A$2:$A$13</c:f>
              <c:numCache>
                <c:formatCode>General</c:formatCod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</c:numCache>
              <c:extLst/>
            </c:numRef>
          </c:cat>
          <c:val>
            <c:numRef>
              <c:f>'[Flow Asing (SBN Saham SRBI).xlsx]Tahunan'!$E$2:$E$13</c:f>
              <c:numCache>
                <c:formatCode>_-* #,##0.0_-;\-* #,##0.0_-;_-* "-"??_-;_-@_-</c:formatCode>
                <c:ptCount val="7"/>
                <c:pt idx="0">
                  <c:v>-135.76322999999994</c:v>
                </c:pt>
                <c:pt idx="1">
                  <c:v>-44.59546699999995</c:v>
                </c:pt>
                <c:pt idx="2">
                  <c:v>-68.574583000000075</c:v>
                </c:pt>
                <c:pt idx="3">
                  <c:v>135.84600199999991</c:v>
                </c:pt>
                <c:pt idx="4">
                  <c:v>213.98802699999999</c:v>
                </c:pt>
                <c:pt idx="5">
                  <c:v>-125.64095499999996</c:v>
                </c:pt>
                <c:pt idx="6">
                  <c:v>130.401791</c:v>
                </c:pt>
              </c:numCache>
              <c:extLst/>
            </c:numRef>
          </c:val>
          <c:smooth val="1"/>
          <c:extLst>
            <c:ext xmlns:c16="http://schemas.microsoft.com/office/drawing/2014/chart" uri="{C3380CC4-5D6E-409C-BE32-E72D297353CC}">
              <c16:uniqueId val="{00000006-2160-48AB-943E-55F5B11FFE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1459728"/>
        <c:axId val="52652367"/>
      </c:lineChart>
      <c:catAx>
        <c:axId val="151459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2652367"/>
        <c:crosses val="autoZero"/>
        <c:auto val="1"/>
        <c:lblAlgn val="ctr"/>
        <c:lblOffset val="100"/>
        <c:noMultiLvlLbl val="0"/>
      </c:catAx>
      <c:valAx>
        <c:axId val="52652367"/>
        <c:scaling>
          <c:orientation val="minMax"/>
        </c:scaling>
        <c:delete val="1"/>
        <c:axPos val="l"/>
        <c:numFmt formatCode="#,##0" sourceLinked="0"/>
        <c:majorTickMark val="none"/>
        <c:minorTickMark val="none"/>
        <c:tickLblPos val="nextTo"/>
        <c:crossAx val="151459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196850657943407"/>
          <c:y val="0.16492339301952127"/>
          <c:w val="0.75543557432476238"/>
          <c:h val="4.955674032188139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>
                <a:solidFill>
                  <a:schemeClr val="tx1"/>
                </a:solidFill>
              </a:rPr>
              <a:t>Nilai </a:t>
            </a:r>
            <a:r>
              <a:rPr lang="en-US" b="1" err="1">
                <a:solidFill>
                  <a:schemeClr val="tx1"/>
                </a:solidFill>
              </a:rPr>
              <a:t>Tukar</a:t>
            </a:r>
            <a:r>
              <a:rPr lang="en-US" b="1">
                <a:solidFill>
                  <a:schemeClr val="tx1"/>
                </a:solidFill>
              </a:rPr>
              <a:t> Rupiah</a:t>
            </a: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(Rp/USD)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0446981627296588"/>
          <c:y val="0.13211499801093227"/>
          <c:w val="0.69383382124932247"/>
          <c:h val="0.75664576968668107"/>
        </c:manualLayout>
      </c:layout>
      <c:lineChart>
        <c:grouping val="standard"/>
        <c:varyColors val="0"/>
        <c:ser>
          <c:idx val="0"/>
          <c:order val="0"/>
          <c:tx>
            <c:strRef>
              <c:f>Chart!$C$3</c:f>
              <c:strCache>
                <c:ptCount val="1"/>
                <c:pt idx="0">
                  <c:v>Nilai Tukar Rupiah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4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BFF-437B-8B1F-8C9BF1B1CFB3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Chart!$B$4:$B$48</c:f>
              <c:numCache>
                <c:formatCode>m/d/yyyy</c:formatCode>
                <c:ptCount val="45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  <c:pt idx="30">
                  <c:v>45839</c:v>
                </c:pt>
                <c:pt idx="31">
                  <c:v>45870</c:v>
                </c:pt>
                <c:pt idx="32">
                  <c:v>45901</c:v>
                </c:pt>
                <c:pt idx="33">
                  <c:v>45931</c:v>
                </c:pt>
                <c:pt idx="34">
                  <c:v>45962</c:v>
                </c:pt>
                <c:pt idx="35">
                  <c:v>45992</c:v>
                </c:pt>
                <c:pt idx="36">
                  <c:v>46023</c:v>
                </c:pt>
                <c:pt idx="37">
                  <c:v>46054</c:v>
                </c:pt>
                <c:pt idx="38">
                  <c:v>46082</c:v>
                </c:pt>
                <c:pt idx="39">
                  <c:v>46113</c:v>
                </c:pt>
                <c:pt idx="40">
                  <c:v>46143</c:v>
                </c:pt>
                <c:pt idx="41">
                  <c:v>46174</c:v>
                </c:pt>
                <c:pt idx="42">
                  <c:v>46204</c:v>
                </c:pt>
                <c:pt idx="43">
                  <c:v>46235</c:v>
                </c:pt>
                <c:pt idx="44">
                  <c:v>46266</c:v>
                </c:pt>
              </c:numCache>
            </c:numRef>
          </c:cat>
          <c:val>
            <c:numRef>
              <c:f>Chart!$C$4:$C$48</c:f>
              <c:numCache>
                <c:formatCode>0</c:formatCode>
                <c:ptCount val="45"/>
                <c:pt idx="0">
                  <c:v>15295.23809524</c:v>
                </c:pt>
                <c:pt idx="1">
                  <c:v>15126</c:v>
                </c:pt>
                <c:pt idx="2">
                  <c:v>15300.714285710001</c:v>
                </c:pt>
                <c:pt idx="3">
                  <c:v>14866.714285710001</c:v>
                </c:pt>
                <c:pt idx="4">
                  <c:v>14810.857380949999</c:v>
                </c:pt>
                <c:pt idx="5">
                  <c:v>14932.00029412</c:v>
                </c:pt>
                <c:pt idx="6">
                  <c:v>15039.75</c:v>
                </c:pt>
                <c:pt idx="7">
                  <c:v>15245.13659091</c:v>
                </c:pt>
                <c:pt idx="8">
                  <c:v>15354.2</c:v>
                </c:pt>
                <c:pt idx="9">
                  <c:v>15741.227500000001</c:v>
                </c:pt>
                <c:pt idx="10">
                  <c:v>15617.40909091</c:v>
                </c:pt>
                <c:pt idx="11">
                  <c:v>15513.36842105</c:v>
                </c:pt>
                <c:pt idx="12">
                  <c:v>15610.81863636</c:v>
                </c:pt>
                <c:pt idx="13">
                  <c:v>15665.33361111</c:v>
                </c:pt>
                <c:pt idx="14">
                  <c:v>15702.61111111</c:v>
                </c:pt>
                <c:pt idx="15">
                  <c:v>16100</c:v>
                </c:pt>
                <c:pt idx="16">
                  <c:v>16083.94472222</c:v>
                </c:pt>
                <c:pt idx="17">
                  <c:v>16329.38888889</c:v>
                </c:pt>
                <c:pt idx="18">
                  <c:v>16261.65282609</c:v>
                </c:pt>
                <c:pt idx="19">
                  <c:v>15793.181818180001</c:v>
                </c:pt>
                <c:pt idx="20">
                  <c:v>15341.25</c:v>
                </c:pt>
                <c:pt idx="21">
                  <c:v>15541.347826089999</c:v>
                </c:pt>
                <c:pt idx="22">
                  <c:v>15812.35</c:v>
                </c:pt>
                <c:pt idx="23">
                  <c:v>16023.5</c:v>
                </c:pt>
                <c:pt idx="24">
                  <c:v>16261.99973684</c:v>
                </c:pt>
                <c:pt idx="25">
                  <c:v>16337.9005</c:v>
                </c:pt>
                <c:pt idx="26">
                  <c:v>16456.15815789</c:v>
                </c:pt>
                <c:pt idx="27">
                  <c:v>16820</c:v>
                </c:pt>
                <c:pt idx="28">
                  <c:v>16440.705588240002</c:v>
                </c:pt>
                <c:pt idx="29">
                  <c:v>16310.55583333</c:v>
                </c:pt>
                <c:pt idx="30">
                  <c:v>16276.435217390001</c:v>
                </c:pt>
                <c:pt idx="31">
                  <c:v>16308.8</c:v>
                </c:pt>
                <c:pt idx="32">
                  <c:v>16512.190952379999</c:v>
                </c:pt>
                <c:pt idx="33">
                  <c:v>16607.347826090001</c:v>
                </c:pt>
                <c:pt idx="34">
                  <c:v>16703.05025</c:v>
                </c:pt>
                <c:pt idx="35">
                  <c:v>16699.238095240002</c:v>
                </c:pt>
                <c:pt idx="36">
                  <c:v>16828.1005</c:v>
                </c:pt>
                <c:pt idx="37">
                  <c:v>16825.66722222</c:v>
                </c:pt>
                <c:pt idx="38">
                  <c:v>16911.529411759999</c:v>
                </c:pt>
                <c:pt idx="39">
                  <c:v>17140.761904759998</c:v>
                </c:pt>
                <c:pt idx="40">
                  <c:v>17545.625625000001</c:v>
                </c:pt>
                <c:pt idx="41">
                  <c:v>17923.3</c:v>
                </c:pt>
                <c:pt idx="42">
                  <c:v>18007.565217390002</c:v>
                </c:pt>
                <c:pt idx="43">
                  <c:v>17849.315789470002</c:v>
                </c:pt>
                <c:pt idx="44">
                  <c:v>17743.04545455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73D-491A-BBEC-D4DDD9397B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1390336"/>
        <c:axId val="227133520"/>
      </c:lineChart>
      <c:dateAx>
        <c:axId val="411390336"/>
        <c:scaling>
          <c:orientation val="minMax"/>
          <c:min val="45170"/>
        </c:scaling>
        <c:delete val="0"/>
        <c:axPos val="b"/>
        <c:numFmt formatCode="mmm\-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227133520"/>
        <c:crosses val="autoZero"/>
        <c:auto val="1"/>
        <c:lblOffset val="100"/>
        <c:baseTimeUnit val="months"/>
      </c:dateAx>
      <c:valAx>
        <c:axId val="227133520"/>
        <c:scaling>
          <c:orientation val="minMax"/>
          <c:min val="14000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41139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>
                <a:solidFill>
                  <a:schemeClr val="tx1"/>
                </a:solidFill>
              </a:rPr>
              <a:t>BI Rate</a:t>
            </a: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</a:t>
            </a:r>
            <a:r>
              <a:rPr lang="en-US" err="1">
                <a:solidFill>
                  <a:schemeClr val="tx1"/>
                </a:solidFill>
              </a:rPr>
              <a:t>persen</a:t>
            </a:r>
            <a:r>
              <a:rPr lang="en-US">
                <a:solidFill>
                  <a:schemeClr val="tx1"/>
                </a:solidFill>
              </a:rPr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7287182852143477E-2"/>
          <c:y val="0.12875301626781738"/>
          <c:w val="0.8200987076767785"/>
          <c:h val="0.76022976923116492"/>
        </c:manualLayout>
      </c:layout>
      <c:lineChart>
        <c:grouping val="standard"/>
        <c:varyColors val="0"/>
        <c:ser>
          <c:idx val="0"/>
          <c:order val="0"/>
          <c:tx>
            <c:strRef>
              <c:f>Chart!$X$3</c:f>
              <c:strCache>
                <c:ptCount val="1"/>
                <c:pt idx="0">
                  <c:v>BI 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4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1EC-4E73-8D2F-7B8AB7B934F5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Chart!$W$4:$W$48</c:f>
              <c:numCache>
                <c:formatCode>mm/yyyy</c:formatCode>
                <c:ptCount val="45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  <c:pt idx="30">
                  <c:v>45839</c:v>
                </c:pt>
                <c:pt idx="31">
                  <c:v>45870</c:v>
                </c:pt>
                <c:pt idx="32">
                  <c:v>45901</c:v>
                </c:pt>
                <c:pt idx="33">
                  <c:v>45931</c:v>
                </c:pt>
                <c:pt idx="34">
                  <c:v>45962</c:v>
                </c:pt>
                <c:pt idx="35">
                  <c:v>45992</c:v>
                </c:pt>
                <c:pt idx="36">
                  <c:v>46023</c:v>
                </c:pt>
                <c:pt idx="37">
                  <c:v>46054</c:v>
                </c:pt>
                <c:pt idx="38">
                  <c:v>46082</c:v>
                </c:pt>
                <c:pt idx="39">
                  <c:v>46113</c:v>
                </c:pt>
                <c:pt idx="40">
                  <c:v>46143</c:v>
                </c:pt>
                <c:pt idx="41">
                  <c:v>46174</c:v>
                </c:pt>
                <c:pt idx="42">
                  <c:v>46204</c:v>
                </c:pt>
                <c:pt idx="43">
                  <c:v>46235</c:v>
                </c:pt>
                <c:pt idx="44">
                  <c:v>46266</c:v>
                </c:pt>
              </c:numCache>
            </c:numRef>
          </c:cat>
          <c:val>
            <c:numRef>
              <c:f>Chart!$X$4:$X$48</c:f>
              <c:numCache>
                <c:formatCode>0.00</c:formatCode>
                <c:ptCount val="45"/>
                <c:pt idx="0">
                  <c:v>5.75</c:v>
                </c:pt>
                <c:pt idx="1">
                  <c:v>5.75</c:v>
                </c:pt>
                <c:pt idx="2">
                  <c:v>5.75</c:v>
                </c:pt>
                <c:pt idx="3">
                  <c:v>5.75</c:v>
                </c:pt>
                <c:pt idx="4">
                  <c:v>5.75</c:v>
                </c:pt>
                <c:pt idx="5">
                  <c:v>5.75</c:v>
                </c:pt>
                <c:pt idx="6">
                  <c:v>5.75</c:v>
                </c:pt>
                <c:pt idx="7">
                  <c:v>5.75</c:v>
                </c:pt>
                <c:pt idx="8">
                  <c:v>5.75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6</c:v>
                </c:pt>
                <c:pt idx="14">
                  <c:v>6</c:v>
                </c:pt>
                <c:pt idx="15">
                  <c:v>6.25</c:v>
                </c:pt>
                <c:pt idx="16">
                  <c:v>6.25</c:v>
                </c:pt>
                <c:pt idx="17">
                  <c:v>6.25</c:v>
                </c:pt>
                <c:pt idx="18">
                  <c:v>6.25</c:v>
                </c:pt>
                <c:pt idx="19">
                  <c:v>6.25</c:v>
                </c:pt>
                <c:pt idx="20">
                  <c:v>6</c:v>
                </c:pt>
                <c:pt idx="21">
                  <c:v>6</c:v>
                </c:pt>
                <c:pt idx="22">
                  <c:v>6</c:v>
                </c:pt>
                <c:pt idx="23">
                  <c:v>6</c:v>
                </c:pt>
                <c:pt idx="24">
                  <c:v>5.75</c:v>
                </c:pt>
                <c:pt idx="25">
                  <c:v>5.75</c:v>
                </c:pt>
                <c:pt idx="26">
                  <c:v>5.75</c:v>
                </c:pt>
                <c:pt idx="27">
                  <c:v>5.75</c:v>
                </c:pt>
                <c:pt idx="28">
                  <c:v>5.5</c:v>
                </c:pt>
                <c:pt idx="29">
                  <c:v>5.5</c:v>
                </c:pt>
                <c:pt idx="30">
                  <c:v>5.25</c:v>
                </c:pt>
                <c:pt idx="31">
                  <c:v>5</c:v>
                </c:pt>
                <c:pt idx="32">
                  <c:v>4.75</c:v>
                </c:pt>
                <c:pt idx="33">
                  <c:v>4.75</c:v>
                </c:pt>
                <c:pt idx="34">
                  <c:v>4.75</c:v>
                </c:pt>
                <c:pt idx="35">
                  <c:v>4.75</c:v>
                </c:pt>
                <c:pt idx="36">
                  <c:v>4.75</c:v>
                </c:pt>
                <c:pt idx="37">
                  <c:v>4.75</c:v>
                </c:pt>
                <c:pt idx="38">
                  <c:v>4.75</c:v>
                </c:pt>
                <c:pt idx="39">
                  <c:v>4.75</c:v>
                </c:pt>
                <c:pt idx="40">
                  <c:v>5.25</c:v>
                </c:pt>
                <c:pt idx="41">
                  <c:v>5.75</c:v>
                </c:pt>
                <c:pt idx="42">
                  <c:v>5.75</c:v>
                </c:pt>
                <c:pt idx="43">
                  <c:v>5.75</c:v>
                </c:pt>
                <c:pt idx="44">
                  <c:v>5.75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9E-46BE-A489-4483078DB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56580720"/>
        <c:axId val="227249200"/>
      </c:lineChart>
      <c:dateAx>
        <c:axId val="456580720"/>
        <c:scaling>
          <c:orientation val="minMax"/>
          <c:min val="45658"/>
        </c:scaling>
        <c:delete val="0"/>
        <c:axPos val="b"/>
        <c:numFmt formatCode="mmm\-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227249200"/>
        <c:crosses val="autoZero"/>
        <c:auto val="1"/>
        <c:lblOffset val="100"/>
        <c:baseTimeUnit val="months"/>
      </c:dateAx>
      <c:valAx>
        <c:axId val="227249200"/>
        <c:scaling>
          <c:orientation val="minMax"/>
          <c:min val="4"/>
        </c:scaling>
        <c:delete val="0"/>
        <c:axPos val="l"/>
        <c:numFmt formatCode="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456580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>
                <a:solidFill>
                  <a:schemeClr val="tx1"/>
                </a:solidFill>
              </a:rPr>
              <a:t>Nilai </a:t>
            </a:r>
            <a:r>
              <a:rPr lang="en-US" b="1" err="1">
                <a:solidFill>
                  <a:schemeClr val="tx1"/>
                </a:solidFill>
              </a:rPr>
              <a:t>Tukar</a:t>
            </a:r>
            <a:r>
              <a:rPr lang="en-US" b="1">
                <a:solidFill>
                  <a:schemeClr val="tx1"/>
                </a:solidFill>
              </a:rPr>
              <a:t> Rupiah</a:t>
            </a: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(Rp/USD)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418209119778686"/>
          <c:y val="0.19240879991109927"/>
          <c:w val="0.63452457046358701"/>
          <c:h val="0.68099494975535335"/>
        </c:manualLayout>
      </c:layout>
      <c:lineChart>
        <c:grouping val="standar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 Harian 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836"/>
              <c:numFmt formatCode="#,##0" sourceLinked="0"/>
              <c:spPr>
                <a:solidFill>
                  <a:schemeClr val="accent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7E58-415E-89C3-1E905CB77368}"/>
                </c:ext>
              </c:extLst>
            </c:dLbl>
            <c:dLbl>
              <c:idx val="185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E58-415E-89C3-1E905CB77368}"/>
                </c:ext>
              </c:extLst>
            </c:dLbl>
            <c:dLbl>
              <c:idx val="19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E58-415E-89C3-1E905CB77368}"/>
                </c:ext>
              </c:extLst>
            </c:dLbl>
            <c:dLbl>
              <c:idx val="19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E58-415E-89C3-1E905CB77368}"/>
                </c:ext>
              </c:extLst>
            </c:dLbl>
            <c:dLbl>
              <c:idx val="195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E58-415E-89C3-1E905CB77368}"/>
                </c:ext>
              </c:extLst>
            </c:dLbl>
            <c:dLbl>
              <c:idx val="1994"/>
              <c:layout>
                <c:manualLayout>
                  <c:x val="-2.037063967415995E-3"/>
                  <c:y val="-4.302554864388254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17,975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E58-415E-89C3-1E905CB77368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Sheet1!$A$2:$A$2001</c:f>
              <c:numCache>
                <c:formatCode>m/d/yyyy</c:formatCode>
                <c:ptCount val="2000"/>
                <c:pt idx="0">
                  <c:v>43466</c:v>
                </c:pt>
                <c:pt idx="1">
                  <c:v>43467</c:v>
                </c:pt>
                <c:pt idx="2">
                  <c:v>43468</c:v>
                </c:pt>
                <c:pt idx="3">
                  <c:v>43469</c:v>
                </c:pt>
                <c:pt idx="4">
                  <c:v>43472</c:v>
                </c:pt>
                <c:pt idx="5">
                  <c:v>43473</c:v>
                </c:pt>
                <c:pt idx="6">
                  <c:v>43474</c:v>
                </c:pt>
                <c:pt idx="7">
                  <c:v>43475</c:v>
                </c:pt>
                <c:pt idx="8">
                  <c:v>43476</c:v>
                </c:pt>
                <c:pt idx="9">
                  <c:v>43479</c:v>
                </c:pt>
                <c:pt idx="10">
                  <c:v>43480</c:v>
                </c:pt>
                <c:pt idx="11">
                  <c:v>43481</c:v>
                </c:pt>
                <c:pt idx="12">
                  <c:v>43482</c:v>
                </c:pt>
                <c:pt idx="13">
                  <c:v>43483</c:v>
                </c:pt>
                <c:pt idx="14">
                  <c:v>43486</c:v>
                </c:pt>
                <c:pt idx="15">
                  <c:v>43487</c:v>
                </c:pt>
                <c:pt idx="16">
                  <c:v>43488</c:v>
                </c:pt>
                <c:pt idx="17">
                  <c:v>43489</c:v>
                </c:pt>
                <c:pt idx="18">
                  <c:v>43490</c:v>
                </c:pt>
                <c:pt idx="19">
                  <c:v>43493</c:v>
                </c:pt>
                <c:pt idx="20">
                  <c:v>43494</c:v>
                </c:pt>
                <c:pt idx="21">
                  <c:v>43495</c:v>
                </c:pt>
                <c:pt idx="22">
                  <c:v>43496</c:v>
                </c:pt>
                <c:pt idx="23">
                  <c:v>43497</c:v>
                </c:pt>
                <c:pt idx="24">
                  <c:v>43500</c:v>
                </c:pt>
                <c:pt idx="25">
                  <c:v>43501</c:v>
                </c:pt>
                <c:pt idx="26">
                  <c:v>43502</c:v>
                </c:pt>
                <c:pt idx="27">
                  <c:v>43503</c:v>
                </c:pt>
                <c:pt idx="28">
                  <c:v>43504</c:v>
                </c:pt>
                <c:pt idx="29">
                  <c:v>43507</c:v>
                </c:pt>
                <c:pt idx="30">
                  <c:v>43508</c:v>
                </c:pt>
                <c:pt idx="31">
                  <c:v>43509</c:v>
                </c:pt>
                <c:pt idx="32">
                  <c:v>43510</c:v>
                </c:pt>
                <c:pt idx="33">
                  <c:v>43511</c:v>
                </c:pt>
                <c:pt idx="34">
                  <c:v>43514</c:v>
                </c:pt>
                <c:pt idx="35">
                  <c:v>43515</c:v>
                </c:pt>
                <c:pt idx="36">
                  <c:v>43516</c:v>
                </c:pt>
                <c:pt idx="37">
                  <c:v>43517</c:v>
                </c:pt>
                <c:pt idx="38">
                  <c:v>43518</c:v>
                </c:pt>
                <c:pt idx="39">
                  <c:v>43521</c:v>
                </c:pt>
                <c:pt idx="40">
                  <c:v>43522</c:v>
                </c:pt>
                <c:pt idx="41">
                  <c:v>43523</c:v>
                </c:pt>
                <c:pt idx="42">
                  <c:v>43524</c:v>
                </c:pt>
                <c:pt idx="43">
                  <c:v>43525</c:v>
                </c:pt>
                <c:pt idx="44">
                  <c:v>43528</c:v>
                </c:pt>
                <c:pt idx="45">
                  <c:v>43529</c:v>
                </c:pt>
                <c:pt idx="46">
                  <c:v>43530</c:v>
                </c:pt>
                <c:pt idx="47">
                  <c:v>43531</c:v>
                </c:pt>
                <c:pt idx="48">
                  <c:v>43532</c:v>
                </c:pt>
                <c:pt idx="49">
                  <c:v>43535</c:v>
                </c:pt>
                <c:pt idx="50">
                  <c:v>43536</c:v>
                </c:pt>
                <c:pt idx="51">
                  <c:v>43537</c:v>
                </c:pt>
                <c:pt idx="52">
                  <c:v>43538</c:v>
                </c:pt>
                <c:pt idx="53">
                  <c:v>43539</c:v>
                </c:pt>
                <c:pt idx="54">
                  <c:v>43542</c:v>
                </c:pt>
                <c:pt idx="55">
                  <c:v>43543</c:v>
                </c:pt>
                <c:pt idx="56">
                  <c:v>43544</c:v>
                </c:pt>
                <c:pt idx="57">
                  <c:v>43545</c:v>
                </c:pt>
                <c:pt idx="58">
                  <c:v>43546</c:v>
                </c:pt>
                <c:pt idx="59">
                  <c:v>43549</c:v>
                </c:pt>
                <c:pt idx="60">
                  <c:v>43550</c:v>
                </c:pt>
                <c:pt idx="61">
                  <c:v>43551</c:v>
                </c:pt>
                <c:pt idx="62">
                  <c:v>43552</c:v>
                </c:pt>
                <c:pt idx="63">
                  <c:v>43553</c:v>
                </c:pt>
                <c:pt idx="64">
                  <c:v>43556</c:v>
                </c:pt>
                <c:pt idx="65">
                  <c:v>43557</c:v>
                </c:pt>
                <c:pt idx="66">
                  <c:v>43558</c:v>
                </c:pt>
                <c:pt idx="67">
                  <c:v>43559</c:v>
                </c:pt>
                <c:pt idx="68">
                  <c:v>43560</c:v>
                </c:pt>
                <c:pt idx="69">
                  <c:v>43563</c:v>
                </c:pt>
                <c:pt idx="70">
                  <c:v>43564</c:v>
                </c:pt>
                <c:pt idx="71">
                  <c:v>43565</c:v>
                </c:pt>
                <c:pt idx="72">
                  <c:v>43566</c:v>
                </c:pt>
                <c:pt idx="73">
                  <c:v>43567</c:v>
                </c:pt>
                <c:pt idx="74">
                  <c:v>43570</c:v>
                </c:pt>
                <c:pt idx="75">
                  <c:v>43571</c:v>
                </c:pt>
                <c:pt idx="76">
                  <c:v>43572</c:v>
                </c:pt>
                <c:pt idx="77">
                  <c:v>43573</c:v>
                </c:pt>
                <c:pt idx="78">
                  <c:v>43574</c:v>
                </c:pt>
                <c:pt idx="79">
                  <c:v>43577</c:v>
                </c:pt>
                <c:pt idx="80">
                  <c:v>43578</c:v>
                </c:pt>
                <c:pt idx="81">
                  <c:v>43579</c:v>
                </c:pt>
                <c:pt idx="82">
                  <c:v>43580</c:v>
                </c:pt>
                <c:pt idx="83">
                  <c:v>43581</c:v>
                </c:pt>
                <c:pt idx="84">
                  <c:v>43584</c:v>
                </c:pt>
                <c:pt idx="85">
                  <c:v>43585</c:v>
                </c:pt>
                <c:pt idx="86">
                  <c:v>43586</c:v>
                </c:pt>
                <c:pt idx="87">
                  <c:v>43587</c:v>
                </c:pt>
                <c:pt idx="88">
                  <c:v>43588</c:v>
                </c:pt>
                <c:pt idx="89">
                  <c:v>43591</c:v>
                </c:pt>
                <c:pt idx="90">
                  <c:v>43592</c:v>
                </c:pt>
                <c:pt idx="91">
                  <c:v>43593</c:v>
                </c:pt>
                <c:pt idx="92">
                  <c:v>43594</c:v>
                </c:pt>
                <c:pt idx="93">
                  <c:v>43595</c:v>
                </c:pt>
                <c:pt idx="94">
                  <c:v>43598</c:v>
                </c:pt>
                <c:pt idx="95">
                  <c:v>43599</c:v>
                </c:pt>
                <c:pt idx="96">
                  <c:v>43600</c:v>
                </c:pt>
                <c:pt idx="97">
                  <c:v>43601</c:v>
                </c:pt>
                <c:pt idx="98">
                  <c:v>43602</c:v>
                </c:pt>
                <c:pt idx="99">
                  <c:v>43605</c:v>
                </c:pt>
                <c:pt idx="100">
                  <c:v>43606</c:v>
                </c:pt>
                <c:pt idx="101">
                  <c:v>43607</c:v>
                </c:pt>
                <c:pt idx="102">
                  <c:v>43608</c:v>
                </c:pt>
                <c:pt idx="103">
                  <c:v>43609</c:v>
                </c:pt>
                <c:pt idx="104">
                  <c:v>43612</c:v>
                </c:pt>
                <c:pt idx="105">
                  <c:v>43613</c:v>
                </c:pt>
                <c:pt idx="106">
                  <c:v>43614</c:v>
                </c:pt>
                <c:pt idx="107">
                  <c:v>43615</c:v>
                </c:pt>
                <c:pt idx="108">
                  <c:v>43616</c:v>
                </c:pt>
                <c:pt idx="109">
                  <c:v>43619</c:v>
                </c:pt>
                <c:pt idx="110">
                  <c:v>43620</c:v>
                </c:pt>
                <c:pt idx="111">
                  <c:v>43621</c:v>
                </c:pt>
                <c:pt idx="112">
                  <c:v>43622</c:v>
                </c:pt>
                <c:pt idx="113">
                  <c:v>43623</c:v>
                </c:pt>
                <c:pt idx="114">
                  <c:v>43626</c:v>
                </c:pt>
                <c:pt idx="115">
                  <c:v>43627</c:v>
                </c:pt>
                <c:pt idx="116">
                  <c:v>43628</c:v>
                </c:pt>
                <c:pt idx="117">
                  <c:v>43629</c:v>
                </c:pt>
                <c:pt idx="118">
                  <c:v>43630</c:v>
                </c:pt>
                <c:pt idx="119">
                  <c:v>43633</c:v>
                </c:pt>
                <c:pt idx="120">
                  <c:v>43634</c:v>
                </c:pt>
                <c:pt idx="121">
                  <c:v>43635</c:v>
                </c:pt>
                <c:pt idx="122">
                  <c:v>43636</c:v>
                </c:pt>
                <c:pt idx="123">
                  <c:v>43637</c:v>
                </c:pt>
                <c:pt idx="124">
                  <c:v>43640</c:v>
                </c:pt>
                <c:pt idx="125">
                  <c:v>43641</c:v>
                </c:pt>
                <c:pt idx="126">
                  <c:v>43642</c:v>
                </c:pt>
                <c:pt idx="127">
                  <c:v>43643</c:v>
                </c:pt>
                <c:pt idx="128">
                  <c:v>43644</c:v>
                </c:pt>
                <c:pt idx="129">
                  <c:v>43647</c:v>
                </c:pt>
                <c:pt idx="130">
                  <c:v>43648</c:v>
                </c:pt>
                <c:pt idx="131">
                  <c:v>43649</c:v>
                </c:pt>
                <c:pt idx="132">
                  <c:v>43650</c:v>
                </c:pt>
                <c:pt idx="133">
                  <c:v>43651</c:v>
                </c:pt>
                <c:pt idx="134">
                  <c:v>43654</c:v>
                </c:pt>
                <c:pt idx="135">
                  <c:v>43655</c:v>
                </c:pt>
                <c:pt idx="136">
                  <c:v>43656</c:v>
                </c:pt>
                <c:pt idx="137">
                  <c:v>43657</c:v>
                </c:pt>
                <c:pt idx="138">
                  <c:v>43658</c:v>
                </c:pt>
                <c:pt idx="139">
                  <c:v>43661</c:v>
                </c:pt>
                <c:pt idx="140">
                  <c:v>43662</c:v>
                </c:pt>
                <c:pt idx="141">
                  <c:v>43663</c:v>
                </c:pt>
                <c:pt idx="142">
                  <c:v>43664</c:v>
                </c:pt>
                <c:pt idx="143">
                  <c:v>43665</c:v>
                </c:pt>
                <c:pt idx="144">
                  <c:v>43668</c:v>
                </c:pt>
                <c:pt idx="145">
                  <c:v>43669</c:v>
                </c:pt>
                <c:pt idx="146">
                  <c:v>43670</c:v>
                </c:pt>
                <c:pt idx="147">
                  <c:v>43671</c:v>
                </c:pt>
                <c:pt idx="148">
                  <c:v>43672</c:v>
                </c:pt>
                <c:pt idx="149">
                  <c:v>43675</c:v>
                </c:pt>
                <c:pt idx="150">
                  <c:v>43676</c:v>
                </c:pt>
                <c:pt idx="151">
                  <c:v>43677</c:v>
                </c:pt>
                <c:pt idx="152">
                  <c:v>43678</c:v>
                </c:pt>
                <c:pt idx="153">
                  <c:v>43679</c:v>
                </c:pt>
                <c:pt idx="154">
                  <c:v>43682</c:v>
                </c:pt>
                <c:pt idx="155">
                  <c:v>43683</c:v>
                </c:pt>
                <c:pt idx="156">
                  <c:v>43684</c:v>
                </c:pt>
                <c:pt idx="157">
                  <c:v>43685</c:v>
                </c:pt>
                <c:pt idx="158">
                  <c:v>43686</c:v>
                </c:pt>
                <c:pt idx="159">
                  <c:v>43689</c:v>
                </c:pt>
                <c:pt idx="160">
                  <c:v>43690</c:v>
                </c:pt>
                <c:pt idx="161">
                  <c:v>43691</c:v>
                </c:pt>
                <c:pt idx="162">
                  <c:v>43692</c:v>
                </c:pt>
                <c:pt idx="163">
                  <c:v>43693</c:v>
                </c:pt>
                <c:pt idx="164">
                  <c:v>43696</c:v>
                </c:pt>
                <c:pt idx="165">
                  <c:v>43697</c:v>
                </c:pt>
                <c:pt idx="166">
                  <c:v>43698</c:v>
                </c:pt>
                <c:pt idx="167">
                  <c:v>43699</c:v>
                </c:pt>
                <c:pt idx="168">
                  <c:v>43700</c:v>
                </c:pt>
                <c:pt idx="169">
                  <c:v>43703</c:v>
                </c:pt>
                <c:pt idx="170">
                  <c:v>43704</c:v>
                </c:pt>
                <c:pt idx="171">
                  <c:v>43705</c:v>
                </c:pt>
                <c:pt idx="172">
                  <c:v>43706</c:v>
                </c:pt>
                <c:pt idx="173">
                  <c:v>43707</c:v>
                </c:pt>
                <c:pt idx="174">
                  <c:v>43710</c:v>
                </c:pt>
                <c:pt idx="175">
                  <c:v>43711</c:v>
                </c:pt>
                <c:pt idx="176">
                  <c:v>43712</c:v>
                </c:pt>
                <c:pt idx="177">
                  <c:v>43713</c:v>
                </c:pt>
                <c:pt idx="178">
                  <c:v>43714</c:v>
                </c:pt>
                <c:pt idx="179">
                  <c:v>43717</c:v>
                </c:pt>
                <c:pt idx="180">
                  <c:v>43718</c:v>
                </c:pt>
                <c:pt idx="181">
                  <c:v>43719</c:v>
                </c:pt>
                <c:pt idx="182">
                  <c:v>43720</c:v>
                </c:pt>
                <c:pt idx="183">
                  <c:v>43721</c:v>
                </c:pt>
                <c:pt idx="184">
                  <c:v>43724</c:v>
                </c:pt>
                <c:pt idx="185">
                  <c:v>43725</c:v>
                </c:pt>
                <c:pt idx="186">
                  <c:v>43726</c:v>
                </c:pt>
                <c:pt idx="187">
                  <c:v>43727</c:v>
                </c:pt>
                <c:pt idx="188">
                  <c:v>43728</c:v>
                </c:pt>
                <c:pt idx="189">
                  <c:v>43731</c:v>
                </c:pt>
                <c:pt idx="190">
                  <c:v>43732</c:v>
                </c:pt>
                <c:pt idx="191">
                  <c:v>43733</c:v>
                </c:pt>
                <c:pt idx="192">
                  <c:v>43734</c:v>
                </c:pt>
                <c:pt idx="193">
                  <c:v>43735</c:v>
                </c:pt>
                <c:pt idx="194">
                  <c:v>43738</c:v>
                </c:pt>
                <c:pt idx="195">
                  <c:v>43739</c:v>
                </c:pt>
                <c:pt idx="196">
                  <c:v>43740</c:v>
                </c:pt>
                <c:pt idx="197">
                  <c:v>43741</c:v>
                </c:pt>
                <c:pt idx="198">
                  <c:v>43742</c:v>
                </c:pt>
                <c:pt idx="199">
                  <c:v>43745</c:v>
                </c:pt>
                <c:pt idx="200">
                  <c:v>43746</c:v>
                </c:pt>
                <c:pt idx="201">
                  <c:v>43747</c:v>
                </c:pt>
                <c:pt idx="202">
                  <c:v>43748</c:v>
                </c:pt>
                <c:pt idx="203">
                  <c:v>43749</c:v>
                </c:pt>
                <c:pt idx="204">
                  <c:v>43752</c:v>
                </c:pt>
                <c:pt idx="205">
                  <c:v>43753</c:v>
                </c:pt>
                <c:pt idx="206">
                  <c:v>43754</c:v>
                </c:pt>
                <c:pt idx="207">
                  <c:v>43755</c:v>
                </c:pt>
                <c:pt idx="208">
                  <c:v>43756</c:v>
                </c:pt>
                <c:pt idx="209">
                  <c:v>43759</c:v>
                </c:pt>
                <c:pt idx="210">
                  <c:v>43760</c:v>
                </c:pt>
                <c:pt idx="211">
                  <c:v>43761</c:v>
                </c:pt>
                <c:pt idx="212">
                  <c:v>43762</c:v>
                </c:pt>
                <c:pt idx="213">
                  <c:v>43763</c:v>
                </c:pt>
                <c:pt idx="214">
                  <c:v>43766</c:v>
                </c:pt>
                <c:pt idx="215">
                  <c:v>43767</c:v>
                </c:pt>
                <c:pt idx="216">
                  <c:v>43768</c:v>
                </c:pt>
                <c:pt idx="217">
                  <c:v>43769</c:v>
                </c:pt>
                <c:pt idx="218">
                  <c:v>43770</c:v>
                </c:pt>
                <c:pt idx="219">
                  <c:v>43773</c:v>
                </c:pt>
                <c:pt idx="220">
                  <c:v>43774</c:v>
                </c:pt>
                <c:pt idx="221">
                  <c:v>43775</c:v>
                </c:pt>
                <c:pt idx="222">
                  <c:v>43776</c:v>
                </c:pt>
                <c:pt idx="223">
                  <c:v>43777</c:v>
                </c:pt>
                <c:pt idx="224">
                  <c:v>43780</c:v>
                </c:pt>
                <c:pt idx="225">
                  <c:v>43781</c:v>
                </c:pt>
                <c:pt idx="226">
                  <c:v>43782</c:v>
                </c:pt>
                <c:pt idx="227">
                  <c:v>43783</c:v>
                </c:pt>
                <c:pt idx="228">
                  <c:v>43784</c:v>
                </c:pt>
                <c:pt idx="229">
                  <c:v>43787</c:v>
                </c:pt>
                <c:pt idx="230">
                  <c:v>43788</c:v>
                </c:pt>
                <c:pt idx="231">
                  <c:v>43789</c:v>
                </c:pt>
                <c:pt idx="232">
                  <c:v>43790</c:v>
                </c:pt>
                <c:pt idx="233">
                  <c:v>43791</c:v>
                </c:pt>
                <c:pt idx="234">
                  <c:v>43794</c:v>
                </c:pt>
                <c:pt idx="235">
                  <c:v>43795</c:v>
                </c:pt>
                <c:pt idx="236">
                  <c:v>43796</c:v>
                </c:pt>
                <c:pt idx="237">
                  <c:v>43797</c:v>
                </c:pt>
                <c:pt idx="238">
                  <c:v>43798</c:v>
                </c:pt>
                <c:pt idx="239">
                  <c:v>43801</c:v>
                </c:pt>
                <c:pt idx="240">
                  <c:v>43802</c:v>
                </c:pt>
                <c:pt idx="241">
                  <c:v>43803</c:v>
                </c:pt>
                <c:pt idx="242">
                  <c:v>43804</c:v>
                </c:pt>
                <c:pt idx="243">
                  <c:v>43805</c:v>
                </c:pt>
                <c:pt idx="244">
                  <c:v>43808</c:v>
                </c:pt>
                <c:pt idx="245">
                  <c:v>43809</c:v>
                </c:pt>
                <c:pt idx="246">
                  <c:v>43810</c:v>
                </c:pt>
                <c:pt idx="247">
                  <c:v>43811</c:v>
                </c:pt>
                <c:pt idx="248">
                  <c:v>43812</c:v>
                </c:pt>
                <c:pt idx="249">
                  <c:v>43815</c:v>
                </c:pt>
                <c:pt idx="250">
                  <c:v>43816</c:v>
                </c:pt>
                <c:pt idx="251">
                  <c:v>43817</c:v>
                </c:pt>
                <c:pt idx="252">
                  <c:v>43818</c:v>
                </c:pt>
                <c:pt idx="253">
                  <c:v>43819</c:v>
                </c:pt>
                <c:pt idx="254">
                  <c:v>43822</c:v>
                </c:pt>
                <c:pt idx="255">
                  <c:v>43823</c:v>
                </c:pt>
                <c:pt idx="256">
                  <c:v>43824</c:v>
                </c:pt>
                <c:pt idx="257">
                  <c:v>43825</c:v>
                </c:pt>
                <c:pt idx="258">
                  <c:v>43826</c:v>
                </c:pt>
                <c:pt idx="259">
                  <c:v>43829</c:v>
                </c:pt>
                <c:pt idx="260">
                  <c:v>43830</c:v>
                </c:pt>
                <c:pt idx="261">
                  <c:v>43831</c:v>
                </c:pt>
                <c:pt idx="262">
                  <c:v>43832</c:v>
                </c:pt>
                <c:pt idx="263">
                  <c:v>43833</c:v>
                </c:pt>
                <c:pt idx="264">
                  <c:v>43836</c:v>
                </c:pt>
                <c:pt idx="265">
                  <c:v>43837</c:v>
                </c:pt>
                <c:pt idx="266">
                  <c:v>43838</c:v>
                </c:pt>
                <c:pt idx="267">
                  <c:v>43839</c:v>
                </c:pt>
                <c:pt idx="268">
                  <c:v>43840</c:v>
                </c:pt>
                <c:pt idx="269">
                  <c:v>43843</c:v>
                </c:pt>
                <c:pt idx="270">
                  <c:v>43844</c:v>
                </c:pt>
                <c:pt idx="271">
                  <c:v>43845</c:v>
                </c:pt>
                <c:pt idx="272">
                  <c:v>43846</c:v>
                </c:pt>
                <c:pt idx="273">
                  <c:v>43847</c:v>
                </c:pt>
                <c:pt idx="274">
                  <c:v>43850</c:v>
                </c:pt>
                <c:pt idx="275">
                  <c:v>43851</c:v>
                </c:pt>
                <c:pt idx="276">
                  <c:v>43852</c:v>
                </c:pt>
                <c:pt idx="277">
                  <c:v>43853</c:v>
                </c:pt>
                <c:pt idx="278">
                  <c:v>43854</c:v>
                </c:pt>
                <c:pt idx="279">
                  <c:v>43857</c:v>
                </c:pt>
                <c:pt idx="280">
                  <c:v>43858</c:v>
                </c:pt>
                <c:pt idx="281">
                  <c:v>43859</c:v>
                </c:pt>
                <c:pt idx="282">
                  <c:v>43860</c:v>
                </c:pt>
                <c:pt idx="283">
                  <c:v>43861</c:v>
                </c:pt>
                <c:pt idx="284">
                  <c:v>43864</c:v>
                </c:pt>
                <c:pt idx="285">
                  <c:v>43865</c:v>
                </c:pt>
                <c:pt idx="286">
                  <c:v>43866</c:v>
                </c:pt>
                <c:pt idx="287">
                  <c:v>43867</c:v>
                </c:pt>
                <c:pt idx="288">
                  <c:v>43868</c:v>
                </c:pt>
                <c:pt idx="289">
                  <c:v>43871</c:v>
                </c:pt>
                <c:pt idx="290">
                  <c:v>43872</c:v>
                </c:pt>
                <c:pt idx="291">
                  <c:v>43873</c:v>
                </c:pt>
                <c:pt idx="292">
                  <c:v>43874</c:v>
                </c:pt>
                <c:pt idx="293">
                  <c:v>43875</c:v>
                </c:pt>
                <c:pt idx="294">
                  <c:v>43878</c:v>
                </c:pt>
                <c:pt idx="295">
                  <c:v>43879</c:v>
                </c:pt>
                <c:pt idx="296">
                  <c:v>43880</c:v>
                </c:pt>
                <c:pt idx="297">
                  <c:v>43881</c:v>
                </c:pt>
                <c:pt idx="298">
                  <c:v>43882</c:v>
                </c:pt>
                <c:pt idx="299">
                  <c:v>43885</c:v>
                </c:pt>
                <c:pt idx="300">
                  <c:v>43886</c:v>
                </c:pt>
                <c:pt idx="301">
                  <c:v>43887</c:v>
                </c:pt>
                <c:pt idx="302">
                  <c:v>43888</c:v>
                </c:pt>
                <c:pt idx="303">
                  <c:v>43889</c:v>
                </c:pt>
                <c:pt idx="304">
                  <c:v>43892</c:v>
                </c:pt>
                <c:pt idx="305">
                  <c:v>43893</c:v>
                </c:pt>
                <c:pt idx="306">
                  <c:v>43894</c:v>
                </c:pt>
                <c:pt idx="307">
                  <c:v>43895</c:v>
                </c:pt>
                <c:pt idx="308">
                  <c:v>43896</c:v>
                </c:pt>
                <c:pt idx="309">
                  <c:v>43899</c:v>
                </c:pt>
                <c:pt idx="310">
                  <c:v>43900</c:v>
                </c:pt>
                <c:pt idx="311">
                  <c:v>43901</c:v>
                </c:pt>
                <c:pt idx="312">
                  <c:v>43902</c:v>
                </c:pt>
                <c:pt idx="313">
                  <c:v>43903</c:v>
                </c:pt>
                <c:pt idx="314">
                  <c:v>43906</c:v>
                </c:pt>
                <c:pt idx="315">
                  <c:v>43907</c:v>
                </c:pt>
                <c:pt idx="316">
                  <c:v>43908</c:v>
                </c:pt>
                <c:pt idx="317">
                  <c:v>43909</c:v>
                </c:pt>
                <c:pt idx="318">
                  <c:v>43910</c:v>
                </c:pt>
                <c:pt idx="319">
                  <c:v>43913</c:v>
                </c:pt>
                <c:pt idx="320">
                  <c:v>43914</c:v>
                </c:pt>
                <c:pt idx="321">
                  <c:v>43915</c:v>
                </c:pt>
                <c:pt idx="322">
                  <c:v>43916</c:v>
                </c:pt>
                <c:pt idx="323">
                  <c:v>43917</c:v>
                </c:pt>
                <c:pt idx="324">
                  <c:v>43920</c:v>
                </c:pt>
                <c:pt idx="325">
                  <c:v>43921</c:v>
                </c:pt>
                <c:pt idx="326">
                  <c:v>43922</c:v>
                </c:pt>
                <c:pt idx="327">
                  <c:v>43923</c:v>
                </c:pt>
                <c:pt idx="328">
                  <c:v>43924</c:v>
                </c:pt>
                <c:pt idx="329">
                  <c:v>43927</c:v>
                </c:pt>
                <c:pt idx="330">
                  <c:v>43928</c:v>
                </c:pt>
                <c:pt idx="331">
                  <c:v>43929</c:v>
                </c:pt>
                <c:pt idx="332">
                  <c:v>43930</c:v>
                </c:pt>
                <c:pt idx="333">
                  <c:v>43931</c:v>
                </c:pt>
                <c:pt idx="334">
                  <c:v>43934</c:v>
                </c:pt>
                <c:pt idx="335">
                  <c:v>43935</c:v>
                </c:pt>
                <c:pt idx="336">
                  <c:v>43936</c:v>
                </c:pt>
                <c:pt idx="337">
                  <c:v>43937</c:v>
                </c:pt>
                <c:pt idx="338">
                  <c:v>43938</c:v>
                </c:pt>
                <c:pt idx="339">
                  <c:v>43941</c:v>
                </c:pt>
                <c:pt idx="340">
                  <c:v>43942</c:v>
                </c:pt>
                <c:pt idx="341">
                  <c:v>43943</c:v>
                </c:pt>
                <c:pt idx="342">
                  <c:v>43944</c:v>
                </c:pt>
                <c:pt idx="343">
                  <c:v>43945</c:v>
                </c:pt>
                <c:pt idx="344">
                  <c:v>43948</c:v>
                </c:pt>
                <c:pt idx="345">
                  <c:v>43949</c:v>
                </c:pt>
                <c:pt idx="346">
                  <c:v>43950</c:v>
                </c:pt>
                <c:pt idx="347">
                  <c:v>43951</c:v>
                </c:pt>
                <c:pt idx="348">
                  <c:v>43952</c:v>
                </c:pt>
                <c:pt idx="349">
                  <c:v>43955</c:v>
                </c:pt>
                <c:pt idx="350">
                  <c:v>43956</c:v>
                </c:pt>
                <c:pt idx="351">
                  <c:v>43957</c:v>
                </c:pt>
                <c:pt idx="352">
                  <c:v>43958</c:v>
                </c:pt>
                <c:pt idx="353">
                  <c:v>43959</c:v>
                </c:pt>
                <c:pt idx="354">
                  <c:v>43962</c:v>
                </c:pt>
                <c:pt idx="355">
                  <c:v>43963</c:v>
                </c:pt>
                <c:pt idx="356">
                  <c:v>43964</c:v>
                </c:pt>
                <c:pt idx="357">
                  <c:v>43965</c:v>
                </c:pt>
                <c:pt idx="358">
                  <c:v>43966</c:v>
                </c:pt>
                <c:pt idx="359">
                  <c:v>43969</c:v>
                </c:pt>
                <c:pt idx="360">
                  <c:v>43970</c:v>
                </c:pt>
                <c:pt idx="361">
                  <c:v>43971</c:v>
                </c:pt>
                <c:pt idx="362">
                  <c:v>43972</c:v>
                </c:pt>
                <c:pt idx="363">
                  <c:v>43973</c:v>
                </c:pt>
                <c:pt idx="364">
                  <c:v>43976</c:v>
                </c:pt>
                <c:pt idx="365">
                  <c:v>43977</c:v>
                </c:pt>
                <c:pt idx="366">
                  <c:v>43978</c:v>
                </c:pt>
                <c:pt idx="367">
                  <c:v>43979</c:v>
                </c:pt>
                <c:pt idx="368">
                  <c:v>43980</c:v>
                </c:pt>
                <c:pt idx="369">
                  <c:v>43983</c:v>
                </c:pt>
                <c:pt idx="370">
                  <c:v>43984</c:v>
                </c:pt>
                <c:pt idx="371">
                  <c:v>43985</c:v>
                </c:pt>
                <c:pt idx="372">
                  <c:v>43986</c:v>
                </c:pt>
                <c:pt idx="373">
                  <c:v>43987</c:v>
                </c:pt>
                <c:pt idx="374">
                  <c:v>43990</c:v>
                </c:pt>
                <c:pt idx="375">
                  <c:v>43991</c:v>
                </c:pt>
                <c:pt idx="376">
                  <c:v>43992</c:v>
                </c:pt>
                <c:pt idx="377">
                  <c:v>43993</c:v>
                </c:pt>
                <c:pt idx="378">
                  <c:v>43994</c:v>
                </c:pt>
                <c:pt idx="379">
                  <c:v>43997</c:v>
                </c:pt>
                <c:pt idx="380">
                  <c:v>43998</c:v>
                </c:pt>
                <c:pt idx="381">
                  <c:v>43999</c:v>
                </c:pt>
                <c:pt idx="382">
                  <c:v>44000</c:v>
                </c:pt>
                <c:pt idx="383">
                  <c:v>44001</c:v>
                </c:pt>
                <c:pt idx="384">
                  <c:v>44004</c:v>
                </c:pt>
                <c:pt idx="385">
                  <c:v>44005</c:v>
                </c:pt>
                <c:pt idx="386">
                  <c:v>44006</c:v>
                </c:pt>
                <c:pt idx="387">
                  <c:v>44007</c:v>
                </c:pt>
                <c:pt idx="388">
                  <c:v>44008</c:v>
                </c:pt>
                <c:pt idx="389">
                  <c:v>44011</c:v>
                </c:pt>
                <c:pt idx="390">
                  <c:v>44012</c:v>
                </c:pt>
                <c:pt idx="391">
                  <c:v>44013</c:v>
                </c:pt>
                <c:pt idx="392">
                  <c:v>44014</c:v>
                </c:pt>
                <c:pt idx="393">
                  <c:v>44015</c:v>
                </c:pt>
                <c:pt idx="394">
                  <c:v>44018</c:v>
                </c:pt>
                <c:pt idx="395">
                  <c:v>44019</c:v>
                </c:pt>
                <c:pt idx="396">
                  <c:v>44020</c:v>
                </c:pt>
                <c:pt idx="397">
                  <c:v>44021</c:v>
                </c:pt>
                <c:pt idx="398">
                  <c:v>44022</c:v>
                </c:pt>
                <c:pt idx="399">
                  <c:v>44025</c:v>
                </c:pt>
                <c:pt idx="400">
                  <c:v>44026</c:v>
                </c:pt>
                <c:pt idx="401">
                  <c:v>44027</c:v>
                </c:pt>
                <c:pt idx="402">
                  <c:v>44028</c:v>
                </c:pt>
                <c:pt idx="403">
                  <c:v>44029</c:v>
                </c:pt>
                <c:pt idx="404">
                  <c:v>44032</c:v>
                </c:pt>
                <c:pt idx="405">
                  <c:v>44033</c:v>
                </c:pt>
                <c:pt idx="406">
                  <c:v>44034</c:v>
                </c:pt>
                <c:pt idx="407">
                  <c:v>44035</c:v>
                </c:pt>
                <c:pt idx="408">
                  <c:v>44036</c:v>
                </c:pt>
                <c:pt idx="409">
                  <c:v>44039</c:v>
                </c:pt>
                <c:pt idx="410">
                  <c:v>44040</c:v>
                </c:pt>
                <c:pt idx="411">
                  <c:v>44041</c:v>
                </c:pt>
                <c:pt idx="412">
                  <c:v>44042</c:v>
                </c:pt>
                <c:pt idx="413">
                  <c:v>44043</c:v>
                </c:pt>
                <c:pt idx="414">
                  <c:v>44046</c:v>
                </c:pt>
                <c:pt idx="415">
                  <c:v>44047</c:v>
                </c:pt>
                <c:pt idx="416">
                  <c:v>44048</c:v>
                </c:pt>
                <c:pt idx="417">
                  <c:v>44049</c:v>
                </c:pt>
                <c:pt idx="418">
                  <c:v>44050</c:v>
                </c:pt>
                <c:pt idx="419">
                  <c:v>44053</c:v>
                </c:pt>
                <c:pt idx="420">
                  <c:v>44054</c:v>
                </c:pt>
                <c:pt idx="421">
                  <c:v>44055</c:v>
                </c:pt>
                <c:pt idx="422">
                  <c:v>44056</c:v>
                </c:pt>
                <c:pt idx="423">
                  <c:v>44057</c:v>
                </c:pt>
                <c:pt idx="424">
                  <c:v>44060</c:v>
                </c:pt>
                <c:pt idx="425">
                  <c:v>44061</c:v>
                </c:pt>
                <c:pt idx="426">
                  <c:v>44062</c:v>
                </c:pt>
                <c:pt idx="427">
                  <c:v>44063</c:v>
                </c:pt>
                <c:pt idx="428">
                  <c:v>44064</c:v>
                </c:pt>
                <c:pt idx="429">
                  <c:v>44067</c:v>
                </c:pt>
                <c:pt idx="430">
                  <c:v>44068</c:v>
                </c:pt>
                <c:pt idx="431">
                  <c:v>44069</c:v>
                </c:pt>
                <c:pt idx="432">
                  <c:v>44070</c:v>
                </c:pt>
                <c:pt idx="433">
                  <c:v>44071</c:v>
                </c:pt>
                <c:pt idx="434">
                  <c:v>44074</c:v>
                </c:pt>
                <c:pt idx="435">
                  <c:v>44075</c:v>
                </c:pt>
                <c:pt idx="436">
                  <c:v>44076</c:v>
                </c:pt>
                <c:pt idx="437">
                  <c:v>44077</c:v>
                </c:pt>
                <c:pt idx="438">
                  <c:v>44078</c:v>
                </c:pt>
                <c:pt idx="439">
                  <c:v>44081</c:v>
                </c:pt>
                <c:pt idx="440">
                  <c:v>44082</c:v>
                </c:pt>
                <c:pt idx="441">
                  <c:v>44083</c:v>
                </c:pt>
                <c:pt idx="442">
                  <c:v>44084</c:v>
                </c:pt>
                <c:pt idx="443">
                  <c:v>44085</c:v>
                </c:pt>
                <c:pt idx="444">
                  <c:v>44088</c:v>
                </c:pt>
                <c:pt idx="445">
                  <c:v>44089</c:v>
                </c:pt>
                <c:pt idx="446">
                  <c:v>44090</c:v>
                </c:pt>
                <c:pt idx="447">
                  <c:v>44091</c:v>
                </c:pt>
                <c:pt idx="448">
                  <c:v>44092</c:v>
                </c:pt>
                <c:pt idx="449">
                  <c:v>44095</c:v>
                </c:pt>
                <c:pt idx="450">
                  <c:v>44096</c:v>
                </c:pt>
                <c:pt idx="451">
                  <c:v>44097</c:v>
                </c:pt>
                <c:pt idx="452">
                  <c:v>44098</c:v>
                </c:pt>
                <c:pt idx="453">
                  <c:v>44099</c:v>
                </c:pt>
                <c:pt idx="454">
                  <c:v>44102</c:v>
                </c:pt>
                <c:pt idx="455">
                  <c:v>44103</c:v>
                </c:pt>
                <c:pt idx="456">
                  <c:v>44104</c:v>
                </c:pt>
                <c:pt idx="457">
                  <c:v>44105</c:v>
                </c:pt>
                <c:pt idx="458">
                  <c:v>44106</c:v>
                </c:pt>
                <c:pt idx="459">
                  <c:v>44109</c:v>
                </c:pt>
                <c:pt idx="460">
                  <c:v>44110</c:v>
                </c:pt>
                <c:pt idx="461">
                  <c:v>44111</c:v>
                </c:pt>
                <c:pt idx="462">
                  <c:v>44112</c:v>
                </c:pt>
                <c:pt idx="463">
                  <c:v>44113</c:v>
                </c:pt>
                <c:pt idx="464">
                  <c:v>44116</c:v>
                </c:pt>
                <c:pt idx="465">
                  <c:v>44117</c:v>
                </c:pt>
                <c:pt idx="466">
                  <c:v>44118</c:v>
                </c:pt>
                <c:pt idx="467">
                  <c:v>44119</c:v>
                </c:pt>
                <c:pt idx="468">
                  <c:v>44120</c:v>
                </c:pt>
                <c:pt idx="469">
                  <c:v>44123</c:v>
                </c:pt>
                <c:pt idx="470">
                  <c:v>44124</c:v>
                </c:pt>
                <c:pt idx="471">
                  <c:v>44125</c:v>
                </c:pt>
                <c:pt idx="472">
                  <c:v>44126</c:v>
                </c:pt>
                <c:pt idx="473">
                  <c:v>44127</c:v>
                </c:pt>
                <c:pt idx="474">
                  <c:v>44130</c:v>
                </c:pt>
                <c:pt idx="475">
                  <c:v>44131</c:v>
                </c:pt>
                <c:pt idx="476">
                  <c:v>44132</c:v>
                </c:pt>
                <c:pt idx="477">
                  <c:v>44133</c:v>
                </c:pt>
                <c:pt idx="478">
                  <c:v>44134</c:v>
                </c:pt>
                <c:pt idx="479">
                  <c:v>44137</c:v>
                </c:pt>
                <c:pt idx="480">
                  <c:v>44138</c:v>
                </c:pt>
                <c:pt idx="481">
                  <c:v>44139</c:v>
                </c:pt>
                <c:pt idx="482">
                  <c:v>44140</c:v>
                </c:pt>
                <c:pt idx="483">
                  <c:v>44141</c:v>
                </c:pt>
                <c:pt idx="484">
                  <c:v>44144</c:v>
                </c:pt>
                <c:pt idx="485">
                  <c:v>44145</c:v>
                </c:pt>
                <c:pt idx="486">
                  <c:v>44146</c:v>
                </c:pt>
                <c:pt idx="487">
                  <c:v>44147</c:v>
                </c:pt>
                <c:pt idx="488">
                  <c:v>44148</c:v>
                </c:pt>
                <c:pt idx="489">
                  <c:v>44151</c:v>
                </c:pt>
                <c:pt idx="490">
                  <c:v>44152</c:v>
                </c:pt>
                <c:pt idx="491">
                  <c:v>44153</c:v>
                </c:pt>
                <c:pt idx="492">
                  <c:v>44154</c:v>
                </c:pt>
                <c:pt idx="493">
                  <c:v>44155</c:v>
                </c:pt>
                <c:pt idx="494">
                  <c:v>44158</c:v>
                </c:pt>
                <c:pt idx="495">
                  <c:v>44159</c:v>
                </c:pt>
                <c:pt idx="496">
                  <c:v>44160</c:v>
                </c:pt>
                <c:pt idx="497">
                  <c:v>44161</c:v>
                </c:pt>
                <c:pt idx="498">
                  <c:v>44162</c:v>
                </c:pt>
                <c:pt idx="499">
                  <c:v>44165</c:v>
                </c:pt>
                <c:pt idx="500">
                  <c:v>44166</c:v>
                </c:pt>
                <c:pt idx="501">
                  <c:v>44167</c:v>
                </c:pt>
                <c:pt idx="502">
                  <c:v>44168</c:v>
                </c:pt>
                <c:pt idx="503">
                  <c:v>44169</c:v>
                </c:pt>
                <c:pt idx="504">
                  <c:v>44172</c:v>
                </c:pt>
                <c:pt idx="505">
                  <c:v>44173</c:v>
                </c:pt>
                <c:pt idx="506">
                  <c:v>44174</c:v>
                </c:pt>
                <c:pt idx="507">
                  <c:v>44175</c:v>
                </c:pt>
                <c:pt idx="508">
                  <c:v>44176</c:v>
                </c:pt>
                <c:pt idx="509">
                  <c:v>44179</c:v>
                </c:pt>
                <c:pt idx="510">
                  <c:v>44180</c:v>
                </c:pt>
                <c:pt idx="511">
                  <c:v>44181</c:v>
                </c:pt>
                <c:pt idx="512">
                  <c:v>44182</c:v>
                </c:pt>
                <c:pt idx="513">
                  <c:v>44183</c:v>
                </c:pt>
                <c:pt idx="514">
                  <c:v>44186</c:v>
                </c:pt>
                <c:pt idx="515">
                  <c:v>44187</c:v>
                </c:pt>
                <c:pt idx="516">
                  <c:v>44188</c:v>
                </c:pt>
                <c:pt idx="517">
                  <c:v>44189</c:v>
                </c:pt>
                <c:pt idx="518">
                  <c:v>44190</c:v>
                </c:pt>
                <c:pt idx="519">
                  <c:v>44193</c:v>
                </c:pt>
                <c:pt idx="520">
                  <c:v>44194</c:v>
                </c:pt>
                <c:pt idx="521">
                  <c:v>44195</c:v>
                </c:pt>
                <c:pt idx="522">
                  <c:v>44196</c:v>
                </c:pt>
                <c:pt idx="523">
                  <c:v>44197</c:v>
                </c:pt>
                <c:pt idx="524">
                  <c:v>44200</c:v>
                </c:pt>
                <c:pt idx="525">
                  <c:v>44201</c:v>
                </c:pt>
                <c:pt idx="526">
                  <c:v>44202</c:v>
                </c:pt>
                <c:pt idx="527">
                  <c:v>44203</c:v>
                </c:pt>
                <c:pt idx="528">
                  <c:v>44204</c:v>
                </c:pt>
                <c:pt idx="529">
                  <c:v>44207</c:v>
                </c:pt>
                <c:pt idx="530">
                  <c:v>44208</c:v>
                </c:pt>
                <c:pt idx="531">
                  <c:v>44209</c:v>
                </c:pt>
                <c:pt idx="532">
                  <c:v>44210</c:v>
                </c:pt>
                <c:pt idx="533">
                  <c:v>44211</c:v>
                </c:pt>
                <c:pt idx="534">
                  <c:v>44214</c:v>
                </c:pt>
                <c:pt idx="535">
                  <c:v>44215</c:v>
                </c:pt>
                <c:pt idx="536">
                  <c:v>44216</c:v>
                </c:pt>
                <c:pt idx="537">
                  <c:v>44217</c:v>
                </c:pt>
                <c:pt idx="538">
                  <c:v>44218</c:v>
                </c:pt>
                <c:pt idx="539">
                  <c:v>44221</c:v>
                </c:pt>
                <c:pt idx="540">
                  <c:v>44222</c:v>
                </c:pt>
                <c:pt idx="541">
                  <c:v>44223</c:v>
                </c:pt>
                <c:pt idx="542">
                  <c:v>44224</c:v>
                </c:pt>
                <c:pt idx="543">
                  <c:v>44225</c:v>
                </c:pt>
                <c:pt idx="544">
                  <c:v>44228</c:v>
                </c:pt>
                <c:pt idx="545">
                  <c:v>44229</c:v>
                </c:pt>
                <c:pt idx="546">
                  <c:v>44230</c:v>
                </c:pt>
                <c:pt idx="547">
                  <c:v>44231</c:v>
                </c:pt>
                <c:pt idx="548">
                  <c:v>44232</c:v>
                </c:pt>
                <c:pt idx="549">
                  <c:v>44235</c:v>
                </c:pt>
                <c:pt idx="550">
                  <c:v>44236</c:v>
                </c:pt>
                <c:pt idx="551">
                  <c:v>44237</c:v>
                </c:pt>
                <c:pt idx="552">
                  <c:v>44238</c:v>
                </c:pt>
                <c:pt idx="553">
                  <c:v>44239</c:v>
                </c:pt>
                <c:pt idx="554">
                  <c:v>44242</c:v>
                </c:pt>
                <c:pt idx="555">
                  <c:v>44243</c:v>
                </c:pt>
                <c:pt idx="556">
                  <c:v>44244</c:v>
                </c:pt>
                <c:pt idx="557">
                  <c:v>44245</c:v>
                </c:pt>
                <c:pt idx="558">
                  <c:v>44246</c:v>
                </c:pt>
                <c:pt idx="559">
                  <c:v>44249</c:v>
                </c:pt>
                <c:pt idx="560">
                  <c:v>44250</c:v>
                </c:pt>
                <c:pt idx="561">
                  <c:v>44251</c:v>
                </c:pt>
                <c:pt idx="562">
                  <c:v>44252</c:v>
                </c:pt>
                <c:pt idx="563">
                  <c:v>44253</c:v>
                </c:pt>
                <c:pt idx="564">
                  <c:v>44256</c:v>
                </c:pt>
                <c:pt idx="565">
                  <c:v>44257</c:v>
                </c:pt>
                <c:pt idx="566">
                  <c:v>44258</c:v>
                </c:pt>
                <c:pt idx="567">
                  <c:v>44259</c:v>
                </c:pt>
                <c:pt idx="568">
                  <c:v>44260</c:v>
                </c:pt>
                <c:pt idx="569">
                  <c:v>44263</c:v>
                </c:pt>
                <c:pt idx="570">
                  <c:v>44264</c:v>
                </c:pt>
                <c:pt idx="571">
                  <c:v>44265</c:v>
                </c:pt>
                <c:pt idx="572">
                  <c:v>44266</c:v>
                </c:pt>
                <c:pt idx="573">
                  <c:v>44267</c:v>
                </c:pt>
                <c:pt idx="574">
                  <c:v>44270</c:v>
                </c:pt>
                <c:pt idx="575">
                  <c:v>44271</c:v>
                </c:pt>
                <c:pt idx="576">
                  <c:v>44272</c:v>
                </c:pt>
                <c:pt idx="577">
                  <c:v>44273</c:v>
                </c:pt>
                <c:pt idx="578">
                  <c:v>44274</c:v>
                </c:pt>
                <c:pt idx="579">
                  <c:v>44277</c:v>
                </c:pt>
                <c:pt idx="580">
                  <c:v>44278</c:v>
                </c:pt>
                <c:pt idx="581">
                  <c:v>44279</c:v>
                </c:pt>
                <c:pt idx="582">
                  <c:v>44280</c:v>
                </c:pt>
                <c:pt idx="583">
                  <c:v>44281</c:v>
                </c:pt>
                <c:pt idx="584">
                  <c:v>44284</c:v>
                </c:pt>
                <c:pt idx="585">
                  <c:v>44285</c:v>
                </c:pt>
                <c:pt idx="586">
                  <c:v>44286</c:v>
                </c:pt>
                <c:pt idx="587">
                  <c:v>44287</c:v>
                </c:pt>
                <c:pt idx="588">
                  <c:v>44288</c:v>
                </c:pt>
                <c:pt idx="589">
                  <c:v>44291</c:v>
                </c:pt>
                <c:pt idx="590">
                  <c:v>44292</c:v>
                </c:pt>
                <c:pt idx="591">
                  <c:v>44293</c:v>
                </c:pt>
                <c:pt idx="592">
                  <c:v>44294</c:v>
                </c:pt>
                <c:pt idx="593">
                  <c:v>44295</c:v>
                </c:pt>
                <c:pt idx="594">
                  <c:v>44298</c:v>
                </c:pt>
                <c:pt idx="595">
                  <c:v>44299</c:v>
                </c:pt>
                <c:pt idx="596">
                  <c:v>44300</c:v>
                </c:pt>
                <c:pt idx="597">
                  <c:v>44301</c:v>
                </c:pt>
                <c:pt idx="598">
                  <c:v>44302</c:v>
                </c:pt>
                <c:pt idx="599">
                  <c:v>44305</c:v>
                </c:pt>
                <c:pt idx="600">
                  <c:v>44306</c:v>
                </c:pt>
                <c:pt idx="601">
                  <c:v>44307</c:v>
                </c:pt>
                <c:pt idx="602">
                  <c:v>44308</c:v>
                </c:pt>
                <c:pt idx="603">
                  <c:v>44309</c:v>
                </c:pt>
                <c:pt idx="604">
                  <c:v>44312</c:v>
                </c:pt>
                <c:pt idx="605">
                  <c:v>44313</c:v>
                </c:pt>
                <c:pt idx="606">
                  <c:v>44314</c:v>
                </c:pt>
                <c:pt idx="607">
                  <c:v>44315</c:v>
                </c:pt>
                <c:pt idx="608">
                  <c:v>44316</c:v>
                </c:pt>
                <c:pt idx="609">
                  <c:v>44319</c:v>
                </c:pt>
                <c:pt idx="610">
                  <c:v>44320</c:v>
                </c:pt>
                <c:pt idx="611">
                  <c:v>44321</c:v>
                </c:pt>
                <c:pt idx="612">
                  <c:v>44322</c:v>
                </c:pt>
                <c:pt idx="613">
                  <c:v>44323</c:v>
                </c:pt>
                <c:pt idx="614">
                  <c:v>44326</c:v>
                </c:pt>
                <c:pt idx="615">
                  <c:v>44327</c:v>
                </c:pt>
                <c:pt idx="616">
                  <c:v>44328</c:v>
                </c:pt>
                <c:pt idx="617">
                  <c:v>44329</c:v>
                </c:pt>
                <c:pt idx="618">
                  <c:v>44330</c:v>
                </c:pt>
                <c:pt idx="619">
                  <c:v>44333</c:v>
                </c:pt>
                <c:pt idx="620">
                  <c:v>44334</c:v>
                </c:pt>
                <c:pt idx="621">
                  <c:v>44335</c:v>
                </c:pt>
                <c:pt idx="622">
                  <c:v>44336</c:v>
                </c:pt>
                <c:pt idx="623">
                  <c:v>44337</c:v>
                </c:pt>
                <c:pt idx="624">
                  <c:v>44340</c:v>
                </c:pt>
                <c:pt idx="625">
                  <c:v>44341</c:v>
                </c:pt>
                <c:pt idx="626">
                  <c:v>44342</c:v>
                </c:pt>
                <c:pt idx="627">
                  <c:v>44343</c:v>
                </c:pt>
                <c:pt idx="628">
                  <c:v>44344</c:v>
                </c:pt>
                <c:pt idx="629">
                  <c:v>44347</c:v>
                </c:pt>
                <c:pt idx="630">
                  <c:v>44348</c:v>
                </c:pt>
                <c:pt idx="631">
                  <c:v>44349</c:v>
                </c:pt>
                <c:pt idx="632">
                  <c:v>44350</c:v>
                </c:pt>
                <c:pt idx="633">
                  <c:v>44351</c:v>
                </c:pt>
                <c:pt idx="634">
                  <c:v>44354</c:v>
                </c:pt>
                <c:pt idx="635">
                  <c:v>44355</c:v>
                </c:pt>
                <c:pt idx="636">
                  <c:v>44356</c:v>
                </c:pt>
                <c:pt idx="637">
                  <c:v>44357</c:v>
                </c:pt>
                <c:pt idx="638">
                  <c:v>44358</c:v>
                </c:pt>
                <c:pt idx="639">
                  <c:v>44361</c:v>
                </c:pt>
                <c:pt idx="640">
                  <c:v>44362</c:v>
                </c:pt>
                <c:pt idx="641">
                  <c:v>44363</c:v>
                </c:pt>
                <c:pt idx="642">
                  <c:v>44364</c:v>
                </c:pt>
                <c:pt idx="643">
                  <c:v>44365</c:v>
                </c:pt>
                <c:pt idx="644">
                  <c:v>44368</c:v>
                </c:pt>
                <c:pt idx="645">
                  <c:v>44369</c:v>
                </c:pt>
                <c:pt idx="646">
                  <c:v>44370</c:v>
                </c:pt>
                <c:pt idx="647">
                  <c:v>44371</c:v>
                </c:pt>
                <c:pt idx="648">
                  <c:v>44372</c:v>
                </c:pt>
                <c:pt idx="649">
                  <c:v>44375</c:v>
                </c:pt>
                <c:pt idx="650">
                  <c:v>44376</c:v>
                </c:pt>
                <c:pt idx="651">
                  <c:v>44377</c:v>
                </c:pt>
                <c:pt idx="652">
                  <c:v>44378</c:v>
                </c:pt>
                <c:pt idx="653">
                  <c:v>44379</c:v>
                </c:pt>
                <c:pt idx="654">
                  <c:v>44382</c:v>
                </c:pt>
                <c:pt idx="655">
                  <c:v>44383</c:v>
                </c:pt>
                <c:pt idx="656">
                  <c:v>44384</c:v>
                </c:pt>
                <c:pt idx="657">
                  <c:v>44385</c:v>
                </c:pt>
                <c:pt idx="658">
                  <c:v>44386</c:v>
                </c:pt>
                <c:pt idx="659">
                  <c:v>44389</c:v>
                </c:pt>
                <c:pt idx="660">
                  <c:v>44390</c:v>
                </c:pt>
                <c:pt idx="661">
                  <c:v>44391</c:v>
                </c:pt>
                <c:pt idx="662">
                  <c:v>44392</c:v>
                </c:pt>
                <c:pt idx="663">
                  <c:v>44393</c:v>
                </c:pt>
                <c:pt idx="664">
                  <c:v>44396</c:v>
                </c:pt>
                <c:pt idx="665">
                  <c:v>44397</c:v>
                </c:pt>
                <c:pt idx="666">
                  <c:v>44398</c:v>
                </c:pt>
                <c:pt idx="667">
                  <c:v>44399</c:v>
                </c:pt>
                <c:pt idx="668">
                  <c:v>44400</c:v>
                </c:pt>
                <c:pt idx="669">
                  <c:v>44403</c:v>
                </c:pt>
                <c:pt idx="670">
                  <c:v>44404</c:v>
                </c:pt>
                <c:pt idx="671">
                  <c:v>44405</c:v>
                </c:pt>
                <c:pt idx="672">
                  <c:v>44406</c:v>
                </c:pt>
                <c:pt idx="673">
                  <c:v>44407</c:v>
                </c:pt>
                <c:pt idx="674">
                  <c:v>44410</c:v>
                </c:pt>
                <c:pt idx="675">
                  <c:v>44411</c:v>
                </c:pt>
                <c:pt idx="676">
                  <c:v>44412</c:v>
                </c:pt>
                <c:pt idx="677">
                  <c:v>44413</c:v>
                </c:pt>
                <c:pt idx="678">
                  <c:v>44414</c:v>
                </c:pt>
                <c:pt idx="679">
                  <c:v>44417</c:v>
                </c:pt>
                <c:pt idx="680">
                  <c:v>44418</c:v>
                </c:pt>
                <c:pt idx="681">
                  <c:v>44419</c:v>
                </c:pt>
                <c:pt idx="682">
                  <c:v>44420</c:v>
                </c:pt>
                <c:pt idx="683">
                  <c:v>44421</c:v>
                </c:pt>
                <c:pt idx="684">
                  <c:v>44424</c:v>
                </c:pt>
                <c:pt idx="685">
                  <c:v>44425</c:v>
                </c:pt>
                <c:pt idx="686">
                  <c:v>44426</c:v>
                </c:pt>
                <c:pt idx="687">
                  <c:v>44427</c:v>
                </c:pt>
                <c:pt idx="688">
                  <c:v>44428</c:v>
                </c:pt>
                <c:pt idx="689">
                  <c:v>44431</c:v>
                </c:pt>
                <c:pt idx="690">
                  <c:v>44432</c:v>
                </c:pt>
                <c:pt idx="691">
                  <c:v>44433</c:v>
                </c:pt>
                <c:pt idx="692">
                  <c:v>44434</c:v>
                </c:pt>
                <c:pt idx="693">
                  <c:v>44435</c:v>
                </c:pt>
                <c:pt idx="694">
                  <c:v>44438</c:v>
                </c:pt>
                <c:pt idx="695">
                  <c:v>44439</c:v>
                </c:pt>
                <c:pt idx="696">
                  <c:v>44440</c:v>
                </c:pt>
                <c:pt idx="697">
                  <c:v>44441</c:v>
                </c:pt>
                <c:pt idx="698">
                  <c:v>44442</c:v>
                </c:pt>
                <c:pt idx="699">
                  <c:v>44445</c:v>
                </c:pt>
                <c:pt idx="700">
                  <c:v>44446</c:v>
                </c:pt>
                <c:pt idx="701">
                  <c:v>44447</c:v>
                </c:pt>
                <c:pt idx="702">
                  <c:v>44448</c:v>
                </c:pt>
                <c:pt idx="703">
                  <c:v>44449</c:v>
                </c:pt>
                <c:pt idx="704">
                  <c:v>44452</c:v>
                </c:pt>
                <c:pt idx="705">
                  <c:v>44453</c:v>
                </c:pt>
                <c:pt idx="706">
                  <c:v>44454</c:v>
                </c:pt>
                <c:pt idx="707">
                  <c:v>44455</c:v>
                </c:pt>
                <c:pt idx="708">
                  <c:v>44456</c:v>
                </c:pt>
                <c:pt idx="709">
                  <c:v>44459</c:v>
                </c:pt>
                <c:pt idx="710">
                  <c:v>44460</c:v>
                </c:pt>
                <c:pt idx="711">
                  <c:v>44461</c:v>
                </c:pt>
                <c:pt idx="712">
                  <c:v>44462</c:v>
                </c:pt>
                <c:pt idx="713">
                  <c:v>44463</c:v>
                </c:pt>
                <c:pt idx="714">
                  <c:v>44466</c:v>
                </c:pt>
                <c:pt idx="715">
                  <c:v>44467</c:v>
                </c:pt>
                <c:pt idx="716">
                  <c:v>44468</c:v>
                </c:pt>
                <c:pt idx="717">
                  <c:v>44469</c:v>
                </c:pt>
                <c:pt idx="718">
                  <c:v>44470</c:v>
                </c:pt>
                <c:pt idx="719">
                  <c:v>44473</c:v>
                </c:pt>
                <c:pt idx="720">
                  <c:v>44474</c:v>
                </c:pt>
                <c:pt idx="721">
                  <c:v>44475</c:v>
                </c:pt>
                <c:pt idx="722">
                  <c:v>44476</c:v>
                </c:pt>
                <c:pt idx="723">
                  <c:v>44477</c:v>
                </c:pt>
                <c:pt idx="724">
                  <c:v>44480</c:v>
                </c:pt>
                <c:pt idx="725">
                  <c:v>44481</c:v>
                </c:pt>
                <c:pt idx="726">
                  <c:v>44482</c:v>
                </c:pt>
                <c:pt idx="727">
                  <c:v>44483</c:v>
                </c:pt>
                <c:pt idx="728">
                  <c:v>44484</c:v>
                </c:pt>
                <c:pt idx="729">
                  <c:v>44487</c:v>
                </c:pt>
                <c:pt idx="730">
                  <c:v>44488</c:v>
                </c:pt>
                <c:pt idx="731">
                  <c:v>44489</c:v>
                </c:pt>
                <c:pt idx="732">
                  <c:v>44490</c:v>
                </c:pt>
                <c:pt idx="733">
                  <c:v>44491</c:v>
                </c:pt>
                <c:pt idx="734">
                  <c:v>44494</c:v>
                </c:pt>
                <c:pt idx="735">
                  <c:v>44495</c:v>
                </c:pt>
                <c:pt idx="736">
                  <c:v>44496</c:v>
                </c:pt>
                <c:pt idx="737">
                  <c:v>44497</c:v>
                </c:pt>
                <c:pt idx="738">
                  <c:v>44498</c:v>
                </c:pt>
                <c:pt idx="739">
                  <c:v>44501</c:v>
                </c:pt>
                <c:pt idx="740">
                  <c:v>44502</c:v>
                </c:pt>
                <c:pt idx="741">
                  <c:v>44503</c:v>
                </c:pt>
                <c:pt idx="742">
                  <c:v>44504</c:v>
                </c:pt>
                <c:pt idx="743">
                  <c:v>44505</c:v>
                </c:pt>
                <c:pt idx="744">
                  <c:v>44508</c:v>
                </c:pt>
                <c:pt idx="745">
                  <c:v>44509</c:v>
                </c:pt>
                <c:pt idx="746">
                  <c:v>44510</c:v>
                </c:pt>
                <c:pt idx="747">
                  <c:v>44511</c:v>
                </c:pt>
                <c:pt idx="748">
                  <c:v>44512</c:v>
                </c:pt>
                <c:pt idx="749">
                  <c:v>44515</c:v>
                </c:pt>
                <c:pt idx="750">
                  <c:v>44516</c:v>
                </c:pt>
                <c:pt idx="751">
                  <c:v>44517</c:v>
                </c:pt>
                <c:pt idx="752">
                  <c:v>44518</c:v>
                </c:pt>
                <c:pt idx="753">
                  <c:v>44519</c:v>
                </c:pt>
                <c:pt idx="754">
                  <c:v>44522</c:v>
                </c:pt>
                <c:pt idx="755">
                  <c:v>44523</c:v>
                </c:pt>
                <c:pt idx="756">
                  <c:v>44524</c:v>
                </c:pt>
                <c:pt idx="757">
                  <c:v>44525</c:v>
                </c:pt>
                <c:pt idx="758">
                  <c:v>44526</c:v>
                </c:pt>
                <c:pt idx="759">
                  <c:v>44529</c:v>
                </c:pt>
                <c:pt idx="760">
                  <c:v>44530</c:v>
                </c:pt>
                <c:pt idx="761">
                  <c:v>44531</c:v>
                </c:pt>
                <c:pt idx="762">
                  <c:v>44532</c:v>
                </c:pt>
                <c:pt idx="763">
                  <c:v>44533</c:v>
                </c:pt>
                <c:pt idx="764">
                  <c:v>44536</c:v>
                </c:pt>
                <c:pt idx="765">
                  <c:v>44537</c:v>
                </c:pt>
                <c:pt idx="766">
                  <c:v>44538</c:v>
                </c:pt>
                <c:pt idx="767">
                  <c:v>44539</c:v>
                </c:pt>
                <c:pt idx="768">
                  <c:v>44540</c:v>
                </c:pt>
                <c:pt idx="769">
                  <c:v>44543</c:v>
                </c:pt>
                <c:pt idx="770">
                  <c:v>44544</c:v>
                </c:pt>
                <c:pt idx="771">
                  <c:v>44545</c:v>
                </c:pt>
                <c:pt idx="772">
                  <c:v>44546</c:v>
                </c:pt>
                <c:pt idx="773">
                  <c:v>44547</c:v>
                </c:pt>
                <c:pt idx="774">
                  <c:v>44550</c:v>
                </c:pt>
                <c:pt idx="775">
                  <c:v>44551</c:v>
                </c:pt>
                <c:pt idx="776">
                  <c:v>44552</c:v>
                </c:pt>
                <c:pt idx="777">
                  <c:v>44553</c:v>
                </c:pt>
                <c:pt idx="778">
                  <c:v>44554</c:v>
                </c:pt>
                <c:pt idx="779">
                  <c:v>44557</c:v>
                </c:pt>
                <c:pt idx="780">
                  <c:v>44558</c:v>
                </c:pt>
                <c:pt idx="781">
                  <c:v>44559</c:v>
                </c:pt>
                <c:pt idx="782">
                  <c:v>44560</c:v>
                </c:pt>
                <c:pt idx="783">
                  <c:v>44561</c:v>
                </c:pt>
                <c:pt idx="784">
                  <c:v>44564</c:v>
                </c:pt>
                <c:pt idx="785">
                  <c:v>44565</c:v>
                </c:pt>
                <c:pt idx="786">
                  <c:v>44566</c:v>
                </c:pt>
                <c:pt idx="787">
                  <c:v>44567</c:v>
                </c:pt>
                <c:pt idx="788">
                  <c:v>44568</c:v>
                </c:pt>
                <c:pt idx="789">
                  <c:v>44571</c:v>
                </c:pt>
                <c:pt idx="790">
                  <c:v>44572</c:v>
                </c:pt>
                <c:pt idx="791">
                  <c:v>44573</c:v>
                </c:pt>
                <c:pt idx="792">
                  <c:v>44574</c:v>
                </c:pt>
                <c:pt idx="793">
                  <c:v>44575</c:v>
                </c:pt>
                <c:pt idx="794">
                  <c:v>44578</c:v>
                </c:pt>
                <c:pt idx="795">
                  <c:v>44579</c:v>
                </c:pt>
                <c:pt idx="796">
                  <c:v>44580</c:v>
                </c:pt>
                <c:pt idx="797">
                  <c:v>44581</c:v>
                </c:pt>
                <c:pt idx="798">
                  <c:v>44582</c:v>
                </c:pt>
                <c:pt idx="799">
                  <c:v>44585</c:v>
                </c:pt>
                <c:pt idx="800">
                  <c:v>44586</c:v>
                </c:pt>
                <c:pt idx="801">
                  <c:v>44587</c:v>
                </c:pt>
                <c:pt idx="802">
                  <c:v>44588</c:v>
                </c:pt>
                <c:pt idx="803">
                  <c:v>44589</c:v>
                </c:pt>
                <c:pt idx="804">
                  <c:v>44592</c:v>
                </c:pt>
                <c:pt idx="805">
                  <c:v>44593</c:v>
                </c:pt>
                <c:pt idx="806">
                  <c:v>44594</c:v>
                </c:pt>
                <c:pt idx="807">
                  <c:v>44595</c:v>
                </c:pt>
                <c:pt idx="808">
                  <c:v>44596</c:v>
                </c:pt>
                <c:pt idx="809">
                  <c:v>44599</c:v>
                </c:pt>
                <c:pt idx="810">
                  <c:v>44600</c:v>
                </c:pt>
                <c:pt idx="811">
                  <c:v>44601</c:v>
                </c:pt>
                <c:pt idx="812">
                  <c:v>44602</c:v>
                </c:pt>
                <c:pt idx="813">
                  <c:v>44603</c:v>
                </c:pt>
                <c:pt idx="814">
                  <c:v>44606</c:v>
                </c:pt>
                <c:pt idx="815">
                  <c:v>44607</c:v>
                </c:pt>
                <c:pt idx="816">
                  <c:v>44608</c:v>
                </c:pt>
                <c:pt idx="817">
                  <c:v>44609</c:v>
                </c:pt>
                <c:pt idx="818">
                  <c:v>44610</c:v>
                </c:pt>
                <c:pt idx="819">
                  <c:v>44613</c:v>
                </c:pt>
                <c:pt idx="820">
                  <c:v>44614</c:v>
                </c:pt>
                <c:pt idx="821">
                  <c:v>44615</c:v>
                </c:pt>
                <c:pt idx="822">
                  <c:v>44616</c:v>
                </c:pt>
                <c:pt idx="823">
                  <c:v>44617</c:v>
                </c:pt>
                <c:pt idx="824">
                  <c:v>44620</c:v>
                </c:pt>
                <c:pt idx="825">
                  <c:v>44621</c:v>
                </c:pt>
                <c:pt idx="826">
                  <c:v>44622</c:v>
                </c:pt>
                <c:pt idx="827">
                  <c:v>44623</c:v>
                </c:pt>
                <c:pt idx="828">
                  <c:v>44624</c:v>
                </c:pt>
                <c:pt idx="829">
                  <c:v>44627</c:v>
                </c:pt>
                <c:pt idx="830">
                  <c:v>44628</c:v>
                </c:pt>
                <c:pt idx="831">
                  <c:v>44629</c:v>
                </c:pt>
                <c:pt idx="832">
                  <c:v>44630</c:v>
                </c:pt>
                <c:pt idx="833">
                  <c:v>44631</c:v>
                </c:pt>
                <c:pt idx="834">
                  <c:v>44634</c:v>
                </c:pt>
                <c:pt idx="835">
                  <c:v>44635</c:v>
                </c:pt>
                <c:pt idx="836">
                  <c:v>44636</c:v>
                </c:pt>
                <c:pt idx="837">
                  <c:v>44637</c:v>
                </c:pt>
                <c:pt idx="838">
                  <c:v>44638</c:v>
                </c:pt>
                <c:pt idx="839">
                  <c:v>44641</c:v>
                </c:pt>
                <c:pt idx="840">
                  <c:v>44642</c:v>
                </c:pt>
                <c:pt idx="841">
                  <c:v>44643</c:v>
                </c:pt>
                <c:pt idx="842">
                  <c:v>44644</c:v>
                </c:pt>
                <c:pt idx="843">
                  <c:v>44645</c:v>
                </c:pt>
                <c:pt idx="844">
                  <c:v>44648</c:v>
                </c:pt>
                <c:pt idx="845">
                  <c:v>44649</c:v>
                </c:pt>
                <c:pt idx="846">
                  <c:v>44650</c:v>
                </c:pt>
                <c:pt idx="847">
                  <c:v>44651</c:v>
                </c:pt>
                <c:pt idx="848">
                  <c:v>44652</c:v>
                </c:pt>
                <c:pt idx="849">
                  <c:v>44655</c:v>
                </c:pt>
                <c:pt idx="850">
                  <c:v>44656</c:v>
                </c:pt>
                <c:pt idx="851">
                  <c:v>44657</c:v>
                </c:pt>
                <c:pt idx="852">
                  <c:v>44658</c:v>
                </c:pt>
                <c:pt idx="853">
                  <c:v>44659</c:v>
                </c:pt>
                <c:pt idx="854">
                  <c:v>44662</c:v>
                </c:pt>
                <c:pt idx="855">
                  <c:v>44663</c:v>
                </c:pt>
                <c:pt idx="856">
                  <c:v>44664</c:v>
                </c:pt>
                <c:pt idx="857">
                  <c:v>44665</c:v>
                </c:pt>
                <c:pt idx="858">
                  <c:v>44666</c:v>
                </c:pt>
                <c:pt idx="859">
                  <c:v>44669</c:v>
                </c:pt>
                <c:pt idx="860">
                  <c:v>44670</c:v>
                </c:pt>
                <c:pt idx="861">
                  <c:v>44671</c:v>
                </c:pt>
                <c:pt idx="862">
                  <c:v>44672</c:v>
                </c:pt>
                <c:pt idx="863">
                  <c:v>44673</c:v>
                </c:pt>
                <c:pt idx="864">
                  <c:v>44676</c:v>
                </c:pt>
                <c:pt idx="865">
                  <c:v>44677</c:v>
                </c:pt>
                <c:pt idx="866">
                  <c:v>44678</c:v>
                </c:pt>
                <c:pt idx="867">
                  <c:v>44679</c:v>
                </c:pt>
                <c:pt idx="868">
                  <c:v>44680</c:v>
                </c:pt>
                <c:pt idx="869">
                  <c:v>44683</c:v>
                </c:pt>
                <c:pt idx="870">
                  <c:v>44684</c:v>
                </c:pt>
                <c:pt idx="871">
                  <c:v>44685</c:v>
                </c:pt>
                <c:pt idx="872">
                  <c:v>44686</c:v>
                </c:pt>
                <c:pt idx="873">
                  <c:v>44687</c:v>
                </c:pt>
                <c:pt idx="874">
                  <c:v>44690</c:v>
                </c:pt>
                <c:pt idx="875">
                  <c:v>44691</c:v>
                </c:pt>
                <c:pt idx="876">
                  <c:v>44692</c:v>
                </c:pt>
                <c:pt idx="877">
                  <c:v>44693</c:v>
                </c:pt>
                <c:pt idx="878">
                  <c:v>44694</c:v>
                </c:pt>
                <c:pt idx="879">
                  <c:v>44697</c:v>
                </c:pt>
                <c:pt idx="880">
                  <c:v>44698</c:v>
                </c:pt>
                <c:pt idx="881">
                  <c:v>44699</c:v>
                </c:pt>
                <c:pt idx="882">
                  <c:v>44700</c:v>
                </c:pt>
                <c:pt idx="883">
                  <c:v>44701</c:v>
                </c:pt>
                <c:pt idx="884">
                  <c:v>44704</c:v>
                </c:pt>
                <c:pt idx="885">
                  <c:v>44705</c:v>
                </c:pt>
                <c:pt idx="886">
                  <c:v>44706</c:v>
                </c:pt>
                <c:pt idx="887">
                  <c:v>44707</c:v>
                </c:pt>
                <c:pt idx="888">
                  <c:v>44708</c:v>
                </c:pt>
                <c:pt idx="889">
                  <c:v>44711</c:v>
                </c:pt>
                <c:pt idx="890">
                  <c:v>44712</c:v>
                </c:pt>
                <c:pt idx="891">
                  <c:v>44713</c:v>
                </c:pt>
                <c:pt idx="892">
                  <c:v>44714</c:v>
                </c:pt>
                <c:pt idx="893">
                  <c:v>44715</c:v>
                </c:pt>
                <c:pt idx="894">
                  <c:v>44718</c:v>
                </c:pt>
                <c:pt idx="895">
                  <c:v>44719</c:v>
                </c:pt>
                <c:pt idx="896">
                  <c:v>44720</c:v>
                </c:pt>
                <c:pt idx="897">
                  <c:v>44721</c:v>
                </c:pt>
                <c:pt idx="898">
                  <c:v>44722</c:v>
                </c:pt>
                <c:pt idx="899">
                  <c:v>44725</c:v>
                </c:pt>
                <c:pt idx="900">
                  <c:v>44726</c:v>
                </c:pt>
                <c:pt idx="901">
                  <c:v>44727</c:v>
                </c:pt>
                <c:pt idx="902">
                  <c:v>44728</c:v>
                </c:pt>
                <c:pt idx="903">
                  <c:v>44729</c:v>
                </c:pt>
                <c:pt idx="904">
                  <c:v>44732</c:v>
                </c:pt>
                <c:pt idx="905">
                  <c:v>44733</c:v>
                </c:pt>
                <c:pt idx="906">
                  <c:v>44734</c:v>
                </c:pt>
                <c:pt idx="907">
                  <c:v>44735</c:v>
                </c:pt>
                <c:pt idx="908">
                  <c:v>44736</c:v>
                </c:pt>
                <c:pt idx="909">
                  <c:v>44739</c:v>
                </c:pt>
                <c:pt idx="910">
                  <c:v>44740</c:v>
                </c:pt>
                <c:pt idx="911">
                  <c:v>44741</c:v>
                </c:pt>
                <c:pt idx="912">
                  <c:v>44742</c:v>
                </c:pt>
                <c:pt idx="913">
                  <c:v>44743</c:v>
                </c:pt>
                <c:pt idx="914">
                  <c:v>44746</c:v>
                </c:pt>
                <c:pt idx="915">
                  <c:v>44747</c:v>
                </c:pt>
                <c:pt idx="916">
                  <c:v>44748</c:v>
                </c:pt>
                <c:pt idx="917">
                  <c:v>44749</c:v>
                </c:pt>
                <c:pt idx="918">
                  <c:v>44750</c:v>
                </c:pt>
                <c:pt idx="919">
                  <c:v>44753</c:v>
                </c:pt>
                <c:pt idx="920">
                  <c:v>44754</c:v>
                </c:pt>
                <c:pt idx="921">
                  <c:v>44755</c:v>
                </c:pt>
                <c:pt idx="922">
                  <c:v>44756</c:v>
                </c:pt>
                <c:pt idx="923">
                  <c:v>44757</c:v>
                </c:pt>
                <c:pt idx="924">
                  <c:v>44760</c:v>
                </c:pt>
                <c:pt idx="925">
                  <c:v>44761</c:v>
                </c:pt>
                <c:pt idx="926">
                  <c:v>44762</c:v>
                </c:pt>
                <c:pt idx="927">
                  <c:v>44763</c:v>
                </c:pt>
                <c:pt idx="928">
                  <c:v>44764</c:v>
                </c:pt>
                <c:pt idx="929">
                  <c:v>44767</c:v>
                </c:pt>
                <c:pt idx="930">
                  <c:v>44768</c:v>
                </c:pt>
                <c:pt idx="931">
                  <c:v>44769</c:v>
                </c:pt>
                <c:pt idx="932">
                  <c:v>44770</c:v>
                </c:pt>
                <c:pt idx="933">
                  <c:v>44771</c:v>
                </c:pt>
                <c:pt idx="934">
                  <c:v>44774</c:v>
                </c:pt>
                <c:pt idx="935">
                  <c:v>44775</c:v>
                </c:pt>
                <c:pt idx="936">
                  <c:v>44776</c:v>
                </c:pt>
                <c:pt idx="937">
                  <c:v>44777</c:v>
                </c:pt>
                <c:pt idx="938">
                  <c:v>44778</c:v>
                </c:pt>
                <c:pt idx="939">
                  <c:v>44781</c:v>
                </c:pt>
                <c:pt idx="940">
                  <c:v>44782</c:v>
                </c:pt>
                <c:pt idx="941">
                  <c:v>44783</c:v>
                </c:pt>
                <c:pt idx="942">
                  <c:v>44784</c:v>
                </c:pt>
                <c:pt idx="943">
                  <c:v>44785</c:v>
                </c:pt>
                <c:pt idx="944">
                  <c:v>44788</c:v>
                </c:pt>
                <c:pt idx="945">
                  <c:v>44789</c:v>
                </c:pt>
                <c:pt idx="946">
                  <c:v>44790</c:v>
                </c:pt>
                <c:pt idx="947">
                  <c:v>44791</c:v>
                </c:pt>
                <c:pt idx="948">
                  <c:v>44792</c:v>
                </c:pt>
                <c:pt idx="949">
                  <c:v>44795</c:v>
                </c:pt>
                <c:pt idx="950">
                  <c:v>44796</c:v>
                </c:pt>
                <c:pt idx="951">
                  <c:v>44797</c:v>
                </c:pt>
                <c:pt idx="952">
                  <c:v>44798</c:v>
                </c:pt>
                <c:pt idx="953">
                  <c:v>44799</c:v>
                </c:pt>
                <c:pt idx="954">
                  <c:v>44802</c:v>
                </c:pt>
                <c:pt idx="955">
                  <c:v>44803</c:v>
                </c:pt>
                <c:pt idx="956">
                  <c:v>44804</c:v>
                </c:pt>
                <c:pt idx="957">
                  <c:v>44805</c:v>
                </c:pt>
                <c:pt idx="958">
                  <c:v>44806</c:v>
                </c:pt>
                <c:pt idx="959">
                  <c:v>44809</c:v>
                </c:pt>
                <c:pt idx="960">
                  <c:v>44810</c:v>
                </c:pt>
                <c:pt idx="961">
                  <c:v>44811</c:v>
                </c:pt>
                <c:pt idx="962">
                  <c:v>44812</c:v>
                </c:pt>
                <c:pt idx="963">
                  <c:v>44813</c:v>
                </c:pt>
                <c:pt idx="964">
                  <c:v>44816</c:v>
                </c:pt>
                <c:pt idx="965">
                  <c:v>44817</c:v>
                </c:pt>
                <c:pt idx="966">
                  <c:v>44818</c:v>
                </c:pt>
                <c:pt idx="967">
                  <c:v>44819</c:v>
                </c:pt>
                <c:pt idx="968">
                  <c:v>44820</c:v>
                </c:pt>
                <c:pt idx="969">
                  <c:v>44823</c:v>
                </c:pt>
                <c:pt idx="970">
                  <c:v>44824</c:v>
                </c:pt>
                <c:pt idx="971">
                  <c:v>44825</c:v>
                </c:pt>
                <c:pt idx="972">
                  <c:v>44826</c:v>
                </c:pt>
                <c:pt idx="973">
                  <c:v>44827</c:v>
                </c:pt>
                <c:pt idx="974">
                  <c:v>44830</c:v>
                </c:pt>
                <c:pt idx="975">
                  <c:v>44831</c:v>
                </c:pt>
                <c:pt idx="976">
                  <c:v>44832</c:v>
                </c:pt>
                <c:pt idx="977">
                  <c:v>44833</c:v>
                </c:pt>
                <c:pt idx="978">
                  <c:v>44834</c:v>
                </c:pt>
                <c:pt idx="979">
                  <c:v>44837</c:v>
                </c:pt>
                <c:pt idx="980">
                  <c:v>44838</c:v>
                </c:pt>
                <c:pt idx="981">
                  <c:v>44839</c:v>
                </c:pt>
                <c:pt idx="982">
                  <c:v>44840</c:v>
                </c:pt>
                <c:pt idx="983">
                  <c:v>44841</c:v>
                </c:pt>
                <c:pt idx="984">
                  <c:v>44844</c:v>
                </c:pt>
                <c:pt idx="985">
                  <c:v>44845</c:v>
                </c:pt>
                <c:pt idx="986">
                  <c:v>44846</c:v>
                </c:pt>
                <c:pt idx="987">
                  <c:v>44847</c:v>
                </c:pt>
                <c:pt idx="988">
                  <c:v>44848</c:v>
                </c:pt>
                <c:pt idx="989">
                  <c:v>44851</c:v>
                </c:pt>
                <c:pt idx="990">
                  <c:v>44852</c:v>
                </c:pt>
                <c:pt idx="991">
                  <c:v>44853</c:v>
                </c:pt>
                <c:pt idx="992">
                  <c:v>44854</c:v>
                </c:pt>
                <c:pt idx="993">
                  <c:v>44855</c:v>
                </c:pt>
                <c:pt idx="994">
                  <c:v>44858</c:v>
                </c:pt>
                <c:pt idx="995">
                  <c:v>44859</c:v>
                </c:pt>
                <c:pt idx="996">
                  <c:v>44860</c:v>
                </c:pt>
                <c:pt idx="997">
                  <c:v>44861</c:v>
                </c:pt>
                <c:pt idx="998">
                  <c:v>44862</c:v>
                </c:pt>
                <c:pt idx="999">
                  <c:v>44865</c:v>
                </c:pt>
                <c:pt idx="1000">
                  <c:v>44866</c:v>
                </c:pt>
                <c:pt idx="1001">
                  <c:v>44867</c:v>
                </c:pt>
                <c:pt idx="1002">
                  <c:v>44868</c:v>
                </c:pt>
                <c:pt idx="1003">
                  <c:v>44869</c:v>
                </c:pt>
                <c:pt idx="1004">
                  <c:v>44872</c:v>
                </c:pt>
                <c:pt idx="1005">
                  <c:v>44873</c:v>
                </c:pt>
                <c:pt idx="1006">
                  <c:v>44874</c:v>
                </c:pt>
                <c:pt idx="1007">
                  <c:v>44875</c:v>
                </c:pt>
                <c:pt idx="1008">
                  <c:v>44876</c:v>
                </c:pt>
                <c:pt idx="1009">
                  <c:v>44879</c:v>
                </c:pt>
                <c:pt idx="1010">
                  <c:v>44880</c:v>
                </c:pt>
                <c:pt idx="1011">
                  <c:v>44881</c:v>
                </c:pt>
                <c:pt idx="1012">
                  <c:v>44882</c:v>
                </c:pt>
                <c:pt idx="1013">
                  <c:v>44883</c:v>
                </c:pt>
                <c:pt idx="1014">
                  <c:v>44886</c:v>
                </c:pt>
                <c:pt idx="1015">
                  <c:v>44887</c:v>
                </c:pt>
                <c:pt idx="1016">
                  <c:v>44888</c:v>
                </c:pt>
                <c:pt idx="1017">
                  <c:v>44889</c:v>
                </c:pt>
                <c:pt idx="1018">
                  <c:v>44890</c:v>
                </c:pt>
                <c:pt idx="1019">
                  <c:v>44893</c:v>
                </c:pt>
                <c:pt idx="1020">
                  <c:v>44894</c:v>
                </c:pt>
                <c:pt idx="1021">
                  <c:v>44895</c:v>
                </c:pt>
                <c:pt idx="1022">
                  <c:v>44896</c:v>
                </c:pt>
                <c:pt idx="1023">
                  <c:v>44897</c:v>
                </c:pt>
                <c:pt idx="1024">
                  <c:v>44900</c:v>
                </c:pt>
                <c:pt idx="1025">
                  <c:v>44901</c:v>
                </c:pt>
                <c:pt idx="1026">
                  <c:v>44902</c:v>
                </c:pt>
                <c:pt idx="1027">
                  <c:v>44903</c:v>
                </c:pt>
                <c:pt idx="1028">
                  <c:v>44904</c:v>
                </c:pt>
                <c:pt idx="1029">
                  <c:v>44907</c:v>
                </c:pt>
                <c:pt idx="1030">
                  <c:v>44908</c:v>
                </c:pt>
                <c:pt idx="1031">
                  <c:v>44909</c:v>
                </c:pt>
                <c:pt idx="1032">
                  <c:v>44910</c:v>
                </c:pt>
                <c:pt idx="1033">
                  <c:v>44911</c:v>
                </c:pt>
                <c:pt idx="1034">
                  <c:v>44914</c:v>
                </c:pt>
                <c:pt idx="1035">
                  <c:v>44915</c:v>
                </c:pt>
                <c:pt idx="1036">
                  <c:v>44916</c:v>
                </c:pt>
                <c:pt idx="1037">
                  <c:v>44917</c:v>
                </c:pt>
                <c:pt idx="1038">
                  <c:v>44918</c:v>
                </c:pt>
                <c:pt idx="1039">
                  <c:v>44921</c:v>
                </c:pt>
                <c:pt idx="1040">
                  <c:v>44922</c:v>
                </c:pt>
                <c:pt idx="1041">
                  <c:v>44923</c:v>
                </c:pt>
                <c:pt idx="1042">
                  <c:v>44924</c:v>
                </c:pt>
                <c:pt idx="1043">
                  <c:v>44925</c:v>
                </c:pt>
                <c:pt idx="1044">
                  <c:v>44928</c:v>
                </c:pt>
                <c:pt idx="1045">
                  <c:v>44929</c:v>
                </c:pt>
                <c:pt idx="1046">
                  <c:v>44930</c:v>
                </c:pt>
                <c:pt idx="1047">
                  <c:v>44931</c:v>
                </c:pt>
                <c:pt idx="1048">
                  <c:v>44932</c:v>
                </c:pt>
                <c:pt idx="1049">
                  <c:v>44935</c:v>
                </c:pt>
                <c:pt idx="1050">
                  <c:v>44936</c:v>
                </c:pt>
                <c:pt idx="1051">
                  <c:v>44937</c:v>
                </c:pt>
                <c:pt idx="1052">
                  <c:v>44938</c:v>
                </c:pt>
                <c:pt idx="1053">
                  <c:v>44939</c:v>
                </c:pt>
                <c:pt idx="1054">
                  <c:v>44942</c:v>
                </c:pt>
                <c:pt idx="1055">
                  <c:v>44943</c:v>
                </c:pt>
                <c:pt idx="1056">
                  <c:v>44944</c:v>
                </c:pt>
                <c:pt idx="1057">
                  <c:v>44945</c:v>
                </c:pt>
                <c:pt idx="1058">
                  <c:v>44946</c:v>
                </c:pt>
                <c:pt idx="1059">
                  <c:v>44949</c:v>
                </c:pt>
                <c:pt idx="1060">
                  <c:v>44950</c:v>
                </c:pt>
                <c:pt idx="1061">
                  <c:v>44951</c:v>
                </c:pt>
                <c:pt idx="1062">
                  <c:v>44952</c:v>
                </c:pt>
                <c:pt idx="1063">
                  <c:v>44953</c:v>
                </c:pt>
                <c:pt idx="1064">
                  <c:v>44956</c:v>
                </c:pt>
                <c:pt idx="1065">
                  <c:v>44957</c:v>
                </c:pt>
                <c:pt idx="1066">
                  <c:v>44958</c:v>
                </c:pt>
                <c:pt idx="1067">
                  <c:v>44959</c:v>
                </c:pt>
                <c:pt idx="1068">
                  <c:v>44960</c:v>
                </c:pt>
                <c:pt idx="1069">
                  <c:v>44963</c:v>
                </c:pt>
                <c:pt idx="1070">
                  <c:v>44964</c:v>
                </c:pt>
                <c:pt idx="1071">
                  <c:v>44965</c:v>
                </c:pt>
                <c:pt idx="1072">
                  <c:v>44966</c:v>
                </c:pt>
                <c:pt idx="1073">
                  <c:v>44967</c:v>
                </c:pt>
                <c:pt idx="1074">
                  <c:v>44970</c:v>
                </c:pt>
                <c:pt idx="1075">
                  <c:v>44971</c:v>
                </c:pt>
                <c:pt idx="1076">
                  <c:v>44972</c:v>
                </c:pt>
                <c:pt idx="1077">
                  <c:v>44973</c:v>
                </c:pt>
                <c:pt idx="1078">
                  <c:v>44974</c:v>
                </c:pt>
                <c:pt idx="1079">
                  <c:v>44977</c:v>
                </c:pt>
                <c:pt idx="1080">
                  <c:v>44978</c:v>
                </c:pt>
                <c:pt idx="1081">
                  <c:v>44979</c:v>
                </c:pt>
                <c:pt idx="1082">
                  <c:v>44980</c:v>
                </c:pt>
                <c:pt idx="1083">
                  <c:v>44981</c:v>
                </c:pt>
                <c:pt idx="1084">
                  <c:v>44984</c:v>
                </c:pt>
                <c:pt idx="1085">
                  <c:v>44985</c:v>
                </c:pt>
                <c:pt idx="1086">
                  <c:v>44986</c:v>
                </c:pt>
                <c:pt idx="1087">
                  <c:v>44987</c:v>
                </c:pt>
                <c:pt idx="1088">
                  <c:v>44988</c:v>
                </c:pt>
                <c:pt idx="1089">
                  <c:v>44991</c:v>
                </c:pt>
                <c:pt idx="1090">
                  <c:v>44992</c:v>
                </c:pt>
                <c:pt idx="1091">
                  <c:v>44993</c:v>
                </c:pt>
                <c:pt idx="1092">
                  <c:v>44994</c:v>
                </c:pt>
                <c:pt idx="1093">
                  <c:v>44995</c:v>
                </c:pt>
                <c:pt idx="1094">
                  <c:v>44998</c:v>
                </c:pt>
                <c:pt idx="1095">
                  <c:v>44999</c:v>
                </c:pt>
                <c:pt idx="1096">
                  <c:v>45000</c:v>
                </c:pt>
                <c:pt idx="1097">
                  <c:v>45001</c:v>
                </c:pt>
                <c:pt idx="1098">
                  <c:v>45002</c:v>
                </c:pt>
                <c:pt idx="1099">
                  <c:v>45005</c:v>
                </c:pt>
                <c:pt idx="1100">
                  <c:v>45006</c:v>
                </c:pt>
                <c:pt idx="1101">
                  <c:v>45007</c:v>
                </c:pt>
                <c:pt idx="1102">
                  <c:v>45008</c:v>
                </c:pt>
                <c:pt idx="1103">
                  <c:v>45009</c:v>
                </c:pt>
                <c:pt idx="1104">
                  <c:v>45012</c:v>
                </c:pt>
                <c:pt idx="1105">
                  <c:v>45013</c:v>
                </c:pt>
                <c:pt idx="1106">
                  <c:v>45014</c:v>
                </c:pt>
                <c:pt idx="1107">
                  <c:v>45015</c:v>
                </c:pt>
                <c:pt idx="1108">
                  <c:v>45016</c:v>
                </c:pt>
                <c:pt idx="1109">
                  <c:v>45019</c:v>
                </c:pt>
                <c:pt idx="1110">
                  <c:v>45020</c:v>
                </c:pt>
                <c:pt idx="1111">
                  <c:v>45021</c:v>
                </c:pt>
                <c:pt idx="1112">
                  <c:v>45022</c:v>
                </c:pt>
                <c:pt idx="1113">
                  <c:v>45023</c:v>
                </c:pt>
                <c:pt idx="1114">
                  <c:v>45026</c:v>
                </c:pt>
                <c:pt idx="1115">
                  <c:v>45027</c:v>
                </c:pt>
                <c:pt idx="1116">
                  <c:v>45028</c:v>
                </c:pt>
                <c:pt idx="1117">
                  <c:v>45029</c:v>
                </c:pt>
                <c:pt idx="1118">
                  <c:v>45030</c:v>
                </c:pt>
                <c:pt idx="1119">
                  <c:v>45033</c:v>
                </c:pt>
                <c:pt idx="1120">
                  <c:v>45034</c:v>
                </c:pt>
                <c:pt idx="1121">
                  <c:v>45035</c:v>
                </c:pt>
                <c:pt idx="1122">
                  <c:v>45036</c:v>
                </c:pt>
                <c:pt idx="1123">
                  <c:v>45037</c:v>
                </c:pt>
                <c:pt idx="1124">
                  <c:v>45040</c:v>
                </c:pt>
                <c:pt idx="1125">
                  <c:v>45041</c:v>
                </c:pt>
                <c:pt idx="1126">
                  <c:v>45042</c:v>
                </c:pt>
                <c:pt idx="1127">
                  <c:v>45043</c:v>
                </c:pt>
                <c:pt idx="1128">
                  <c:v>45044</c:v>
                </c:pt>
                <c:pt idx="1129">
                  <c:v>45047</c:v>
                </c:pt>
                <c:pt idx="1130">
                  <c:v>45048</c:v>
                </c:pt>
                <c:pt idx="1131">
                  <c:v>45049</c:v>
                </c:pt>
                <c:pt idx="1132">
                  <c:v>45050</c:v>
                </c:pt>
                <c:pt idx="1133">
                  <c:v>45051</c:v>
                </c:pt>
                <c:pt idx="1134">
                  <c:v>45054</c:v>
                </c:pt>
                <c:pt idx="1135">
                  <c:v>45055</c:v>
                </c:pt>
                <c:pt idx="1136">
                  <c:v>45056</c:v>
                </c:pt>
                <c:pt idx="1137">
                  <c:v>45057</c:v>
                </c:pt>
                <c:pt idx="1138">
                  <c:v>45058</c:v>
                </c:pt>
                <c:pt idx="1139">
                  <c:v>45061</c:v>
                </c:pt>
                <c:pt idx="1140">
                  <c:v>45062</c:v>
                </c:pt>
                <c:pt idx="1141">
                  <c:v>45063</c:v>
                </c:pt>
                <c:pt idx="1142">
                  <c:v>45064</c:v>
                </c:pt>
                <c:pt idx="1143">
                  <c:v>45065</c:v>
                </c:pt>
                <c:pt idx="1144">
                  <c:v>45068</c:v>
                </c:pt>
                <c:pt idx="1145">
                  <c:v>45069</c:v>
                </c:pt>
                <c:pt idx="1146">
                  <c:v>45070</c:v>
                </c:pt>
                <c:pt idx="1147">
                  <c:v>45071</c:v>
                </c:pt>
                <c:pt idx="1148">
                  <c:v>45072</c:v>
                </c:pt>
                <c:pt idx="1149">
                  <c:v>45075</c:v>
                </c:pt>
                <c:pt idx="1150">
                  <c:v>45076</c:v>
                </c:pt>
                <c:pt idx="1151">
                  <c:v>45077</c:v>
                </c:pt>
                <c:pt idx="1152">
                  <c:v>45078</c:v>
                </c:pt>
                <c:pt idx="1153">
                  <c:v>45079</c:v>
                </c:pt>
                <c:pt idx="1154">
                  <c:v>45082</c:v>
                </c:pt>
                <c:pt idx="1155">
                  <c:v>45083</c:v>
                </c:pt>
                <c:pt idx="1156">
                  <c:v>45084</c:v>
                </c:pt>
                <c:pt idx="1157">
                  <c:v>45085</c:v>
                </c:pt>
                <c:pt idx="1158">
                  <c:v>45086</c:v>
                </c:pt>
                <c:pt idx="1159">
                  <c:v>45089</c:v>
                </c:pt>
                <c:pt idx="1160">
                  <c:v>45090</c:v>
                </c:pt>
                <c:pt idx="1161">
                  <c:v>45091</c:v>
                </c:pt>
                <c:pt idx="1162">
                  <c:v>45092</c:v>
                </c:pt>
                <c:pt idx="1163">
                  <c:v>45093</c:v>
                </c:pt>
                <c:pt idx="1164">
                  <c:v>45096</c:v>
                </c:pt>
                <c:pt idx="1165">
                  <c:v>45097</c:v>
                </c:pt>
                <c:pt idx="1166">
                  <c:v>45098</c:v>
                </c:pt>
                <c:pt idx="1167">
                  <c:v>45099</c:v>
                </c:pt>
                <c:pt idx="1168">
                  <c:v>45100</c:v>
                </c:pt>
                <c:pt idx="1169">
                  <c:v>45103</c:v>
                </c:pt>
                <c:pt idx="1170">
                  <c:v>45104</c:v>
                </c:pt>
                <c:pt idx="1171">
                  <c:v>45105</c:v>
                </c:pt>
                <c:pt idx="1172">
                  <c:v>45106</c:v>
                </c:pt>
                <c:pt idx="1173">
                  <c:v>45107</c:v>
                </c:pt>
                <c:pt idx="1174">
                  <c:v>45110</c:v>
                </c:pt>
                <c:pt idx="1175">
                  <c:v>45111</c:v>
                </c:pt>
                <c:pt idx="1176">
                  <c:v>45112</c:v>
                </c:pt>
                <c:pt idx="1177">
                  <c:v>45113</c:v>
                </c:pt>
                <c:pt idx="1178">
                  <c:v>45114</c:v>
                </c:pt>
                <c:pt idx="1179">
                  <c:v>45117</c:v>
                </c:pt>
                <c:pt idx="1180">
                  <c:v>45118</c:v>
                </c:pt>
                <c:pt idx="1181">
                  <c:v>45119</c:v>
                </c:pt>
                <c:pt idx="1182">
                  <c:v>45120</c:v>
                </c:pt>
                <c:pt idx="1183">
                  <c:v>45121</c:v>
                </c:pt>
                <c:pt idx="1184">
                  <c:v>45124</c:v>
                </c:pt>
                <c:pt idx="1185">
                  <c:v>45125</c:v>
                </c:pt>
                <c:pt idx="1186">
                  <c:v>45126</c:v>
                </c:pt>
                <c:pt idx="1187">
                  <c:v>45127</c:v>
                </c:pt>
                <c:pt idx="1188">
                  <c:v>45128</c:v>
                </c:pt>
                <c:pt idx="1189">
                  <c:v>45131</c:v>
                </c:pt>
                <c:pt idx="1190">
                  <c:v>45132</c:v>
                </c:pt>
                <c:pt idx="1191">
                  <c:v>45133</c:v>
                </c:pt>
                <c:pt idx="1192">
                  <c:v>45134</c:v>
                </c:pt>
                <c:pt idx="1193">
                  <c:v>45135</c:v>
                </c:pt>
                <c:pt idx="1194">
                  <c:v>45138</c:v>
                </c:pt>
                <c:pt idx="1195">
                  <c:v>45139</c:v>
                </c:pt>
                <c:pt idx="1196">
                  <c:v>45140</c:v>
                </c:pt>
                <c:pt idx="1197">
                  <c:v>45141</c:v>
                </c:pt>
                <c:pt idx="1198">
                  <c:v>45142</c:v>
                </c:pt>
                <c:pt idx="1199">
                  <c:v>45145</c:v>
                </c:pt>
                <c:pt idx="1200">
                  <c:v>45146</c:v>
                </c:pt>
                <c:pt idx="1201">
                  <c:v>45147</c:v>
                </c:pt>
                <c:pt idx="1202">
                  <c:v>45148</c:v>
                </c:pt>
                <c:pt idx="1203">
                  <c:v>45149</c:v>
                </c:pt>
                <c:pt idx="1204">
                  <c:v>45152</c:v>
                </c:pt>
                <c:pt idx="1205">
                  <c:v>45153</c:v>
                </c:pt>
                <c:pt idx="1206">
                  <c:v>45154</c:v>
                </c:pt>
                <c:pt idx="1207">
                  <c:v>45155</c:v>
                </c:pt>
                <c:pt idx="1208">
                  <c:v>45156</c:v>
                </c:pt>
                <c:pt idx="1209">
                  <c:v>45159</c:v>
                </c:pt>
                <c:pt idx="1210">
                  <c:v>45160</c:v>
                </c:pt>
                <c:pt idx="1211">
                  <c:v>45161</c:v>
                </c:pt>
                <c:pt idx="1212">
                  <c:v>45162</c:v>
                </c:pt>
                <c:pt idx="1213">
                  <c:v>45163</c:v>
                </c:pt>
                <c:pt idx="1214">
                  <c:v>45166</c:v>
                </c:pt>
                <c:pt idx="1215">
                  <c:v>45167</c:v>
                </c:pt>
                <c:pt idx="1216">
                  <c:v>45168</c:v>
                </c:pt>
                <c:pt idx="1217">
                  <c:v>45169</c:v>
                </c:pt>
                <c:pt idx="1218">
                  <c:v>45170</c:v>
                </c:pt>
                <c:pt idx="1219">
                  <c:v>45173</c:v>
                </c:pt>
                <c:pt idx="1220">
                  <c:v>45174</c:v>
                </c:pt>
                <c:pt idx="1221">
                  <c:v>45175</c:v>
                </c:pt>
                <c:pt idx="1222">
                  <c:v>45176</c:v>
                </c:pt>
                <c:pt idx="1223">
                  <c:v>45177</c:v>
                </c:pt>
                <c:pt idx="1224">
                  <c:v>45180</c:v>
                </c:pt>
                <c:pt idx="1225">
                  <c:v>45181</c:v>
                </c:pt>
                <c:pt idx="1226">
                  <c:v>45182</c:v>
                </c:pt>
                <c:pt idx="1227">
                  <c:v>45183</c:v>
                </c:pt>
                <c:pt idx="1228">
                  <c:v>45184</c:v>
                </c:pt>
                <c:pt idx="1229">
                  <c:v>45187</c:v>
                </c:pt>
                <c:pt idx="1230">
                  <c:v>45188</c:v>
                </c:pt>
                <c:pt idx="1231">
                  <c:v>45189</c:v>
                </c:pt>
                <c:pt idx="1232">
                  <c:v>45190</c:v>
                </c:pt>
                <c:pt idx="1233">
                  <c:v>45191</c:v>
                </c:pt>
                <c:pt idx="1234">
                  <c:v>45194</c:v>
                </c:pt>
                <c:pt idx="1235">
                  <c:v>45195</c:v>
                </c:pt>
                <c:pt idx="1236">
                  <c:v>45196</c:v>
                </c:pt>
                <c:pt idx="1237">
                  <c:v>45197</c:v>
                </c:pt>
                <c:pt idx="1238">
                  <c:v>45198</c:v>
                </c:pt>
                <c:pt idx="1239">
                  <c:v>45201</c:v>
                </c:pt>
                <c:pt idx="1240">
                  <c:v>45202</c:v>
                </c:pt>
                <c:pt idx="1241">
                  <c:v>45203</c:v>
                </c:pt>
                <c:pt idx="1242">
                  <c:v>45204</c:v>
                </c:pt>
                <c:pt idx="1243">
                  <c:v>45205</c:v>
                </c:pt>
                <c:pt idx="1244">
                  <c:v>45208</c:v>
                </c:pt>
                <c:pt idx="1245">
                  <c:v>45209</c:v>
                </c:pt>
                <c:pt idx="1246">
                  <c:v>45210</c:v>
                </c:pt>
                <c:pt idx="1247">
                  <c:v>45211</c:v>
                </c:pt>
                <c:pt idx="1248">
                  <c:v>45212</c:v>
                </c:pt>
                <c:pt idx="1249">
                  <c:v>45215</c:v>
                </c:pt>
                <c:pt idx="1250">
                  <c:v>45216</c:v>
                </c:pt>
                <c:pt idx="1251">
                  <c:v>45217</c:v>
                </c:pt>
                <c:pt idx="1252">
                  <c:v>45218</c:v>
                </c:pt>
                <c:pt idx="1253">
                  <c:v>45219</c:v>
                </c:pt>
                <c:pt idx="1254">
                  <c:v>45222</c:v>
                </c:pt>
                <c:pt idx="1255">
                  <c:v>45223</c:v>
                </c:pt>
                <c:pt idx="1256">
                  <c:v>45224</c:v>
                </c:pt>
                <c:pt idx="1257">
                  <c:v>45225</c:v>
                </c:pt>
                <c:pt idx="1258">
                  <c:v>45226</c:v>
                </c:pt>
                <c:pt idx="1259">
                  <c:v>45229</c:v>
                </c:pt>
                <c:pt idx="1260">
                  <c:v>45230</c:v>
                </c:pt>
                <c:pt idx="1261">
                  <c:v>45231</c:v>
                </c:pt>
                <c:pt idx="1262">
                  <c:v>45232</c:v>
                </c:pt>
                <c:pt idx="1263">
                  <c:v>45233</c:v>
                </c:pt>
                <c:pt idx="1264">
                  <c:v>45236</c:v>
                </c:pt>
                <c:pt idx="1265">
                  <c:v>45237</c:v>
                </c:pt>
                <c:pt idx="1266">
                  <c:v>45238</c:v>
                </c:pt>
                <c:pt idx="1267">
                  <c:v>45239</c:v>
                </c:pt>
                <c:pt idx="1268">
                  <c:v>45240</c:v>
                </c:pt>
                <c:pt idx="1269">
                  <c:v>45243</c:v>
                </c:pt>
                <c:pt idx="1270">
                  <c:v>45244</c:v>
                </c:pt>
                <c:pt idx="1271">
                  <c:v>45245</c:v>
                </c:pt>
                <c:pt idx="1272">
                  <c:v>45246</c:v>
                </c:pt>
                <c:pt idx="1273">
                  <c:v>45247</c:v>
                </c:pt>
                <c:pt idx="1274">
                  <c:v>45250</c:v>
                </c:pt>
                <c:pt idx="1275">
                  <c:v>45251</c:v>
                </c:pt>
                <c:pt idx="1276">
                  <c:v>45252</c:v>
                </c:pt>
                <c:pt idx="1277">
                  <c:v>45253</c:v>
                </c:pt>
                <c:pt idx="1278">
                  <c:v>45254</c:v>
                </c:pt>
                <c:pt idx="1279">
                  <c:v>45257</c:v>
                </c:pt>
                <c:pt idx="1280">
                  <c:v>45258</c:v>
                </c:pt>
                <c:pt idx="1281">
                  <c:v>45259</c:v>
                </c:pt>
                <c:pt idx="1282">
                  <c:v>45260</c:v>
                </c:pt>
                <c:pt idx="1283">
                  <c:v>45261</c:v>
                </c:pt>
                <c:pt idx="1284">
                  <c:v>45264</c:v>
                </c:pt>
                <c:pt idx="1285">
                  <c:v>45265</c:v>
                </c:pt>
                <c:pt idx="1286">
                  <c:v>45266</c:v>
                </c:pt>
                <c:pt idx="1287">
                  <c:v>45267</c:v>
                </c:pt>
                <c:pt idx="1288">
                  <c:v>45268</c:v>
                </c:pt>
                <c:pt idx="1289">
                  <c:v>45271</c:v>
                </c:pt>
                <c:pt idx="1290">
                  <c:v>45272</c:v>
                </c:pt>
                <c:pt idx="1291">
                  <c:v>45273</c:v>
                </c:pt>
                <c:pt idx="1292">
                  <c:v>45274</c:v>
                </c:pt>
                <c:pt idx="1293">
                  <c:v>45275</c:v>
                </c:pt>
                <c:pt idx="1294">
                  <c:v>45278</c:v>
                </c:pt>
                <c:pt idx="1295">
                  <c:v>45279</c:v>
                </c:pt>
                <c:pt idx="1296">
                  <c:v>45280</c:v>
                </c:pt>
                <c:pt idx="1297">
                  <c:v>45281</c:v>
                </c:pt>
                <c:pt idx="1298">
                  <c:v>45282</c:v>
                </c:pt>
                <c:pt idx="1299">
                  <c:v>45285</c:v>
                </c:pt>
                <c:pt idx="1300">
                  <c:v>45286</c:v>
                </c:pt>
                <c:pt idx="1301">
                  <c:v>45287</c:v>
                </c:pt>
                <c:pt idx="1302">
                  <c:v>45288</c:v>
                </c:pt>
                <c:pt idx="1303">
                  <c:v>45289</c:v>
                </c:pt>
                <c:pt idx="1304">
                  <c:v>45292</c:v>
                </c:pt>
                <c:pt idx="1305">
                  <c:v>45293</c:v>
                </c:pt>
                <c:pt idx="1306">
                  <c:v>45294</c:v>
                </c:pt>
                <c:pt idx="1307">
                  <c:v>45295</c:v>
                </c:pt>
                <c:pt idx="1308">
                  <c:v>45296</c:v>
                </c:pt>
                <c:pt idx="1309">
                  <c:v>45299</c:v>
                </c:pt>
                <c:pt idx="1310">
                  <c:v>45300</c:v>
                </c:pt>
                <c:pt idx="1311">
                  <c:v>45301</c:v>
                </c:pt>
                <c:pt idx="1312">
                  <c:v>45302</c:v>
                </c:pt>
                <c:pt idx="1313">
                  <c:v>45303</c:v>
                </c:pt>
                <c:pt idx="1314">
                  <c:v>45306</c:v>
                </c:pt>
                <c:pt idx="1315">
                  <c:v>45307</c:v>
                </c:pt>
                <c:pt idx="1316">
                  <c:v>45308</c:v>
                </c:pt>
                <c:pt idx="1317">
                  <c:v>45309</c:v>
                </c:pt>
                <c:pt idx="1318">
                  <c:v>45310</c:v>
                </c:pt>
                <c:pt idx="1319">
                  <c:v>45313</c:v>
                </c:pt>
                <c:pt idx="1320">
                  <c:v>45314</c:v>
                </c:pt>
                <c:pt idx="1321">
                  <c:v>45315</c:v>
                </c:pt>
                <c:pt idx="1322">
                  <c:v>45316</c:v>
                </c:pt>
                <c:pt idx="1323">
                  <c:v>45317</c:v>
                </c:pt>
                <c:pt idx="1324">
                  <c:v>45320</c:v>
                </c:pt>
                <c:pt idx="1325">
                  <c:v>45321</c:v>
                </c:pt>
                <c:pt idx="1326">
                  <c:v>45322</c:v>
                </c:pt>
                <c:pt idx="1327">
                  <c:v>45323</c:v>
                </c:pt>
                <c:pt idx="1328">
                  <c:v>45324</c:v>
                </c:pt>
                <c:pt idx="1329">
                  <c:v>45327</c:v>
                </c:pt>
                <c:pt idx="1330">
                  <c:v>45328</c:v>
                </c:pt>
                <c:pt idx="1331">
                  <c:v>45329</c:v>
                </c:pt>
                <c:pt idx="1332">
                  <c:v>45330</c:v>
                </c:pt>
                <c:pt idx="1333">
                  <c:v>45331</c:v>
                </c:pt>
                <c:pt idx="1334">
                  <c:v>45334</c:v>
                </c:pt>
                <c:pt idx="1335">
                  <c:v>45335</c:v>
                </c:pt>
                <c:pt idx="1336">
                  <c:v>45336</c:v>
                </c:pt>
                <c:pt idx="1337">
                  <c:v>45337</c:v>
                </c:pt>
                <c:pt idx="1338">
                  <c:v>45338</c:v>
                </c:pt>
                <c:pt idx="1339">
                  <c:v>45341</c:v>
                </c:pt>
                <c:pt idx="1340">
                  <c:v>45342</c:v>
                </c:pt>
                <c:pt idx="1341">
                  <c:v>45343</c:v>
                </c:pt>
                <c:pt idx="1342">
                  <c:v>45344</c:v>
                </c:pt>
                <c:pt idx="1343">
                  <c:v>45345</c:v>
                </c:pt>
                <c:pt idx="1344">
                  <c:v>45348</c:v>
                </c:pt>
                <c:pt idx="1345">
                  <c:v>45349</c:v>
                </c:pt>
                <c:pt idx="1346">
                  <c:v>45350</c:v>
                </c:pt>
                <c:pt idx="1347">
                  <c:v>45351</c:v>
                </c:pt>
                <c:pt idx="1348">
                  <c:v>45352</c:v>
                </c:pt>
                <c:pt idx="1349">
                  <c:v>45355</c:v>
                </c:pt>
                <c:pt idx="1350">
                  <c:v>45356</c:v>
                </c:pt>
                <c:pt idx="1351">
                  <c:v>45357</c:v>
                </c:pt>
                <c:pt idx="1352">
                  <c:v>45358</c:v>
                </c:pt>
                <c:pt idx="1353">
                  <c:v>45359</c:v>
                </c:pt>
                <c:pt idx="1354">
                  <c:v>45362</c:v>
                </c:pt>
                <c:pt idx="1355">
                  <c:v>45363</c:v>
                </c:pt>
                <c:pt idx="1356">
                  <c:v>45364</c:v>
                </c:pt>
                <c:pt idx="1357">
                  <c:v>45365</c:v>
                </c:pt>
                <c:pt idx="1358">
                  <c:v>45366</c:v>
                </c:pt>
                <c:pt idx="1359">
                  <c:v>45369</c:v>
                </c:pt>
                <c:pt idx="1360">
                  <c:v>45370</c:v>
                </c:pt>
                <c:pt idx="1361">
                  <c:v>45371</c:v>
                </c:pt>
                <c:pt idx="1362">
                  <c:v>45372</c:v>
                </c:pt>
                <c:pt idx="1363">
                  <c:v>45373</c:v>
                </c:pt>
                <c:pt idx="1364">
                  <c:v>45376</c:v>
                </c:pt>
                <c:pt idx="1365">
                  <c:v>45377</c:v>
                </c:pt>
                <c:pt idx="1366">
                  <c:v>45378</c:v>
                </c:pt>
                <c:pt idx="1367">
                  <c:v>45379</c:v>
                </c:pt>
                <c:pt idx="1368">
                  <c:v>45380</c:v>
                </c:pt>
                <c:pt idx="1369">
                  <c:v>45383</c:v>
                </c:pt>
                <c:pt idx="1370">
                  <c:v>45384</c:v>
                </c:pt>
                <c:pt idx="1371">
                  <c:v>45385</c:v>
                </c:pt>
                <c:pt idx="1372">
                  <c:v>45386</c:v>
                </c:pt>
                <c:pt idx="1373">
                  <c:v>45387</c:v>
                </c:pt>
                <c:pt idx="1374">
                  <c:v>45390</c:v>
                </c:pt>
                <c:pt idx="1375">
                  <c:v>45391</c:v>
                </c:pt>
                <c:pt idx="1376">
                  <c:v>45392</c:v>
                </c:pt>
                <c:pt idx="1377">
                  <c:v>45393</c:v>
                </c:pt>
                <c:pt idx="1378">
                  <c:v>45394</c:v>
                </c:pt>
                <c:pt idx="1379">
                  <c:v>45397</c:v>
                </c:pt>
                <c:pt idx="1380">
                  <c:v>45398</c:v>
                </c:pt>
                <c:pt idx="1381">
                  <c:v>45399</c:v>
                </c:pt>
                <c:pt idx="1382">
                  <c:v>45400</c:v>
                </c:pt>
                <c:pt idx="1383">
                  <c:v>45401</c:v>
                </c:pt>
                <c:pt idx="1384">
                  <c:v>45404</c:v>
                </c:pt>
                <c:pt idx="1385">
                  <c:v>45405</c:v>
                </c:pt>
                <c:pt idx="1386">
                  <c:v>45406</c:v>
                </c:pt>
                <c:pt idx="1387">
                  <c:v>45407</c:v>
                </c:pt>
                <c:pt idx="1388">
                  <c:v>45408</c:v>
                </c:pt>
                <c:pt idx="1389">
                  <c:v>45411</c:v>
                </c:pt>
                <c:pt idx="1390">
                  <c:v>45412</c:v>
                </c:pt>
                <c:pt idx="1391">
                  <c:v>45413</c:v>
                </c:pt>
                <c:pt idx="1392">
                  <c:v>45414</c:v>
                </c:pt>
                <c:pt idx="1393">
                  <c:v>45415</c:v>
                </c:pt>
                <c:pt idx="1394">
                  <c:v>45418</c:v>
                </c:pt>
                <c:pt idx="1395">
                  <c:v>45419</c:v>
                </c:pt>
                <c:pt idx="1396">
                  <c:v>45420</c:v>
                </c:pt>
                <c:pt idx="1397">
                  <c:v>45421</c:v>
                </c:pt>
                <c:pt idx="1398">
                  <c:v>45422</c:v>
                </c:pt>
                <c:pt idx="1399">
                  <c:v>45425</c:v>
                </c:pt>
                <c:pt idx="1400">
                  <c:v>45426</c:v>
                </c:pt>
                <c:pt idx="1401">
                  <c:v>45427</c:v>
                </c:pt>
                <c:pt idx="1402">
                  <c:v>45428</c:v>
                </c:pt>
                <c:pt idx="1403">
                  <c:v>45429</c:v>
                </c:pt>
                <c:pt idx="1404">
                  <c:v>45432</c:v>
                </c:pt>
                <c:pt idx="1405">
                  <c:v>45433</c:v>
                </c:pt>
                <c:pt idx="1406">
                  <c:v>45434</c:v>
                </c:pt>
                <c:pt idx="1407">
                  <c:v>45435</c:v>
                </c:pt>
                <c:pt idx="1408">
                  <c:v>45436</c:v>
                </c:pt>
                <c:pt idx="1409">
                  <c:v>45439</c:v>
                </c:pt>
                <c:pt idx="1410">
                  <c:v>45440</c:v>
                </c:pt>
                <c:pt idx="1411">
                  <c:v>45441</c:v>
                </c:pt>
                <c:pt idx="1412">
                  <c:v>45442</c:v>
                </c:pt>
                <c:pt idx="1413">
                  <c:v>45443</c:v>
                </c:pt>
                <c:pt idx="1414">
                  <c:v>45446</c:v>
                </c:pt>
                <c:pt idx="1415">
                  <c:v>45447</c:v>
                </c:pt>
                <c:pt idx="1416">
                  <c:v>45448</c:v>
                </c:pt>
                <c:pt idx="1417">
                  <c:v>45449</c:v>
                </c:pt>
                <c:pt idx="1418">
                  <c:v>45450</c:v>
                </c:pt>
                <c:pt idx="1419">
                  <c:v>45453</c:v>
                </c:pt>
                <c:pt idx="1420">
                  <c:v>45454</c:v>
                </c:pt>
                <c:pt idx="1421">
                  <c:v>45455</c:v>
                </c:pt>
                <c:pt idx="1422">
                  <c:v>45456</c:v>
                </c:pt>
                <c:pt idx="1423">
                  <c:v>45457</c:v>
                </c:pt>
                <c:pt idx="1424">
                  <c:v>45460</c:v>
                </c:pt>
                <c:pt idx="1425">
                  <c:v>45461</c:v>
                </c:pt>
                <c:pt idx="1426">
                  <c:v>45462</c:v>
                </c:pt>
                <c:pt idx="1427">
                  <c:v>45463</c:v>
                </c:pt>
                <c:pt idx="1428">
                  <c:v>45464</c:v>
                </c:pt>
                <c:pt idx="1429">
                  <c:v>45467</c:v>
                </c:pt>
                <c:pt idx="1430">
                  <c:v>45468</c:v>
                </c:pt>
                <c:pt idx="1431">
                  <c:v>45469</c:v>
                </c:pt>
                <c:pt idx="1432">
                  <c:v>45470</c:v>
                </c:pt>
                <c:pt idx="1433">
                  <c:v>45471</c:v>
                </c:pt>
                <c:pt idx="1434">
                  <c:v>45474</c:v>
                </c:pt>
                <c:pt idx="1435">
                  <c:v>45475</c:v>
                </c:pt>
                <c:pt idx="1436">
                  <c:v>45476</c:v>
                </c:pt>
                <c:pt idx="1437">
                  <c:v>45477</c:v>
                </c:pt>
                <c:pt idx="1438">
                  <c:v>45478</c:v>
                </c:pt>
                <c:pt idx="1439">
                  <c:v>45481</c:v>
                </c:pt>
                <c:pt idx="1440">
                  <c:v>45482</c:v>
                </c:pt>
                <c:pt idx="1441">
                  <c:v>45483</c:v>
                </c:pt>
                <c:pt idx="1442">
                  <c:v>45484</c:v>
                </c:pt>
                <c:pt idx="1443">
                  <c:v>45485</c:v>
                </c:pt>
                <c:pt idx="1444">
                  <c:v>45488</c:v>
                </c:pt>
                <c:pt idx="1445">
                  <c:v>45489</c:v>
                </c:pt>
                <c:pt idx="1446">
                  <c:v>45490</c:v>
                </c:pt>
                <c:pt idx="1447">
                  <c:v>45491</c:v>
                </c:pt>
                <c:pt idx="1448">
                  <c:v>45492</c:v>
                </c:pt>
                <c:pt idx="1449">
                  <c:v>45495</c:v>
                </c:pt>
                <c:pt idx="1450">
                  <c:v>45496</c:v>
                </c:pt>
                <c:pt idx="1451">
                  <c:v>45497</c:v>
                </c:pt>
                <c:pt idx="1452">
                  <c:v>45498</c:v>
                </c:pt>
                <c:pt idx="1453">
                  <c:v>45499</c:v>
                </c:pt>
                <c:pt idx="1454">
                  <c:v>45502</c:v>
                </c:pt>
                <c:pt idx="1455">
                  <c:v>45503</c:v>
                </c:pt>
                <c:pt idx="1456">
                  <c:v>45504</c:v>
                </c:pt>
                <c:pt idx="1457">
                  <c:v>45505</c:v>
                </c:pt>
                <c:pt idx="1458">
                  <c:v>45506</c:v>
                </c:pt>
                <c:pt idx="1459">
                  <c:v>45509</c:v>
                </c:pt>
                <c:pt idx="1460">
                  <c:v>45510</c:v>
                </c:pt>
                <c:pt idx="1461">
                  <c:v>45511</c:v>
                </c:pt>
                <c:pt idx="1462">
                  <c:v>45512</c:v>
                </c:pt>
                <c:pt idx="1463">
                  <c:v>45513</c:v>
                </c:pt>
                <c:pt idx="1464">
                  <c:v>45516</c:v>
                </c:pt>
                <c:pt idx="1465">
                  <c:v>45517</c:v>
                </c:pt>
                <c:pt idx="1466">
                  <c:v>45518</c:v>
                </c:pt>
                <c:pt idx="1467">
                  <c:v>45519</c:v>
                </c:pt>
                <c:pt idx="1468">
                  <c:v>45520</c:v>
                </c:pt>
                <c:pt idx="1469">
                  <c:v>45523</c:v>
                </c:pt>
                <c:pt idx="1470">
                  <c:v>45524</c:v>
                </c:pt>
                <c:pt idx="1471">
                  <c:v>45525</c:v>
                </c:pt>
                <c:pt idx="1472">
                  <c:v>45526</c:v>
                </c:pt>
                <c:pt idx="1473">
                  <c:v>45527</c:v>
                </c:pt>
                <c:pt idx="1474">
                  <c:v>45530</c:v>
                </c:pt>
                <c:pt idx="1475">
                  <c:v>45531</c:v>
                </c:pt>
                <c:pt idx="1476">
                  <c:v>45532</c:v>
                </c:pt>
                <c:pt idx="1477">
                  <c:v>45533</c:v>
                </c:pt>
                <c:pt idx="1478">
                  <c:v>45534</c:v>
                </c:pt>
                <c:pt idx="1479">
                  <c:v>45537</c:v>
                </c:pt>
                <c:pt idx="1480">
                  <c:v>45538</c:v>
                </c:pt>
                <c:pt idx="1481">
                  <c:v>45539</c:v>
                </c:pt>
                <c:pt idx="1482">
                  <c:v>45540</c:v>
                </c:pt>
                <c:pt idx="1483">
                  <c:v>45541</c:v>
                </c:pt>
                <c:pt idx="1484">
                  <c:v>45544</c:v>
                </c:pt>
                <c:pt idx="1485">
                  <c:v>45545</c:v>
                </c:pt>
                <c:pt idx="1486">
                  <c:v>45546</c:v>
                </c:pt>
                <c:pt idx="1487">
                  <c:v>45547</c:v>
                </c:pt>
                <c:pt idx="1488">
                  <c:v>45548</c:v>
                </c:pt>
                <c:pt idx="1489">
                  <c:v>45551</c:v>
                </c:pt>
                <c:pt idx="1490">
                  <c:v>45552</c:v>
                </c:pt>
                <c:pt idx="1491">
                  <c:v>45553</c:v>
                </c:pt>
                <c:pt idx="1492">
                  <c:v>45554</c:v>
                </c:pt>
                <c:pt idx="1493">
                  <c:v>45555</c:v>
                </c:pt>
                <c:pt idx="1494">
                  <c:v>45558</c:v>
                </c:pt>
                <c:pt idx="1495">
                  <c:v>45559</c:v>
                </c:pt>
                <c:pt idx="1496">
                  <c:v>45560</c:v>
                </c:pt>
                <c:pt idx="1497">
                  <c:v>45561</c:v>
                </c:pt>
                <c:pt idx="1498">
                  <c:v>45562</c:v>
                </c:pt>
                <c:pt idx="1499">
                  <c:v>45565</c:v>
                </c:pt>
                <c:pt idx="1500">
                  <c:v>45566</c:v>
                </c:pt>
                <c:pt idx="1501">
                  <c:v>45567</c:v>
                </c:pt>
                <c:pt idx="1502">
                  <c:v>45568</c:v>
                </c:pt>
                <c:pt idx="1503">
                  <c:v>45569</c:v>
                </c:pt>
                <c:pt idx="1504">
                  <c:v>45572</c:v>
                </c:pt>
                <c:pt idx="1505">
                  <c:v>45573</c:v>
                </c:pt>
                <c:pt idx="1506">
                  <c:v>45574</c:v>
                </c:pt>
                <c:pt idx="1507">
                  <c:v>45575</c:v>
                </c:pt>
                <c:pt idx="1508">
                  <c:v>45576</c:v>
                </c:pt>
                <c:pt idx="1509">
                  <c:v>45579</c:v>
                </c:pt>
                <c:pt idx="1510">
                  <c:v>45580</c:v>
                </c:pt>
                <c:pt idx="1511">
                  <c:v>45581</c:v>
                </c:pt>
                <c:pt idx="1512">
                  <c:v>45582</c:v>
                </c:pt>
                <c:pt idx="1513">
                  <c:v>45583</c:v>
                </c:pt>
                <c:pt idx="1514">
                  <c:v>45586</c:v>
                </c:pt>
                <c:pt idx="1515">
                  <c:v>45587</c:v>
                </c:pt>
                <c:pt idx="1516">
                  <c:v>45588</c:v>
                </c:pt>
                <c:pt idx="1517">
                  <c:v>45589</c:v>
                </c:pt>
                <c:pt idx="1518">
                  <c:v>45590</c:v>
                </c:pt>
                <c:pt idx="1519">
                  <c:v>45593</c:v>
                </c:pt>
                <c:pt idx="1520">
                  <c:v>45594</c:v>
                </c:pt>
                <c:pt idx="1521">
                  <c:v>45595</c:v>
                </c:pt>
                <c:pt idx="1522">
                  <c:v>45596</c:v>
                </c:pt>
                <c:pt idx="1523">
                  <c:v>45597</c:v>
                </c:pt>
                <c:pt idx="1524">
                  <c:v>45600</c:v>
                </c:pt>
                <c:pt idx="1525">
                  <c:v>45601</c:v>
                </c:pt>
                <c:pt idx="1526">
                  <c:v>45602</c:v>
                </c:pt>
                <c:pt idx="1527">
                  <c:v>45603</c:v>
                </c:pt>
                <c:pt idx="1528">
                  <c:v>45604</c:v>
                </c:pt>
                <c:pt idx="1529">
                  <c:v>45607</c:v>
                </c:pt>
                <c:pt idx="1530">
                  <c:v>45608</c:v>
                </c:pt>
                <c:pt idx="1531">
                  <c:v>45609</c:v>
                </c:pt>
                <c:pt idx="1532">
                  <c:v>45610</c:v>
                </c:pt>
                <c:pt idx="1533">
                  <c:v>45611</c:v>
                </c:pt>
                <c:pt idx="1534">
                  <c:v>45614</c:v>
                </c:pt>
                <c:pt idx="1535">
                  <c:v>45615</c:v>
                </c:pt>
                <c:pt idx="1536">
                  <c:v>45616</c:v>
                </c:pt>
                <c:pt idx="1537">
                  <c:v>45617</c:v>
                </c:pt>
                <c:pt idx="1538">
                  <c:v>45618</c:v>
                </c:pt>
                <c:pt idx="1539">
                  <c:v>45621</c:v>
                </c:pt>
                <c:pt idx="1540">
                  <c:v>45622</c:v>
                </c:pt>
                <c:pt idx="1541">
                  <c:v>45623</c:v>
                </c:pt>
                <c:pt idx="1542">
                  <c:v>45624</c:v>
                </c:pt>
                <c:pt idx="1543">
                  <c:v>45625</c:v>
                </c:pt>
                <c:pt idx="1544">
                  <c:v>45628</c:v>
                </c:pt>
                <c:pt idx="1545">
                  <c:v>45629</c:v>
                </c:pt>
                <c:pt idx="1546">
                  <c:v>45630</c:v>
                </c:pt>
                <c:pt idx="1547">
                  <c:v>45631</c:v>
                </c:pt>
                <c:pt idx="1548">
                  <c:v>45632</c:v>
                </c:pt>
                <c:pt idx="1549">
                  <c:v>45635</c:v>
                </c:pt>
                <c:pt idx="1550">
                  <c:v>45636</c:v>
                </c:pt>
                <c:pt idx="1551">
                  <c:v>45637</c:v>
                </c:pt>
                <c:pt idx="1552">
                  <c:v>45638</c:v>
                </c:pt>
                <c:pt idx="1553">
                  <c:v>45639</c:v>
                </c:pt>
                <c:pt idx="1554">
                  <c:v>45642</c:v>
                </c:pt>
                <c:pt idx="1555">
                  <c:v>45643</c:v>
                </c:pt>
                <c:pt idx="1556">
                  <c:v>45644</c:v>
                </c:pt>
                <c:pt idx="1557">
                  <c:v>45645</c:v>
                </c:pt>
                <c:pt idx="1558">
                  <c:v>45646</c:v>
                </c:pt>
                <c:pt idx="1559">
                  <c:v>45649</c:v>
                </c:pt>
                <c:pt idx="1560">
                  <c:v>45650</c:v>
                </c:pt>
                <c:pt idx="1561">
                  <c:v>45651</c:v>
                </c:pt>
                <c:pt idx="1562">
                  <c:v>45652</c:v>
                </c:pt>
                <c:pt idx="1563">
                  <c:v>45653</c:v>
                </c:pt>
                <c:pt idx="1564">
                  <c:v>45656</c:v>
                </c:pt>
                <c:pt idx="1565">
                  <c:v>45657</c:v>
                </c:pt>
                <c:pt idx="1566">
                  <c:v>45658</c:v>
                </c:pt>
                <c:pt idx="1567">
                  <c:v>45659</c:v>
                </c:pt>
                <c:pt idx="1568">
                  <c:v>45660</c:v>
                </c:pt>
                <c:pt idx="1569">
                  <c:v>45663</c:v>
                </c:pt>
                <c:pt idx="1570">
                  <c:v>45664</c:v>
                </c:pt>
                <c:pt idx="1571">
                  <c:v>45665</c:v>
                </c:pt>
                <c:pt idx="1572">
                  <c:v>45666</c:v>
                </c:pt>
                <c:pt idx="1573">
                  <c:v>45667</c:v>
                </c:pt>
                <c:pt idx="1574">
                  <c:v>45670</c:v>
                </c:pt>
                <c:pt idx="1575">
                  <c:v>45671</c:v>
                </c:pt>
                <c:pt idx="1576">
                  <c:v>45672</c:v>
                </c:pt>
                <c:pt idx="1577">
                  <c:v>45673</c:v>
                </c:pt>
                <c:pt idx="1578">
                  <c:v>45674</c:v>
                </c:pt>
                <c:pt idx="1579">
                  <c:v>45677</c:v>
                </c:pt>
                <c:pt idx="1580">
                  <c:v>45678</c:v>
                </c:pt>
                <c:pt idx="1581">
                  <c:v>45679</c:v>
                </c:pt>
                <c:pt idx="1582">
                  <c:v>45680</c:v>
                </c:pt>
                <c:pt idx="1583">
                  <c:v>45681</c:v>
                </c:pt>
                <c:pt idx="1584">
                  <c:v>45684</c:v>
                </c:pt>
                <c:pt idx="1585">
                  <c:v>45685</c:v>
                </c:pt>
                <c:pt idx="1586">
                  <c:v>45686</c:v>
                </c:pt>
                <c:pt idx="1587">
                  <c:v>45687</c:v>
                </c:pt>
                <c:pt idx="1588">
                  <c:v>45688</c:v>
                </c:pt>
                <c:pt idx="1589">
                  <c:v>45691</c:v>
                </c:pt>
                <c:pt idx="1590">
                  <c:v>45692</c:v>
                </c:pt>
                <c:pt idx="1591">
                  <c:v>45693</c:v>
                </c:pt>
                <c:pt idx="1592">
                  <c:v>45694</c:v>
                </c:pt>
                <c:pt idx="1593">
                  <c:v>45695</c:v>
                </c:pt>
                <c:pt idx="1594">
                  <c:v>45698</c:v>
                </c:pt>
                <c:pt idx="1595">
                  <c:v>45699</c:v>
                </c:pt>
                <c:pt idx="1596">
                  <c:v>45700</c:v>
                </c:pt>
                <c:pt idx="1597">
                  <c:v>45701</c:v>
                </c:pt>
                <c:pt idx="1598">
                  <c:v>45702</c:v>
                </c:pt>
                <c:pt idx="1599">
                  <c:v>45705</c:v>
                </c:pt>
                <c:pt idx="1600">
                  <c:v>45706</c:v>
                </c:pt>
                <c:pt idx="1601">
                  <c:v>45707</c:v>
                </c:pt>
                <c:pt idx="1602">
                  <c:v>45708</c:v>
                </c:pt>
                <c:pt idx="1603">
                  <c:v>45709</c:v>
                </c:pt>
                <c:pt idx="1604">
                  <c:v>45712</c:v>
                </c:pt>
                <c:pt idx="1605">
                  <c:v>45713</c:v>
                </c:pt>
                <c:pt idx="1606">
                  <c:v>45714</c:v>
                </c:pt>
                <c:pt idx="1607">
                  <c:v>45715</c:v>
                </c:pt>
                <c:pt idx="1608">
                  <c:v>45716</c:v>
                </c:pt>
                <c:pt idx="1609">
                  <c:v>45719</c:v>
                </c:pt>
                <c:pt idx="1610">
                  <c:v>45720</c:v>
                </c:pt>
                <c:pt idx="1611">
                  <c:v>45721</c:v>
                </c:pt>
                <c:pt idx="1612">
                  <c:v>45722</c:v>
                </c:pt>
                <c:pt idx="1613">
                  <c:v>45723</c:v>
                </c:pt>
                <c:pt idx="1614">
                  <c:v>45726</c:v>
                </c:pt>
                <c:pt idx="1615">
                  <c:v>45727</c:v>
                </c:pt>
                <c:pt idx="1616">
                  <c:v>45728</c:v>
                </c:pt>
                <c:pt idx="1617">
                  <c:v>45729</c:v>
                </c:pt>
                <c:pt idx="1618">
                  <c:v>45730</c:v>
                </c:pt>
                <c:pt idx="1619">
                  <c:v>45733</c:v>
                </c:pt>
                <c:pt idx="1620">
                  <c:v>45734</c:v>
                </c:pt>
                <c:pt idx="1621">
                  <c:v>45735</c:v>
                </c:pt>
                <c:pt idx="1622">
                  <c:v>45736</c:v>
                </c:pt>
                <c:pt idx="1623">
                  <c:v>45737</c:v>
                </c:pt>
                <c:pt idx="1624">
                  <c:v>45740</c:v>
                </c:pt>
                <c:pt idx="1625">
                  <c:v>45741</c:v>
                </c:pt>
                <c:pt idx="1626">
                  <c:v>45742</c:v>
                </c:pt>
                <c:pt idx="1627">
                  <c:v>45743</c:v>
                </c:pt>
                <c:pt idx="1628">
                  <c:v>45744</c:v>
                </c:pt>
                <c:pt idx="1629">
                  <c:v>45747</c:v>
                </c:pt>
                <c:pt idx="1630">
                  <c:v>45748</c:v>
                </c:pt>
                <c:pt idx="1631">
                  <c:v>45749</c:v>
                </c:pt>
                <c:pt idx="1632">
                  <c:v>45750</c:v>
                </c:pt>
                <c:pt idx="1633">
                  <c:v>45751</c:v>
                </c:pt>
                <c:pt idx="1634">
                  <c:v>45754</c:v>
                </c:pt>
                <c:pt idx="1635">
                  <c:v>45755</c:v>
                </c:pt>
                <c:pt idx="1636">
                  <c:v>45756</c:v>
                </c:pt>
                <c:pt idx="1637">
                  <c:v>45757</c:v>
                </c:pt>
                <c:pt idx="1638">
                  <c:v>45758</c:v>
                </c:pt>
                <c:pt idx="1639">
                  <c:v>45761</c:v>
                </c:pt>
                <c:pt idx="1640">
                  <c:v>45762</c:v>
                </c:pt>
                <c:pt idx="1641">
                  <c:v>45763</c:v>
                </c:pt>
                <c:pt idx="1642">
                  <c:v>45764</c:v>
                </c:pt>
                <c:pt idx="1643">
                  <c:v>45765</c:v>
                </c:pt>
                <c:pt idx="1644">
                  <c:v>45768</c:v>
                </c:pt>
                <c:pt idx="1645">
                  <c:v>45769</c:v>
                </c:pt>
                <c:pt idx="1646">
                  <c:v>45770</c:v>
                </c:pt>
                <c:pt idx="1647">
                  <c:v>45771</c:v>
                </c:pt>
                <c:pt idx="1648">
                  <c:v>45772</c:v>
                </c:pt>
                <c:pt idx="1649">
                  <c:v>45775</c:v>
                </c:pt>
                <c:pt idx="1650">
                  <c:v>45776</c:v>
                </c:pt>
                <c:pt idx="1651">
                  <c:v>45777</c:v>
                </c:pt>
                <c:pt idx="1652">
                  <c:v>45778</c:v>
                </c:pt>
                <c:pt idx="1653">
                  <c:v>45779</c:v>
                </c:pt>
                <c:pt idx="1654">
                  <c:v>45782</c:v>
                </c:pt>
                <c:pt idx="1655">
                  <c:v>45783</c:v>
                </c:pt>
                <c:pt idx="1656">
                  <c:v>45784</c:v>
                </c:pt>
                <c:pt idx="1657">
                  <c:v>45785</c:v>
                </c:pt>
                <c:pt idx="1658">
                  <c:v>45786</c:v>
                </c:pt>
                <c:pt idx="1659">
                  <c:v>45789</c:v>
                </c:pt>
                <c:pt idx="1660">
                  <c:v>45790</c:v>
                </c:pt>
                <c:pt idx="1661">
                  <c:v>45791</c:v>
                </c:pt>
                <c:pt idx="1662">
                  <c:v>45792</c:v>
                </c:pt>
                <c:pt idx="1663">
                  <c:v>45793</c:v>
                </c:pt>
                <c:pt idx="1664">
                  <c:v>45796</c:v>
                </c:pt>
                <c:pt idx="1665">
                  <c:v>45797</c:v>
                </c:pt>
                <c:pt idx="1666">
                  <c:v>45798</c:v>
                </c:pt>
                <c:pt idx="1667">
                  <c:v>45799</c:v>
                </c:pt>
                <c:pt idx="1668">
                  <c:v>45800</c:v>
                </c:pt>
                <c:pt idx="1669">
                  <c:v>45803</c:v>
                </c:pt>
                <c:pt idx="1670">
                  <c:v>45804</c:v>
                </c:pt>
                <c:pt idx="1671">
                  <c:v>45805</c:v>
                </c:pt>
                <c:pt idx="1672">
                  <c:v>45806</c:v>
                </c:pt>
                <c:pt idx="1673">
                  <c:v>45807</c:v>
                </c:pt>
                <c:pt idx="1674">
                  <c:v>45810</c:v>
                </c:pt>
                <c:pt idx="1675">
                  <c:v>45811</c:v>
                </c:pt>
                <c:pt idx="1676">
                  <c:v>45812</c:v>
                </c:pt>
                <c:pt idx="1677">
                  <c:v>45813</c:v>
                </c:pt>
                <c:pt idx="1678">
                  <c:v>45814</c:v>
                </c:pt>
                <c:pt idx="1679">
                  <c:v>45817</c:v>
                </c:pt>
                <c:pt idx="1680">
                  <c:v>45818</c:v>
                </c:pt>
                <c:pt idx="1681">
                  <c:v>45819</c:v>
                </c:pt>
                <c:pt idx="1682">
                  <c:v>45820</c:v>
                </c:pt>
                <c:pt idx="1683">
                  <c:v>45821</c:v>
                </c:pt>
                <c:pt idx="1684">
                  <c:v>45824</c:v>
                </c:pt>
                <c:pt idx="1685">
                  <c:v>45825</c:v>
                </c:pt>
                <c:pt idx="1686">
                  <c:v>45826</c:v>
                </c:pt>
                <c:pt idx="1687">
                  <c:v>45827</c:v>
                </c:pt>
                <c:pt idx="1688">
                  <c:v>45828</c:v>
                </c:pt>
                <c:pt idx="1689">
                  <c:v>45831</c:v>
                </c:pt>
                <c:pt idx="1690">
                  <c:v>45832</c:v>
                </c:pt>
                <c:pt idx="1691">
                  <c:v>45833</c:v>
                </c:pt>
                <c:pt idx="1692">
                  <c:v>45834</c:v>
                </c:pt>
                <c:pt idx="1693">
                  <c:v>45835</c:v>
                </c:pt>
                <c:pt idx="1694">
                  <c:v>45838</c:v>
                </c:pt>
                <c:pt idx="1695">
                  <c:v>45839</c:v>
                </c:pt>
                <c:pt idx="1696">
                  <c:v>45840</c:v>
                </c:pt>
                <c:pt idx="1697">
                  <c:v>45841</c:v>
                </c:pt>
                <c:pt idx="1698">
                  <c:v>45842</c:v>
                </c:pt>
                <c:pt idx="1699">
                  <c:v>45845</c:v>
                </c:pt>
                <c:pt idx="1700">
                  <c:v>45846</c:v>
                </c:pt>
                <c:pt idx="1701">
                  <c:v>45847</c:v>
                </c:pt>
                <c:pt idx="1702">
                  <c:v>45848</c:v>
                </c:pt>
                <c:pt idx="1703">
                  <c:v>45849</c:v>
                </c:pt>
                <c:pt idx="1704">
                  <c:v>45852</c:v>
                </c:pt>
                <c:pt idx="1705">
                  <c:v>45853</c:v>
                </c:pt>
                <c:pt idx="1706">
                  <c:v>45854</c:v>
                </c:pt>
                <c:pt idx="1707">
                  <c:v>45855</c:v>
                </c:pt>
                <c:pt idx="1708">
                  <c:v>45856</c:v>
                </c:pt>
                <c:pt idx="1709">
                  <c:v>45859</c:v>
                </c:pt>
                <c:pt idx="1710">
                  <c:v>45860</c:v>
                </c:pt>
                <c:pt idx="1711">
                  <c:v>45861</c:v>
                </c:pt>
                <c:pt idx="1712">
                  <c:v>45862</c:v>
                </c:pt>
                <c:pt idx="1713">
                  <c:v>45863</c:v>
                </c:pt>
                <c:pt idx="1714">
                  <c:v>45866</c:v>
                </c:pt>
                <c:pt idx="1715">
                  <c:v>45867</c:v>
                </c:pt>
                <c:pt idx="1716">
                  <c:v>45868</c:v>
                </c:pt>
                <c:pt idx="1717">
                  <c:v>45869</c:v>
                </c:pt>
                <c:pt idx="1718">
                  <c:v>45870</c:v>
                </c:pt>
                <c:pt idx="1719">
                  <c:v>45873</c:v>
                </c:pt>
                <c:pt idx="1720">
                  <c:v>45874</c:v>
                </c:pt>
                <c:pt idx="1721">
                  <c:v>45875</c:v>
                </c:pt>
                <c:pt idx="1722">
                  <c:v>45876</c:v>
                </c:pt>
                <c:pt idx="1723">
                  <c:v>45877</c:v>
                </c:pt>
                <c:pt idx="1724">
                  <c:v>45880</c:v>
                </c:pt>
                <c:pt idx="1725">
                  <c:v>45881</c:v>
                </c:pt>
                <c:pt idx="1726">
                  <c:v>45882</c:v>
                </c:pt>
                <c:pt idx="1727">
                  <c:v>45883</c:v>
                </c:pt>
                <c:pt idx="1728">
                  <c:v>45884</c:v>
                </c:pt>
                <c:pt idx="1729">
                  <c:v>45887</c:v>
                </c:pt>
                <c:pt idx="1730">
                  <c:v>45888</c:v>
                </c:pt>
                <c:pt idx="1731">
                  <c:v>45889</c:v>
                </c:pt>
                <c:pt idx="1732">
                  <c:v>45890</c:v>
                </c:pt>
                <c:pt idx="1733">
                  <c:v>45891</c:v>
                </c:pt>
                <c:pt idx="1734">
                  <c:v>45894</c:v>
                </c:pt>
                <c:pt idx="1735">
                  <c:v>45895</c:v>
                </c:pt>
                <c:pt idx="1736">
                  <c:v>45896</c:v>
                </c:pt>
                <c:pt idx="1737">
                  <c:v>45897</c:v>
                </c:pt>
                <c:pt idx="1738">
                  <c:v>45898</c:v>
                </c:pt>
                <c:pt idx="1739">
                  <c:v>45901</c:v>
                </c:pt>
                <c:pt idx="1740">
                  <c:v>45902</c:v>
                </c:pt>
                <c:pt idx="1741">
                  <c:v>45903</c:v>
                </c:pt>
                <c:pt idx="1742">
                  <c:v>45904</c:v>
                </c:pt>
                <c:pt idx="1743">
                  <c:v>45905</c:v>
                </c:pt>
                <c:pt idx="1744">
                  <c:v>45908</c:v>
                </c:pt>
                <c:pt idx="1745">
                  <c:v>45909</c:v>
                </c:pt>
                <c:pt idx="1746">
                  <c:v>45910</c:v>
                </c:pt>
                <c:pt idx="1747">
                  <c:v>45911</c:v>
                </c:pt>
                <c:pt idx="1748">
                  <c:v>45912</c:v>
                </c:pt>
                <c:pt idx="1749">
                  <c:v>45915</c:v>
                </c:pt>
                <c:pt idx="1750">
                  <c:v>45916</c:v>
                </c:pt>
                <c:pt idx="1751">
                  <c:v>45917</c:v>
                </c:pt>
                <c:pt idx="1752">
                  <c:v>45918</c:v>
                </c:pt>
                <c:pt idx="1753">
                  <c:v>45919</c:v>
                </c:pt>
                <c:pt idx="1754">
                  <c:v>45922</c:v>
                </c:pt>
                <c:pt idx="1755">
                  <c:v>45923</c:v>
                </c:pt>
                <c:pt idx="1756">
                  <c:v>45924</c:v>
                </c:pt>
                <c:pt idx="1757">
                  <c:v>45925</c:v>
                </c:pt>
                <c:pt idx="1758">
                  <c:v>45926</c:v>
                </c:pt>
                <c:pt idx="1759">
                  <c:v>45929</c:v>
                </c:pt>
                <c:pt idx="1760">
                  <c:v>45930</c:v>
                </c:pt>
                <c:pt idx="1761">
                  <c:v>45931</c:v>
                </c:pt>
                <c:pt idx="1762">
                  <c:v>45932</c:v>
                </c:pt>
                <c:pt idx="1763">
                  <c:v>45933</c:v>
                </c:pt>
                <c:pt idx="1764">
                  <c:v>45936</c:v>
                </c:pt>
                <c:pt idx="1765">
                  <c:v>45937</c:v>
                </c:pt>
                <c:pt idx="1766">
                  <c:v>45938</c:v>
                </c:pt>
                <c:pt idx="1767">
                  <c:v>45939</c:v>
                </c:pt>
                <c:pt idx="1768">
                  <c:v>45940</c:v>
                </c:pt>
                <c:pt idx="1769">
                  <c:v>45943</c:v>
                </c:pt>
                <c:pt idx="1770">
                  <c:v>45944</c:v>
                </c:pt>
                <c:pt idx="1771">
                  <c:v>45945</c:v>
                </c:pt>
                <c:pt idx="1772">
                  <c:v>45946</c:v>
                </c:pt>
                <c:pt idx="1773">
                  <c:v>45947</c:v>
                </c:pt>
                <c:pt idx="1774">
                  <c:v>45950</c:v>
                </c:pt>
                <c:pt idx="1775">
                  <c:v>45951</c:v>
                </c:pt>
                <c:pt idx="1776">
                  <c:v>45952</c:v>
                </c:pt>
                <c:pt idx="1777">
                  <c:v>45953</c:v>
                </c:pt>
                <c:pt idx="1778">
                  <c:v>45954</c:v>
                </c:pt>
                <c:pt idx="1779">
                  <c:v>45957</c:v>
                </c:pt>
                <c:pt idx="1780">
                  <c:v>45958</c:v>
                </c:pt>
                <c:pt idx="1781">
                  <c:v>45959</c:v>
                </c:pt>
                <c:pt idx="1782">
                  <c:v>45960</c:v>
                </c:pt>
                <c:pt idx="1783">
                  <c:v>45961</c:v>
                </c:pt>
                <c:pt idx="1784">
                  <c:v>45964</c:v>
                </c:pt>
                <c:pt idx="1785">
                  <c:v>45965</c:v>
                </c:pt>
                <c:pt idx="1786">
                  <c:v>45966</c:v>
                </c:pt>
                <c:pt idx="1787">
                  <c:v>45967</c:v>
                </c:pt>
                <c:pt idx="1788">
                  <c:v>45968</c:v>
                </c:pt>
                <c:pt idx="1789">
                  <c:v>45971</c:v>
                </c:pt>
                <c:pt idx="1790">
                  <c:v>45972</c:v>
                </c:pt>
                <c:pt idx="1791">
                  <c:v>45973</c:v>
                </c:pt>
                <c:pt idx="1792">
                  <c:v>45974</c:v>
                </c:pt>
                <c:pt idx="1793">
                  <c:v>45975</c:v>
                </c:pt>
                <c:pt idx="1794">
                  <c:v>45978</c:v>
                </c:pt>
                <c:pt idx="1795">
                  <c:v>45979</c:v>
                </c:pt>
                <c:pt idx="1796">
                  <c:v>45980</c:v>
                </c:pt>
                <c:pt idx="1797">
                  <c:v>45981</c:v>
                </c:pt>
                <c:pt idx="1798">
                  <c:v>45982</c:v>
                </c:pt>
                <c:pt idx="1799">
                  <c:v>45985</c:v>
                </c:pt>
                <c:pt idx="1800">
                  <c:v>45986</c:v>
                </c:pt>
                <c:pt idx="1801">
                  <c:v>45987</c:v>
                </c:pt>
                <c:pt idx="1802">
                  <c:v>45988</c:v>
                </c:pt>
                <c:pt idx="1803">
                  <c:v>45989</c:v>
                </c:pt>
                <c:pt idx="1804">
                  <c:v>45992</c:v>
                </c:pt>
                <c:pt idx="1805">
                  <c:v>45993</c:v>
                </c:pt>
                <c:pt idx="1806">
                  <c:v>45994</c:v>
                </c:pt>
                <c:pt idx="1807">
                  <c:v>45995</c:v>
                </c:pt>
                <c:pt idx="1808">
                  <c:v>45996</c:v>
                </c:pt>
                <c:pt idx="1809">
                  <c:v>45999</c:v>
                </c:pt>
                <c:pt idx="1810">
                  <c:v>46000</c:v>
                </c:pt>
                <c:pt idx="1811">
                  <c:v>46001</c:v>
                </c:pt>
                <c:pt idx="1812">
                  <c:v>46002</c:v>
                </c:pt>
                <c:pt idx="1813">
                  <c:v>46003</c:v>
                </c:pt>
                <c:pt idx="1814">
                  <c:v>46006</c:v>
                </c:pt>
                <c:pt idx="1815">
                  <c:v>46007</c:v>
                </c:pt>
                <c:pt idx="1816">
                  <c:v>46008</c:v>
                </c:pt>
                <c:pt idx="1817">
                  <c:v>46009</c:v>
                </c:pt>
                <c:pt idx="1818">
                  <c:v>46010</c:v>
                </c:pt>
                <c:pt idx="1819">
                  <c:v>46013</c:v>
                </c:pt>
                <c:pt idx="1820">
                  <c:v>46014</c:v>
                </c:pt>
                <c:pt idx="1821">
                  <c:v>46015</c:v>
                </c:pt>
                <c:pt idx="1822">
                  <c:v>46020</c:v>
                </c:pt>
                <c:pt idx="1823">
                  <c:v>46021</c:v>
                </c:pt>
                <c:pt idx="1824">
                  <c:v>46022</c:v>
                </c:pt>
                <c:pt idx="1825">
                  <c:v>46024</c:v>
                </c:pt>
                <c:pt idx="1826">
                  <c:v>46027</c:v>
                </c:pt>
                <c:pt idx="1827">
                  <c:v>46028</c:v>
                </c:pt>
                <c:pt idx="1828">
                  <c:v>46029</c:v>
                </c:pt>
                <c:pt idx="1829">
                  <c:v>46030</c:v>
                </c:pt>
                <c:pt idx="1830">
                  <c:v>46031</c:v>
                </c:pt>
                <c:pt idx="1831">
                  <c:v>46034</c:v>
                </c:pt>
                <c:pt idx="1832">
                  <c:v>46035</c:v>
                </c:pt>
                <c:pt idx="1833">
                  <c:v>46036</c:v>
                </c:pt>
                <c:pt idx="1834">
                  <c:v>46037</c:v>
                </c:pt>
                <c:pt idx="1835">
                  <c:v>46041</c:v>
                </c:pt>
                <c:pt idx="1836">
                  <c:v>46042</c:v>
                </c:pt>
                <c:pt idx="1837">
                  <c:v>46043</c:v>
                </c:pt>
                <c:pt idx="1838">
                  <c:v>46044</c:v>
                </c:pt>
                <c:pt idx="1839">
                  <c:v>46045</c:v>
                </c:pt>
                <c:pt idx="1840">
                  <c:v>46048</c:v>
                </c:pt>
                <c:pt idx="1841">
                  <c:v>46049</c:v>
                </c:pt>
                <c:pt idx="1842">
                  <c:v>46050</c:v>
                </c:pt>
                <c:pt idx="1843">
                  <c:v>46051</c:v>
                </c:pt>
                <c:pt idx="1844">
                  <c:v>46052</c:v>
                </c:pt>
                <c:pt idx="1845">
                  <c:v>46055</c:v>
                </c:pt>
                <c:pt idx="1846">
                  <c:v>46056</c:v>
                </c:pt>
                <c:pt idx="1847">
                  <c:v>46057</c:v>
                </c:pt>
                <c:pt idx="1848">
                  <c:v>46058</c:v>
                </c:pt>
                <c:pt idx="1849">
                  <c:v>46059</c:v>
                </c:pt>
                <c:pt idx="1850">
                  <c:v>46062</c:v>
                </c:pt>
                <c:pt idx="1851">
                  <c:v>46063</c:v>
                </c:pt>
                <c:pt idx="1852">
                  <c:v>46064</c:v>
                </c:pt>
                <c:pt idx="1853">
                  <c:v>46065</c:v>
                </c:pt>
                <c:pt idx="1854">
                  <c:v>46066</c:v>
                </c:pt>
                <c:pt idx="1855">
                  <c:v>46071</c:v>
                </c:pt>
                <c:pt idx="1856">
                  <c:v>46072</c:v>
                </c:pt>
                <c:pt idx="1857">
                  <c:v>46073</c:v>
                </c:pt>
                <c:pt idx="1858">
                  <c:v>46076</c:v>
                </c:pt>
                <c:pt idx="1859">
                  <c:v>46077</c:v>
                </c:pt>
                <c:pt idx="1860">
                  <c:v>46078</c:v>
                </c:pt>
                <c:pt idx="1861">
                  <c:v>46079</c:v>
                </c:pt>
                <c:pt idx="1862">
                  <c:v>46080</c:v>
                </c:pt>
                <c:pt idx="1863">
                  <c:v>46083</c:v>
                </c:pt>
                <c:pt idx="1864">
                  <c:v>46084</c:v>
                </c:pt>
                <c:pt idx="1865">
                  <c:v>46085</c:v>
                </c:pt>
                <c:pt idx="1866">
                  <c:v>46086</c:v>
                </c:pt>
                <c:pt idx="1867">
                  <c:v>46087</c:v>
                </c:pt>
                <c:pt idx="1868">
                  <c:v>46090</c:v>
                </c:pt>
                <c:pt idx="1869">
                  <c:v>46091</c:v>
                </c:pt>
                <c:pt idx="1870">
                  <c:v>46092</c:v>
                </c:pt>
                <c:pt idx="1871">
                  <c:v>46093</c:v>
                </c:pt>
                <c:pt idx="1872">
                  <c:v>46094</c:v>
                </c:pt>
                <c:pt idx="1873">
                  <c:v>46097</c:v>
                </c:pt>
                <c:pt idx="1874">
                  <c:v>46098</c:v>
                </c:pt>
                <c:pt idx="1875">
                  <c:v>46106</c:v>
                </c:pt>
                <c:pt idx="1876">
                  <c:v>46107</c:v>
                </c:pt>
                <c:pt idx="1877">
                  <c:v>46108</c:v>
                </c:pt>
                <c:pt idx="1878">
                  <c:v>46111</c:v>
                </c:pt>
                <c:pt idx="1879">
                  <c:v>46112</c:v>
                </c:pt>
                <c:pt idx="1880">
                  <c:v>46113</c:v>
                </c:pt>
                <c:pt idx="1881">
                  <c:v>46114</c:v>
                </c:pt>
                <c:pt idx="1882">
                  <c:v>46118</c:v>
                </c:pt>
                <c:pt idx="1883">
                  <c:v>46119</c:v>
                </c:pt>
                <c:pt idx="1884">
                  <c:v>46120</c:v>
                </c:pt>
                <c:pt idx="1885">
                  <c:v>46121</c:v>
                </c:pt>
                <c:pt idx="1886">
                  <c:v>46122</c:v>
                </c:pt>
                <c:pt idx="1887">
                  <c:v>46125</c:v>
                </c:pt>
                <c:pt idx="1888">
                  <c:v>46126</c:v>
                </c:pt>
                <c:pt idx="1889">
                  <c:v>46127</c:v>
                </c:pt>
                <c:pt idx="1890">
                  <c:v>46128</c:v>
                </c:pt>
                <c:pt idx="1891">
                  <c:v>46129</c:v>
                </c:pt>
                <c:pt idx="1892">
                  <c:v>46132</c:v>
                </c:pt>
                <c:pt idx="1893">
                  <c:v>46133</c:v>
                </c:pt>
                <c:pt idx="1894">
                  <c:v>46134</c:v>
                </c:pt>
                <c:pt idx="1895">
                  <c:v>46135</c:v>
                </c:pt>
                <c:pt idx="1896">
                  <c:v>46136</c:v>
                </c:pt>
                <c:pt idx="1897">
                  <c:v>46139</c:v>
                </c:pt>
                <c:pt idx="1898">
                  <c:v>46140</c:v>
                </c:pt>
                <c:pt idx="1899">
                  <c:v>46141</c:v>
                </c:pt>
                <c:pt idx="1900">
                  <c:v>46142</c:v>
                </c:pt>
                <c:pt idx="1901">
                  <c:v>46146</c:v>
                </c:pt>
                <c:pt idx="1902">
                  <c:v>46147</c:v>
                </c:pt>
                <c:pt idx="1903">
                  <c:v>46148</c:v>
                </c:pt>
                <c:pt idx="1904">
                  <c:v>46149</c:v>
                </c:pt>
                <c:pt idx="1905">
                  <c:v>46150</c:v>
                </c:pt>
                <c:pt idx="1906">
                  <c:v>46153</c:v>
                </c:pt>
                <c:pt idx="1907">
                  <c:v>46154</c:v>
                </c:pt>
                <c:pt idx="1908">
                  <c:v>46155</c:v>
                </c:pt>
                <c:pt idx="1909">
                  <c:v>46160</c:v>
                </c:pt>
                <c:pt idx="1910">
                  <c:v>46161</c:v>
                </c:pt>
                <c:pt idx="1911">
                  <c:v>46162</c:v>
                </c:pt>
                <c:pt idx="1912">
                  <c:v>46163</c:v>
                </c:pt>
                <c:pt idx="1913">
                  <c:v>46164</c:v>
                </c:pt>
                <c:pt idx="1914">
                  <c:v>46167</c:v>
                </c:pt>
                <c:pt idx="1915">
                  <c:v>46168</c:v>
                </c:pt>
                <c:pt idx="1916">
                  <c:v>46171</c:v>
                </c:pt>
                <c:pt idx="1917">
                  <c:v>46174</c:v>
                </c:pt>
                <c:pt idx="1918">
                  <c:v>46175</c:v>
                </c:pt>
                <c:pt idx="1919">
                  <c:v>46176</c:v>
                </c:pt>
                <c:pt idx="1920">
                  <c:v>46177</c:v>
                </c:pt>
                <c:pt idx="1921">
                  <c:v>46178</c:v>
                </c:pt>
                <c:pt idx="1922">
                  <c:v>46181</c:v>
                </c:pt>
                <c:pt idx="1923">
                  <c:v>46182</c:v>
                </c:pt>
                <c:pt idx="1924">
                  <c:v>46183</c:v>
                </c:pt>
                <c:pt idx="1925">
                  <c:v>46184</c:v>
                </c:pt>
                <c:pt idx="1926">
                  <c:v>46185</c:v>
                </c:pt>
                <c:pt idx="1927">
                  <c:v>46188</c:v>
                </c:pt>
                <c:pt idx="1928">
                  <c:v>46190</c:v>
                </c:pt>
                <c:pt idx="1929">
                  <c:v>46191</c:v>
                </c:pt>
                <c:pt idx="1930">
                  <c:v>46192</c:v>
                </c:pt>
                <c:pt idx="1931">
                  <c:v>46195</c:v>
                </c:pt>
                <c:pt idx="1932">
                  <c:v>46196</c:v>
                </c:pt>
                <c:pt idx="1933">
                  <c:v>46197</c:v>
                </c:pt>
                <c:pt idx="1934">
                  <c:v>46198</c:v>
                </c:pt>
                <c:pt idx="1935">
                  <c:v>46199</c:v>
                </c:pt>
                <c:pt idx="1936">
                  <c:v>46202</c:v>
                </c:pt>
                <c:pt idx="1937">
                  <c:v>46203</c:v>
                </c:pt>
                <c:pt idx="1938">
                  <c:v>46204</c:v>
                </c:pt>
                <c:pt idx="1939">
                  <c:v>46205</c:v>
                </c:pt>
                <c:pt idx="1940">
                  <c:v>46206</c:v>
                </c:pt>
                <c:pt idx="1941">
                  <c:v>46209</c:v>
                </c:pt>
                <c:pt idx="1942">
                  <c:v>46210</c:v>
                </c:pt>
                <c:pt idx="1943">
                  <c:v>46211</c:v>
                </c:pt>
                <c:pt idx="1944">
                  <c:v>46212</c:v>
                </c:pt>
                <c:pt idx="1945">
                  <c:v>46213</c:v>
                </c:pt>
                <c:pt idx="1946">
                  <c:v>46216</c:v>
                </c:pt>
                <c:pt idx="1947">
                  <c:v>46217</c:v>
                </c:pt>
                <c:pt idx="1948">
                  <c:v>46218</c:v>
                </c:pt>
                <c:pt idx="1949">
                  <c:v>46219</c:v>
                </c:pt>
                <c:pt idx="1950">
                  <c:v>46220</c:v>
                </c:pt>
                <c:pt idx="1951">
                  <c:v>46223</c:v>
                </c:pt>
                <c:pt idx="1952">
                  <c:v>46224</c:v>
                </c:pt>
                <c:pt idx="1953">
                  <c:v>46225</c:v>
                </c:pt>
                <c:pt idx="1954">
                  <c:v>46226</c:v>
                </c:pt>
                <c:pt idx="1955">
                  <c:v>46227</c:v>
                </c:pt>
                <c:pt idx="1956">
                  <c:v>46230</c:v>
                </c:pt>
                <c:pt idx="1957">
                  <c:v>46231</c:v>
                </c:pt>
                <c:pt idx="1958">
                  <c:v>46232</c:v>
                </c:pt>
                <c:pt idx="1959">
                  <c:v>46233</c:v>
                </c:pt>
                <c:pt idx="1960">
                  <c:v>46234</c:v>
                </c:pt>
                <c:pt idx="1961">
                  <c:v>46237</c:v>
                </c:pt>
                <c:pt idx="1962">
                  <c:v>46238</c:v>
                </c:pt>
                <c:pt idx="1963">
                  <c:v>46239</c:v>
                </c:pt>
                <c:pt idx="1964">
                  <c:v>46240</c:v>
                </c:pt>
                <c:pt idx="1965">
                  <c:v>46241</c:v>
                </c:pt>
                <c:pt idx="1966">
                  <c:v>46244</c:v>
                </c:pt>
                <c:pt idx="1967">
                  <c:v>46245</c:v>
                </c:pt>
                <c:pt idx="1968">
                  <c:v>46246</c:v>
                </c:pt>
                <c:pt idx="1969">
                  <c:v>46247</c:v>
                </c:pt>
                <c:pt idx="1970">
                  <c:v>46248</c:v>
                </c:pt>
                <c:pt idx="1971">
                  <c:v>46252</c:v>
                </c:pt>
                <c:pt idx="1972">
                  <c:v>46253</c:v>
                </c:pt>
                <c:pt idx="1973">
                  <c:v>46254</c:v>
                </c:pt>
                <c:pt idx="1974">
                  <c:v>46255</c:v>
                </c:pt>
                <c:pt idx="1975">
                  <c:v>46258</c:v>
                </c:pt>
                <c:pt idx="1976">
                  <c:v>46260</c:v>
                </c:pt>
                <c:pt idx="1977">
                  <c:v>46261</c:v>
                </c:pt>
                <c:pt idx="1978">
                  <c:v>46262</c:v>
                </c:pt>
                <c:pt idx="1979">
                  <c:v>46265</c:v>
                </c:pt>
                <c:pt idx="1980">
                  <c:v>46266</c:v>
                </c:pt>
                <c:pt idx="1981">
                  <c:v>46267</c:v>
                </c:pt>
                <c:pt idx="1982">
                  <c:v>46268</c:v>
                </c:pt>
                <c:pt idx="1983">
                  <c:v>46269</c:v>
                </c:pt>
                <c:pt idx="1984">
                  <c:v>46272</c:v>
                </c:pt>
                <c:pt idx="1985">
                  <c:v>46273</c:v>
                </c:pt>
                <c:pt idx="1986">
                  <c:v>46274</c:v>
                </c:pt>
                <c:pt idx="1987">
                  <c:v>46275</c:v>
                </c:pt>
                <c:pt idx="1988">
                  <c:v>46276</c:v>
                </c:pt>
                <c:pt idx="1989">
                  <c:v>46279</c:v>
                </c:pt>
                <c:pt idx="1990">
                  <c:v>46280</c:v>
                </c:pt>
                <c:pt idx="1991">
                  <c:v>46281</c:v>
                </c:pt>
                <c:pt idx="1992">
                  <c:v>46282</c:v>
                </c:pt>
                <c:pt idx="1993">
                  <c:v>46283</c:v>
                </c:pt>
                <c:pt idx="1994">
                  <c:v>46286</c:v>
                </c:pt>
                <c:pt idx="1995">
                  <c:v>46287</c:v>
                </c:pt>
                <c:pt idx="1996">
                  <c:v>46288</c:v>
                </c:pt>
                <c:pt idx="1997">
                  <c:v>46289</c:v>
                </c:pt>
                <c:pt idx="1998">
                  <c:v>46290</c:v>
                </c:pt>
                <c:pt idx="1999">
                  <c:v>46293</c:v>
                </c:pt>
              </c:numCache>
            </c:numRef>
          </c:cat>
          <c:val>
            <c:numRef>
              <c:f>Sheet1!$B$2:$B$2001</c:f>
              <c:numCache>
                <c:formatCode>_(* #,##0_);_(* \(#,##0\);_(* "-"_);_(@_)</c:formatCode>
                <c:ptCount val="2000"/>
                <c:pt idx="0">
                  <c:v>14390</c:v>
                </c:pt>
                <c:pt idx="1">
                  <c:v>14458</c:v>
                </c:pt>
                <c:pt idx="2">
                  <c:v>14410</c:v>
                </c:pt>
                <c:pt idx="3">
                  <c:v>14270</c:v>
                </c:pt>
                <c:pt idx="4">
                  <c:v>14080</c:v>
                </c:pt>
                <c:pt idx="5">
                  <c:v>14148</c:v>
                </c:pt>
                <c:pt idx="6">
                  <c:v>14125</c:v>
                </c:pt>
                <c:pt idx="7">
                  <c:v>14053</c:v>
                </c:pt>
                <c:pt idx="8">
                  <c:v>14048</c:v>
                </c:pt>
                <c:pt idx="9">
                  <c:v>14125</c:v>
                </c:pt>
                <c:pt idx="10">
                  <c:v>14090</c:v>
                </c:pt>
                <c:pt idx="11">
                  <c:v>14128</c:v>
                </c:pt>
                <c:pt idx="12">
                  <c:v>14192</c:v>
                </c:pt>
                <c:pt idx="13">
                  <c:v>14178</c:v>
                </c:pt>
                <c:pt idx="14">
                  <c:v>14228</c:v>
                </c:pt>
                <c:pt idx="15">
                  <c:v>14220</c:v>
                </c:pt>
                <c:pt idx="16">
                  <c:v>14188</c:v>
                </c:pt>
                <c:pt idx="17">
                  <c:v>14170</c:v>
                </c:pt>
                <c:pt idx="18">
                  <c:v>14093</c:v>
                </c:pt>
                <c:pt idx="19">
                  <c:v>14072</c:v>
                </c:pt>
                <c:pt idx="20">
                  <c:v>14096</c:v>
                </c:pt>
                <c:pt idx="21">
                  <c:v>14131</c:v>
                </c:pt>
                <c:pt idx="22">
                  <c:v>13973</c:v>
                </c:pt>
                <c:pt idx="23">
                  <c:v>13945</c:v>
                </c:pt>
                <c:pt idx="24">
                  <c:v>13960</c:v>
                </c:pt>
                <c:pt idx="25">
                  <c:v>13960</c:v>
                </c:pt>
                <c:pt idx="26">
                  <c:v>13920</c:v>
                </c:pt>
                <c:pt idx="27">
                  <c:v>13973</c:v>
                </c:pt>
                <c:pt idx="28">
                  <c:v>13965</c:v>
                </c:pt>
                <c:pt idx="29">
                  <c:v>14038</c:v>
                </c:pt>
                <c:pt idx="30">
                  <c:v>14069</c:v>
                </c:pt>
                <c:pt idx="31">
                  <c:v>14058</c:v>
                </c:pt>
                <c:pt idx="32">
                  <c:v>14090</c:v>
                </c:pt>
                <c:pt idx="33">
                  <c:v>14149</c:v>
                </c:pt>
                <c:pt idx="34">
                  <c:v>14107</c:v>
                </c:pt>
                <c:pt idx="35">
                  <c:v>14103</c:v>
                </c:pt>
                <c:pt idx="36">
                  <c:v>14042</c:v>
                </c:pt>
                <c:pt idx="37">
                  <c:v>14071</c:v>
                </c:pt>
                <c:pt idx="38">
                  <c:v>14058</c:v>
                </c:pt>
                <c:pt idx="39">
                  <c:v>14018</c:v>
                </c:pt>
                <c:pt idx="40">
                  <c:v>13992</c:v>
                </c:pt>
                <c:pt idx="41">
                  <c:v>14030</c:v>
                </c:pt>
                <c:pt idx="42">
                  <c:v>14069</c:v>
                </c:pt>
                <c:pt idx="43">
                  <c:v>14120</c:v>
                </c:pt>
                <c:pt idx="44">
                  <c:v>14130</c:v>
                </c:pt>
                <c:pt idx="45">
                  <c:v>14128</c:v>
                </c:pt>
                <c:pt idx="46">
                  <c:v>14144</c:v>
                </c:pt>
                <c:pt idx="47">
                  <c:v>14144</c:v>
                </c:pt>
                <c:pt idx="48">
                  <c:v>14315</c:v>
                </c:pt>
                <c:pt idx="49">
                  <c:v>14291</c:v>
                </c:pt>
                <c:pt idx="50">
                  <c:v>14265</c:v>
                </c:pt>
                <c:pt idx="51">
                  <c:v>14265</c:v>
                </c:pt>
                <c:pt idx="52">
                  <c:v>14278</c:v>
                </c:pt>
                <c:pt idx="53">
                  <c:v>14262</c:v>
                </c:pt>
                <c:pt idx="54">
                  <c:v>14239</c:v>
                </c:pt>
                <c:pt idx="55">
                  <c:v>14232</c:v>
                </c:pt>
                <c:pt idx="56">
                  <c:v>14188</c:v>
                </c:pt>
                <c:pt idx="57">
                  <c:v>14140</c:v>
                </c:pt>
                <c:pt idx="58">
                  <c:v>14165</c:v>
                </c:pt>
                <c:pt idx="59">
                  <c:v>14185</c:v>
                </c:pt>
                <c:pt idx="60">
                  <c:v>14172</c:v>
                </c:pt>
                <c:pt idx="61">
                  <c:v>14195</c:v>
                </c:pt>
                <c:pt idx="62">
                  <c:v>14243</c:v>
                </c:pt>
                <c:pt idx="63">
                  <c:v>14241</c:v>
                </c:pt>
                <c:pt idx="64">
                  <c:v>14225</c:v>
                </c:pt>
                <c:pt idx="65">
                  <c:v>14220</c:v>
                </c:pt>
                <c:pt idx="66">
                  <c:v>14220</c:v>
                </c:pt>
                <c:pt idx="67">
                  <c:v>14182</c:v>
                </c:pt>
                <c:pt idx="68">
                  <c:v>14133</c:v>
                </c:pt>
                <c:pt idx="69">
                  <c:v>14167</c:v>
                </c:pt>
                <c:pt idx="70">
                  <c:v>14133</c:v>
                </c:pt>
                <c:pt idx="71">
                  <c:v>14153</c:v>
                </c:pt>
                <c:pt idx="72">
                  <c:v>14140</c:v>
                </c:pt>
                <c:pt idx="73">
                  <c:v>14095</c:v>
                </c:pt>
                <c:pt idx="74">
                  <c:v>14060</c:v>
                </c:pt>
                <c:pt idx="75">
                  <c:v>14085</c:v>
                </c:pt>
                <c:pt idx="76">
                  <c:v>14085</c:v>
                </c:pt>
                <c:pt idx="77">
                  <c:v>14045</c:v>
                </c:pt>
                <c:pt idx="78">
                  <c:v>14045</c:v>
                </c:pt>
                <c:pt idx="79">
                  <c:v>14078</c:v>
                </c:pt>
                <c:pt idx="80">
                  <c:v>14080</c:v>
                </c:pt>
                <c:pt idx="81">
                  <c:v>14104</c:v>
                </c:pt>
                <c:pt idx="82">
                  <c:v>14187</c:v>
                </c:pt>
                <c:pt idx="83">
                  <c:v>14190</c:v>
                </c:pt>
                <c:pt idx="84">
                  <c:v>14209</c:v>
                </c:pt>
                <c:pt idx="85">
                  <c:v>14259</c:v>
                </c:pt>
                <c:pt idx="86">
                  <c:v>14259</c:v>
                </c:pt>
                <c:pt idx="87">
                  <c:v>14252</c:v>
                </c:pt>
                <c:pt idx="88">
                  <c:v>14266</c:v>
                </c:pt>
                <c:pt idx="89">
                  <c:v>14299</c:v>
                </c:pt>
                <c:pt idx="90">
                  <c:v>14280</c:v>
                </c:pt>
                <c:pt idx="91">
                  <c:v>14295</c:v>
                </c:pt>
                <c:pt idx="92">
                  <c:v>14365</c:v>
                </c:pt>
                <c:pt idx="93">
                  <c:v>14327</c:v>
                </c:pt>
                <c:pt idx="94">
                  <c:v>14425</c:v>
                </c:pt>
                <c:pt idx="95">
                  <c:v>14438</c:v>
                </c:pt>
                <c:pt idx="96">
                  <c:v>14460</c:v>
                </c:pt>
                <c:pt idx="97">
                  <c:v>14452</c:v>
                </c:pt>
                <c:pt idx="98">
                  <c:v>14453</c:v>
                </c:pt>
                <c:pt idx="99">
                  <c:v>14458</c:v>
                </c:pt>
                <c:pt idx="100">
                  <c:v>14480</c:v>
                </c:pt>
                <c:pt idx="101">
                  <c:v>14525</c:v>
                </c:pt>
                <c:pt idx="102">
                  <c:v>14463</c:v>
                </c:pt>
                <c:pt idx="103">
                  <c:v>14390</c:v>
                </c:pt>
                <c:pt idx="104">
                  <c:v>14380</c:v>
                </c:pt>
                <c:pt idx="105">
                  <c:v>14377</c:v>
                </c:pt>
                <c:pt idx="106">
                  <c:v>14415</c:v>
                </c:pt>
                <c:pt idx="107">
                  <c:v>14415</c:v>
                </c:pt>
                <c:pt idx="108">
                  <c:v>14273</c:v>
                </c:pt>
                <c:pt idx="109">
                  <c:v>14273</c:v>
                </c:pt>
                <c:pt idx="110">
                  <c:v>14273</c:v>
                </c:pt>
                <c:pt idx="111">
                  <c:v>14273</c:v>
                </c:pt>
                <c:pt idx="112">
                  <c:v>14273</c:v>
                </c:pt>
                <c:pt idx="113">
                  <c:v>14273</c:v>
                </c:pt>
                <c:pt idx="114">
                  <c:v>14250</c:v>
                </c:pt>
                <c:pt idx="115">
                  <c:v>14240</c:v>
                </c:pt>
                <c:pt idx="116">
                  <c:v>14235</c:v>
                </c:pt>
                <c:pt idx="117">
                  <c:v>14280</c:v>
                </c:pt>
                <c:pt idx="118">
                  <c:v>14325</c:v>
                </c:pt>
                <c:pt idx="119">
                  <c:v>14334</c:v>
                </c:pt>
                <c:pt idx="120">
                  <c:v>14326</c:v>
                </c:pt>
                <c:pt idx="121">
                  <c:v>14270</c:v>
                </c:pt>
                <c:pt idx="122">
                  <c:v>14187</c:v>
                </c:pt>
                <c:pt idx="123">
                  <c:v>14158</c:v>
                </c:pt>
                <c:pt idx="124">
                  <c:v>14144</c:v>
                </c:pt>
                <c:pt idx="125">
                  <c:v>14125</c:v>
                </c:pt>
                <c:pt idx="126">
                  <c:v>14178</c:v>
                </c:pt>
                <c:pt idx="127">
                  <c:v>14142</c:v>
                </c:pt>
                <c:pt idx="128">
                  <c:v>14128</c:v>
                </c:pt>
                <c:pt idx="129">
                  <c:v>14113</c:v>
                </c:pt>
                <c:pt idx="130">
                  <c:v>14139</c:v>
                </c:pt>
                <c:pt idx="131">
                  <c:v>14123</c:v>
                </c:pt>
                <c:pt idx="132">
                  <c:v>14134</c:v>
                </c:pt>
                <c:pt idx="133">
                  <c:v>14083</c:v>
                </c:pt>
                <c:pt idx="134">
                  <c:v>14108</c:v>
                </c:pt>
                <c:pt idx="135">
                  <c:v>14130</c:v>
                </c:pt>
                <c:pt idx="136">
                  <c:v>14133</c:v>
                </c:pt>
                <c:pt idx="137">
                  <c:v>14067</c:v>
                </c:pt>
                <c:pt idx="138">
                  <c:v>14007</c:v>
                </c:pt>
                <c:pt idx="139">
                  <c:v>13919</c:v>
                </c:pt>
                <c:pt idx="140">
                  <c:v>13935</c:v>
                </c:pt>
                <c:pt idx="141">
                  <c:v>13983</c:v>
                </c:pt>
                <c:pt idx="142">
                  <c:v>13960</c:v>
                </c:pt>
                <c:pt idx="143">
                  <c:v>13938</c:v>
                </c:pt>
                <c:pt idx="144">
                  <c:v>13946</c:v>
                </c:pt>
                <c:pt idx="145">
                  <c:v>13985</c:v>
                </c:pt>
                <c:pt idx="146">
                  <c:v>13997</c:v>
                </c:pt>
                <c:pt idx="147">
                  <c:v>13977</c:v>
                </c:pt>
                <c:pt idx="148">
                  <c:v>14008</c:v>
                </c:pt>
                <c:pt idx="149">
                  <c:v>14020</c:v>
                </c:pt>
                <c:pt idx="150">
                  <c:v>14025</c:v>
                </c:pt>
                <c:pt idx="151">
                  <c:v>14022</c:v>
                </c:pt>
                <c:pt idx="152">
                  <c:v>14116</c:v>
                </c:pt>
                <c:pt idx="153">
                  <c:v>14185</c:v>
                </c:pt>
                <c:pt idx="154">
                  <c:v>14255</c:v>
                </c:pt>
                <c:pt idx="155">
                  <c:v>14277</c:v>
                </c:pt>
                <c:pt idx="156">
                  <c:v>14225</c:v>
                </c:pt>
                <c:pt idx="157">
                  <c:v>14210</c:v>
                </c:pt>
                <c:pt idx="158">
                  <c:v>14194</c:v>
                </c:pt>
                <c:pt idx="159">
                  <c:v>14250</c:v>
                </c:pt>
                <c:pt idx="160">
                  <c:v>14325</c:v>
                </c:pt>
                <c:pt idx="161">
                  <c:v>14249</c:v>
                </c:pt>
                <c:pt idx="162">
                  <c:v>14273</c:v>
                </c:pt>
                <c:pt idx="163">
                  <c:v>14243</c:v>
                </c:pt>
                <c:pt idx="164">
                  <c:v>14238</c:v>
                </c:pt>
                <c:pt idx="165">
                  <c:v>14268</c:v>
                </c:pt>
                <c:pt idx="166">
                  <c:v>14244</c:v>
                </c:pt>
                <c:pt idx="167">
                  <c:v>14235</c:v>
                </c:pt>
                <c:pt idx="168">
                  <c:v>14215</c:v>
                </c:pt>
                <c:pt idx="169">
                  <c:v>14243</c:v>
                </c:pt>
                <c:pt idx="170">
                  <c:v>14255</c:v>
                </c:pt>
                <c:pt idx="171">
                  <c:v>14262</c:v>
                </c:pt>
                <c:pt idx="172">
                  <c:v>14235</c:v>
                </c:pt>
                <c:pt idx="173">
                  <c:v>14191</c:v>
                </c:pt>
                <c:pt idx="174">
                  <c:v>14194</c:v>
                </c:pt>
                <c:pt idx="175">
                  <c:v>14228</c:v>
                </c:pt>
                <c:pt idx="176">
                  <c:v>14160</c:v>
                </c:pt>
                <c:pt idx="177">
                  <c:v>14155</c:v>
                </c:pt>
                <c:pt idx="178">
                  <c:v>14095</c:v>
                </c:pt>
                <c:pt idx="179">
                  <c:v>14035</c:v>
                </c:pt>
                <c:pt idx="180">
                  <c:v>14050</c:v>
                </c:pt>
                <c:pt idx="181">
                  <c:v>14060</c:v>
                </c:pt>
                <c:pt idx="182">
                  <c:v>13994</c:v>
                </c:pt>
                <c:pt idx="183">
                  <c:v>13965</c:v>
                </c:pt>
                <c:pt idx="184">
                  <c:v>14040</c:v>
                </c:pt>
                <c:pt idx="185">
                  <c:v>14099</c:v>
                </c:pt>
                <c:pt idx="186">
                  <c:v>14065</c:v>
                </c:pt>
                <c:pt idx="187">
                  <c:v>14063</c:v>
                </c:pt>
                <c:pt idx="188">
                  <c:v>14055</c:v>
                </c:pt>
                <c:pt idx="189">
                  <c:v>14087</c:v>
                </c:pt>
                <c:pt idx="190">
                  <c:v>14108</c:v>
                </c:pt>
                <c:pt idx="191">
                  <c:v>14153</c:v>
                </c:pt>
                <c:pt idx="192">
                  <c:v>14179</c:v>
                </c:pt>
                <c:pt idx="193">
                  <c:v>14172</c:v>
                </c:pt>
                <c:pt idx="194">
                  <c:v>14195</c:v>
                </c:pt>
                <c:pt idx="195">
                  <c:v>14216</c:v>
                </c:pt>
                <c:pt idx="196">
                  <c:v>14197</c:v>
                </c:pt>
                <c:pt idx="197">
                  <c:v>14173</c:v>
                </c:pt>
                <c:pt idx="198">
                  <c:v>14138</c:v>
                </c:pt>
                <c:pt idx="199">
                  <c:v>14163</c:v>
                </c:pt>
                <c:pt idx="200">
                  <c:v>14160</c:v>
                </c:pt>
                <c:pt idx="201">
                  <c:v>14175</c:v>
                </c:pt>
                <c:pt idx="202">
                  <c:v>14152</c:v>
                </c:pt>
                <c:pt idx="203">
                  <c:v>14138</c:v>
                </c:pt>
                <c:pt idx="204">
                  <c:v>14140</c:v>
                </c:pt>
                <c:pt idx="205">
                  <c:v>14166</c:v>
                </c:pt>
                <c:pt idx="206">
                  <c:v>14172</c:v>
                </c:pt>
                <c:pt idx="207">
                  <c:v>14155</c:v>
                </c:pt>
                <c:pt idx="208">
                  <c:v>14146</c:v>
                </c:pt>
                <c:pt idx="209">
                  <c:v>14079</c:v>
                </c:pt>
                <c:pt idx="210">
                  <c:v>14041</c:v>
                </c:pt>
                <c:pt idx="211">
                  <c:v>14032</c:v>
                </c:pt>
                <c:pt idx="212">
                  <c:v>14059</c:v>
                </c:pt>
                <c:pt idx="213">
                  <c:v>14038</c:v>
                </c:pt>
                <c:pt idx="214">
                  <c:v>14029</c:v>
                </c:pt>
                <c:pt idx="215">
                  <c:v>14031</c:v>
                </c:pt>
                <c:pt idx="216">
                  <c:v>14033</c:v>
                </c:pt>
                <c:pt idx="217">
                  <c:v>14041</c:v>
                </c:pt>
                <c:pt idx="218">
                  <c:v>14039</c:v>
                </c:pt>
                <c:pt idx="219">
                  <c:v>14013</c:v>
                </c:pt>
                <c:pt idx="220">
                  <c:v>13970</c:v>
                </c:pt>
                <c:pt idx="221">
                  <c:v>14018</c:v>
                </c:pt>
                <c:pt idx="222">
                  <c:v>13998</c:v>
                </c:pt>
                <c:pt idx="223">
                  <c:v>14014</c:v>
                </c:pt>
                <c:pt idx="224">
                  <c:v>14068</c:v>
                </c:pt>
                <c:pt idx="225">
                  <c:v>14054</c:v>
                </c:pt>
                <c:pt idx="226">
                  <c:v>14079</c:v>
                </c:pt>
                <c:pt idx="227">
                  <c:v>14089</c:v>
                </c:pt>
                <c:pt idx="228">
                  <c:v>14077</c:v>
                </c:pt>
                <c:pt idx="229">
                  <c:v>14081</c:v>
                </c:pt>
                <c:pt idx="230">
                  <c:v>14091</c:v>
                </c:pt>
                <c:pt idx="231">
                  <c:v>14095</c:v>
                </c:pt>
                <c:pt idx="232">
                  <c:v>14090</c:v>
                </c:pt>
                <c:pt idx="233">
                  <c:v>14093</c:v>
                </c:pt>
                <c:pt idx="234">
                  <c:v>14083</c:v>
                </c:pt>
                <c:pt idx="235">
                  <c:v>14088</c:v>
                </c:pt>
                <c:pt idx="236">
                  <c:v>14095</c:v>
                </c:pt>
                <c:pt idx="237">
                  <c:v>14093</c:v>
                </c:pt>
                <c:pt idx="238">
                  <c:v>14108</c:v>
                </c:pt>
                <c:pt idx="239">
                  <c:v>14125</c:v>
                </c:pt>
                <c:pt idx="240">
                  <c:v>14115</c:v>
                </c:pt>
                <c:pt idx="241">
                  <c:v>14105</c:v>
                </c:pt>
                <c:pt idx="242">
                  <c:v>14070</c:v>
                </c:pt>
                <c:pt idx="243">
                  <c:v>14038</c:v>
                </c:pt>
                <c:pt idx="244">
                  <c:v>14014</c:v>
                </c:pt>
                <c:pt idx="245">
                  <c:v>14020</c:v>
                </c:pt>
                <c:pt idx="246">
                  <c:v>14045</c:v>
                </c:pt>
                <c:pt idx="247">
                  <c:v>14033</c:v>
                </c:pt>
                <c:pt idx="248">
                  <c:v>13990</c:v>
                </c:pt>
                <c:pt idx="249">
                  <c:v>14010</c:v>
                </c:pt>
                <c:pt idx="250">
                  <c:v>13997</c:v>
                </c:pt>
                <c:pt idx="251">
                  <c:v>13990</c:v>
                </c:pt>
                <c:pt idx="252">
                  <c:v>13986</c:v>
                </c:pt>
                <c:pt idx="253">
                  <c:v>13989</c:v>
                </c:pt>
                <c:pt idx="254">
                  <c:v>13979</c:v>
                </c:pt>
                <c:pt idx="255">
                  <c:v>13979</c:v>
                </c:pt>
                <c:pt idx="256">
                  <c:v>13979</c:v>
                </c:pt>
                <c:pt idx="257">
                  <c:v>13958</c:v>
                </c:pt>
                <c:pt idx="258">
                  <c:v>13952</c:v>
                </c:pt>
                <c:pt idx="259">
                  <c:v>13925</c:v>
                </c:pt>
                <c:pt idx="260">
                  <c:v>13866</c:v>
                </c:pt>
                <c:pt idx="261">
                  <c:v>13866</c:v>
                </c:pt>
                <c:pt idx="262">
                  <c:v>13893</c:v>
                </c:pt>
                <c:pt idx="263">
                  <c:v>13930</c:v>
                </c:pt>
                <c:pt idx="264">
                  <c:v>13944</c:v>
                </c:pt>
                <c:pt idx="265">
                  <c:v>13878</c:v>
                </c:pt>
                <c:pt idx="266">
                  <c:v>13900</c:v>
                </c:pt>
                <c:pt idx="267">
                  <c:v>13854</c:v>
                </c:pt>
                <c:pt idx="268">
                  <c:v>13772</c:v>
                </c:pt>
                <c:pt idx="269">
                  <c:v>13673</c:v>
                </c:pt>
                <c:pt idx="270">
                  <c:v>13680</c:v>
                </c:pt>
                <c:pt idx="271">
                  <c:v>13695</c:v>
                </c:pt>
                <c:pt idx="272">
                  <c:v>13643</c:v>
                </c:pt>
                <c:pt idx="273">
                  <c:v>13645</c:v>
                </c:pt>
                <c:pt idx="274">
                  <c:v>13639</c:v>
                </c:pt>
                <c:pt idx="275">
                  <c:v>13669</c:v>
                </c:pt>
                <c:pt idx="276">
                  <c:v>13646</c:v>
                </c:pt>
                <c:pt idx="277">
                  <c:v>13639</c:v>
                </c:pt>
                <c:pt idx="278">
                  <c:v>13583</c:v>
                </c:pt>
                <c:pt idx="279">
                  <c:v>13615</c:v>
                </c:pt>
                <c:pt idx="280">
                  <c:v>13644</c:v>
                </c:pt>
                <c:pt idx="281">
                  <c:v>13634</c:v>
                </c:pt>
                <c:pt idx="282">
                  <c:v>13657</c:v>
                </c:pt>
                <c:pt idx="283">
                  <c:v>13655</c:v>
                </c:pt>
                <c:pt idx="284">
                  <c:v>13742</c:v>
                </c:pt>
                <c:pt idx="285">
                  <c:v>13715</c:v>
                </c:pt>
                <c:pt idx="286">
                  <c:v>13690</c:v>
                </c:pt>
                <c:pt idx="287">
                  <c:v>13635</c:v>
                </c:pt>
                <c:pt idx="288">
                  <c:v>13675</c:v>
                </c:pt>
                <c:pt idx="289">
                  <c:v>13712</c:v>
                </c:pt>
                <c:pt idx="290">
                  <c:v>13675</c:v>
                </c:pt>
                <c:pt idx="291">
                  <c:v>13674</c:v>
                </c:pt>
                <c:pt idx="292">
                  <c:v>13694</c:v>
                </c:pt>
                <c:pt idx="293">
                  <c:v>13693</c:v>
                </c:pt>
                <c:pt idx="294">
                  <c:v>13660</c:v>
                </c:pt>
                <c:pt idx="295">
                  <c:v>13694</c:v>
                </c:pt>
                <c:pt idx="296">
                  <c:v>13695</c:v>
                </c:pt>
                <c:pt idx="297">
                  <c:v>13750</c:v>
                </c:pt>
                <c:pt idx="298">
                  <c:v>13760</c:v>
                </c:pt>
                <c:pt idx="299">
                  <c:v>13872</c:v>
                </c:pt>
                <c:pt idx="300">
                  <c:v>13887</c:v>
                </c:pt>
                <c:pt idx="301">
                  <c:v>13940</c:v>
                </c:pt>
                <c:pt idx="302">
                  <c:v>14025</c:v>
                </c:pt>
                <c:pt idx="303">
                  <c:v>14318</c:v>
                </c:pt>
                <c:pt idx="304">
                  <c:v>14265</c:v>
                </c:pt>
                <c:pt idx="305">
                  <c:v>14283</c:v>
                </c:pt>
                <c:pt idx="306">
                  <c:v>14113</c:v>
                </c:pt>
                <c:pt idx="307">
                  <c:v>14175</c:v>
                </c:pt>
                <c:pt idx="308">
                  <c:v>14243</c:v>
                </c:pt>
                <c:pt idx="309">
                  <c:v>14393</c:v>
                </c:pt>
                <c:pt idx="310">
                  <c:v>14352</c:v>
                </c:pt>
                <c:pt idx="311">
                  <c:v>14374</c:v>
                </c:pt>
                <c:pt idx="312">
                  <c:v>14522</c:v>
                </c:pt>
                <c:pt idx="313">
                  <c:v>14778</c:v>
                </c:pt>
                <c:pt idx="314">
                  <c:v>14933</c:v>
                </c:pt>
                <c:pt idx="315">
                  <c:v>15173</c:v>
                </c:pt>
                <c:pt idx="316">
                  <c:v>15223</c:v>
                </c:pt>
                <c:pt idx="317">
                  <c:v>15913</c:v>
                </c:pt>
                <c:pt idx="318">
                  <c:v>15960</c:v>
                </c:pt>
                <c:pt idx="319">
                  <c:v>16575</c:v>
                </c:pt>
                <c:pt idx="320">
                  <c:v>16500</c:v>
                </c:pt>
                <c:pt idx="321">
                  <c:v>16500</c:v>
                </c:pt>
                <c:pt idx="322">
                  <c:v>16305</c:v>
                </c:pt>
                <c:pt idx="323">
                  <c:v>16170</c:v>
                </c:pt>
                <c:pt idx="324">
                  <c:v>16338</c:v>
                </c:pt>
                <c:pt idx="325">
                  <c:v>16310</c:v>
                </c:pt>
                <c:pt idx="326">
                  <c:v>16450</c:v>
                </c:pt>
                <c:pt idx="327">
                  <c:v>16495</c:v>
                </c:pt>
                <c:pt idx="328">
                  <c:v>16430</c:v>
                </c:pt>
                <c:pt idx="329">
                  <c:v>16413</c:v>
                </c:pt>
                <c:pt idx="330">
                  <c:v>16200</c:v>
                </c:pt>
                <c:pt idx="331">
                  <c:v>16250</c:v>
                </c:pt>
                <c:pt idx="332">
                  <c:v>15880</c:v>
                </c:pt>
                <c:pt idx="333">
                  <c:v>15880</c:v>
                </c:pt>
                <c:pt idx="334">
                  <c:v>15630</c:v>
                </c:pt>
                <c:pt idx="335">
                  <c:v>15645</c:v>
                </c:pt>
                <c:pt idx="336">
                  <c:v>15575</c:v>
                </c:pt>
                <c:pt idx="337">
                  <c:v>15640</c:v>
                </c:pt>
                <c:pt idx="338">
                  <c:v>15465</c:v>
                </c:pt>
                <c:pt idx="339">
                  <c:v>15413</c:v>
                </c:pt>
                <c:pt idx="340">
                  <c:v>15468</c:v>
                </c:pt>
                <c:pt idx="341">
                  <c:v>15450</c:v>
                </c:pt>
                <c:pt idx="342">
                  <c:v>15415</c:v>
                </c:pt>
                <c:pt idx="343">
                  <c:v>15400</c:v>
                </c:pt>
                <c:pt idx="344">
                  <c:v>15385</c:v>
                </c:pt>
                <c:pt idx="345">
                  <c:v>15445</c:v>
                </c:pt>
                <c:pt idx="346">
                  <c:v>15295</c:v>
                </c:pt>
                <c:pt idx="347">
                  <c:v>14882</c:v>
                </c:pt>
                <c:pt idx="348">
                  <c:v>14882</c:v>
                </c:pt>
                <c:pt idx="349">
                  <c:v>15100</c:v>
                </c:pt>
                <c:pt idx="350">
                  <c:v>15080</c:v>
                </c:pt>
                <c:pt idx="351">
                  <c:v>14995</c:v>
                </c:pt>
                <c:pt idx="352">
                  <c:v>14995</c:v>
                </c:pt>
                <c:pt idx="353">
                  <c:v>14920</c:v>
                </c:pt>
                <c:pt idx="354">
                  <c:v>14895</c:v>
                </c:pt>
                <c:pt idx="355">
                  <c:v>14905</c:v>
                </c:pt>
                <c:pt idx="356">
                  <c:v>14865</c:v>
                </c:pt>
                <c:pt idx="357">
                  <c:v>14885</c:v>
                </c:pt>
                <c:pt idx="358">
                  <c:v>14860</c:v>
                </c:pt>
                <c:pt idx="359">
                  <c:v>14850</c:v>
                </c:pt>
                <c:pt idx="360">
                  <c:v>14770</c:v>
                </c:pt>
                <c:pt idx="361">
                  <c:v>14710</c:v>
                </c:pt>
                <c:pt idx="362">
                  <c:v>14710</c:v>
                </c:pt>
                <c:pt idx="363">
                  <c:v>14710</c:v>
                </c:pt>
                <c:pt idx="364">
                  <c:v>14710</c:v>
                </c:pt>
                <c:pt idx="365">
                  <c:v>14755</c:v>
                </c:pt>
                <c:pt idx="366">
                  <c:v>14710</c:v>
                </c:pt>
                <c:pt idx="367">
                  <c:v>14715</c:v>
                </c:pt>
                <c:pt idx="368">
                  <c:v>14610</c:v>
                </c:pt>
                <c:pt idx="369">
                  <c:v>14610</c:v>
                </c:pt>
                <c:pt idx="370">
                  <c:v>14415</c:v>
                </c:pt>
                <c:pt idx="371">
                  <c:v>14095</c:v>
                </c:pt>
                <c:pt idx="372">
                  <c:v>14095</c:v>
                </c:pt>
                <c:pt idx="373">
                  <c:v>13878</c:v>
                </c:pt>
                <c:pt idx="374">
                  <c:v>13885</c:v>
                </c:pt>
                <c:pt idx="375">
                  <c:v>13890</c:v>
                </c:pt>
                <c:pt idx="376">
                  <c:v>13980</c:v>
                </c:pt>
                <c:pt idx="377">
                  <c:v>14020</c:v>
                </c:pt>
                <c:pt idx="378">
                  <c:v>14133</c:v>
                </c:pt>
                <c:pt idx="379">
                  <c:v>14115</c:v>
                </c:pt>
                <c:pt idx="380">
                  <c:v>14090</c:v>
                </c:pt>
                <c:pt idx="381">
                  <c:v>14083</c:v>
                </c:pt>
                <c:pt idx="382">
                  <c:v>14078</c:v>
                </c:pt>
                <c:pt idx="383">
                  <c:v>14100</c:v>
                </c:pt>
                <c:pt idx="384">
                  <c:v>14150</c:v>
                </c:pt>
                <c:pt idx="385">
                  <c:v>14162</c:v>
                </c:pt>
                <c:pt idx="386">
                  <c:v>14130</c:v>
                </c:pt>
                <c:pt idx="387">
                  <c:v>14175</c:v>
                </c:pt>
                <c:pt idx="388">
                  <c:v>14220</c:v>
                </c:pt>
                <c:pt idx="389">
                  <c:v>14245</c:v>
                </c:pt>
                <c:pt idx="390">
                  <c:v>14265</c:v>
                </c:pt>
                <c:pt idx="391">
                  <c:v>14283</c:v>
                </c:pt>
                <c:pt idx="392">
                  <c:v>14378</c:v>
                </c:pt>
                <c:pt idx="393">
                  <c:v>14523</c:v>
                </c:pt>
                <c:pt idx="394">
                  <c:v>14490</c:v>
                </c:pt>
                <c:pt idx="395">
                  <c:v>14440</c:v>
                </c:pt>
                <c:pt idx="396">
                  <c:v>14410</c:v>
                </c:pt>
                <c:pt idx="397">
                  <c:v>14395</c:v>
                </c:pt>
                <c:pt idx="398">
                  <c:v>14435</c:v>
                </c:pt>
                <c:pt idx="399">
                  <c:v>14425</c:v>
                </c:pt>
                <c:pt idx="400">
                  <c:v>14450</c:v>
                </c:pt>
                <c:pt idx="401">
                  <c:v>14588</c:v>
                </c:pt>
                <c:pt idx="402">
                  <c:v>14625</c:v>
                </c:pt>
                <c:pt idx="403">
                  <c:v>14703</c:v>
                </c:pt>
                <c:pt idx="404">
                  <c:v>14785</c:v>
                </c:pt>
                <c:pt idx="405">
                  <c:v>14741</c:v>
                </c:pt>
                <c:pt idx="406">
                  <c:v>14650</c:v>
                </c:pt>
                <c:pt idx="407">
                  <c:v>14580</c:v>
                </c:pt>
                <c:pt idx="408">
                  <c:v>14610</c:v>
                </c:pt>
                <c:pt idx="409">
                  <c:v>14535</c:v>
                </c:pt>
                <c:pt idx="410">
                  <c:v>14535</c:v>
                </c:pt>
                <c:pt idx="411">
                  <c:v>14543</c:v>
                </c:pt>
                <c:pt idx="412">
                  <c:v>14600</c:v>
                </c:pt>
                <c:pt idx="413">
                  <c:v>14600</c:v>
                </c:pt>
                <c:pt idx="414">
                  <c:v>14630</c:v>
                </c:pt>
                <c:pt idx="415">
                  <c:v>14625</c:v>
                </c:pt>
                <c:pt idx="416">
                  <c:v>14550</c:v>
                </c:pt>
                <c:pt idx="417">
                  <c:v>14585</c:v>
                </c:pt>
                <c:pt idx="418">
                  <c:v>14625</c:v>
                </c:pt>
                <c:pt idx="419">
                  <c:v>14648</c:v>
                </c:pt>
                <c:pt idx="420">
                  <c:v>14680</c:v>
                </c:pt>
                <c:pt idx="421">
                  <c:v>14760</c:v>
                </c:pt>
                <c:pt idx="422">
                  <c:v>14775</c:v>
                </c:pt>
                <c:pt idx="423">
                  <c:v>14795</c:v>
                </c:pt>
                <c:pt idx="424">
                  <c:v>14795</c:v>
                </c:pt>
                <c:pt idx="425">
                  <c:v>14845</c:v>
                </c:pt>
                <c:pt idx="426">
                  <c:v>14773</c:v>
                </c:pt>
                <c:pt idx="427">
                  <c:v>14773</c:v>
                </c:pt>
                <c:pt idx="428">
                  <c:v>14773</c:v>
                </c:pt>
                <c:pt idx="429">
                  <c:v>14671</c:v>
                </c:pt>
                <c:pt idx="430">
                  <c:v>14649</c:v>
                </c:pt>
                <c:pt idx="431">
                  <c:v>14678</c:v>
                </c:pt>
                <c:pt idx="432">
                  <c:v>14660</c:v>
                </c:pt>
                <c:pt idx="433">
                  <c:v>14632</c:v>
                </c:pt>
                <c:pt idx="434">
                  <c:v>14563</c:v>
                </c:pt>
                <c:pt idx="435">
                  <c:v>14573</c:v>
                </c:pt>
                <c:pt idx="436">
                  <c:v>14745</c:v>
                </c:pt>
                <c:pt idx="437">
                  <c:v>14778</c:v>
                </c:pt>
                <c:pt idx="438">
                  <c:v>14750</c:v>
                </c:pt>
                <c:pt idx="439">
                  <c:v>14740</c:v>
                </c:pt>
                <c:pt idx="440">
                  <c:v>14765</c:v>
                </c:pt>
                <c:pt idx="441">
                  <c:v>14799</c:v>
                </c:pt>
                <c:pt idx="442">
                  <c:v>14855</c:v>
                </c:pt>
                <c:pt idx="443">
                  <c:v>14890</c:v>
                </c:pt>
                <c:pt idx="444">
                  <c:v>14880</c:v>
                </c:pt>
                <c:pt idx="445">
                  <c:v>14845</c:v>
                </c:pt>
                <c:pt idx="446">
                  <c:v>14843</c:v>
                </c:pt>
                <c:pt idx="447">
                  <c:v>14833</c:v>
                </c:pt>
                <c:pt idx="448">
                  <c:v>14735</c:v>
                </c:pt>
                <c:pt idx="449">
                  <c:v>14700</c:v>
                </c:pt>
                <c:pt idx="450">
                  <c:v>14785</c:v>
                </c:pt>
                <c:pt idx="451">
                  <c:v>14815</c:v>
                </c:pt>
                <c:pt idx="452">
                  <c:v>14890</c:v>
                </c:pt>
                <c:pt idx="453">
                  <c:v>14873</c:v>
                </c:pt>
                <c:pt idx="454">
                  <c:v>14900</c:v>
                </c:pt>
                <c:pt idx="455">
                  <c:v>14895</c:v>
                </c:pt>
                <c:pt idx="456">
                  <c:v>14880</c:v>
                </c:pt>
                <c:pt idx="457">
                  <c:v>14835</c:v>
                </c:pt>
                <c:pt idx="458">
                  <c:v>14865</c:v>
                </c:pt>
                <c:pt idx="459">
                  <c:v>14800</c:v>
                </c:pt>
                <c:pt idx="460">
                  <c:v>14735</c:v>
                </c:pt>
                <c:pt idx="461">
                  <c:v>14710</c:v>
                </c:pt>
                <c:pt idx="462">
                  <c:v>14710</c:v>
                </c:pt>
                <c:pt idx="463">
                  <c:v>14700</c:v>
                </c:pt>
                <c:pt idx="464">
                  <c:v>14700</c:v>
                </c:pt>
                <c:pt idx="465">
                  <c:v>14725</c:v>
                </c:pt>
                <c:pt idx="466">
                  <c:v>14718</c:v>
                </c:pt>
                <c:pt idx="467">
                  <c:v>14690</c:v>
                </c:pt>
                <c:pt idx="468">
                  <c:v>14698</c:v>
                </c:pt>
                <c:pt idx="469">
                  <c:v>14708</c:v>
                </c:pt>
                <c:pt idx="470">
                  <c:v>14658</c:v>
                </c:pt>
                <c:pt idx="471">
                  <c:v>14633</c:v>
                </c:pt>
                <c:pt idx="472">
                  <c:v>14660</c:v>
                </c:pt>
                <c:pt idx="473">
                  <c:v>14660</c:v>
                </c:pt>
                <c:pt idx="474">
                  <c:v>14650</c:v>
                </c:pt>
                <c:pt idx="475">
                  <c:v>14625</c:v>
                </c:pt>
                <c:pt idx="476">
                  <c:v>14625</c:v>
                </c:pt>
                <c:pt idx="477">
                  <c:v>14625</c:v>
                </c:pt>
                <c:pt idx="478">
                  <c:v>14625</c:v>
                </c:pt>
                <c:pt idx="479">
                  <c:v>14640</c:v>
                </c:pt>
                <c:pt idx="480">
                  <c:v>14585</c:v>
                </c:pt>
                <c:pt idx="481">
                  <c:v>14565</c:v>
                </c:pt>
                <c:pt idx="482">
                  <c:v>14380</c:v>
                </c:pt>
                <c:pt idx="483">
                  <c:v>14210</c:v>
                </c:pt>
                <c:pt idx="484">
                  <c:v>14065</c:v>
                </c:pt>
                <c:pt idx="485">
                  <c:v>14058</c:v>
                </c:pt>
                <c:pt idx="486">
                  <c:v>14085</c:v>
                </c:pt>
                <c:pt idx="487">
                  <c:v>14170</c:v>
                </c:pt>
                <c:pt idx="488">
                  <c:v>14170</c:v>
                </c:pt>
                <c:pt idx="489">
                  <c:v>14110</c:v>
                </c:pt>
                <c:pt idx="490">
                  <c:v>14055</c:v>
                </c:pt>
                <c:pt idx="491">
                  <c:v>14070</c:v>
                </c:pt>
                <c:pt idx="492">
                  <c:v>14155</c:v>
                </c:pt>
                <c:pt idx="493">
                  <c:v>14165</c:v>
                </c:pt>
                <c:pt idx="494">
                  <c:v>14149</c:v>
                </c:pt>
                <c:pt idx="495">
                  <c:v>14155</c:v>
                </c:pt>
                <c:pt idx="496">
                  <c:v>14144</c:v>
                </c:pt>
                <c:pt idx="497">
                  <c:v>14100</c:v>
                </c:pt>
                <c:pt idx="498">
                  <c:v>14090</c:v>
                </c:pt>
                <c:pt idx="499">
                  <c:v>14120</c:v>
                </c:pt>
                <c:pt idx="500">
                  <c:v>14130</c:v>
                </c:pt>
                <c:pt idx="501">
                  <c:v>14125</c:v>
                </c:pt>
                <c:pt idx="502">
                  <c:v>14140</c:v>
                </c:pt>
                <c:pt idx="503">
                  <c:v>14105</c:v>
                </c:pt>
                <c:pt idx="504">
                  <c:v>14105</c:v>
                </c:pt>
                <c:pt idx="505">
                  <c:v>14110</c:v>
                </c:pt>
                <c:pt idx="506">
                  <c:v>14110</c:v>
                </c:pt>
                <c:pt idx="507">
                  <c:v>14105</c:v>
                </c:pt>
                <c:pt idx="508">
                  <c:v>14080</c:v>
                </c:pt>
                <c:pt idx="509">
                  <c:v>14095</c:v>
                </c:pt>
                <c:pt idx="510">
                  <c:v>14120</c:v>
                </c:pt>
                <c:pt idx="511">
                  <c:v>14125</c:v>
                </c:pt>
                <c:pt idx="512">
                  <c:v>14108</c:v>
                </c:pt>
                <c:pt idx="513">
                  <c:v>14110</c:v>
                </c:pt>
                <c:pt idx="514">
                  <c:v>14130</c:v>
                </c:pt>
                <c:pt idx="515">
                  <c:v>14205</c:v>
                </c:pt>
                <c:pt idx="516">
                  <c:v>14200</c:v>
                </c:pt>
                <c:pt idx="517">
                  <c:v>14200</c:v>
                </c:pt>
                <c:pt idx="518">
                  <c:v>14200</c:v>
                </c:pt>
                <c:pt idx="519">
                  <c:v>14155</c:v>
                </c:pt>
                <c:pt idx="520">
                  <c:v>14130</c:v>
                </c:pt>
                <c:pt idx="521">
                  <c:v>14050</c:v>
                </c:pt>
                <c:pt idx="522">
                  <c:v>14050</c:v>
                </c:pt>
                <c:pt idx="523">
                  <c:v>14050</c:v>
                </c:pt>
                <c:pt idx="524">
                  <c:v>13895</c:v>
                </c:pt>
                <c:pt idx="525">
                  <c:v>13915</c:v>
                </c:pt>
                <c:pt idx="526">
                  <c:v>13895</c:v>
                </c:pt>
                <c:pt idx="527">
                  <c:v>13910</c:v>
                </c:pt>
                <c:pt idx="528">
                  <c:v>14020</c:v>
                </c:pt>
                <c:pt idx="529">
                  <c:v>14125</c:v>
                </c:pt>
                <c:pt idx="530">
                  <c:v>14130</c:v>
                </c:pt>
                <c:pt idx="531">
                  <c:v>14060</c:v>
                </c:pt>
                <c:pt idx="532">
                  <c:v>14059</c:v>
                </c:pt>
                <c:pt idx="533">
                  <c:v>14020</c:v>
                </c:pt>
                <c:pt idx="534">
                  <c:v>14070</c:v>
                </c:pt>
                <c:pt idx="535">
                  <c:v>14065</c:v>
                </c:pt>
                <c:pt idx="536">
                  <c:v>14035</c:v>
                </c:pt>
                <c:pt idx="537">
                  <c:v>14000</c:v>
                </c:pt>
                <c:pt idx="538">
                  <c:v>14035</c:v>
                </c:pt>
                <c:pt idx="539">
                  <c:v>14023</c:v>
                </c:pt>
                <c:pt idx="540">
                  <c:v>14065</c:v>
                </c:pt>
                <c:pt idx="541">
                  <c:v>14050</c:v>
                </c:pt>
                <c:pt idx="542">
                  <c:v>14078</c:v>
                </c:pt>
                <c:pt idx="543">
                  <c:v>14030</c:v>
                </c:pt>
                <c:pt idx="544">
                  <c:v>14023</c:v>
                </c:pt>
                <c:pt idx="545">
                  <c:v>14025</c:v>
                </c:pt>
                <c:pt idx="546">
                  <c:v>14005</c:v>
                </c:pt>
                <c:pt idx="547">
                  <c:v>14015</c:v>
                </c:pt>
                <c:pt idx="548">
                  <c:v>14030</c:v>
                </c:pt>
                <c:pt idx="549">
                  <c:v>14003</c:v>
                </c:pt>
                <c:pt idx="550">
                  <c:v>13995</c:v>
                </c:pt>
                <c:pt idx="551">
                  <c:v>13983</c:v>
                </c:pt>
                <c:pt idx="552">
                  <c:v>13973</c:v>
                </c:pt>
                <c:pt idx="553">
                  <c:v>13973</c:v>
                </c:pt>
                <c:pt idx="554">
                  <c:v>13910</c:v>
                </c:pt>
                <c:pt idx="555">
                  <c:v>13930</c:v>
                </c:pt>
                <c:pt idx="556">
                  <c:v>14020</c:v>
                </c:pt>
                <c:pt idx="557">
                  <c:v>14025</c:v>
                </c:pt>
                <c:pt idx="558">
                  <c:v>14065</c:v>
                </c:pt>
                <c:pt idx="559">
                  <c:v>14118</c:v>
                </c:pt>
                <c:pt idx="560">
                  <c:v>14093</c:v>
                </c:pt>
                <c:pt idx="561">
                  <c:v>14085</c:v>
                </c:pt>
                <c:pt idx="562">
                  <c:v>14083</c:v>
                </c:pt>
                <c:pt idx="563">
                  <c:v>14235</c:v>
                </c:pt>
                <c:pt idx="564">
                  <c:v>14255</c:v>
                </c:pt>
                <c:pt idx="565">
                  <c:v>14325</c:v>
                </c:pt>
                <c:pt idx="566">
                  <c:v>14245</c:v>
                </c:pt>
                <c:pt idx="567">
                  <c:v>14267</c:v>
                </c:pt>
                <c:pt idx="568">
                  <c:v>14300</c:v>
                </c:pt>
                <c:pt idx="569">
                  <c:v>14360</c:v>
                </c:pt>
                <c:pt idx="570">
                  <c:v>14405</c:v>
                </c:pt>
                <c:pt idx="571">
                  <c:v>14405</c:v>
                </c:pt>
                <c:pt idx="572">
                  <c:v>14405</c:v>
                </c:pt>
                <c:pt idx="573">
                  <c:v>14385</c:v>
                </c:pt>
                <c:pt idx="574">
                  <c:v>14403</c:v>
                </c:pt>
                <c:pt idx="575">
                  <c:v>14410</c:v>
                </c:pt>
                <c:pt idx="576">
                  <c:v>14428</c:v>
                </c:pt>
                <c:pt idx="577">
                  <c:v>14410</c:v>
                </c:pt>
                <c:pt idx="578">
                  <c:v>14408</c:v>
                </c:pt>
                <c:pt idx="579">
                  <c:v>14403</c:v>
                </c:pt>
                <c:pt idx="580">
                  <c:v>14395</c:v>
                </c:pt>
                <c:pt idx="581">
                  <c:v>14425</c:v>
                </c:pt>
                <c:pt idx="582">
                  <c:v>14427</c:v>
                </c:pt>
                <c:pt idx="583">
                  <c:v>14418</c:v>
                </c:pt>
                <c:pt idx="584">
                  <c:v>14445</c:v>
                </c:pt>
                <c:pt idx="585">
                  <c:v>14480</c:v>
                </c:pt>
                <c:pt idx="586">
                  <c:v>14525</c:v>
                </c:pt>
                <c:pt idx="587">
                  <c:v>14525</c:v>
                </c:pt>
                <c:pt idx="588">
                  <c:v>14525</c:v>
                </c:pt>
                <c:pt idx="589">
                  <c:v>14515</c:v>
                </c:pt>
                <c:pt idx="590">
                  <c:v>14505</c:v>
                </c:pt>
                <c:pt idx="591">
                  <c:v>14495</c:v>
                </c:pt>
                <c:pt idx="592">
                  <c:v>14535</c:v>
                </c:pt>
                <c:pt idx="593">
                  <c:v>14565</c:v>
                </c:pt>
                <c:pt idx="594">
                  <c:v>14595</c:v>
                </c:pt>
                <c:pt idx="595">
                  <c:v>14605</c:v>
                </c:pt>
                <c:pt idx="596">
                  <c:v>14603</c:v>
                </c:pt>
                <c:pt idx="597">
                  <c:v>14615</c:v>
                </c:pt>
                <c:pt idx="598">
                  <c:v>14565</c:v>
                </c:pt>
                <c:pt idx="599">
                  <c:v>14548</c:v>
                </c:pt>
                <c:pt idx="600">
                  <c:v>14498</c:v>
                </c:pt>
                <c:pt idx="601">
                  <c:v>14530</c:v>
                </c:pt>
                <c:pt idx="602">
                  <c:v>14520</c:v>
                </c:pt>
                <c:pt idx="603">
                  <c:v>14525</c:v>
                </c:pt>
                <c:pt idx="604">
                  <c:v>14485</c:v>
                </c:pt>
                <c:pt idx="605">
                  <c:v>14485</c:v>
                </c:pt>
                <c:pt idx="606">
                  <c:v>14500</c:v>
                </c:pt>
                <c:pt idx="607">
                  <c:v>14450</c:v>
                </c:pt>
                <c:pt idx="608">
                  <c:v>14445</c:v>
                </c:pt>
                <c:pt idx="609">
                  <c:v>14450</c:v>
                </c:pt>
                <c:pt idx="610">
                  <c:v>14430</c:v>
                </c:pt>
                <c:pt idx="611">
                  <c:v>14435</c:v>
                </c:pt>
                <c:pt idx="612">
                  <c:v>14319</c:v>
                </c:pt>
                <c:pt idx="613">
                  <c:v>14285</c:v>
                </c:pt>
                <c:pt idx="614">
                  <c:v>14198</c:v>
                </c:pt>
                <c:pt idx="615">
                  <c:v>14198</c:v>
                </c:pt>
                <c:pt idx="616">
                  <c:v>14198</c:v>
                </c:pt>
                <c:pt idx="617">
                  <c:v>14198</c:v>
                </c:pt>
                <c:pt idx="618">
                  <c:v>14198</c:v>
                </c:pt>
                <c:pt idx="619">
                  <c:v>14283</c:v>
                </c:pt>
                <c:pt idx="620">
                  <c:v>14273</c:v>
                </c:pt>
                <c:pt idx="621">
                  <c:v>14290</c:v>
                </c:pt>
                <c:pt idx="622">
                  <c:v>14375</c:v>
                </c:pt>
                <c:pt idx="623">
                  <c:v>14355</c:v>
                </c:pt>
                <c:pt idx="624">
                  <c:v>14355</c:v>
                </c:pt>
                <c:pt idx="625">
                  <c:v>14328</c:v>
                </c:pt>
                <c:pt idx="626">
                  <c:v>14328</c:v>
                </c:pt>
                <c:pt idx="627">
                  <c:v>14288</c:v>
                </c:pt>
                <c:pt idx="628">
                  <c:v>14285</c:v>
                </c:pt>
                <c:pt idx="629">
                  <c:v>14280</c:v>
                </c:pt>
                <c:pt idx="630">
                  <c:v>14280</c:v>
                </c:pt>
                <c:pt idx="631">
                  <c:v>14280</c:v>
                </c:pt>
                <c:pt idx="632">
                  <c:v>14285</c:v>
                </c:pt>
                <c:pt idx="633">
                  <c:v>14295</c:v>
                </c:pt>
                <c:pt idx="634">
                  <c:v>14265</c:v>
                </c:pt>
                <c:pt idx="635">
                  <c:v>14253</c:v>
                </c:pt>
                <c:pt idx="636">
                  <c:v>14255</c:v>
                </c:pt>
                <c:pt idx="637">
                  <c:v>14248</c:v>
                </c:pt>
                <c:pt idx="638">
                  <c:v>14189</c:v>
                </c:pt>
                <c:pt idx="639">
                  <c:v>14203</c:v>
                </c:pt>
                <c:pt idx="640">
                  <c:v>14225</c:v>
                </c:pt>
                <c:pt idx="641">
                  <c:v>14238</c:v>
                </c:pt>
                <c:pt idx="642">
                  <c:v>14355</c:v>
                </c:pt>
                <c:pt idx="643">
                  <c:v>14375</c:v>
                </c:pt>
                <c:pt idx="644">
                  <c:v>14428</c:v>
                </c:pt>
                <c:pt idx="645">
                  <c:v>14403</c:v>
                </c:pt>
                <c:pt idx="646">
                  <c:v>14433</c:v>
                </c:pt>
                <c:pt idx="647">
                  <c:v>14440</c:v>
                </c:pt>
                <c:pt idx="648">
                  <c:v>14425</c:v>
                </c:pt>
                <c:pt idx="649">
                  <c:v>14445</c:v>
                </c:pt>
                <c:pt idx="650">
                  <c:v>14485</c:v>
                </c:pt>
                <c:pt idx="651">
                  <c:v>14500</c:v>
                </c:pt>
                <c:pt idx="652">
                  <c:v>14503</c:v>
                </c:pt>
                <c:pt idx="653">
                  <c:v>14533</c:v>
                </c:pt>
                <c:pt idx="654">
                  <c:v>14477</c:v>
                </c:pt>
                <c:pt idx="655">
                  <c:v>14470</c:v>
                </c:pt>
                <c:pt idx="656">
                  <c:v>14483</c:v>
                </c:pt>
                <c:pt idx="657">
                  <c:v>14525</c:v>
                </c:pt>
                <c:pt idx="658">
                  <c:v>14528</c:v>
                </c:pt>
                <c:pt idx="659">
                  <c:v>14493</c:v>
                </c:pt>
                <c:pt idx="660">
                  <c:v>14464</c:v>
                </c:pt>
                <c:pt idx="661">
                  <c:v>14480</c:v>
                </c:pt>
                <c:pt idx="662">
                  <c:v>14483</c:v>
                </c:pt>
                <c:pt idx="663">
                  <c:v>14498</c:v>
                </c:pt>
                <c:pt idx="664">
                  <c:v>14518</c:v>
                </c:pt>
                <c:pt idx="665">
                  <c:v>14518</c:v>
                </c:pt>
                <c:pt idx="666">
                  <c:v>14543</c:v>
                </c:pt>
                <c:pt idx="667">
                  <c:v>14483</c:v>
                </c:pt>
                <c:pt idx="668">
                  <c:v>14493</c:v>
                </c:pt>
                <c:pt idx="669">
                  <c:v>14483</c:v>
                </c:pt>
                <c:pt idx="670">
                  <c:v>14493</c:v>
                </c:pt>
                <c:pt idx="671">
                  <c:v>14488</c:v>
                </c:pt>
                <c:pt idx="672">
                  <c:v>14483</c:v>
                </c:pt>
                <c:pt idx="673">
                  <c:v>14463</c:v>
                </c:pt>
                <c:pt idx="674">
                  <c:v>14423</c:v>
                </c:pt>
                <c:pt idx="675">
                  <c:v>14342</c:v>
                </c:pt>
                <c:pt idx="676">
                  <c:v>14313</c:v>
                </c:pt>
                <c:pt idx="677">
                  <c:v>14343</c:v>
                </c:pt>
                <c:pt idx="678">
                  <c:v>14353</c:v>
                </c:pt>
                <c:pt idx="679">
                  <c:v>14363</c:v>
                </c:pt>
                <c:pt idx="680">
                  <c:v>14383</c:v>
                </c:pt>
                <c:pt idx="681">
                  <c:v>14383</c:v>
                </c:pt>
                <c:pt idx="682">
                  <c:v>14383</c:v>
                </c:pt>
                <c:pt idx="683">
                  <c:v>14388</c:v>
                </c:pt>
                <c:pt idx="684">
                  <c:v>14373</c:v>
                </c:pt>
                <c:pt idx="685">
                  <c:v>14373</c:v>
                </c:pt>
                <c:pt idx="686">
                  <c:v>14373</c:v>
                </c:pt>
                <c:pt idx="687">
                  <c:v>14403</c:v>
                </c:pt>
                <c:pt idx="688">
                  <c:v>14453</c:v>
                </c:pt>
                <c:pt idx="689">
                  <c:v>14413</c:v>
                </c:pt>
                <c:pt idx="690">
                  <c:v>14393</c:v>
                </c:pt>
                <c:pt idx="691">
                  <c:v>14398</c:v>
                </c:pt>
                <c:pt idx="692">
                  <c:v>14418</c:v>
                </c:pt>
                <c:pt idx="693">
                  <c:v>14418</c:v>
                </c:pt>
                <c:pt idx="694">
                  <c:v>14370</c:v>
                </c:pt>
                <c:pt idx="695">
                  <c:v>14268</c:v>
                </c:pt>
                <c:pt idx="696">
                  <c:v>14283</c:v>
                </c:pt>
                <c:pt idx="697">
                  <c:v>14273</c:v>
                </c:pt>
                <c:pt idx="698">
                  <c:v>14263</c:v>
                </c:pt>
                <c:pt idx="699">
                  <c:v>14223</c:v>
                </c:pt>
                <c:pt idx="700">
                  <c:v>14213</c:v>
                </c:pt>
                <c:pt idx="701">
                  <c:v>14253</c:v>
                </c:pt>
                <c:pt idx="702">
                  <c:v>14253</c:v>
                </c:pt>
                <c:pt idx="703">
                  <c:v>14203</c:v>
                </c:pt>
                <c:pt idx="704">
                  <c:v>14253</c:v>
                </c:pt>
                <c:pt idx="705">
                  <c:v>14248</c:v>
                </c:pt>
                <c:pt idx="706">
                  <c:v>14243</c:v>
                </c:pt>
                <c:pt idx="707">
                  <c:v>14253</c:v>
                </c:pt>
                <c:pt idx="708">
                  <c:v>14223</c:v>
                </c:pt>
                <c:pt idx="709">
                  <c:v>14243</c:v>
                </c:pt>
                <c:pt idx="710">
                  <c:v>14238</c:v>
                </c:pt>
                <c:pt idx="711">
                  <c:v>14243</c:v>
                </c:pt>
                <c:pt idx="712">
                  <c:v>14243</c:v>
                </c:pt>
                <c:pt idx="713">
                  <c:v>14258</c:v>
                </c:pt>
                <c:pt idx="714">
                  <c:v>14253</c:v>
                </c:pt>
                <c:pt idx="715">
                  <c:v>14273</c:v>
                </c:pt>
                <c:pt idx="716">
                  <c:v>14293</c:v>
                </c:pt>
                <c:pt idx="717">
                  <c:v>14313</c:v>
                </c:pt>
                <c:pt idx="718">
                  <c:v>14308</c:v>
                </c:pt>
                <c:pt idx="719">
                  <c:v>14267</c:v>
                </c:pt>
                <c:pt idx="720">
                  <c:v>14253</c:v>
                </c:pt>
                <c:pt idx="721">
                  <c:v>14253</c:v>
                </c:pt>
                <c:pt idx="722">
                  <c:v>14217</c:v>
                </c:pt>
                <c:pt idx="723">
                  <c:v>14223</c:v>
                </c:pt>
                <c:pt idx="724">
                  <c:v>14208</c:v>
                </c:pt>
                <c:pt idx="725">
                  <c:v>14218</c:v>
                </c:pt>
                <c:pt idx="726">
                  <c:v>14218</c:v>
                </c:pt>
                <c:pt idx="727">
                  <c:v>14118</c:v>
                </c:pt>
                <c:pt idx="728">
                  <c:v>14075</c:v>
                </c:pt>
                <c:pt idx="729">
                  <c:v>14110</c:v>
                </c:pt>
                <c:pt idx="730">
                  <c:v>14076</c:v>
                </c:pt>
                <c:pt idx="731">
                  <c:v>14076</c:v>
                </c:pt>
                <c:pt idx="732">
                  <c:v>14123</c:v>
                </c:pt>
                <c:pt idx="733">
                  <c:v>14123</c:v>
                </c:pt>
                <c:pt idx="734">
                  <c:v>14158</c:v>
                </c:pt>
                <c:pt idx="735">
                  <c:v>14153</c:v>
                </c:pt>
                <c:pt idx="736">
                  <c:v>14173</c:v>
                </c:pt>
                <c:pt idx="737">
                  <c:v>14173</c:v>
                </c:pt>
                <c:pt idx="738">
                  <c:v>14168</c:v>
                </c:pt>
                <c:pt idx="739">
                  <c:v>14248</c:v>
                </c:pt>
                <c:pt idx="740">
                  <c:v>14253</c:v>
                </c:pt>
                <c:pt idx="741">
                  <c:v>14298</c:v>
                </c:pt>
                <c:pt idx="742">
                  <c:v>14338</c:v>
                </c:pt>
                <c:pt idx="743">
                  <c:v>14328</c:v>
                </c:pt>
                <c:pt idx="744">
                  <c:v>14258</c:v>
                </c:pt>
                <c:pt idx="745">
                  <c:v>14243</c:v>
                </c:pt>
                <c:pt idx="746">
                  <c:v>14253</c:v>
                </c:pt>
                <c:pt idx="747">
                  <c:v>14263</c:v>
                </c:pt>
                <c:pt idx="748">
                  <c:v>14236</c:v>
                </c:pt>
                <c:pt idx="749">
                  <c:v>14213</c:v>
                </c:pt>
                <c:pt idx="750">
                  <c:v>14222</c:v>
                </c:pt>
                <c:pt idx="751">
                  <c:v>14243</c:v>
                </c:pt>
                <c:pt idx="752">
                  <c:v>14228</c:v>
                </c:pt>
                <c:pt idx="753">
                  <c:v>14238</c:v>
                </c:pt>
                <c:pt idx="754">
                  <c:v>14248</c:v>
                </c:pt>
                <c:pt idx="755">
                  <c:v>14258</c:v>
                </c:pt>
                <c:pt idx="756">
                  <c:v>14258</c:v>
                </c:pt>
                <c:pt idx="757">
                  <c:v>14268</c:v>
                </c:pt>
                <c:pt idx="758">
                  <c:v>14303</c:v>
                </c:pt>
                <c:pt idx="759">
                  <c:v>14323</c:v>
                </c:pt>
                <c:pt idx="760">
                  <c:v>14323</c:v>
                </c:pt>
                <c:pt idx="761">
                  <c:v>14343</c:v>
                </c:pt>
                <c:pt idx="762">
                  <c:v>14378</c:v>
                </c:pt>
                <c:pt idx="763">
                  <c:v>14398</c:v>
                </c:pt>
                <c:pt idx="764">
                  <c:v>14438</c:v>
                </c:pt>
                <c:pt idx="765">
                  <c:v>14378</c:v>
                </c:pt>
                <c:pt idx="766">
                  <c:v>14358</c:v>
                </c:pt>
                <c:pt idx="767">
                  <c:v>14353</c:v>
                </c:pt>
                <c:pt idx="768">
                  <c:v>14373</c:v>
                </c:pt>
                <c:pt idx="769">
                  <c:v>14343</c:v>
                </c:pt>
                <c:pt idx="770">
                  <c:v>14333</c:v>
                </c:pt>
                <c:pt idx="771">
                  <c:v>14333</c:v>
                </c:pt>
                <c:pt idx="772">
                  <c:v>14343</c:v>
                </c:pt>
                <c:pt idx="773">
                  <c:v>14368</c:v>
                </c:pt>
                <c:pt idx="774">
                  <c:v>14378</c:v>
                </c:pt>
                <c:pt idx="775">
                  <c:v>14314</c:v>
                </c:pt>
                <c:pt idx="776">
                  <c:v>14288</c:v>
                </c:pt>
                <c:pt idx="777">
                  <c:v>14249</c:v>
                </c:pt>
                <c:pt idx="778">
                  <c:v>14221</c:v>
                </c:pt>
                <c:pt idx="779">
                  <c:v>14227</c:v>
                </c:pt>
                <c:pt idx="780">
                  <c:v>14228</c:v>
                </c:pt>
                <c:pt idx="781">
                  <c:v>14253</c:v>
                </c:pt>
                <c:pt idx="782">
                  <c:v>14268</c:v>
                </c:pt>
                <c:pt idx="783">
                  <c:v>14253</c:v>
                </c:pt>
                <c:pt idx="784">
                  <c:v>14266</c:v>
                </c:pt>
                <c:pt idx="785">
                  <c:v>14303</c:v>
                </c:pt>
                <c:pt idx="786">
                  <c:v>14358</c:v>
                </c:pt>
                <c:pt idx="787">
                  <c:v>14393</c:v>
                </c:pt>
                <c:pt idx="788">
                  <c:v>14358</c:v>
                </c:pt>
                <c:pt idx="789">
                  <c:v>14308</c:v>
                </c:pt>
                <c:pt idx="790">
                  <c:v>14303</c:v>
                </c:pt>
                <c:pt idx="791">
                  <c:v>14318</c:v>
                </c:pt>
                <c:pt idx="792">
                  <c:v>14295</c:v>
                </c:pt>
                <c:pt idx="793">
                  <c:v>14297</c:v>
                </c:pt>
                <c:pt idx="794">
                  <c:v>14318</c:v>
                </c:pt>
                <c:pt idx="795">
                  <c:v>14338</c:v>
                </c:pt>
                <c:pt idx="796">
                  <c:v>14363</c:v>
                </c:pt>
                <c:pt idx="797">
                  <c:v>14338</c:v>
                </c:pt>
                <c:pt idx="798">
                  <c:v>14338</c:v>
                </c:pt>
                <c:pt idx="799">
                  <c:v>14343</c:v>
                </c:pt>
                <c:pt idx="800">
                  <c:v>14351</c:v>
                </c:pt>
                <c:pt idx="801">
                  <c:v>14353</c:v>
                </c:pt>
                <c:pt idx="802">
                  <c:v>14386</c:v>
                </c:pt>
                <c:pt idx="803">
                  <c:v>14388</c:v>
                </c:pt>
                <c:pt idx="804">
                  <c:v>14383</c:v>
                </c:pt>
                <c:pt idx="805">
                  <c:v>14383</c:v>
                </c:pt>
                <c:pt idx="806">
                  <c:v>14358</c:v>
                </c:pt>
                <c:pt idx="807">
                  <c:v>14378</c:v>
                </c:pt>
                <c:pt idx="808">
                  <c:v>14380</c:v>
                </c:pt>
                <c:pt idx="809">
                  <c:v>14397</c:v>
                </c:pt>
                <c:pt idx="810">
                  <c:v>14393</c:v>
                </c:pt>
                <c:pt idx="811">
                  <c:v>14358</c:v>
                </c:pt>
                <c:pt idx="812">
                  <c:v>14343</c:v>
                </c:pt>
                <c:pt idx="813">
                  <c:v>14353</c:v>
                </c:pt>
                <c:pt idx="814">
                  <c:v>14328</c:v>
                </c:pt>
                <c:pt idx="815">
                  <c:v>14303</c:v>
                </c:pt>
                <c:pt idx="816">
                  <c:v>14258</c:v>
                </c:pt>
                <c:pt idx="817">
                  <c:v>14318</c:v>
                </c:pt>
                <c:pt idx="818">
                  <c:v>14328</c:v>
                </c:pt>
                <c:pt idx="819">
                  <c:v>14328</c:v>
                </c:pt>
                <c:pt idx="820">
                  <c:v>14366</c:v>
                </c:pt>
                <c:pt idx="821">
                  <c:v>14338</c:v>
                </c:pt>
                <c:pt idx="822">
                  <c:v>14383</c:v>
                </c:pt>
                <c:pt idx="823">
                  <c:v>14367</c:v>
                </c:pt>
                <c:pt idx="824">
                  <c:v>14367</c:v>
                </c:pt>
                <c:pt idx="825">
                  <c:v>14337</c:v>
                </c:pt>
                <c:pt idx="826">
                  <c:v>14384</c:v>
                </c:pt>
                <c:pt idx="827">
                  <c:v>14384</c:v>
                </c:pt>
                <c:pt idx="828">
                  <c:v>14388</c:v>
                </c:pt>
                <c:pt idx="829">
                  <c:v>14408</c:v>
                </c:pt>
                <c:pt idx="830">
                  <c:v>14398</c:v>
                </c:pt>
                <c:pt idx="831">
                  <c:v>14348</c:v>
                </c:pt>
                <c:pt idx="832">
                  <c:v>14282</c:v>
                </c:pt>
                <c:pt idx="833">
                  <c:v>14303</c:v>
                </c:pt>
                <c:pt idx="834">
                  <c:v>14333</c:v>
                </c:pt>
                <c:pt idx="835">
                  <c:v>14330</c:v>
                </c:pt>
                <c:pt idx="836">
                  <c:v>14312</c:v>
                </c:pt>
                <c:pt idx="837">
                  <c:v>14303</c:v>
                </c:pt>
                <c:pt idx="838">
                  <c:v>14342</c:v>
                </c:pt>
                <c:pt idx="839">
                  <c:v>14340</c:v>
                </c:pt>
                <c:pt idx="840">
                  <c:v>14357</c:v>
                </c:pt>
                <c:pt idx="841">
                  <c:v>14347</c:v>
                </c:pt>
                <c:pt idx="842">
                  <c:v>14352</c:v>
                </c:pt>
                <c:pt idx="843">
                  <c:v>14341</c:v>
                </c:pt>
                <c:pt idx="844">
                  <c:v>14363</c:v>
                </c:pt>
                <c:pt idx="845">
                  <c:v>14364</c:v>
                </c:pt>
                <c:pt idx="846">
                  <c:v>14343</c:v>
                </c:pt>
                <c:pt idx="847">
                  <c:v>14369</c:v>
                </c:pt>
                <c:pt idx="848">
                  <c:v>14368</c:v>
                </c:pt>
                <c:pt idx="849">
                  <c:v>14355</c:v>
                </c:pt>
                <c:pt idx="850">
                  <c:v>14347</c:v>
                </c:pt>
                <c:pt idx="851">
                  <c:v>14357</c:v>
                </c:pt>
                <c:pt idx="852">
                  <c:v>14359</c:v>
                </c:pt>
                <c:pt idx="853">
                  <c:v>14362</c:v>
                </c:pt>
                <c:pt idx="854">
                  <c:v>14366</c:v>
                </c:pt>
                <c:pt idx="855">
                  <c:v>14363</c:v>
                </c:pt>
                <c:pt idx="856">
                  <c:v>14363</c:v>
                </c:pt>
                <c:pt idx="857">
                  <c:v>14344</c:v>
                </c:pt>
                <c:pt idx="858">
                  <c:v>14344</c:v>
                </c:pt>
                <c:pt idx="859">
                  <c:v>14354</c:v>
                </c:pt>
                <c:pt idx="860">
                  <c:v>14344</c:v>
                </c:pt>
                <c:pt idx="861">
                  <c:v>14356</c:v>
                </c:pt>
                <c:pt idx="862">
                  <c:v>14344</c:v>
                </c:pt>
                <c:pt idx="863">
                  <c:v>14357</c:v>
                </c:pt>
                <c:pt idx="864">
                  <c:v>14458</c:v>
                </c:pt>
                <c:pt idx="865">
                  <c:v>14411</c:v>
                </c:pt>
                <c:pt idx="866">
                  <c:v>14422</c:v>
                </c:pt>
                <c:pt idx="867">
                  <c:v>14497</c:v>
                </c:pt>
                <c:pt idx="868">
                  <c:v>14497</c:v>
                </c:pt>
                <c:pt idx="869">
                  <c:v>14497</c:v>
                </c:pt>
                <c:pt idx="870">
                  <c:v>14497</c:v>
                </c:pt>
                <c:pt idx="871">
                  <c:v>14497</c:v>
                </c:pt>
                <c:pt idx="872">
                  <c:v>14497</c:v>
                </c:pt>
                <c:pt idx="873">
                  <c:v>14497</c:v>
                </c:pt>
                <c:pt idx="874">
                  <c:v>14558</c:v>
                </c:pt>
                <c:pt idx="875">
                  <c:v>14557</c:v>
                </c:pt>
                <c:pt idx="876">
                  <c:v>14558</c:v>
                </c:pt>
                <c:pt idx="877">
                  <c:v>14597</c:v>
                </c:pt>
                <c:pt idx="878">
                  <c:v>14613</c:v>
                </c:pt>
                <c:pt idx="879">
                  <c:v>14613</c:v>
                </c:pt>
                <c:pt idx="880">
                  <c:v>14650</c:v>
                </c:pt>
                <c:pt idx="881">
                  <c:v>14688</c:v>
                </c:pt>
                <c:pt idx="882">
                  <c:v>14733</c:v>
                </c:pt>
                <c:pt idx="883">
                  <c:v>14652</c:v>
                </c:pt>
                <c:pt idx="884">
                  <c:v>14674</c:v>
                </c:pt>
                <c:pt idx="885">
                  <c:v>14658</c:v>
                </c:pt>
                <c:pt idx="886">
                  <c:v>14633</c:v>
                </c:pt>
                <c:pt idx="887">
                  <c:v>14633</c:v>
                </c:pt>
                <c:pt idx="888">
                  <c:v>14577</c:v>
                </c:pt>
                <c:pt idx="889">
                  <c:v>14558</c:v>
                </c:pt>
                <c:pt idx="890">
                  <c:v>14583</c:v>
                </c:pt>
                <c:pt idx="891">
                  <c:v>14583</c:v>
                </c:pt>
                <c:pt idx="892">
                  <c:v>14483</c:v>
                </c:pt>
                <c:pt idx="893">
                  <c:v>14438</c:v>
                </c:pt>
                <c:pt idx="894">
                  <c:v>14452</c:v>
                </c:pt>
                <c:pt idx="895">
                  <c:v>14457</c:v>
                </c:pt>
                <c:pt idx="896">
                  <c:v>14493</c:v>
                </c:pt>
                <c:pt idx="897">
                  <c:v>14563</c:v>
                </c:pt>
                <c:pt idx="898">
                  <c:v>14550</c:v>
                </c:pt>
                <c:pt idx="899">
                  <c:v>14681</c:v>
                </c:pt>
                <c:pt idx="900">
                  <c:v>14698</c:v>
                </c:pt>
                <c:pt idx="901">
                  <c:v>14743</c:v>
                </c:pt>
                <c:pt idx="902">
                  <c:v>14768</c:v>
                </c:pt>
                <c:pt idx="903">
                  <c:v>14823</c:v>
                </c:pt>
                <c:pt idx="904">
                  <c:v>14833</c:v>
                </c:pt>
                <c:pt idx="905">
                  <c:v>14812</c:v>
                </c:pt>
                <c:pt idx="906">
                  <c:v>14868</c:v>
                </c:pt>
                <c:pt idx="907">
                  <c:v>14838</c:v>
                </c:pt>
                <c:pt idx="908">
                  <c:v>14848</c:v>
                </c:pt>
                <c:pt idx="909">
                  <c:v>14803</c:v>
                </c:pt>
                <c:pt idx="910">
                  <c:v>14837</c:v>
                </c:pt>
                <c:pt idx="911">
                  <c:v>14850</c:v>
                </c:pt>
                <c:pt idx="912">
                  <c:v>14898</c:v>
                </c:pt>
                <c:pt idx="913">
                  <c:v>14938</c:v>
                </c:pt>
                <c:pt idx="914">
                  <c:v>14968</c:v>
                </c:pt>
                <c:pt idx="915">
                  <c:v>14988</c:v>
                </c:pt>
                <c:pt idx="916">
                  <c:v>14997</c:v>
                </c:pt>
                <c:pt idx="917">
                  <c:v>14996</c:v>
                </c:pt>
                <c:pt idx="918">
                  <c:v>14977</c:v>
                </c:pt>
                <c:pt idx="919">
                  <c:v>14973</c:v>
                </c:pt>
                <c:pt idx="920">
                  <c:v>14988</c:v>
                </c:pt>
                <c:pt idx="921">
                  <c:v>14988</c:v>
                </c:pt>
                <c:pt idx="922">
                  <c:v>14993</c:v>
                </c:pt>
                <c:pt idx="923">
                  <c:v>14993</c:v>
                </c:pt>
                <c:pt idx="924">
                  <c:v>14982</c:v>
                </c:pt>
                <c:pt idx="925">
                  <c:v>14978</c:v>
                </c:pt>
                <c:pt idx="926">
                  <c:v>14988</c:v>
                </c:pt>
                <c:pt idx="927">
                  <c:v>15033</c:v>
                </c:pt>
                <c:pt idx="928">
                  <c:v>15018</c:v>
                </c:pt>
                <c:pt idx="929">
                  <c:v>14998</c:v>
                </c:pt>
                <c:pt idx="930">
                  <c:v>14997</c:v>
                </c:pt>
                <c:pt idx="931">
                  <c:v>15012</c:v>
                </c:pt>
                <c:pt idx="932">
                  <c:v>14933</c:v>
                </c:pt>
                <c:pt idx="933">
                  <c:v>14833</c:v>
                </c:pt>
                <c:pt idx="934">
                  <c:v>14873</c:v>
                </c:pt>
                <c:pt idx="935">
                  <c:v>14893</c:v>
                </c:pt>
                <c:pt idx="936">
                  <c:v>14913</c:v>
                </c:pt>
                <c:pt idx="937">
                  <c:v>14933</c:v>
                </c:pt>
                <c:pt idx="938">
                  <c:v>14893</c:v>
                </c:pt>
                <c:pt idx="939">
                  <c:v>14878</c:v>
                </c:pt>
                <c:pt idx="940">
                  <c:v>14853</c:v>
                </c:pt>
                <c:pt idx="941">
                  <c:v>14872</c:v>
                </c:pt>
                <c:pt idx="942">
                  <c:v>14768</c:v>
                </c:pt>
                <c:pt idx="943">
                  <c:v>14668</c:v>
                </c:pt>
                <c:pt idx="944">
                  <c:v>14743</c:v>
                </c:pt>
                <c:pt idx="945">
                  <c:v>14768</c:v>
                </c:pt>
                <c:pt idx="946">
                  <c:v>14768</c:v>
                </c:pt>
                <c:pt idx="947">
                  <c:v>14833</c:v>
                </c:pt>
                <c:pt idx="948">
                  <c:v>14838</c:v>
                </c:pt>
                <c:pt idx="949">
                  <c:v>14888</c:v>
                </c:pt>
                <c:pt idx="950">
                  <c:v>14838</c:v>
                </c:pt>
                <c:pt idx="951">
                  <c:v>14848</c:v>
                </c:pt>
                <c:pt idx="952">
                  <c:v>14823</c:v>
                </c:pt>
                <c:pt idx="953">
                  <c:v>14818</c:v>
                </c:pt>
                <c:pt idx="954">
                  <c:v>14897</c:v>
                </c:pt>
                <c:pt idx="955">
                  <c:v>14843</c:v>
                </c:pt>
                <c:pt idx="956">
                  <c:v>14843</c:v>
                </c:pt>
                <c:pt idx="957">
                  <c:v>14883</c:v>
                </c:pt>
                <c:pt idx="958">
                  <c:v>14897</c:v>
                </c:pt>
                <c:pt idx="959">
                  <c:v>14903</c:v>
                </c:pt>
                <c:pt idx="960">
                  <c:v>14887</c:v>
                </c:pt>
                <c:pt idx="961">
                  <c:v>14918</c:v>
                </c:pt>
                <c:pt idx="962">
                  <c:v>14898</c:v>
                </c:pt>
                <c:pt idx="963">
                  <c:v>14830</c:v>
                </c:pt>
                <c:pt idx="964">
                  <c:v>14842</c:v>
                </c:pt>
                <c:pt idx="965">
                  <c:v>14852</c:v>
                </c:pt>
                <c:pt idx="966">
                  <c:v>14908</c:v>
                </c:pt>
                <c:pt idx="967">
                  <c:v>14898</c:v>
                </c:pt>
                <c:pt idx="968">
                  <c:v>14953</c:v>
                </c:pt>
                <c:pt idx="969">
                  <c:v>14978</c:v>
                </c:pt>
                <c:pt idx="970">
                  <c:v>14983</c:v>
                </c:pt>
                <c:pt idx="971">
                  <c:v>14998</c:v>
                </c:pt>
                <c:pt idx="972">
                  <c:v>15018</c:v>
                </c:pt>
                <c:pt idx="973">
                  <c:v>15038</c:v>
                </c:pt>
                <c:pt idx="974">
                  <c:v>15128</c:v>
                </c:pt>
                <c:pt idx="975">
                  <c:v>15123</c:v>
                </c:pt>
                <c:pt idx="976">
                  <c:v>15263</c:v>
                </c:pt>
                <c:pt idx="977">
                  <c:v>15263</c:v>
                </c:pt>
                <c:pt idx="978">
                  <c:v>15228</c:v>
                </c:pt>
                <c:pt idx="979">
                  <c:v>15303</c:v>
                </c:pt>
                <c:pt idx="980">
                  <c:v>15245</c:v>
                </c:pt>
                <c:pt idx="981">
                  <c:v>15193</c:v>
                </c:pt>
                <c:pt idx="982">
                  <c:v>15188</c:v>
                </c:pt>
                <c:pt idx="983">
                  <c:v>15253</c:v>
                </c:pt>
                <c:pt idx="984">
                  <c:v>15313</c:v>
                </c:pt>
                <c:pt idx="985">
                  <c:v>15358</c:v>
                </c:pt>
                <c:pt idx="986">
                  <c:v>15358</c:v>
                </c:pt>
                <c:pt idx="987">
                  <c:v>15362</c:v>
                </c:pt>
                <c:pt idx="988">
                  <c:v>15423</c:v>
                </c:pt>
                <c:pt idx="989">
                  <c:v>15488</c:v>
                </c:pt>
                <c:pt idx="990">
                  <c:v>15468</c:v>
                </c:pt>
                <c:pt idx="991">
                  <c:v>15498</c:v>
                </c:pt>
                <c:pt idx="992">
                  <c:v>15573</c:v>
                </c:pt>
                <c:pt idx="993">
                  <c:v>15633</c:v>
                </c:pt>
                <c:pt idx="994">
                  <c:v>15587</c:v>
                </c:pt>
                <c:pt idx="995">
                  <c:v>15623</c:v>
                </c:pt>
                <c:pt idx="996">
                  <c:v>15570</c:v>
                </c:pt>
                <c:pt idx="997">
                  <c:v>15568</c:v>
                </c:pt>
                <c:pt idx="998">
                  <c:v>15552</c:v>
                </c:pt>
                <c:pt idx="999">
                  <c:v>15598</c:v>
                </c:pt>
                <c:pt idx="1000">
                  <c:v>15628</c:v>
                </c:pt>
                <c:pt idx="1001">
                  <c:v>15648</c:v>
                </c:pt>
                <c:pt idx="1002">
                  <c:v>15697</c:v>
                </c:pt>
                <c:pt idx="1003">
                  <c:v>15738</c:v>
                </c:pt>
                <c:pt idx="1004">
                  <c:v>15708</c:v>
                </c:pt>
                <c:pt idx="1005">
                  <c:v>15698</c:v>
                </c:pt>
                <c:pt idx="1006">
                  <c:v>15661</c:v>
                </c:pt>
                <c:pt idx="1007">
                  <c:v>15691</c:v>
                </c:pt>
                <c:pt idx="1008">
                  <c:v>15494</c:v>
                </c:pt>
                <c:pt idx="1009">
                  <c:v>15518</c:v>
                </c:pt>
                <c:pt idx="1010">
                  <c:v>15538</c:v>
                </c:pt>
                <c:pt idx="1011">
                  <c:v>15603</c:v>
                </c:pt>
                <c:pt idx="1012">
                  <c:v>15663</c:v>
                </c:pt>
                <c:pt idx="1013">
                  <c:v>15688</c:v>
                </c:pt>
                <c:pt idx="1014">
                  <c:v>15713</c:v>
                </c:pt>
                <c:pt idx="1015">
                  <c:v>15698</c:v>
                </c:pt>
                <c:pt idx="1016">
                  <c:v>15688</c:v>
                </c:pt>
                <c:pt idx="1017">
                  <c:v>15664</c:v>
                </c:pt>
                <c:pt idx="1018">
                  <c:v>15673</c:v>
                </c:pt>
                <c:pt idx="1019">
                  <c:v>15723</c:v>
                </c:pt>
                <c:pt idx="1020">
                  <c:v>15743</c:v>
                </c:pt>
                <c:pt idx="1021">
                  <c:v>15732</c:v>
                </c:pt>
                <c:pt idx="1022">
                  <c:v>15563</c:v>
                </c:pt>
                <c:pt idx="1023">
                  <c:v>15428</c:v>
                </c:pt>
                <c:pt idx="1024">
                  <c:v>15468</c:v>
                </c:pt>
                <c:pt idx="1025">
                  <c:v>15618</c:v>
                </c:pt>
                <c:pt idx="1026">
                  <c:v>15638</c:v>
                </c:pt>
                <c:pt idx="1027">
                  <c:v>15621</c:v>
                </c:pt>
                <c:pt idx="1028">
                  <c:v>15583</c:v>
                </c:pt>
                <c:pt idx="1029">
                  <c:v>15628</c:v>
                </c:pt>
                <c:pt idx="1030">
                  <c:v>15657</c:v>
                </c:pt>
                <c:pt idx="1031">
                  <c:v>15598</c:v>
                </c:pt>
                <c:pt idx="1032">
                  <c:v>15618</c:v>
                </c:pt>
                <c:pt idx="1033">
                  <c:v>15598</c:v>
                </c:pt>
                <c:pt idx="1034">
                  <c:v>15598</c:v>
                </c:pt>
                <c:pt idx="1035">
                  <c:v>15603</c:v>
                </c:pt>
                <c:pt idx="1036">
                  <c:v>15588</c:v>
                </c:pt>
                <c:pt idx="1037">
                  <c:v>15583</c:v>
                </c:pt>
                <c:pt idx="1038">
                  <c:v>15593</c:v>
                </c:pt>
                <c:pt idx="1039">
                  <c:v>15633</c:v>
                </c:pt>
                <c:pt idx="1040">
                  <c:v>15663</c:v>
                </c:pt>
                <c:pt idx="1041">
                  <c:v>15703</c:v>
                </c:pt>
                <c:pt idx="1042">
                  <c:v>15658</c:v>
                </c:pt>
                <c:pt idx="1043">
                  <c:v>15568</c:v>
                </c:pt>
                <c:pt idx="1044">
                  <c:v>15573</c:v>
                </c:pt>
                <c:pt idx="1045">
                  <c:v>15598</c:v>
                </c:pt>
                <c:pt idx="1046">
                  <c:v>15588</c:v>
                </c:pt>
                <c:pt idx="1047">
                  <c:v>15608</c:v>
                </c:pt>
                <c:pt idx="1048">
                  <c:v>15633</c:v>
                </c:pt>
                <c:pt idx="1049">
                  <c:v>15568</c:v>
                </c:pt>
                <c:pt idx="1050">
                  <c:v>15573</c:v>
                </c:pt>
                <c:pt idx="1051">
                  <c:v>15483</c:v>
                </c:pt>
                <c:pt idx="1052">
                  <c:v>15338</c:v>
                </c:pt>
                <c:pt idx="1053">
                  <c:v>15150</c:v>
                </c:pt>
                <c:pt idx="1054">
                  <c:v>15045</c:v>
                </c:pt>
                <c:pt idx="1055">
                  <c:v>15165</c:v>
                </c:pt>
                <c:pt idx="1056">
                  <c:v>15089</c:v>
                </c:pt>
                <c:pt idx="1057">
                  <c:v>15104</c:v>
                </c:pt>
                <c:pt idx="1058">
                  <c:v>15075</c:v>
                </c:pt>
                <c:pt idx="1059">
                  <c:v>15075</c:v>
                </c:pt>
                <c:pt idx="1060">
                  <c:v>14888</c:v>
                </c:pt>
                <c:pt idx="1061">
                  <c:v>14965</c:v>
                </c:pt>
                <c:pt idx="1062">
                  <c:v>14948</c:v>
                </c:pt>
                <c:pt idx="1063">
                  <c:v>14985</c:v>
                </c:pt>
                <c:pt idx="1064">
                  <c:v>14970</c:v>
                </c:pt>
                <c:pt idx="1065">
                  <c:v>14990</c:v>
                </c:pt>
                <c:pt idx="1066">
                  <c:v>14975</c:v>
                </c:pt>
                <c:pt idx="1067">
                  <c:v>14880</c:v>
                </c:pt>
                <c:pt idx="1068">
                  <c:v>14893</c:v>
                </c:pt>
                <c:pt idx="1069">
                  <c:v>15055</c:v>
                </c:pt>
                <c:pt idx="1070">
                  <c:v>15145</c:v>
                </c:pt>
                <c:pt idx="1071">
                  <c:v>15100</c:v>
                </c:pt>
                <c:pt idx="1072">
                  <c:v>15095</c:v>
                </c:pt>
                <c:pt idx="1073">
                  <c:v>15134</c:v>
                </c:pt>
                <c:pt idx="1074">
                  <c:v>15195</c:v>
                </c:pt>
                <c:pt idx="1075">
                  <c:v>15160</c:v>
                </c:pt>
                <c:pt idx="1076">
                  <c:v>15204</c:v>
                </c:pt>
                <c:pt idx="1077">
                  <c:v>15157</c:v>
                </c:pt>
                <c:pt idx="1078">
                  <c:v>15203</c:v>
                </c:pt>
                <c:pt idx="1079">
                  <c:v>15158</c:v>
                </c:pt>
                <c:pt idx="1080">
                  <c:v>15190</c:v>
                </c:pt>
                <c:pt idx="1081">
                  <c:v>15202</c:v>
                </c:pt>
                <c:pt idx="1082">
                  <c:v>15190</c:v>
                </c:pt>
                <c:pt idx="1083">
                  <c:v>15225</c:v>
                </c:pt>
                <c:pt idx="1084">
                  <c:v>15270</c:v>
                </c:pt>
                <c:pt idx="1085">
                  <c:v>15250</c:v>
                </c:pt>
                <c:pt idx="1086">
                  <c:v>15235</c:v>
                </c:pt>
                <c:pt idx="1087">
                  <c:v>15280</c:v>
                </c:pt>
                <c:pt idx="1088">
                  <c:v>15300</c:v>
                </c:pt>
                <c:pt idx="1089">
                  <c:v>15295</c:v>
                </c:pt>
                <c:pt idx="1090">
                  <c:v>15350</c:v>
                </c:pt>
                <c:pt idx="1091">
                  <c:v>15435</c:v>
                </c:pt>
                <c:pt idx="1092">
                  <c:v>15425</c:v>
                </c:pt>
                <c:pt idx="1093">
                  <c:v>15450</c:v>
                </c:pt>
                <c:pt idx="1094">
                  <c:v>15365</c:v>
                </c:pt>
                <c:pt idx="1095">
                  <c:v>15385</c:v>
                </c:pt>
                <c:pt idx="1096">
                  <c:v>15365</c:v>
                </c:pt>
                <c:pt idx="1097">
                  <c:v>15380</c:v>
                </c:pt>
                <c:pt idx="1098">
                  <c:v>15345</c:v>
                </c:pt>
                <c:pt idx="1099">
                  <c:v>15360</c:v>
                </c:pt>
                <c:pt idx="1100">
                  <c:v>15345</c:v>
                </c:pt>
                <c:pt idx="1101">
                  <c:v>15345</c:v>
                </c:pt>
                <c:pt idx="1102">
                  <c:v>15345</c:v>
                </c:pt>
                <c:pt idx="1103">
                  <c:v>15155</c:v>
                </c:pt>
                <c:pt idx="1104">
                  <c:v>15160</c:v>
                </c:pt>
                <c:pt idx="1105">
                  <c:v>15087</c:v>
                </c:pt>
                <c:pt idx="1106">
                  <c:v>15065</c:v>
                </c:pt>
                <c:pt idx="1107">
                  <c:v>15047</c:v>
                </c:pt>
                <c:pt idx="1108">
                  <c:v>14995</c:v>
                </c:pt>
                <c:pt idx="1109">
                  <c:v>14970</c:v>
                </c:pt>
                <c:pt idx="1110">
                  <c:v>14900</c:v>
                </c:pt>
                <c:pt idx="1111">
                  <c:v>14925</c:v>
                </c:pt>
                <c:pt idx="1112">
                  <c:v>14913</c:v>
                </c:pt>
                <c:pt idx="1113">
                  <c:v>14913</c:v>
                </c:pt>
                <c:pt idx="1114">
                  <c:v>14902</c:v>
                </c:pt>
                <c:pt idx="1115">
                  <c:v>14883</c:v>
                </c:pt>
                <c:pt idx="1116">
                  <c:v>14880</c:v>
                </c:pt>
                <c:pt idx="1117">
                  <c:v>14751</c:v>
                </c:pt>
                <c:pt idx="1118">
                  <c:v>14700</c:v>
                </c:pt>
                <c:pt idx="1119">
                  <c:v>14790</c:v>
                </c:pt>
                <c:pt idx="1120">
                  <c:v>14845</c:v>
                </c:pt>
                <c:pt idx="1121">
                  <c:v>14845</c:v>
                </c:pt>
                <c:pt idx="1122">
                  <c:v>14845</c:v>
                </c:pt>
                <c:pt idx="1123">
                  <c:v>14845</c:v>
                </c:pt>
                <c:pt idx="1124">
                  <c:v>14845</c:v>
                </c:pt>
                <c:pt idx="1125">
                  <c:v>14845</c:v>
                </c:pt>
                <c:pt idx="1126">
                  <c:v>14833</c:v>
                </c:pt>
                <c:pt idx="1127">
                  <c:v>14703</c:v>
                </c:pt>
                <c:pt idx="1128">
                  <c:v>14670</c:v>
                </c:pt>
                <c:pt idx="1129">
                  <c:v>14670</c:v>
                </c:pt>
                <c:pt idx="1130">
                  <c:v>14705</c:v>
                </c:pt>
                <c:pt idx="1131">
                  <c:v>14685</c:v>
                </c:pt>
                <c:pt idx="1132">
                  <c:v>14680</c:v>
                </c:pt>
                <c:pt idx="1133">
                  <c:v>14675</c:v>
                </c:pt>
                <c:pt idx="1134">
                  <c:v>14700</c:v>
                </c:pt>
                <c:pt idx="1135">
                  <c:v>14730</c:v>
                </c:pt>
                <c:pt idx="1136">
                  <c:v>14725</c:v>
                </c:pt>
                <c:pt idx="1137">
                  <c:v>14724</c:v>
                </c:pt>
                <c:pt idx="1138">
                  <c:v>14750</c:v>
                </c:pt>
                <c:pt idx="1139">
                  <c:v>14800</c:v>
                </c:pt>
                <c:pt idx="1140">
                  <c:v>14820</c:v>
                </c:pt>
                <c:pt idx="1141">
                  <c:v>14865</c:v>
                </c:pt>
                <c:pt idx="1142">
                  <c:v>14865</c:v>
                </c:pt>
                <c:pt idx="1143">
                  <c:v>14925</c:v>
                </c:pt>
                <c:pt idx="1144">
                  <c:v>14890</c:v>
                </c:pt>
                <c:pt idx="1145">
                  <c:v>14880</c:v>
                </c:pt>
                <c:pt idx="1146">
                  <c:v>14905</c:v>
                </c:pt>
                <c:pt idx="1147">
                  <c:v>14950</c:v>
                </c:pt>
                <c:pt idx="1148">
                  <c:v>14955</c:v>
                </c:pt>
                <c:pt idx="1149">
                  <c:v>14970</c:v>
                </c:pt>
                <c:pt idx="1150">
                  <c:v>14985</c:v>
                </c:pt>
                <c:pt idx="1151">
                  <c:v>14993</c:v>
                </c:pt>
                <c:pt idx="1152">
                  <c:v>14993</c:v>
                </c:pt>
                <c:pt idx="1153">
                  <c:v>14993</c:v>
                </c:pt>
                <c:pt idx="1154">
                  <c:v>14890</c:v>
                </c:pt>
                <c:pt idx="1155">
                  <c:v>14860</c:v>
                </c:pt>
                <c:pt idx="1156">
                  <c:v>14878</c:v>
                </c:pt>
                <c:pt idx="1157">
                  <c:v>14895</c:v>
                </c:pt>
                <c:pt idx="1158">
                  <c:v>14840</c:v>
                </c:pt>
                <c:pt idx="1159">
                  <c:v>14865</c:v>
                </c:pt>
                <c:pt idx="1160">
                  <c:v>14860</c:v>
                </c:pt>
                <c:pt idx="1161">
                  <c:v>14900</c:v>
                </c:pt>
                <c:pt idx="1162">
                  <c:v>14945</c:v>
                </c:pt>
                <c:pt idx="1163">
                  <c:v>14935</c:v>
                </c:pt>
                <c:pt idx="1164">
                  <c:v>14995</c:v>
                </c:pt>
                <c:pt idx="1165">
                  <c:v>15000</c:v>
                </c:pt>
                <c:pt idx="1166">
                  <c:v>14945</c:v>
                </c:pt>
                <c:pt idx="1167">
                  <c:v>14940</c:v>
                </c:pt>
                <c:pt idx="1168">
                  <c:v>14994</c:v>
                </c:pt>
                <c:pt idx="1169">
                  <c:v>15015</c:v>
                </c:pt>
                <c:pt idx="1170">
                  <c:v>14993</c:v>
                </c:pt>
                <c:pt idx="1171">
                  <c:v>14993</c:v>
                </c:pt>
                <c:pt idx="1172">
                  <c:v>14993</c:v>
                </c:pt>
                <c:pt idx="1173">
                  <c:v>14993</c:v>
                </c:pt>
                <c:pt idx="1174">
                  <c:v>15025</c:v>
                </c:pt>
                <c:pt idx="1175">
                  <c:v>14993</c:v>
                </c:pt>
                <c:pt idx="1176">
                  <c:v>15015</c:v>
                </c:pt>
                <c:pt idx="1177">
                  <c:v>15045</c:v>
                </c:pt>
                <c:pt idx="1178">
                  <c:v>15135</c:v>
                </c:pt>
                <c:pt idx="1179">
                  <c:v>15195</c:v>
                </c:pt>
                <c:pt idx="1180">
                  <c:v>15140</c:v>
                </c:pt>
                <c:pt idx="1181">
                  <c:v>15078</c:v>
                </c:pt>
                <c:pt idx="1182">
                  <c:v>14968</c:v>
                </c:pt>
                <c:pt idx="1183">
                  <c:v>14958</c:v>
                </c:pt>
                <c:pt idx="1184">
                  <c:v>15005</c:v>
                </c:pt>
                <c:pt idx="1185">
                  <c:v>14995</c:v>
                </c:pt>
                <c:pt idx="1186">
                  <c:v>14995</c:v>
                </c:pt>
                <c:pt idx="1187">
                  <c:v>14988</c:v>
                </c:pt>
                <c:pt idx="1188">
                  <c:v>15025</c:v>
                </c:pt>
                <c:pt idx="1189">
                  <c:v>15023</c:v>
                </c:pt>
                <c:pt idx="1190">
                  <c:v>14993</c:v>
                </c:pt>
                <c:pt idx="1191">
                  <c:v>15018</c:v>
                </c:pt>
                <c:pt idx="1192">
                  <c:v>15000</c:v>
                </c:pt>
                <c:pt idx="1193">
                  <c:v>15095</c:v>
                </c:pt>
                <c:pt idx="1194">
                  <c:v>15080</c:v>
                </c:pt>
                <c:pt idx="1195">
                  <c:v>15115</c:v>
                </c:pt>
                <c:pt idx="1196">
                  <c:v>15175</c:v>
                </c:pt>
                <c:pt idx="1197">
                  <c:v>15185</c:v>
                </c:pt>
                <c:pt idx="1198">
                  <c:v>15170</c:v>
                </c:pt>
                <c:pt idx="1199">
                  <c:v>15185</c:v>
                </c:pt>
                <c:pt idx="1200">
                  <c:v>15218</c:v>
                </c:pt>
                <c:pt idx="1201">
                  <c:v>15191</c:v>
                </c:pt>
                <c:pt idx="1202">
                  <c:v>15185</c:v>
                </c:pt>
                <c:pt idx="1203">
                  <c:v>15215</c:v>
                </c:pt>
                <c:pt idx="1204">
                  <c:v>15315</c:v>
                </c:pt>
                <c:pt idx="1205">
                  <c:v>15340</c:v>
                </c:pt>
                <c:pt idx="1206">
                  <c:v>15283</c:v>
                </c:pt>
                <c:pt idx="1207">
                  <c:v>15283</c:v>
                </c:pt>
                <c:pt idx="1208">
                  <c:v>15285</c:v>
                </c:pt>
                <c:pt idx="1209">
                  <c:v>15325</c:v>
                </c:pt>
                <c:pt idx="1210">
                  <c:v>15315</c:v>
                </c:pt>
                <c:pt idx="1211">
                  <c:v>15295</c:v>
                </c:pt>
                <c:pt idx="1212">
                  <c:v>15245</c:v>
                </c:pt>
                <c:pt idx="1213">
                  <c:v>15295</c:v>
                </c:pt>
                <c:pt idx="1214">
                  <c:v>15290</c:v>
                </c:pt>
                <c:pt idx="1215">
                  <c:v>15260</c:v>
                </c:pt>
                <c:pt idx="1216">
                  <c:v>15240</c:v>
                </c:pt>
                <c:pt idx="1217">
                  <c:v>15230</c:v>
                </c:pt>
                <c:pt idx="1218">
                  <c:v>15240</c:v>
                </c:pt>
                <c:pt idx="1219">
                  <c:v>15240</c:v>
                </c:pt>
                <c:pt idx="1220">
                  <c:v>15265</c:v>
                </c:pt>
                <c:pt idx="1221">
                  <c:v>15293</c:v>
                </c:pt>
                <c:pt idx="1222">
                  <c:v>15325</c:v>
                </c:pt>
                <c:pt idx="1223">
                  <c:v>15325</c:v>
                </c:pt>
                <c:pt idx="1224">
                  <c:v>15325</c:v>
                </c:pt>
                <c:pt idx="1225">
                  <c:v>15340</c:v>
                </c:pt>
                <c:pt idx="1226">
                  <c:v>15370</c:v>
                </c:pt>
                <c:pt idx="1227">
                  <c:v>15355</c:v>
                </c:pt>
                <c:pt idx="1228">
                  <c:v>15353</c:v>
                </c:pt>
                <c:pt idx="1229">
                  <c:v>15370</c:v>
                </c:pt>
                <c:pt idx="1230">
                  <c:v>15380</c:v>
                </c:pt>
                <c:pt idx="1231">
                  <c:v>15384</c:v>
                </c:pt>
                <c:pt idx="1232">
                  <c:v>15375</c:v>
                </c:pt>
                <c:pt idx="1233">
                  <c:v>15375</c:v>
                </c:pt>
                <c:pt idx="1234">
                  <c:v>15400</c:v>
                </c:pt>
                <c:pt idx="1235">
                  <c:v>15490</c:v>
                </c:pt>
                <c:pt idx="1236">
                  <c:v>15520</c:v>
                </c:pt>
                <c:pt idx="1237">
                  <c:v>15520</c:v>
                </c:pt>
                <c:pt idx="1238">
                  <c:v>15455</c:v>
                </c:pt>
                <c:pt idx="1239">
                  <c:v>15530</c:v>
                </c:pt>
                <c:pt idx="1240">
                  <c:v>15580</c:v>
                </c:pt>
                <c:pt idx="1241">
                  <c:v>15632</c:v>
                </c:pt>
                <c:pt idx="1242">
                  <c:v>15615</c:v>
                </c:pt>
                <c:pt idx="1243">
                  <c:v>15610</c:v>
                </c:pt>
                <c:pt idx="1244">
                  <c:v>15690</c:v>
                </c:pt>
                <c:pt idx="1245">
                  <c:v>15735</c:v>
                </c:pt>
                <c:pt idx="1246">
                  <c:v>15693</c:v>
                </c:pt>
                <c:pt idx="1247">
                  <c:v>15690</c:v>
                </c:pt>
                <c:pt idx="1248">
                  <c:v>15683</c:v>
                </c:pt>
                <c:pt idx="1249">
                  <c:v>15720</c:v>
                </c:pt>
                <c:pt idx="1250">
                  <c:v>15715</c:v>
                </c:pt>
                <c:pt idx="1251">
                  <c:v>15730</c:v>
                </c:pt>
                <c:pt idx="1252">
                  <c:v>15815</c:v>
                </c:pt>
                <c:pt idx="1253">
                  <c:v>15875</c:v>
                </c:pt>
                <c:pt idx="1254">
                  <c:v>15935</c:v>
                </c:pt>
                <c:pt idx="1255">
                  <c:v>15850</c:v>
                </c:pt>
                <c:pt idx="1256">
                  <c:v>15870</c:v>
                </c:pt>
                <c:pt idx="1257">
                  <c:v>15920</c:v>
                </c:pt>
                <c:pt idx="1258">
                  <c:v>15940</c:v>
                </c:pt>
                <c:pt idx="1259">
                  <c:v>15890</c:v>
                </c:pt>
                <c:pt idx="1260">
                  <c:v>15885</c:v>
                </c:pt>
                <c:pt idx="1261">
                  <c:v>15935</c:v>
                </c:pt>
                <c:pt idx="1262">
                  <c:v>15857</c:v>
                </c:pt>
                <c:pt idx="1263">
                  <c:v>15728</c:v>
                </c:pt>
                <c:pt idx="1264">
                  <c:v>15538</c:v>
                </c:pt>
                <c:pt idx="1265">
                  <c:v>15630</c:v>
                </c:pt>
                <c:pt idx="1266">
                  <c:v>15650</c:v>
                </c:pt>
                <c:pt idx="1267">
                  <c:v>15655</c:v>
                </c:pt>
                <c:pt idx="1268">
                  <c:v>15695</c:v>
                </c:pt>
                <c:pt idx="1269">
                  <c:v>15700</c:v>
                </c:pt>
                <c:pt idx="1270">
                  <c:v>15695</c:v>
                </c:pt>
                <c:pt idx="1271">
                  <c:v>15535</c:v>
                </c:pt>
                <c:pt idx="1272">
                  <c:v>15545</c:v>
                </c:pt>
                <c:pt idx="1273">
                  <c:v>15493</c:v>
                </c:pt>
                <c:pt idx="1274">
                  <c:v>15445</c:v>
                </c:pt>
                <c:pt idx="1275">
                  <c:v>15440</c:v>
                </c:pt>
                <c:pt idx="1276">
                  <c:v>15575</c:v>
                </c:pt>
                <c:pt idx="1277">
                  <c:v>15555</c:v>
                </c:pt>
                <c:pt idx="1278">
                  <c:v>15565</c:v>
                </c:pt>
                <c:pt idx="1279">
                  <c:v>15495</c:v>
                </c:pt>
                <c:pt idx="1280">
                  <c:v>15435</c:v>
                </c:pt>
                <c:pt idx="1281">
                  <c:v>15395</c:v>
                </c:pt>
                <c:pt idx="1282">
                  <c:v>15510</c:v>
                </c:pt>
                <c:pt idx="1283">
                  <c:v>15485</c:v>
                </c:pt>
                <c:pt idx="1284">
                  <c:v>15455</c:v>
                </c:pt>
                <c:pt idx="1285">
                  <c:v>15505</c:v>
                </c:pt>
                <c:pt idx="1286">
                  <c:v>15493</c:v>
                </c:pt>
                <c:pt idx="1287">
                  <c:v>15515</c:v>
                </c:pt>
                <c:pt idx="1288">
                  <c:v>15510</c:v>
                </c:pt>
                <c:pt idx="1289">
                  <c:v>15615</c:v>
                </c:pt>
                <c:pt idx="1290">
                  <c:v>15620</c:v>
                </c:pt>
                <c:pt idx="1291">
                  <c:v>15660</c:v>
                </c:pt>
                <c:pt idx="1292">
                  <c:v>15497</c:v>
                </c:pt>
                <c:pt idx="1293">
                  <c:v>15493</c:v>
                </c:pt>
                <c:pt idx="1294">
                  <c:v>15510</c:v>
                </c:pt>
                <c:pt idx="1295">
                  <c:v>15505</c:v>
                </c:pt>
                <c:pt idx="1296">
                  <c:v>15510</c:v>
                </c:pt>
                <c:pt idx="1297">
                  <c:v>15525</c:v>
                </c:pt>
                <c:pt idx="1298">
                  <c:v>15483</c:v>
                </c:pt>
                <c:pt idx="1299">
                  <c:v>15483</c:v>
                </c:pt>
                <c:pt idx="1300">
                  <c:v>15483</c:v>
                </c:pt>
                <c:pt idx="1301">
                  <c:v>15430</c:v>
                </c:pt>
                <c:pt idx="1302">
                  <c:v>15420</c:v>
                </c:pt>
                <c:pt idx="1303">
                  <c:v>15397</c:v>
                </c:pt>
                <c:pt idx="1304">
                  <c:v>15397</c:v>
                </c:pt>
                <c:pt idx="1305">
                  <c:v>15470</c:v>
                </c:pt>
                <c:pt idx="1306">
                  <c:v>15480</c:v>
                </c:pt>
                <c:pt idx="1307">
                  <c:v>15490</c:v>
                </c:pt>
                <c:pt idx="1308">
                  <c:v>15515</c:v>
                </c:pt>
                <c:pt idx="1309">
                  <c:v>15525</c:v>
                </c:pt>
                <c:pt idx="1310">
                  <c:v>15520</c:v>
                </c:pt>
                <c:pt idx="1311">
                  <c:v>15570</c:v>
                </c:pt>
                <c:pt idx="1312">
                  <c:v>15549</c:v>
                </c:pt>
                <c:pt idx="1313">
                  <c:v>15550</c:v>
                </c:pt>
                <c:pt idx="1314">
                  <c:v>15555</c:v>
                </c:pt>
                <c:pt idx="1315">
                  <c:v>15591</c:v>
                </c:pt>
                <c:pt idx="1316">
                  <c:v>15640</c:v>
                </c:pt>
                <c:pt idx="1317">
                  <c:v>15620</c:v>
                </c:pt>
                <c:pt idx="1318">
                  <c:v>15615</c:v>
                </c:pt>
                <c:pt idx="1319">
                  <c:v>15635</c:v>
                </c:pt>
                <c:pt idx="1320">
                  <c:v>15630</c:v>
                </c:pt>
                <c:pt idx="1321">
                  <c:v>15710</c:v>
                </c:pt>
                <c:pt idx="1322">
                  <c:v>15825</c:v>
                </c:pt>
                <c:pt idx="1323">
                  <c:v>15820</c:v>
                </c:pt>
                <c:pt idx="1324">
                  <c:v>15810</c:v>
                </c:pt>
                <c:pt idx="1325">
                  <c:v>15780</c:v>
                </c:pt>
                <c:pt idx="1326">
                  <c:v>15780</c:v>
                </c:pt>
                <c:pt idx="1327">
                  <c:v>15765</c:v>
                </c:pt>
                <c:pt idx="1328">
                  <c:v>15658</c:v>
                </c:pt>
                <c:pt idx="1329">
                  <c:v>15705</c:v>
                </c:pt>
                <c:pt idx="1330">
                  <c:v>15730</c:v>
                </c:pt>
                <c:pt idx="1331">
                  <c:v>15635</c:v>
                </c:pt>
                <c:pt idx="1332">
                  <c:v>15635</c:v>
                </c:pt>
                <c:pt idx="1333">
                  <c:v>15635</c:v>
                </c:pt>
                <c:pt idx="1334">
                  <c:v>15595</c:v>
                </c:pt>
                <c:pt idx="1335">
                  <c:v>15595</c:v>
                </c:pt>
                <c:pt idx="1336">
                  <c:v>15595</c:v>
                </c:pt>
                <c:pt idx="1337">
                  <c:v>15620</c:v>
                </c:pt>
                <c:pt idx="1338">
                  <c:v>15620</c:v>
                </c:pt>
                <c:pt idx="1339">
                  <c:v>15630</c:v>
                </c:pt>
                <c:pt idx="1340">
                  <c:v>15660</c:v>
                </c:pt>
                <c:pt idx="1341">
                  <c:v>15635</c:v>
                </c:pt>
                <c:pt idx="1342">
                  <c:v>15590</c:v>
                </c:pt>
                <c:pt idx="1343">
                  <c:v>15595</c:v>
                </c:pt>
                <c:pt idx="1344">
                  <c:v>15630</c:v>
                </c:pt>
                <c:pt idx="1345">
                  <c:v>15640</c:v>
                </c:pt>
                <c:pt idx="1346">
                  <c:v>15685</c:v>
                </c:pt>
                <c:pt idx="1347">
                  <c:v>15715</c:v>
                </c:pt>
                <c:pt idx="1348">
                  <c:v>15700</c:v>
                </c:pt>
                <c:pt idx="1349">
                  <c:v>15740</c:v>
                </c:pt>
                <c:pt idx="1350">
                  <c:v>15769</c:v>
                </c:pt>
                <c:pt idx="1351">
                  <c:v>15700</c:v>
                </c:pt>
                <c:pt idx="1352">
                  <c:v>15653</c:v>
                </c:pt>
                <c:pt idx="1353">
                  <c:v>15590</c:v>
                </c:pt>
                <c:pt idx="1354">
                  <c:v>15590</c:v>
                </c:pt>
                <c:pt idx="1355">
                  <c:v>15590</c:v>
                </c:pt>
                <c:pt idx="1356">
                  <c:v>15578</c:v>
                </c:pt>
                <c:pt idx="1357">
                  <c:v>15582</c:v>
                </c:pt>
                <c:pt idx="1358">
                  <c:v>15595</c:v>
                </c:pt>
                <c:pt idx="1359">
                  <c:v>15690</c:v>
                </c:pt>
                <c:pt idx="1360">
                  <c:v>15715</c:v>
                </c:pt>
                <c:pt idx="1361">
                  <c:v>15715</c:v>
                </c:pt>
                <c:pt idx="1362">
                  <c:v>15660</c:v>
                </c:pt>
                <c:pt idx="1363">
                  <c:v>15780</c:v>
                </c:pt>
                <c:pt idx="1364">
                  <c:v>15798</c:v>
                </c:pt>
                <c:pt idx="1365">
                  <c:v>15790</c:v>
                </c:pt>
                <c:pt idx="1366">
                  <c:v>15855</c:v>
                </c:pt>
                <c:pt idx="1367">
                  <c:v>15855</c:v>
                </c:pt>
                <c:pt idx="1368">
                  <c:v>15855</c:v>
                </c:pt>
                <c:pt idx="1369">
                  <c:v>15890</c:v>
                </c:pt>
                <c:pt idx="1370">
                  <c:v>15897</c:v>
                </c:pt>
                <c:pt idx="1371">
                  <c:v>15920</c:v>
                </c:pt>
                <c:pt idx="1372">
                  <c:v>15893</c:v>
                </c:pt>
                <c:pt idx="1373">
                  <c:v>15845</c:v>
                </c:pt>
                <c:pt idx="1374">
                  <c:v>15845</c:v>
                </c:pt>
                <c:pt idx="1375">
                  <c:v>15845</c:v>
                </c:pt>
                <c:pt idx="1376">
                  <c:v>15845</c:v>
                </c:pt>
                <c:pt idx="1377">
                  <c:v>15845</c:v>
                </c:pt>
                <c:pt idx="1378">
                  <c:v>15845</c:v>
                </c:pt>
                <c:pt idx="1379">
                  <c:v>15845</c:v>
                </c:pt>
                <c:pt idx="1380">
                  <c:v>16175</c:v>
                </c:pt>
                <c:pt idx="1381">
                  <c:v>16220</c:v>
                </c:pt>
                <c:pt idx="1382">
                  <c:v>16175</c:v>
                </c:pt>
                <c:pt idx="1383">
                  <c:v>16255</c:v>
                </c:pt>
                <c:pt idx="1384">
                  <c:v>16235</c:v>
                </c:pt>
                <c:pt idx="1385">
                  <c:v>16220</c:v>
                </c:pt>
                <c:pt idx="1386">
                  <c:v>16154</c:v>
                </c:pt>
                <c:pt idx="1387">
                  <c:v>16188</c:v>
                </c:pt>
                <c:pt idx="1388">
                  <c:v>16210</c:v>
                </c:pt>
                <c:pt idx="1389">
                  <c:v>16255</c:v>
                </c:pt>
                <c:pt idx="1390">
                  <c:v>16260</c:v>
                </c:pt>
                <c:pt idx="1391">
                  <c:v>16260</c:v>
                </c:pt>
                <c:pt idx="1392">
                  <c:v>16185</c:v>
                </c:pt>
                <c:pt idx="1393">
                  <c:v>16084</c:v>
                </c:pt>
                <c:pt idx="1394">
                  <c:v>16025</c:v>
                </c:pt>
                <c:pt idx="1395">
                  <c:v>16049</c:v>
                </c:pt>
                <c:pt idx="1396">
                  <c:v>16045</c:v>
                </c:pt>
                <c:pt idx="1397">
                  <c:v>16045</c:v>
                </c:pt>
                <c:pt idx="1398">
                  <c:v>16045</c:v>
                </c:pt>
                <c:pt idx="1399">
                  <c:v>16080</c:v>
                </c:pt>
                <c:pt idx="1400">
                  <c:v>16104</c:v>
                </c:pt>
                <c:pt idx="1401">
                  <c:v>16028</c:v>
                </c:pt>
                <c:pt idx="1402">
                  <c:v>15925</c:v>
                </c:pt>
                <c:pt idx="1403">
                  <c:v>15955</c:v>
                </c:pt>
                <c:pt idx="1404">
                  <c:v>15975</c:v>
                </c:pt>
                <c:pt idx="1405">
                  <c:v>15995</c:v>
                </c:pt>
                <c:pt idx="1406">
                  <c:v>15993</c:v>
                </c:pt>
                <c:pt idx="1407">
                  <c:v>15993</c:v>
                </c:pt>
                <c:pt idx="1408">
                  <c:v>15993</c:v>
                </c:pt>
                <c:pt idx="1409">
                  <c:v>16065</c:v>
                </c:pt>
                <c:pt idx="1410">
                  <c:v>16090</c:v>
                </c:pt>
                <c:pt idx="1411">
                  <c:v>16160</c:v>
                </c:pt>
                <c:pt idx="1412">
                  <c:v>16260</c:v>
                </c:pt>
                <c:pt idx="1413">
                  <c:v>16250</c:v>
                </c:pt>
                <c:pt idx="1414">
                  <c:v>16230</c:v>
                </c:pt>
                <c:pt idx="1415">
                  <c:v>16220</c:v>
                </c:pt>
                <c:pt idx="1416">
                  <c:v>16285</c:v>
                </c:pt>
                <c:pt idx="1417">
                  <c:v>16260</c:v>
                </c:pt>
                <c:pt idx="1418">
                  <c:v>16195</c:v>
                </c:pt>
                <c:pt idx="1419">
                  <c:v>16280</c:v>
                </c:pt>
                <c:pt idx="1420">
                  <c:v>16290</c:v>
                </c:pt>
                <c:pt idx="1421">
                  <c:v>16295</c:v>
                </c:pt>
                <c:pt idx="1422">
                  <c:v>16270</c:v>
                </c:pt>
                <c:pt idx="1423">
                  <c:v>16400</c:v>
                </c:pt>
                <c:pt idx="1424">
                  <c:v>16400</c:v>
                </c:pt>
                <c:pt idx="1425">
                  <c:v>16400</c:v>
                </c:pt>
                <c:pt idx="1426">
                  <c:v>16365</c:v>
                </c:pt>
                <c:pt idx="1427">
                  <c:v>16430</c:v>
                </c:pt>
                <c:pt idx="1428">
                  <c:v>16450</c:v>
                </c:pt>
                <c:pt idx="1429">
                  <c:v>16394</c:v>
                </c:pt>
                <c:pt idx="1430">
                  <c:v>16375</c:v>
                </c:pt>
                <c:pt idx="1431">
                  <c:v>16405</c:v>
                </c:pt>
                <c:pt idx="1432">
                  <c:v>16398</c:v>
                </c:pt>
                <c:pt idx="1433">
                  <c:v>16375</c:v>
                </c:pt>
                <c:pt idx="1434">
                  <c:v>16322</c:v>
                </c:pt>
                <c:pt idx="1435">
                  <c:v>16395</c:v>
                </c:pt>
                <c:pt idx="1436">
                  <c:v>16370</c:v>
                </c:pt>
                <c:pt idx="1437">
                  <c:v>16330</c:v>
                </c:pt>
                <c:pt idx="1438">
                  <c:v>16278</c:v>
                </c:pt>
                <c:pt idx="1439">
                  <c:v>16255</c:v>
                </c:pt>
                <c:pt idx="1440">
                  <c:v>16250</c:v>
                </c:pt>
                <c:pt idx="1441">
                  <c:v>16240</c:v>
                </c:pt>
                <c:pt idx="1442">
                  <c:v>16195</c:v>
                </c:pt>
                <c:pt idx="1443">
                  <c:v>16138</c:v>
                </c:pt>
                <c:pt idx="1444">
                  <c:v>16170</c:v>
                </c:pt>
                <c:pt idx="1445">
                  <c:v>16180</c:v>
                </c:pt>
                <c:pt idx="1446">
                  <c:v>16100</c:v>
                </c:pt>
                <c:pt idx="1447">
                  <c:v>16157</c:v>
                </c:pt>
                <c:pt idx="1448">
                  <c:v>16190</c:v>
                </c:pt>
                <c:pt idx="1449">
                  <c:v>16220</c:v>
                </c:pt>
                <c:pt idx="1450">
                  <c:v>16210</c:v>
                </c:pt>
                <c:pt idx="1451">
                  <c:v>16215</c:v>
                </c:pt>
                <c:pt idx="1452">
                  <c:v>16250</c:v>
                </c:pt>
                <c:pt idx="1453">
                  <c:v>16290</c:v>
                </c:pt>
                <c:pt idx="1454">
                  <c:v>16280</c:v>
                </c:pt>
                <c:pt idx="1455">
                  <c:v>16300</c:v>
                </c:pt>
                <c:pt idx="1456">
                  <c:v>16260</c:v>
                </c:pt>
                <c:pt idx="1457">
                  <c:v>16235</c:v>
                </c:pt>
                <c:pt idx="1458">
                  <c:v>16200</c:v>
                </c:pt>
                <c:pt idx="1459">
                  <c:v>16185</c:v>
                </c:pt>
                <c:pt idx="1460">
                  <c:v>16165</c:v>
                </c:pt>
                <c:pt idx="1461">
                  <c:v>16035</c:v>
                </c:pt>
                <c:pt idx="1462">
                  <c:v>15895</c:v>
                </c:pt>
                <c:pt idx="1463">
                  <c:v>15925</c:v>
                </c:pt>
                <c:pt idx="1464">
                  <c:v>15955</c:v>
                </c:pt>
                <c:pt idx="1465">
                  <c:v>15833</c:v>
                </c:pt>
                <c:pt idx="1466">
                  <c:v>15678</c:v>
                </c:pt>
                <c:pt idx="1467">
                  <c:v>15695</c:v>
                </c:pt>
                <c:pt idx="1468">
                  <c:v>15690</c:v>
                </c:pt>
                <c:pt idx="1469">
                  <c:v>15553</c:v>
                </c:pt>
                <c:pt idx="1470">
                  <c:v>15435</c:v>
                </c:pt>
                <c:pt idx="1471">
                  <c:v>15485</c:v>
                </c:pt>
                <c:pt idx="1472">
                  <c:v>15600</c:v>
                </c:pt>
                <c:pt idx="1473">
                  <c:v>15490</c:v>
                </c:pt>
                <c:pt idx="1474">
                  <c:v>15430</c:v>
                </c:pt>
                <c:pt idx="1475">
                  <c:v>15495</c:v>
                </c:pt>
                <c:pt idx="1476">
                  <c:v>15425</c:v>
                </c:pt>
                <c:pt idx="1477">
                  <c:v>15415</c:v>
                </c:pt>
                <c:pt idx="1478">
                  <c:v>15455</c:v>
                </c:pt>
                <c:pt idx="1479">
                  <c:v>15525</c:v>
                </c:pt>
                <c:pt idx="1480">
                  <c:v>15525</c:v>
                </c:pt>
                <c:pt idx="1481">
                  <c:v>15475</c:v>
                </c:pt>
                <c:pt idx="1482">
                  <c:v>15398</c:v>
                </c:pt>
                <c:pt idx="1483">
                  <c:v>15365</c:v>
                </c:pt>
                <c:pt idx="1484">
                  <c:v>15455</c:v>
                </c:pt>
                <c:pt idx="1485">
                  <c:v>15450</c:v>
                </c:pt>
                <c:pt idx="1486">
                  <c:v>15400</c:v>
                </c:pt>
                <c:pt idx="1487">
                  <c:v>15430</c:v>
                </c:pt>
                <c:pt idx="1488">
                  <c:v>15400</c:v>
                </c:pt>
                <c:pt idx="1489">
                  <c:v>15400</c:v>
                </c:pt>
                <c:pt idx="1490">
                  <c:v>15335</c:v>
                </c:pt>
                <c:pt idx="1491">
                  <c:v>15340</c:v>
                </c:pt>
                <c:pt idx="1492">
                  <c:v>15238</c:v>
                </c:pt>
                <c:pt idx="1493">
                  <c:v>15150</c:v>
                </c:pt>
                <c:pt idx="1494">
                  <c:v>15200</c:v>
                </c:pt>
                <c:pt idx="1495">
                  <c:v>15185</c:v>
                </c:pt>
                <c:pt idx="1496">
                  <c:v>15100</c:v>
                </c:pt>
                <c:pt idx="1497">
                  <c:v>15166</c:v>
                </c:pt>
                <c:pt idx="1498">
                  <c:v>15125</c:v>
                </c:pt>
                <c:pt idx="1499">
                  <c:v>15140</c:v>
                </c:pt>
                <c:pt idx="1500">
                  <c:v>15200</c:v>
                </c:pt>
                <c:pt idx="1501">
                  <c:v>15265</c:v>
                </c:pt>
                <c:pt idx="1502">
                  <c:v>15420</c:v>
                </c:pt>
                <c:pt idx="1503">
                  <c:v>15485</c:v>
                </c:pt>
                <c:pt idx="1504">
                  <c:v>15680</c:v>
                </c:pt>
                <c:pt idx="1505">
                  <c:v>15645</c:v>
                </c:pt>
                <c:pt idx="1506">
                  <c:v>15620</c:v>
                </c:pt>
                <c:pt idx="1507">
                  <c:v>15665</c:v>
                </c:pt>
                <c:pt idx="1508">
                  <c:v>15580</c:v>
                </c:pt>
                <c:pt idx="1509">
                  <c:v>15560</c:v>
                </c:pt>
                <c:pt idx="1510">
                  <c:v>15580</c:v>
                </c:pt>
                <c:pt idx="1511">
                  <c:v>15513</c:v>
                </c:pt>
                <c:pt idx="1512">
                  <c:v>15495</c:v>
                </c:pt>
                <c:pt idx="1513">
                  <c:v>15465</c:v>
                </c:pt>
                <c:pt idx="1514">
                  <c:v>15495</c:v>
                </c:pt>
                <c:pt idx="1515">
                  <c:v>15560</c:v>
                </c:pt>
                <c:pt idx="1516">
                  <c:v>15620</c:v>
                </c:pt>
                <c:pt idx="1517">
                  <c:v>15584</c:v>
                </c:pt>
                <c:pt idx="1518">
                  <c:v>15640</c:v>
                </c:pt>
                <c:pt idx="1519">
                  <c:v>15725</c:v>
                </c:pt>
                <c:pt idx="1520">
                  <c:v>15760</c:v>
                </c:pt>
                <c:pt idx="1521">
                  <c:v>15700</c:v>
                </c:pt>
                <c:pt idx="1522">
                  <c:v>15697</c:v>
                </c:pt>
                <c:pt idx="1523">
                  <c:v>15720</c:v>
                </c:pt>
                <c:pt idx="1524">
                  <c:v>15753</c:v>
                </c:pt>
                <c:pt idx="1525">
                  <c:v>15735</c:v>
                </c:pt>
                <c:pt idx="1526">
                  <c:v>15830</c:v>
                </c:pt>
                <c:pt idx="1527">
                  <c:v>15735</c:v>
                </c:pt>
                <c:pt idx="1528">
                  <c:v>15670</c:v>
                </c:pt>
                <c:pt idx="1529">
                  <c:v>15680</c:v>
                </c:pt>
                <c:pt idx="1530">
                  <c:v>15780</c:v>
                </c:pt>
                <c:pt idx="1531">
                  <c:v>15775</c:v>
                </c:pt>
                <c:pt idx="1532">
                  <c:v>15855</c:v>
                </c:pt>
                <c:pt idx="1533">
                  <c:v>15855</c:v>
                </c:pt>
                <c:pt idx="1534">
                  <c:v>15850</c:v>
                </c:pt>
                <c:pt idx="1535">
                  <c:v>15830</c:v>
                </c:pt>
                <c:pt idx="1536">
                  <c:v>15865</c:v>
                </c:pt>
                <c:pt idx="1537">
                  <c:v>15925</c:v>
                </c:pt>
                <c:pt idx="1538">
                  <c:v>15875</c:v>
                </c:pt>
                <c:pt idx="1539">
                  <c:v>15870</c:v>
                </c:pt>
                <c:pt idx="1540">
                  <c:v>15930</c:v>
                </c:pt>
                <c:pt idx="1541">
                  <c:v>15930</c:v>
                </c:pt>
                <c:pt idx="1542">
                  <c:v>15870</c:v>
                </c:pt>
                <c:pt idx="1543">
                  <c:v>15845</c:v>
                </c:pt>
                <c:pt idx="1544">
                  <c:v>15900</c:v>
                </c:pt>
                <c:pt idx="1545">
                  <c:v>15940</c:v>
                </c:pt>
                <c:pt idx="1546">
                  <c:v>15930</c:v>
                </c:pt>
                <c:pt idx="1547">
                  <c:v>15860</c:v>
                </c:pt>
                <c:pt idx="1548">
                  <c:v>15850</c:v>
                </c:pt>
                <c:pt idx="1549">
                  <c:v>15865</c:v>
                </c:pt>
                <c:pt idx="1550">
                  <c:v>15865</c:v>
                </c:pt>
                <c:pt idx="1551">
                  <c:v>15915</c:v>
                </c:pt>
                <c:pt idx="1552">
                  <c:v>15925</c:v>
                </c:pt>
                <c:pt idx="1553">
                  <c:v>15995</c:v>
                </c:pt>
                <c:pt idx="1554">
                  <c:v>16000</c:v>
                </c:pt>
                <c:pt idx="1555">
                  <c:v>16065</c:v>
                </c:pt>
                <c:pt idx="1556">
                  <c:v>16090</c:v>
                </c:pt>
                <c:pt idx="1557">
                  <c:v>16290</c:v>
                </c:pt>
                <c:pt idx="1558">
                  <c:v>16195</c:v>
                </c:pt>
                <c:pt idx="1559">
                  <c:v>16175</c:v>
                </c:pt>
                <c:pt idx="1560">
                  <c:v>16195</c:v>
                </c:pt>
                <c:pt idx="1561">
                  <c:v>16195</c:v>
                </c:pt>
                <c:pt idx="1562">
                  <c:v>16195</c:v>
                </c:pt>
                <c:pt idx="1563">
                  <c:v>16235</c:v>
                </c:pt>
                <c:pt idx="1564">
                  <c:v>16135</c:v>
                </c:pt>
                <c:pt idx="1565">
                  <c:v>16102</c:v>
                </c:pt>
                <c:pt idx="1566">
                  <c:v>16102</c:v>
                </c:pt>
                <c:pt idx="1567">
                  <c:v>16195</c:v>
                </c:pt>
                <c:pt idx="1568">
                  <c:v>16190</c:v>
                </c:pt>
                <c:pt idx="1569">
                  <c:v>16195</c:v>
                </c:pt>
                <c:pt idx="1570">
                  <c:v>16131</c:v>
                </c:pt>
                <c:pt idx="1571">
                  <c:v>16195</c:v>
                </c:pt>
                <c:pt idx="1572">
                  <c:v>16200</c:v>
                </c:pt>
                <c:pt idx="1573">
                  <c:v>16185</c:v>
                </c:pt>
                <c:pt idx="1574">
                  <c:v>16275</c:v>
                </c:pt>
                <c:pt idx="1575">
                  <c:v>16265</c:v>
                </c:pt>
                <c:pt idx="1576">
                  <c:v>16320</c:v>
                </c:pt>
                <c:pt idx="1577">
                  <c:v>16360</c:v>
                </c:pt>
                <c:pt idx="1578">
                  <c:v>16365</c:v>
                </c:pt>
                <c:pt idx="1579">
                  <c:v>16360</c:v>
                </c:pt>
                <c:pt idx="1580">
                  <c:v>16335</c:v>
                </c:pt>
                <c:pt idx="1581">
                  <c:v>16285</c:v>
                </c:pt>
                <c:pt idx="1582">
                  <c:v>16280</c:v>
                </c:pt>
                <c:pt idx="1583">
                  <c:v>16173</c:v>
                </c:pt>
                <c:pt idx="1584">
                  <c:v>16173</c:v>
                </c:pt>
                <c:pt idx="1585">
                  <c:v>16173</c:v>
                </c:pt>
                <c:pt idx="1586">
                  <c:v>16173</c:v>
                </c:pt>
                <c:pt idx="1587">
                  <c:v>16260</c:v>
                </c:pt>
                <c:pt idx="1588">
                  <c:v>16300</c:v>
                </c:pt>
                <c:pt idx="1589">
                  <c:v>16435</c:v>
                </c:pt>
                <c:pt idx="1590">
                  <c:v>16345</c:v>
                </c:pt>
                <c:pt idx="1591">
                  <c:v>16285</c:v>
                </c:pt>
                <c:pt idx="1592">
                  <c:v>16330</c:v>
                </c:pt>
                <c:pt idx="1593">
                  <c:v>16275</c:v>
                </c:pt>
                <c:pt idx="1594">
                  <c:v>16345</c:v>
                </c:pt>
                <c:pt idx="1595">
                  <c:v>16375</c:v>
                </c:pt>
                <c:pt idx="1596">
                  <c:v>16367</c:v>
                </c:pt>
                <c:pt idx="1597">
                  <c:v>16355</c:v>
                </c:pt>
                <c:pt idx="1598">
                  <c:v>16260</c:v>
                </c:pt>
                <c:pt idx="1599">
                  <c:v>16215</c:v>
                </c:pt>
                <c:pt idx="1600">
                  <c:v>16275</c:v>
                </c:pt>
                <c:pt idx="1601">
                  <c:v>16330</c:v>
                </c:pt>
                <c:pt idx="1602">
                  <c:v>16330</c:v>
                </c:pt>
                <c:pt idx="1603">
                  <c:v>16305</c:v>
                </c:pt>
                <c:pt idx="1604">
                  <c:v>16275</c:v>
                </c:pt>
                <c:pt idx="1605">
                  <c:v>16345</c:v>
                </c:pt>
                <c:pt idx="1606">
                  <c:v>16370</c:v>
                </c:pt>
                <c:pt idx="1607">
                  <c:v>16450</c:v>
                </c:pt>
                <c:pt idx="1608">
                  <c:v>16580</c:v>
                </c:pt>
                <c:pt idx="1609">
                  <c:v>16480</c:v>
                </c:pt>
                <c:pt idx="1610">
                  <c:v>16445</c:v>
                </c:pt>
                <c:pt idx="1611">
                  <c:v>16313</c:v>
                </c:pt>
                <c:pt idx="1612">
                  <c:v>16330</c:v>
                </c:pt>
                <c:pt idx="1613">
                  <c:v>16295</c:v>
                </c:pt>
                <c:pt idx="1614">
                  <c:v>16340</c:v>
                </c:pt>
                <c:pt idx="1615">
                  <c:v>16405</c:v>
                </c:pt>
                <c:pt idx="1616">
                  <c:v>16445</c:v>
                </c:pt>
                <c:pt idx="1617">
                  <c:v>16425</c:v>
                </c:pt>
                <c:pt idx="1618">
                  <c:v>16350</c:v>
                </c:pt>
                <c:pt idx="1619">
                  <c:v>16400</c:v>
                </c:pt>
                <c:pt idx="1620">
                  <c:v>16425</c:v>
                </c:pt>
                <c:pt idx="1621">
                  <c:v>16525</c:v>
                </c:pt>
                <c:pt idx="1622">
                  <c:v>16475</c:v>
                </c:pt>
                <c:pt idx="1623">
                  <c:v>16500</c:v>
                </c:pt>
                <c:pt idx="1624">
                  <c:v>16555</c:v>
                </c:pt>
                <c:pt idx="1625">
                  <c:v>16595</c:v>
                </c:pt>
                <c:pt idx="1626">
                  <c:v>16580</c:v>
                </c:pt>
                <c:pt idx="1627">
                  <c:v>16560</c:v>
                </c:pt>
                <c:pt idx="1628">
                  <c:v>16560</c:v>
                </c:pt>
                <c:pt idx="1629">
                  <c:v>16560</c:v>
                </c:pt>
                <c:pt idx="1630">
                  <c:v>16560</c:v>
                </c:pt>
                <c:pt idx="1631">
                  <c:v>16560</c:v>
                </c:pt>
                <c:pt idx="1632">
                  <c:v>16560</c:v>
                </c:pt>
                <c:pt idx="1633">
                  <c:v>16560</c:v>
                </c:pt>
                <c:pt idx="1634">
                  <c:v>16560</c:v>
                </c:pt>
                <c:pt idx="1635">
                  <c:v>16865</c:v>
                </c:pt>
                <c:pt idx="1636">
                  <c:v>16865</c:v>
                </c:pt>
                <c:pt idx="1637">
                  <c:v>16800</c:v>
                </c:pt>
                <c:pt idx="1638">
                  <c:v>16795</c:v>
                </c:pt>
                <c:pt idx="1639">
                  <c:v>16775</c:v>
                </c:pt>
                <c:pt idx="1640">
                  <c:v>16815</c:v>
                </c:pt>
                <c:pt idx="1641">
                  <c:v>16825</c:v>
                </c:pt>
                <c:pt idx="1642">
                  <c:v>16825</c:v>
                </c:pt>
                <c:pt idx="1643">
                  <c:v>16825</c:v>
                </c:pt>
                <c:pt idx="1644">
                  <c:v>16805</c:v>
                </c:pt>
                <c:pt idx="1645">
                  <c:v>16855</c:v>
                </c:pt>
                <c:pt idx="1646">
                  <c:v>16865</c:v>
                </c:pt>
                <c:pt idx="1647">
                  <c:v>16870</c:v>
                </c:pt>
                <c:pt idx="1648">
                  <c:v>16830</c:v>
                </c:pt>
                <c:pt idx="1649">
                  <c:v>16855</c:v>
                </c:pt>
                <c:pt idx="1650">
                  <c:v>16762</c:v>
                </c:pt>
                <c:pt idx="1651">
                  <c:v>16601</c:v>
                </c:pt>
                <c:pt idx="1652">
                  <c:v>16601</c:v>
                </c:pt>
                <c:pt idx="1653">
                  <c:v>16435</c:v>
                </c:pt>
                <c:pt idx="1654">
                  <c:v>16435</c:v>
                </c:pt>
                <c:pt idx="1655">
                  <c:v>16450</c:v>
                </c:pt>
                <c:pt idx="1656">
                  <c:v>16536</c:v>
                </c:pt>
                <c:pt idx="1657">
                  <c:v>16495</c:v>
                </c:pt>
                <c:pt idx="1658">
                  <c:v>16515</c:v>
                </c:pt>
                <c:pt idx="1659">
                  <c:v>16515</c:v>
                </c:pt>
                <c:pt idx="1660">
                  <c:v>16515</c:v>
                </c:pt>
                <c:pt idx="1661">
                  <c:v>16550</c:v>
                </c:pt>
                <c:pt idx="1662">
                  <c:v>16515</c:v>
                </c:pt>
                <c:pt idx="1663">
                  <c:v>16440</c:v>
                </c:pt>
                <c:pt idx="1664">
                  <c:v>16430</c:v>
                </c:pt>
                <c:pt idx="1665">
                  <c:v>16415</c:v>
                </c:pt>
                <c:pt idx="1666">
                  <c:v>16395</c:v>
                </c:pt>
                <c:pt idx="1667">
                  <c:v>16330</c:v>
                </c:pt>
                <c:pt idx="1668">
                  <c:v>16222</c:v>
                </c:pt>
                <c:pt idx="1669">
                  <c:v>16240</c:v>
                </c:pt>
                <c:pt idx="1670">
                  <c:v>16273</c:v>
                </c:pt>
                <c:pt idx="1671">
                  <c:v>16290</c:v>
                </c:pt>
                <c:pt idx="1672">
                  <c:v>16290</c:v>
                </c:pt>
                <c:pt idx="1673">
                  <c:v>16290</c:v>
                </c:pt>
                <c:pt idx="1674">
                  <c:v>16248</c:v>
                </c:pt>
                <c:pt idx="1675">
                  <c:v>16290</c:v>
                </c:pt>
                <c:pt idx="1676">
                  <c:v>16290</c:v>
                </c:pt>
                <c:pt idx="1677">
                  <c:v>16275</c:v>
                </c:pt>
                <c:pt idx="1678">
                  <c:v>16275</c:v>
                </c:pt>
                <c:pt idx="1679">
                  <c:v>16275</c:v>
                </c:pt>
                <c:pt idx="1680">
                  <c:v>16273</c:v>
                </c:pt>
                <c:pt idx="1681">
                  <c:v>16260</c:v>
                </c:pt>
                <c:pt idx="1682">
                  <c:v>16235</c:v>
                </c:pt>
                <c:pt idx="1683">
                  <c:v>16295</c:v>
                </c:pt>
                <c:pt idx="1684">
                  <c:v>16265</c:v>
                </c:pt>
                <c:pt idx="1685">
                  <c:v>16280</c:v>
                </c:pt>
                <c:pt idx="1686">
                  <c:v>16300</c:v>
                </c:pt>
                <c:pt idx="1687">
                  <c:v>16395</c:v>
                </c:pt>
                <c:pt idx="1688">
                  <c:v>16385</c:v>
                </c:pt>
                <c:pt idx="1689">
                  <c:v>16485</c:v>
                </c:pt>
                <c:pt idx="1690">
                  <c:v>16350</c:v>
                </c:pt>
                <c:pt idx="1691">
                  <c:v>16290</c:v>
                </c:pt>
                <c:pt idx="1692">
                  <c:v>16205</c:v>
                </c:pt>
                <c:pt idx="1693">
                  <c:v>16205</c:v>
                </c:pt>
                <c:pt idx="1694">
                  <c:v>16238</c:v>
                </c:pt>
                <c:pt idx="1695">
                  <c:v>16198</c:v>
                </c:pt>
                <c:pt idx="1696">
                  <c:v>16242</c:v>
                </c:pt>
                <c:pt idx="1697">
                  <c:v>16198</c:v>
                </c:pt>
                <c:pt idx="1698">
                  <c:v>16185</c:v>
                </c:pt>
                <c:pt idx="1699">
                  <c:v>16230</c:v>
                </c:pt>
                <c:pt idx="1700">
                  <c:v>16208</c:v>
                </c:pt>
                <c:pt idx="1701">
                  <c:v>16243</c:v>
                </c:pt>
                <c:pt idx="1702">
                  <c:v>16220</c:v>
                </c:pt>
                <c:pt idx="1703">
                  <c:v>16211</c:v>
                </c:pt>
                <c:pt idx="1704">
                  <c:v>16245</c:v>
                </c:pt>
                <c:pt idx="1705">
                  <c:v>16260</c:v>
                </c:pt>
                <c:pt idx="1706">
                  <c:v>16278</c:v>
                </c:pt>
                <c:pt idx="1707">
                  <c:v>16331</c:v>
                </c:pt>
                <c:pt idx="1708">
                  <c:v>16290</c:v>
                </c:pt>
                <c:pt idx="1709">
                  <c:v>16311</c:v>
                </c:pt>
                <c:pt idx="1710">
                  <c:v>16310</c:v>
                </c:pt>
                <c:pt idx="1711">
                  <c:v>16293</c:v>
                </c:pt>
                <c:pt idx="1712">
                  <c:v>16287</c:v>
                </c:pt>
                <c:pt idx="1713">
                  <c:v>16315</c:v>
                </c:pt>
                <c:pt idx="1714">
                  <c:v>16342</c:v>
                </c:pt>
                <c:pt idx="1715">
                  <c:v>16398</c:v>
                </c:pt>
                <c:pt idx="1716">
                  <c:v>16393</c:v>
                </c:pt>
                <c:pt idx="1717">
                  <c:v>16455</c:v>
                </c:pt>
                <c:pt idx="1718">
                  <c:v>16493</c:v>
                </c:pt>
                <c:pt idx="1719">
                  <c:v>16390</c:v>
                </c:pt>
                <c:pt idx="1720">
                  <c:v>16381</c:v>
                </c:pt>
                <c:pt idx="1721">
                  <c:v>16363</c:v>
                </c:pt>
                <c:pt idx="1722">
                  <c:v>16290</c:v>
                </c:pt>
                <c:pt idx="1723">
                  <c:v>16291</c:v>
                </c:pt>
                <c:pt idx="1724">
                  <c:v>16274</c:v>
                </c:pt>
                <c:pt idx="1725">
                  <c:v>16289</c:v>
                </c:pt>
                <c:pt idx="1726">
                  <c:v>16195</c:v>
                </c:pt>
                <c:pt idx="1727">
                  <c:v>16110</c:v>
                </c:pt>
                <c:pt idx="1728">
                  <c:v>16160</c:v>
                </c:pt>
                <c:pt idx="1729">
                  <c:v>16160</c:v>
                </c:pt>
                <c:pt idx="1730">
                  <c:v>16245</c:v>
                </c:pt>
                <c:pt idx="1731">
                  <c:v>16270</c:v>
                </c:pt>
                <c:pt idx="1732">
                  <c:v>16285</c:v>
                </c:pt>
                <c:pt idx="1733">
                  <c:v>16345</c:v>
                </c:pt>
                <c:pt idx="1734">
                  <c:v>16253</c:v>
                </c:pt>
                <c:pt idx="1735">
                  <c:v>16295</c:v>
                </c:pt>
                <c:pt idx="1736">
                  <c:v>16360</c:v>
                </c:pt>
                <c:pt idx="1737">
                  <c:v>16345</c:v>
                </c:pt>
                <c:pt idx="1738">
                  <c:v>16490</c:v>
                </c:pt>
                <c:pt idx="1739">
                  <c:v>16421</c:v>
                </c:pt>
                <c:pt idx="1740">
                  <c:v>16400</c:v>
                </c:pt>
                <c:pt idx="1741">
                  <c:v>16415</c:v>
                </c:pt>
                <c:pt idx="1742">
                  <c:v>16420</c:v>
                </c:pt>
                <c:pt idx="1743">
                  <c:v>16420</c:v>
                </c:pt>
                <c:pt idx="1744">
                  <c:v>16304</c:v>
                </c:pt>
                <c:pt idx="1745">
                  <c:v>16475</c:v>
                </c:pt>
                <c:pt idx="1746">
                  <c:v>16461</c:v>
                </c:pt>
                <c:pt idx="1747">
                  <c:v>16462</c:v>
                </c:pt>
                <c:pt idx="1748">
                  <c:v>16378</c:v>
                </c:pt>
                <c:pt idx="1749">
                  <c:v>16410</c:v>
                </c:pt>
                <c:pt idx="1750">
                  <c:v>16440</c:v>
                </c:pt>
                <c:pt idx="1751">
                  <c:v>16430</c:v>
                </c:pt>
                <c:pt idx="1752">
                  <c:v>16505</c:v>
                </c:pt>
                <c:pt idx="1753">
                  <c:v>16588</c:v>
                </c:pt>
                <c:pt idx="1754">
                  <c:v>16605</c:v>
                </c:pt>
                <c:pt idx="1755">
                  <c:v>16665</c:v>
                </c:pt>
                <c:pt idx="1756">
                  <c:v>16676</c:v>
                </c:pt>
                <c:pt idx="1757">
                  <c:v>16750</c:v>
                </c:pt>
                <c:pt idx="1758">
                  <c:v>16741</c:v>
                </c:pt>
                <c:pt idx="1759">
                  <c:v>16680</c:v>
                </c:pt>
                <c:pt idx="1760">
                  <c:v>16665</c:v>
                </c:pt>
                <c:pt idx="1761">
                  <c:v>16610</c:v>
                </c:pt>
                <c:pt idx="1762">
                  <c:v>16588</c:v>
                </c:pt>
                <c:pt idx="1763">
                  <c:v>16540</c:v>
                </c:pt>
                <c:pt idx="1764">
                  <c:v>16554</c:v>
                </c:pt>
                <c:pt idx="1765">
                  <c:v>16540</c:v>
                </c:pt>
                <c:pt idx="1766">
                  <c:v>16560</c:v>
                </c:pt>
                <c:pt idx="1767">
                  <c:v>16545</c:v>
                </c:pt>
                <c:pt idx="1768">
                  <c:v>16553</c:v>
                </c:pt>
                <c:pt idx="1769">
                  <c:v>16560</c:v>
                </c:pt>
                <c:pt idx="1770">
                  <c:v>16575</c:v>
                </c:pt>
                <c:pt idx="1771">
                  <c:v>16565</c:v>
                </c:pt>
                <c:pt idx="1772">
                  <c:v>16573</c:v>
                </c:pt>
                <c:pt idx="1773">
                  <c:v>16585</c:v>
                </c:pt>
                <c:pt idx="1774">
                  <c:v>16575</c:v>
                </c:pt>
                <c:pt idx="1775">
                  <c:v>16590</c:v>
                </c:pt>
                <c:pt idx="1776">
                  <c:v>16575</c:v>
                </c:pt>
                <c:pt idx="1777">
                  <c:v>16620</c:v>
                </c:pt>
                <c:pt idx="1778">
                  <c:v>16595</c:v>
                </c:pt>
                <c:pt idx="1779">
                  <c:v>16615</c:v>
                </c:pt>
                <c:pt idx="1780">
                  <c:v>16605</c:v>
                </c:pt>
                <c:pt idx="1781">
                  <c:v>16619</c:v>
                </c:pt>
                <c:pt idx="1782">
                  <c:v>16640</c:v>
                </c:pt>
                <c:pt idx="1783">
                  <c:v>16630</c:v>
                </c:pt>
                <c:pt idx="1784">
                  <c:v>16657</c:v>
                </c:pt>
                <c:pt idx="1785">
                  <c:v>16700</c:v>
                </c:pt>
                <c:pt idx="1786">
                  <c:v>16705</c:v>
                </c:pt>
                <c:pt idx="1787">
                  <c:v>16694</c:v>
                </c:pt>
                <c:pt idx="1788">
                  <c:v>16685</c:v>
                </c:pt>
                <c:pt idx="1789">
                  <c:v>16654</c:v>
                </c:pt>
                <c:pt idx="1790">
                  <c:v>16689</c:v>
                </c:pt>
                <c:pt idx="1791">
                  <c:v>16703</c:v>
                </c:pt>
                <c:pt idx="1792">
                  <c:v>16727</c:v>
                </c:pt>
                <c:pt idx="1793">
                  <c:v>16704</c:v>
                </c:pt>
                <c:pt idx="1794">
                  <c:v>16729</c:v>
                </c:pt>
                <c:pt idx="1795">
                  <c:v>16745</c:v>
                </c:pt>
                <c:pt idx="1796">
                  <c:v>16703</c:v>
                </c:pt>
                <c:pt idx="1797">
                  <c:v>16732</c:v>
                </c:pt>
                <c:pt idx="1798">
                  <c:v>16700</c:v>
                </c:pt>
                <c:pt idx="1799">
                  <c:v>16695</c:v>
                </c:pt>
                <c:pt idx="1800">
                  <c:v>16662</c:v>
                </c:pt>
                <c:pt idx="1801">
                  <c:v>16662</c:v>
                </c:pt>
                <c:pt idx="1802">
                  <c:v>16643</c:v>
                </c:pt>
                <c:pt idx="1803">
                  <c:v>16660</c:v>
                </c:pt>
                <c:pt idx="1804">
                  <c:v>16659</c:v>
                </c:pt>
                <c:pt idx="1805">
                  <c:v>16623</c:v>
                </c:pt>
                <c:pt idx="1806">
                  <c:v>16622</c:v>
                </c:pt>
                <c:pt idx="1807">
                  <c:v>16650</c:v>
                </c:pt>
                <c:pt idx="1808">
                  <c:v>16644</c:v>
                </c:pt>
                <c:pt idx="1809">
                  <c:v>16690</c:v>
                </c:pt>
                <c:pt idx="1810">
                  <c:v>16665</c:v>
                </c:pt>
                <c:pt idx="1811">
                  <c:v>16685</c:v>
                </c:pt>
                <c:pt idx="1812">
                  <c:v>16675</c:v>
                </c:pt>
                <c:pt idx="1813">
                  <c:v>16640</c:v>
                </c:pt>
                <c:pt idx="1814">
                  <c:v>16668</c:v>
                </c:pt>
                <c:pt idx="1815">
                  <c:v>16692</c:v>
                </c:pt>
                <c:pt idx="1816">
                  <c:v>16688</c:v>
                </c:pt>
                <c:pt idx="1817">
                  <c:v>16716</c:v>
                </c:pt>
                <c:pt idx="1818">
                  <c:v>16745</c:v>
                </c:pt>
                <c:pt idx="1819">
                  <c:v>16776</c:v>
                </c:pt>
                <c:pt idx="1820">
                  <c:v>16780</c:v>
                </c:pt>
                <c:pt idx="1821">
                  <c:v>16762</c:v>
                </c:pt>
                <c:pt idx="1822">
                  <c:v>16788</c:v>
                </c:pt>
                <c:pt idx="1823">
                  <c:v>16769</c:v>
                </c:pt>
                <c:pt idx="1824">
                  <c:v>16690</c:v>
                </c:pt>
                <c:pt idx="1825">
                  <c:v>16725</c:v>
                </c:pt>
                <c:pt idx="1826">
                  <c:v>16740</c:v>
                </c:pt>
                <c:pt idx="1827">
                  <c:v>16750</c:v>
                </c:pt>
                <c:pt idx="1828">
                  <c:v>16775</c:v>
                </c:pt>
                <c:pt idx="1829">
                  <c:v>16793</c:v>
                </c:pt>
                <c:pt idx="1830">
                  <c:v>16805</c:v>
                </c:pt>
                <c:pt idx="1831">
                  <c:v>16833</c:v>
                </c:pt>
                <c:pt idx="1832">
                  <c:v>16865</c:v>
                </c:pt>
                <c:pt idx="1833">
                  <c:v>16860</c:v>
                </c:pt>
                <c:pt idx="1834">
                  <c:v>16885</c:v>
                </c:pt>
                <c:pt idx="1835">
                  <c:v>16942</c:v>
                </c:pt>
                <c:pt idx="1836">
                  <c:v>16950</c:v>
                </c:pt>
                <c:pt idx="1837">
                  <c:v>16935</c:v>
                </c:pt>
                <c:pt idx="1838">
                  <c:v>16885</c:v>
                </c:pt>
                <c:pt idx="1839">
                  <c:v>16822</c:v>
                </c:pt>
                <c:pt idx="1840">
                  <c:v>16780</c:v>
                </c:pt>
                <c:pt idx="1841">
                  <c:v>16766</c:v>
                </c:pt>
                <c:pt idx="1842">
                  <c:v>16706</c:v>
                </c:pt>
                <c:pt idx="1843">
                  <c:v>16750</c:v>
                </c:pt>
                <c:pt idx="1844">
                  <c:v>16785</c:v>
                </c:pt>
                <c:pt idx="1845">
                  <c:v>16790</c:v>
                </c:pt>
                <c:pt idx="1846">
                  <c:v>16760</c:v>
                </c:pt>
                <c:pt idx="1847">
                  <c:v>16775</c:v>
                </c:pt>
                <c:pt idx="1848">
                  <c:v>16830</c:v>
                </c:pt>
                <c:pt idx="1849">
                  <c:v>16866</c:v>
                </c:pt>
                <c:pt idx="1850">
                  <c:v>16803</c:v>
                </c:pt>
                <c:pt idx="1851">
                  <c:v>16800</c:v>
                </c:pt>
                <c:pt idx="1852">
                  <c:v>16783</c:v>
                </c:pt>
                <c:pt idx="1853">
                  <c:v>16818</c:v>
                </c:pt>
                <c:pt idx="1854">
                  <c:v>16839</c:v>
                </c:pt>
                <c:pt idx="1855">
                  <c:v>16884</c:v>
                </c:pt>
                <c:pt idx="1856">
                  <c:v>16880</c:v>
                </c:pt>
                <c:pt idx="1857">
                  <c:v>16873</c:v>
                </c:pt>
                <c:pt idx="1858">
                  <c:v>16794</c:v>
                </c:pt>
                <c:pt idx="1859">
                  <c:v>16823</c:v>
                </c:pt>
                <c:pt idx="1860">
                  <c:v>16785</c:v>
                </c:pt>
                <c:pt idx="1861">
                  <c:v>16755</c:v>
                </c:pt>
                <c:pt idx="1862">
                  <c:v>16771</c:v>
                </c:pt>
                <c:pt idx="1863">
                  <c:v>16861</c:v>
                </c:pt>
                <c:pt idx="1864">
                  <c:v>16857</c:v>
                </c:pt>
                <c:pt idx="1865">
                  <c:v>16885</c:v>
                </c:pt>
                <c:pt idx="1866">
                  <c:v>16883</c:v>
                </c:pt>
                <c:pt idx="1867">
                  <c:v>16906</c:v>
                </c:pt>
                <c:pt idx="1868">
                  <c:v>16945</c:v>
                </c:pt>
                <c:pt idx="1869">
                  <c:v>16861</c:v>
                </c:pt>
                <c:pt idx="1870">
                  <c:v>16870</c:v>
                </c:pt>
                <c:pt idx="1871">
                  <c:v>16893</c:v>
                </c:pt>
                <c:pt idx="1872">
                  <c:v>16944</c:v>
                </c:pt>
                <c:pt idx="1873">
                  <c:v>16990</c:v>
                </c:pt>
                <c:pt idx="1874">
                  <c:v>16985</c:v>
                </c:pt>
                <c:pt idx="1875">
                  <c:v>16910</c:v>
                </c:pt>
                <c:pt idx="1876">
                  <c:v>16904</c:v>
                </c:pt>
                <c:pt idx="1877">
                  <c:v>16965</c:v>
                </c:pt>
                <c:pt idx="1878">
                  <c:v>16992</c:v>
                </c:pt>
                <c:pt idx="1879">
                  <c:v>16995</c:v>
                </c:pt>
                <c:pt idx="1880">
                  <c:v>16980</c:v>
                </c:pt>
                <c:pt idx="1881">
                  <c:v>17000</c:v>
                </c:pt>
                <c:pt idx="1882">
                  <c:v>17038</c:v>
                </c:pt>
                <c:pt idx="1883">
                  <c:v>17095</c:v>
                </c:pt>
                <c:pt idx="1884">
                  <c:v>17010</c:v>
                </c:pt>
                <c:pt idx="1885">
                  <c:v>17085</c:v>
                </c:pt>
                <c:pt idx="1886">
                  <c:v>17098</c:v>
                </c:pt>
                <c:pt idx="1887">
                  <c:v>17103</c:v>
                </c:pt>
                <c:pt idx="1888">
                  <c:v>17122</c:v>
                </c:pt>
                <c:pt idx="1889">
                  <c:v>17140</c:v>
                </c:pt>
                <c:pt idx="1890">
                  <c:v>17136</c:v>
                </c:pt>
                <c:pt idx="1891">
                  <c:v>17190</c:v>
                </c:pt>
                <c:pt idx="1892">
                  <c:v>17170</c:v>
                </c:pt>
                <c:pt idx="1893">
                  <c:v>17144</c:v>
                </c:pt>
                <c:pt idx="1894">
                  <c:v>17175</c:v>
                </c:pt>
                <c:pt idx="1895">
                  <c:v>17295</c:v>
                </c:pt>
                <c:pt idx="1896">
                  <c:v>17205</c:v>
                </c:pt>
                <c:pt idx="1897">
                  <c:v>17195</c:v>
                </c:pt>
                <c:pt idx="1898">
                  <c:v>17225</c:v>
                </c:pt>
                <c:pt idx="1899">
                  <c:v>17290</c:v>
                </c:pt>
                <c:pt idx="1900">
                  <c:v>17353</c:v>
                </c:pt>
                <c:pt idx="1901">
                  <c:v>17380</c:v>
                </c:pt>
                <c:pt idx="1902">
                  <c:v>17425</c:v>
                </c:pt>
                <c:pt idx="1903">
                  <c:v>17389</c:v>
                </c:pt>
                <c:pt idx="1904">
                  <c:v>17342</c:v>
                </c:pt>
                <c:pt idx="1905">
                  <c:v>17373</c:v>
                </c:pt>
                <c:pt idx="1906">
                  <c:v>17412</c:v>
                </c:pt>
                <c:pt idx="1907">
                  <c:v>17500</c:v>
                </c:pt>
                <c:pt idx="1908">
                  <c:v>17465</c:v>
                </c:pt>
                <c:pt idx="1909">
                  <c:v>17656</c:v>
                </c:pt>
                <c:pt idx="1910">
                  <c:v>17705</c:v>
                </c:pt>
                <c:pt idx="1911">
                  <c:v>17605</c:v>
                </c:pt>
                <c:pt idx="1912">
                  <c:v>17654</c:v>
                </c:pt>
                <c:pt idx="1913">
                  <c:v>17709</c:v>
                </c:pt>
                <c:pt idx="1914">
                  <c:v>17743</c:v>
                </c:pt>
                <c:pt idx="1915">
                  <c:v>17789</c:v>
                </c:pt>
                <c:pt idx="1916">
                  <c:v>17874</c:v>
                </c:pt>
                <c:pt idx="1917" formatCode="General">
                  <c:v>17874</c:v>
                </c:pt>
                <c:pt idx="1918" formatCode="General">
                  <c:v>17838</c:v>
                </c:pt>
                <c:pt idx="1919" formatCode="General">
                  <c:v>17950</c:v>
                </c:pt>
                <c:pt idx="1920" formatCode="General">
                  <c:v>18033</c:v>
                </c:pt>
                <c:pt idx="1921" formatCode="General">
                  <c:v>18020</c:v>
                </c:pt>
                <c:pt idx="1922" formatCode="General">
                  <c:v>18178</c:v>
                </c:pt>
                <c:pt idx="1923" formatCode="General">
                  <c:v>18060</c:v>
                </c:pt>
                <c:pt idx="1924" formatCode="General">
                  <c:v>17953</c:v>
                </c:pt>
                <c:pt idx="1925" formatCode="General">
                  <c:v>17993</c:v>
                </c:pt>
                <c:pt idx="1926" formatCode="General">
                  <c:v>17870</c:v>
                </c:pt>
                <c:pt idx="1927" formatCode="General">
                  <c:v>17703</c:v>
                </c:pt>
                <c:pt idx="1928" formatCode="General">
                  <c:v>17738</c:v>
                </c:pt>
                <c:pt idx="1929">
                  <c:v>17710</c:v>
                </c:pt>
                <c:pt idx="1930">
                  <c:v>17790</c:v>
                </c:pt>
                <c:pt idx="1931">
                  <c:v>17832</c:v>
                </c:pt>
                <c:pt idx="1932">
                  <c:v>17845</c:v>
                </c:pt>
                <c:pt idx="1933">
                  <c:v>17943</c:v>
                </c:pt>
                <c:pt idx="1934">
                  <c:v>17925</c:v>
                </c:pt>
                <c:pt idx="1935">
                  <c:v>17918</c:v>
                </c:pt>
                <c:pt idx="1936">
                  <c:v>17848</c:v>
                </c:pt>
                <c:pt idx="1937">
                  <c:v>17882</c:v>
                </c:pt>
                <c:pt idx="1938">
                  <c:v>17948</c:v>
                </c:pt>
                <c:pt idx="1939">
                  <c:v>17994</c:v>
                </c:pt>
                <c:pt idx="1940">
                  <c:v>17954</c:v>
                </c:pt>
                <c:pt idx="1941">
                  <c:v>17995</c:v>
                </c:pt>
                <c:pt idx="1942">
                  <c:v>17982</c:v>
                </c:pt>
                <c:pt idx="1943">
                  <c:v>17999</c:v>
                </c:pt>
                <c:pt idx="1944">
                  <c:v>18084</c:v>
                </c:pt>
                <c:pt idx="1945">
                  <c:v>18055</c:v>
                </c:pt>
                <c:pt idx="1946">
                  <c:v>18105</c:v>
                </c:pt>
                <c:pt idx="1947">
                  <c:v>18092</c:v>
                </c:pt>
                <c:pt idx="1948">
                  <c:v>18067</c:v>
                </c:pt>
                <c:pt idx="1949">
                  <c:v>17985</c:v>
                </c:pt>
                <c:pt idx="1950">
                  <c:v>17895</c:v>
                </c:pt>
                <c:pt idx="1951">
                  <c:v>17942</c:v>
                </c:pt>
                <c:pt idx="1952">
                  <c:v>17883</c:v>
                </c:pt>
                <c:pt idx="1953">
                  <c:v>17880</c:v>
                </c:pt>
                <c:pt idx="1954">
                  <c:v>17915</c:v>
                </c:pt>
                <c:pt idx="1955">
                  <c:v>17943</c:v>
                </c:pt>
                <c:pt idx="1956">
                  <c:v>18005</c:v>
                </c:pt>
                <c:pt idx="1957">
                  <c:v>18067</c:v>
                </c:pt>
                <c:pt idx="1958">
                  <c:v>18055</c:v>
                </c:pt>
                <c:pt idx="1959">
                  <c:v>18085</c:v>
                </c:pt>
                <c:pt idx="1960">
                  <c:v>18000</c:v>
                </c:pt>
                <c:pt idx="1961">
                  <c:v>17990</c:v>
                </c:pt>
                <c:pt idx="1962">
                  <c:v>18023</c:v>
                </c:pt>
                <c:pt idx="1963">
                  <c:v>17930</c:v>
                </c:pt>
                <c:pt idx="1964">
                  <c:v>17918</c:v>
                </c:pt>
                <c:pt idx="1965">
                  <c:v>17890</c:v>
                </c:pt>
                <c:pt idx="1966">
                  <c:v>17762</c:v>
                </c:pt>
                <c:pt idx="1967">
                  <c:v>17840</c:v>
                </c:pt>
                <c:pt idx="1968">
                  <c:v>17875</c:v>
                </c:pt>
                <c:pt idx="1969">
                  <c:v>17870</c:v>
                </c:pt>
                <c:pt idx="1970">
                  <c:v>17825</c:v>
                </c:pt>
                <c:pt idx="1971">
                  <c:v>17857</c:v>
                </c:pt>
                <c:pt idx="1972">
                  <c:v>17833</c:v>
                </c:pt>
                <c:pt idx="1973">
                  <c:v>17746</c:v>
                </c:pt>
                <c:pt idx="1974">
                  <c:v>17693</c:v>
                </c:pt>
                <c:pt idx="1975">
                  <c:v>17712</c:v>
                </c:pt>
                <c:pt idx="1976">
                  <c:v>17712</c:v>
                </c:pt>
                <c:pt idx="1977">
                  <c:v>17726</c:v>
                </c:pt>
                <c:pt idx="1978">
                  <c:v>17692</c:v>
                </c:pt>
                <c:pt idx="1979">
                  <c:v>17720</c:v>
                </c:pt>
                <c:pt idx="1980">
                  <c:v>17726</c:v>
                </c:pt>
                <c:pt idx="1981">
                  <c:v>17760</c:v>
                </c:pt>
                <c:pt idx="1982">
                  <c:v>17660</c:v>
                </c:pt>
                <c:pt idx="1983">
                  <c:v>17637</c:v>
                </c:pt>
                <c:pt idx="1984">
                  <c:v>17640</c:v>
                </c:pt>
                <c:pt idx="1985">
                  <c:v>17630</c:v>
                </c:pt>
                <c:pt idx="1986">
                  <c:v>17513</c:v>
                </c:pt>
                <c:pt idx="1987">
                  <c:v>17539</c:v>
                </c:pt>
                <c:pt idx="1988">
                  <c:v>17600</c:v>
                </c:pt>
                <c:pt idx="1989">
                  <c:v>17648</c:v>
                </c:pt>
                <c:pt idx="1990">
                  <c:v>17691</c:v>
                </c:pt>
                <c:pt idx="1991">
                  <c:v>17693</c:v>
                </c:pt>
                <c:pt idx="1992">
                  <c:v>17747</c:v>
                </c:pt>
                <c:pt idx="1993">
                  <c:v>17742</c:v>
                </c:pt>
                <c:pt idx="1994">
                  <c:v>17838</c:v>
                </c:pt>
                <c:pt idx="1995">
                  <c:v>17872</c:v>
                </c:pt>
                <c:pt idx="1996">
                  <c:v>17800</c:v>
                </c:pt>
                <c:pt idx="1997">
                  <c:v>17901</c:v>
                </c:pt>
                <c:pt idx="1998">
                  <c:v>17893</c:v>
                </c:pt>
                <c:pt idx="1999">
                  <c:v>17975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7E58-415E-89C3-1E905CB77368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Rata-Rata Bulanan</c:v>
                </c:pt>
              </c:strCache>
            </c:strRef>
          </c:tx>
          <c:spPr>
            <a:ln w="254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198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E58-415E-89C3-1E905CB77368}"/>
                </c:ext>
              </c:extLst>
            </c:dLbl>
            <c:dLbl>
              <c:idx val="1993"/>
              <c:layout>
                <c:manualLayout>
                  <c:x val="4.4476515786799195E-3"/>
                  <c:y val="9.3958122790689415E-3"/>
                </c:manualLayout>
              </c:layout>
              <c:spPr>
                <a:solidFill>
                  <a:srgbClr val="C0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E58-415E-89C3-1E905CB7736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Sheet1!$A$2:$A$2001</c:f>
              <c:numCache>
                <c:formatCode>m/d/yyyy</c:formatCode>
                <c:ptCount val="2000"/>
                <c:pt idx="0">
                  <c:v>43466</c:v>
                </c:pt>
                <c:pt idx="1">
                  <c:v>43467</c:v>
                </c:pt>
                <c:pt idx="2">
                  <c:v>43468</c:v>
                </c:pt>
                <c:pt idx="3">
                  <c:v>43469</c:v>
                </c:pt>
                <c:pt idx="4">
                  <c:v>43472</c:v>
                </c:pt>
                <c:pt idx="5">
                  <c:v>43473</c:v>
                </c:pt>
                <c:pt idx="6">
                  <c:v>43474</c:v>
                </c:pt>
                <c:pt idx="7">
                  <c:v>43475</c:v>
                </c:pt>
                <c:pt idx="8">
                  <c:v>43476</c:v>
                </c:pt>
                <c:pt idx="9">
                  <c:v>43479</c:v>
                </c:pt>
                <c:pt idx="10">
                  <c:v>43480</c:v>
                </c:pt>
                <c:pt idx="11">
                  <c:v>43481</c:v>
                </c:pt>
                <c:pt idx="12">
                  <c:v>43482</c:v>
                </c:pt>
                <c:pt idx="13">
                  <c:v>43483</c:v>
                </c:pt>
                <c:pt idx="14">
                  <c:v>43486</c:v>
                </c:pt>
                <c:pt idx="15">
                  <c:v>43487</c:v>
                </c:pt>
                <c:pt idx="16">
                  <c:v>43488</c:v>
                </c:pt>
                <c:pt idx="17">
                  <c:v>43489</c:v>
                </c:pt>
                <c:pt idx="18">
                  <c:v>43490</c:v>
                </c:pt>
                <c:pt idx="19">
                  <c:v>43493</c:v>
                </c:pt>
                <c:pt idx="20">
                  <c:v>43494</c:v>
                </c:pt>
                <c:pt idx="21">
                  <c:v>43495</c:v>
                </c:pt>
                <c:pt idx="22">
                  <c:v>43496</c:v>
                </c:pt>
                <c:pt idx="23">
                  <c:v>43497</c:v>
                </c:pt>
                <c:pt idx="24">
                  <c:v>43500</c:v>
                </c:pt>
                <c:pt idx="25">
                  <c:v>43501</c:v>
                </c:pt>
                <c:pt idx="26">
                  <c:v>43502</c:v>
                </c:pt>
                <c:pt idx="27">
                  <c:v>43503</c:v>
                </c:pt>
                <c:pt idx="28">
                  <c:v>43504</c:v>
                </c:pt>
                <c:pt idx="29">
                  <c:v>43507</c:v>
                </c:pt>
                <c:pt idx="30">
                  <c:v>43508</c:v>
                </c:pt>
                <c:pt idx="31">
                  <c:v>43509</c:v>
                </c:pt>
                <c:pt idx="32">
                  <c:v>43510</c:v>
                </c:pt>
                <c:pt idx="33">
                  <c:v>43511</c:v>
                </c:pt>
                <c:pt idx="34">
                  <c:v>43514</c:v>
                </c:pt>
                <c:pt idx="35">
                  <c:v>43515</c:v>
                </c:pt>
                <c:pt idx="36">
                  <c:v>43516</c:v>
                </c:pt>
                <c:pt idx="37">
                  <c:v>43517</c:v>
                </c:pt>
                <c:pt idx="38">
                  <c:v>43518</c:v>
                </c:pt>
                <c:pt idx="39">
                  <c:v>43521</c:v>
                </c:pt>
                <c:pt idx="40">
                  <c:v>43522</c:v>
                </c:pt>
                <c:pt idx="41">
                  <c:v>43523</c:v>
                </c:pt>
                <c:pt idx="42">
                  <c:v>43524</c:v>
                </c:pt>
                <c:pt idx="43">
                  <c:v>43525</c:v>
                </c:pt>
                <c:pt idx="44">
                  <c:v>43528</c:v>
                </c:pt>
                <c:pt idx="45">
                  <c:v>43529</c:v>
                </c:pt>
                <c:pt idx="46">
                  <c:v>43530</c:v>
                </c:pt>
                <c:pt idx="47">
                  <c:v>43531</c:v>
                </c:pt>
                <c:pt idx="48">
                  <c:v>43532</c:v>
                </c:pt>
                <c:pt idx="49">
                  <c:v>43535</c:v>
                </c:pt>
                <c:pt idx="50">
                  <c:v>43536</c:v>
                </c:pt>
                <c:pt idx="51">
                  <c:v>43537</c:v>
                </c:pt>
                <c:pt idx="52">
                  <c:v>43538</c:v>
                </c:pt>
                <c:pt idx="53">
                  <c:v>43539</c:v>
                </c:pt>
                <c:pt idx="54">
                  <c:v>43542</c:v>
                </c:pt>
                <c:pt idx="55">
                  <c:v>43543</c:v>
                </c:pt>
                <c:pt idx="56">
                  <c:v>43544</c:v>
                </c:pt>
                <c:pt idx="57">
                  <c:v>43545</c:v>
                </c:pt>
                <c:pt idx="58">
                  <c:v>43546</c:v>
                </c:pt>
                <c:pt idx="59">
                  <c:v>43549</c:v>
                </c:pt>
                <c:pt idx="60">
                  <c:v>43550</c:v>
                </c:pt>
                <c:pt idx="61">
                  <c:v>43551</c:v>
                </c:pt>
                <c:pt idx="62">
                  <c:v>43552</c:v>
                </c:pt>
                <c:pt idx="63">
                  <c:v>43553</c:v>
                </c:pt>
                <c:pt idx="64">
                  <c:v>43556</c:v>
                </c:pt>
                <c:pt idx="65">
                  <c:v>43557</c:v>
                </c:pt>
                <c:pt idx="66">
                  <c:v>43558</c:v>
                </c:pt>
                <c:pt idx="67">
                  <c:v>43559</c:v>
                </c:pt>
                <c:pt idx="68">
                  <c:v>43560</c:v>
                </c:pt>
                <c:pt idx="69">
                  <c:v>43563</c:v>
                </c:pt>
                <c:pt idx="70">
                  <c:v>43564</c:v>
                </c:pt>
                <c:pt idx="71">
                  <c:v>43565</c:v>
                </c:pt>
                <c:pt idx="72">
                  <c:v>43566</c:v>
                </c:pt>
                <c:pt idx="73">
                  <c:v>43567</c:v>
                </c:pt>
                <c:pt idx="74">
                  <c:v>43570</c:v>
                </c:pt>
                <c:pt idx="75">
                  <c:v>43571</c:v>
                </c:pt>
                <c:pt idx="76">
                  <c:v>43572</c:v>
                </c:pt>
                <c:pt idx="77">
                  <c:v>43573</c:v>
                </c:pt>
                <c:pt idx="78">
                  <c:v>43574</c:v>
                </c:pt>
                <c:pt idx="79">
                  <c:v>43577</c:v>
                </c:pt>
                <c:pt idx="80">
                  <c:v>43578</c:v>
                </c:pt>
                <c:pt idx="81">
                  <c:v>43579</c:v>
                </c:pt>
                <c:pt idx="82">
                  <c:v>43580</c:v>
                </c:pt>
                <c:pt idx="83">
                  <c:v>43581</c:v>
                </c:pt>
                <c:pt idx="84">
                  <c:v>43584</c:v>
                </c:pt>
                <c:pt idx="85">
                  <c:v>43585</c:v>
                </c:pt>
                <c:pt idx="86">
                  <c:v>43586</c:v>
                </c:pt>
                <c:pt idx="87">
                  <c:v>43587</c:v>
                </c:pt>
                <c:pt idx="88">
                  <c:v>43588</c:v>
                </c:pt>
                <c:pt idx="89">
                  <c:v>43591</c:v>
                </c:pt>
                <c:pt idx="90">
                  <c:v>43592</c:v>
                </c:pt>
                <c:pt idx="91">
                  <c:v>43593</c:v>
                </c:pt>
                <c:pt idx="92">
                  <c:v>43594</c:v>
                </c:pt>
                <c:pt idx="93">
                  <c:v>43595</c:v>
                </c:pt>
                <c:pt idx="94">
                  <c:v>43598</c:v>
                </c:pt>
                <c:pt idx="95">
                  <c:v>43599</c:v>
                </c:pt>
                <c:pt idx="96">
                  <c:v>43600</c:v>
                </c:pt>
                <c:pt idx="97">
                  <c:v>43601</c:v>
                </c:pt>
                <c:pt idx="98">
                  <c:v>43602</c:v>
                </c:pt>
                <c:pt idx="99">
                  <c:v>43605</c:v>
                </c:pt>
                <c:pt idx="100">
                  <c:v>43606</c:v>
                </c:pt>
                <c:pt idx="101">
                  <c:v>43607</c:v>
                </c:pt>
                <c:pt idx="102">
                  <c:v>43608</c:v>
                </c:pt>
                <c:pt idx="103">
                  <c:v>43609</c:v>
                </c:pt>
                <c:pt idx="104">
                  <c:v>43612</c:v>
                </c:pt>
                <c:pt idx="105">
                  <c:v>43613</c:v>
                </c:pt>
                <c:pt idx="106">
                  <c:v>43614</c:v>
                </c:pt>
                <c:pt idx="107">
                  <c:v>43615</c:v>
                </c:pt>
                <c:pt idx="108">
                  <c:v>43616</c:v>
                </c:pt>
                <c:pt idx="109">
                  <c:v>43619</c:v>
                </c:pt>
                <c:pt idx="110">
                  <c:v>43620</c:v>
                </c:pt>
                <c:pt idx="111">
                  <c:v>43621</c:v>
                </c:pt>
                <c:pt idx="112">
                  <c:v>43622</c:v>
                </c:pt>
                <c:pt idx="113">
                  <c:v>43623</c:v>
                </c:pt>
                <c:pt idx="114">
                  <c:v>43626</c:v>
                </c:pt>
                <c:pt idx="115">
                  <c:v>43627</c:v>
                </c:pt>
                <c:pt idx="116">
                  <c:v>43628</c:v>
                </c:pt>
                <c:pt idx="117">
                  <c:v>43629</c:v>
                </c:pt>
                <c:pt idx="118">
                  <c:v>43630</c:v>
                </c:pt>
                <c:pt idx="119">
                  <c:v>43633</c:v>
                </c:pt>
                <c:pt idx="120">
                  <c:v>43634</c:v>
                </c:pt>
                <c:pt idx="121">
                  <c:v>43635</c:v>
                </c:pt>
                <c:pt idx="122">
                  <c:v>43636</c:v>
                </c:pt>
                <c:pt idx="123">
                  <c:v>43637</c:v>
                </c:pt>
                <c:pt idx="124">
                  <c:v>43640</c:v>
                </c:pt>
                <c:pt idx="125">
                  <c:v>43641</c:v>
                </c:pt>
                <c:pt idx="126">
                  <c:v>43642</c:v>
                </c:pt>
                <c:pt idx="127">
                  <c:v>43643</c:v>
                </c:pt>
                <c:pt idx="128">
                  <c:v>43644</c:v>
                </c:pt>
                <c:pt idx="129">
                  <c:v>43647</c:v>
                </c:pt>
                <c:pt idx="130">
                  <c:v>43648</c:v>
                </c:pt>
                <c:pt idx="131">
                  <c:v>43649</c:v>
                </c:pt>
                <c:pt idx="132">
                  <c:v>43650</c:v>
                </c:pt>
                <c:pt idx="133">
                  <c:v>43651</c:v>
                </c:pt>
                <c:pt idx="134">
                  <c:v>43654</c:v>
                </c:pt>
                <c:pt idx="135">
                  <c:v>43655</c:v>
                </c:pt>
                <c:pt idx="136">
                  <c:v>43656</c:v>
                </c:pt>
                <c:pt idx="137">
                  <c:v>43657</c:v>
                </c:pt>
                <c:pt idx="138">
                  <c:v>43658</c:v>
                </c:pt>
                <c:pt idx="139">
                  <c:v>43661</c:v>
                </c:pt>
                <c:pt idx="140">
                  <c:v>43662</c:v>
                </c:pt>
                <c:pt idx="141">
                  <c:v>43663</c:v>
                </c:pt>
                <c:pt idx="142">
                  <c:v>43664</c:v>
                </c:pt>
                <c:pt idx="143">
                  <c:v>43665</c:v>
                </c:pt>
                <c:pt idx="144">
                  <c:v>43668</c:v>
                </c:pt>
                <c:pt idx="145">
                  <c:v>43669</c:v>
                </c:pt>
                <c:pt idx="146">
                  <c:v>43670</c:v>
                </c:pt>
                <c:pt idx="147">
                  <c:v>43671</c:v>
                </c:pt>
                <c:pt idx="148">
                  <c:v>43672</c:v>
                </c:pt>
                <c:pt idx="149">
                  <c:v>43675</c:v>
                </c:pt>
                <c:pt idx="150">
                  <c:v>43676</c:v>
                </c:pt>
                <c:pt idx="151">
                  <c:v>43677</c:v>
                </c:pt>
                <c:pt idx="152">
                  <c:v>43678</c:v>
                </c:pt>
                <c:pt idx="153">
                  <c:v>43679</c:v>
                </c:pt>
                <c:pt idx="154">
                  <c:v>43682</c:v>
                </c:pt>
                <c:pt idx="155">
                  <c:v>43683</c:v>
                </c:pt>
                <c:pt idx="156">
                  <c:v>43684</c:v>
                </c:pt>
                <c:pt idx="157">
                  <c:v>43685</c:v>
                </c:pt>
                <c:pt idx="158">
                  <c:v>43686</c:v>
                </c:pt>
                <c:pt idx="159">
                  <c:v>43689</c:v>
                </c:pt>
                <c:pt idx="160">
                  <c:v>43690</c:v>
                </c:pt>
                <c:pt idx="161">
                  <c:v>43691</c:v>
                </c:pt>
                <c:pt idx="162">
                  <c:v>43692</c:v>
                </c:pt>
                <c:pt idx="163">
                  <c:v>43693</c:v>
                </c:pt>
                <c:pt idx="164">
                  <c:v>43696</c:v>
                </c:pt>
                <c:pt idx="165">
                  <c:v>43697</c:v>
                </c:pt>
                <c:pt idx="166">
                  <c:v>43698</c:v>
                </c:pt>
                <c:pt idx="167">
                  <c:v>43699</c:v>
                </c:pt>
                <c:pt idx="168">
                  <c:v>43700</c:v>
                </c:pt>
                <c:pt idx="169">
                  <c:v>43703</c:v>
                </c:pt>
                <c:pt idx="170">
                  <c:v>43704</c:v>
                </c:pt>
                <c:pt idx="171">
                  <c:v>43705</c:v>
                </c:pt>
                <c:pt idx="172">
                  <c:v>43706</c:v>
                </c:pt>
                <c:pt idx="173">
                  <c:v>43707</c:v>
                </c:pt>
                <c:pt idx="174">
                  <c:v>43710</c:v>
                </c:pt>
                <c:pt idx="175">
                  <c:v>43711</c:v>
                </c:pt>
                <c:pt idx="176">
                  <c:v>43712</c:v>
                </c:pt>
                <c:pt idx="177">
                  <c:v>43713</c:v>
                </c:pt>
                <c:pt idx="178">
                  <c:v>43714</c:v>
                </c:pt>
                <c:pt idx="179">
                  <c:v>43717</c:v>
                </c:pt>
                <c:pt idx="180">
                  <c:v>43718</c:v>
                </c:pt>
                <c:pt idx="181">
                  <c:v>43719</c:v>
                </c:pt>
                <c:pt idx="182">
                  <c:v>43720</c:v>
                </c:pt>
                <c:pt idx="183">
                  <c:v>43721</c:v>
                </c:pt>
                <c:pt idx="184">
                  <c:v>43724</c:v>
                </c:pt>
                <c:pt idx="185">
                  <c:v>43725</c:v>
                </c:pt>
                <c:pt idx="186">
                  <c:v>43726</c:v>
                </c:pt>
                <c:pt idx="187">
                  <c:v>43727</c:v>
                </c:pt>
                <c:pt idx="188">
                  <c:v>43728</c:v>
                </c:pt>
                <c:pt idx="189">
                  <c:v>43731</c:v>
                </c:pt>
                <c:pt idx="190">
                  <c:v>43732</c:v>
                </c:pt>
                <c:pt idx="191">
                  <c:v>43733</c:v>
                </c:pt>
                <c:pt idx="192">
                  <c:v>43734</c:v>
                </c:pt>
                <c:pt idx="193">
                  <c:v>43735</c:v>
                </c:pt>
                <c:pt idx="194">
                  <c:v>43738</c:v>
                </c:pt>
                <c:pt idx="195">
                  <c:v>43739</c:v>
                </c:pt>
                <c:pt idx="196">
                  <c:v>43740</c:v>
                </c:pt>
                <c:pt idx="197">
                  <c:v>43741</c:v>
                </c:pt>
                <c:pt idx="198">
                  <c:v>43742</c:v>
                </c:pt>
                <c:pt idx="199">
                  <c:v>43745</c:v>
                </c:pt>
                <c:pt idx="200">
                  <c:v>43746</c:v>
                </c:pt>
                <c:pt idx="201">
                  <c:v>43747</c:v>
                </c:pt>
                <c:pt idx="202">
                  <c:v>43748</c:v>
                </c:pt>
                <c:pt idx="203">
                  <c:v>43749</c:v>
                </c:pt>
                <c:pt idx="204">
                  <c:v>43752</c:v>
                </c:pt>
                <c:pt idx="205">
                  <c:v>43753</c:v>
                </c:pt>
                <c:pt idx="206">
                  <c:v>43754</c:v>
                </c:pt>
                <c:pt idx="207">
                  <c:v>43755</c:v>
                </c:pt>
                <c:pt idx="208">
                  <c:v>43756</c:v>
                </c:pt>
                <c:pt idx="209">
                  <c:v>43759</c:v>
                </c:pt>
                <c:pt idx="210">
                  <c:v>43760</c:v>
                </c:pt>
                <c:pt idx="211">
                  <c:v>43761</c:v>
                </c:pt>
                <c:pt idx="212">
                  <c:v>43762</c:v>
                </c:pt>
                <c:pt idx="213">
                  <c:v>43763</c:v>
                </c:pt>
                <c:pt idx="214">
                  <c:v>43766</c:v>
                </c:pt>
                <c:pt idx="215">
                  <c:v>43767</c:v>
                </c:pt>
                <c:pt idx="216">
                  <c:v>43768</c:v>
                </c:pt>
                <c:pt idx="217">
                  <c:v>43769</c:v>
                </c:pt>
                <c:pt idx="218">
                  <c:v>43770</c:v>
                </c:pt>
                <c:pt idx="219">
                  <c:v>43773</c:v>
                </c:pt>
                <c:pt idx="220">
                  <c:v>43774</c:v>
                </c:pt>
                <c:pt idx="221">
                  <c:v>43775</c:v>
                </c:pt>
                <c:pt idx="222">
                  <c:v>43776</c:v>
                </c:pt>
                <c:pt idx="223">
                  <c:v>43777</c:v>
                </c:pt>
                <c:pt idx="224">
                  <c:v>43780</c:v>
                </c:pt>
                <c:pt idx="225">
                  <c:v>43781</c:v>
                </c:pt>
                <c:pt idx="226">
                  <c:v>43782</c:v>
                </c:pt>
                <c:pt idx="227">
                  <c:v>43783</c:v>
                </c:pt>
                <c:pt idx="228">
                  <c:v>43784</c:v>
                </c:pt>
                <c:pt idx="229">
                  <c:v>43787</c:v>
                </c:pt>
                <c:pt idx="230">
                  <c:v>43788</c:v>
                </c:pt>
                <c:pt idx="231">
                  <c:v>43789</c:v>
                </c:pt>
                <c:pt idx="232">
                  <c:v>43790</c:v>
                </c:pt>
                <c:pt idx="233">
                  <c:v>43791</c:v>
                </c:pt>
                <c:pt idx="234">
                  <c:v>43794</c:v>
                </c:pt>
                <c:pt idx="235">
                  <c:v>43795</c:v>
                </c:pt>
                <c:pt idx="236">
                  <c:v>43796</c:v>
                </c:pt>
                <c:pt idx="237">
                  <c:v>43797</c:v>
                </c:pt>
                <c:pt idx="238">
                  <c:v>43798</c:v>
                </c:pt>
                <c:pt idx="239">
                  <c:v>43801</c:v>
                </c:pt>
                <c:pt idx="240">
                  <c:v>43802</c:v>
                </c:pt>
                <c:pt idx="241">
                  <c:v>43803</c:v>
                </c:pt>
                <c:pt idx="242">
                  <c:v>43804</c:v>
                </c:pt>
                <c:pt idx="243">
                  <c:v>43805</c:v>
                </c:pt>
                <c:pt idx="244">
                  <c:v>43808</c:v>
                </c:pt>
                <c:pt idx="245">
                  <c:v>43809</c:v>
                </c:pt>
                <c:pt idx="246">
                  <c:v>43810</c:v>
                </c:pt>
                <c:pt idx="247">
                  <c:v>43811</c:v>
                </c:pt>
                <c:pt idx="248">
                  <c:v>43812</c:v>
                </c:pt>
                <c:pt idx="249">
                  <c:v>43815</c:v>
                </c:pt>
                <c:pt idx="250">
                  <c:v>43816</c:v>
                </c:pt>
                <c:pt idx="251">
                  <c:v>43817</c:v>
                </c:pt>
                <c:pt idx="252">
                  <c:v>43818</c:v>
                </c:pt>
                <c:pt idx="253">
                  <c:v>43819</c:v>
                </c:pt>
                <c:pt idx="254">
                  <c:v>43822</c:v>
                </c:pt>
                <c:pt idx="255">
                  <c:v>43823</c:v>
                </c:pt>
                <c:pt idx="256">
                  <c:v>43824</c:v>
                </c:pt>
                <c:pt idx="257">
                  <c:v>43825</c:v>
                </c:pt>
                <c:pt idx="258">
                  <c:v>43826</c:v>
                </c:pt>
                <c:pt idx="259">
                  <c:v>43829</c:v>
                </c:pt>
                <c:pt idx="260">
                  <c:v>43830</c:v>
                </c:pt>
                <c:pt idx="261">
                  <c:v>43831</c:v>
                </c:pt>
                <c:pt idx="262">
                  <c:v>43832</c:v>
                </c:pt>
                <c:pt idx="263">
                  <c:v>43833</c:v>
                </c:pt>
                <c:pt idx="264">
                  <c:v>43836</c:v>
                </c:pt>
                <c:pt idx="265">
                  <c:v>43837</c:v>
                </c:pt>
                <c:pt idx="266">
                  <c:v>43838</c:v>
                </c:pt>
                <c:pt idx="267">
                  <c:v>43839</c:v>
                </c:pt>
                <c:pt idx="268">
                  <c:v>43840</c:v>
                </c:pt>
                <c:pt idx="269">
                  <c:v>43843</c:v>
                </c:pt>
                <c:pt idx="270">
                  <c:v>43844</c:v>
                </c:pt>
                <c:pt idx="271">
                  <c:v>43845</c:v>
                </c:pt>
                <c:pt idx="272">
                  <c:v>43846</c:v>
                </c:pt>
                <c:pt idx="273">
                  <c:v>43847</c:v>
                </c:pt>
                <c:pt idx="274">
                  <c:v>43850</c:v>
                </c:pt>
                <c:pt idx="275">
                  <c:v>43851</c:v>
                </c:pt>
                <c:pt idx="276">
                  <c:v>43852</c:v>
                </c:pt>
                <c:pt idx="277">
                  <c:v>43853</c:v>
                </c:pt>
                <c:pt idx="278">
                  <c:v>43854</c:v>
                </c:pt>
                <c:pt idx="279">
                  <c:v>43857</c:v>
                </c:pt>
                <c:pt idx="280">
                  <c:v>43858</c:v>
                </c:pt>
                <c:pt idx="281">
                  <c:v>43859</c:v>
                </c:pt>
                <c:pt idx="282">
                  <c:v>43860</c:v>
                </c:pt>
                <c:pt idx="283">
                  <c:v>43861</c:v>
                </c:pt>
                <c:pt idx="284">
                  <c:v>43864</c:v>
                </c:pt>
                <c:pt idx="285">
                  <c:v>43865</c:v>
                </c:pt>
                <c:pt idx="286">
                  <c:v>43866</c:v>
                </c:pt>
                <c:pt idx="287">
                  <c:v>43867</c:v>
                </c:pt>
                <c:pt idx="288">
                  <c:v>43868</c:v>
                </c:pt>
                <c:pt idx="289">
                  <c:v>43871</c:v>
                </c:pt>
                <c:pt idx="290">
                  <c:v>43872</c:v>
                </c:pt>
                <c:pt idx="291">
                  <c:v>43873</c:v>
                </c:pt>
                <c:pt idx="292">
                  <c:v>43874</c:v>
                </c:pt>
                <c:pt idx="293">
                  <c:v>43875</c:v>
                </c:pt>
                <c:pt idx="294">
                  <c:v>43878</c:v>
                </c:pt>
                <c:pt idx="295">
                  <c:v>43879</c:v>
                </c:pt>
                <c:pt idx="296">
                  <c:v>43880</c:v>
                </c:pt>
                <c:pt idx="297">
                  <c:v>43881</c:v>
                </c:pt>
                <c:pt idx="298">
                  <c:v>43882</c:v>
                </c:pt>
                <c:pt idx="299">
                  <c:v>43885</c:v>
                </c:pt>
                <c:pt idx="300">
                  <c:v>43886</c:v>
                </c:pt>
                <c:pt idx="301">
                  <c:v>43887</c:v>
                </c:pt>
                <c:pt idx="302">
                  <c:v>43888</c:v>
                </c:pt>
                <c:pt idx="303">
                  <c:v>43889</c:v>
                </c:pt>
                <c:pt idx="304">
                  <c:v>43892</c:v>
                </c:pt>
                <c:pt idx="305">
                  <c:v>43893</c:v>
                </c:pt>
                <c:pt idx="306">
                  <c:v>43894</c:v>
                </c:pt>
                <c:pt idx="307">
                  <c:v>43895</c:v>
                </c:pt>
                <c:pt idx="308">
                  <c:v>43896</c:v>
                </c:pt>
                <c:pt idx="309">
                  <c:v>43899</c:v>
                </c:pt>
                <c:pt idx="310">
                  <c:v>43900</c:v>
                </c:pt>
                <c:pt idx="311">
                  <c:v>43901</c:v>
                </c:pt>
                <c:pt idx="312">
                  <c:v>43902</c:v>
                </c:pt>
                <c:pt idx="313">
                  <c:v>43903</c:v>
                </c:pt>
                <c:pt idx="314">
                  <c:v>43906</c:v>
                </c:pt>
                <c:pt idx="315">
                  <c:v>43907</c:v>
                </c:pt>
                <c:pt idx="316">
                  <c:v>43908</c:v>
                </c:pt>
                <c:pt idx="317">
                  <c:v>43909</c:v>
                </c:pt>
                <c:pt idx="318">
                  <c:v>43910</c:v>
                </c:pt>
                <c:pt idx="319">
                  <c:v>43913</c:v>
                </c:pt>
                <c:pt idx="320">
                  <c:v>43914</c:v>
                </c:pt>
                <c:pt idx="321">
                  <c:v>43915</c:v>
                </c:pt>
                <c:pt idx="322">
                  <c:v>43916</c:v>
                </c:pt>
                <c:pt idx="323">
                  <c:v>43917</c:v>
                </c:pt>
                <c:pt idx="324">
                  <c:v>43920</c:v>
                </c:pt>
                <c:pt idx="325">
                  <c:v>43921</c:v>
                </c:pt>
                <c:pt idx="326">
                  <c:v>43922</c:v>
                </c:pt>
                <c:pt idx="327">
                  <c:v>43923</c:v>
                </c:pt>
                <c:pt idx="328">
                  <c:v>43924</c:v>
                </c:pt>
                <c:pt idx="329">
                  <c:v>43927</c:v>
                </c:pt>
                <c:pt idx="330">
                  <c:v>43928</c:v>
                </c:pt>
                <c:pt idx="331">
                  <c:v>43929</c:v>
                </c:pt>
                <c:pt idx="332">
                  <c:v>43930</c:v>
                </c:pt>
                <c:pt idx="333">
                  <c:v>43931</c:v>
                </c:pt>
                <c:pt idx="334">
                  <c:v>43934</c:v>
                </c:pt>
                <c:pt idx="335">
                  <c:v>43935</c:v>
                </c:pt>
                <c:pt idx="336">
                  <c:v>43936</c:v>
                </c:pt>
                <c:pt idx="337">
                  <c:v>43937</c:v>
                </c:pt>
                <c:pt idx="338">
                  <c:v>43938</c:v>
                </c:pt>
                <c:pt idx="339">
                  <c:v>43941</c:v>
                </c:pt>
                <c:pt idx="340">
                  <c:v>43942</c:v>
                </c:pt>
                <c:pt idx="341">
                  <c:v>43943</c:v>
                </c:pt>
                <c:pt idx="342">
                  <c:v>43944</c:v>
                </c:pt>
                <c:pt idx="343">
                  <c:v>43945</c:v>
                </c:pt>
                <c:pt idx="344">
                  <c:v>43948</c:v>
                </c:pt>
                <c:pt idx="345">
                  <c:v>43949</c:v>
                </c:pt>
                <c:pt idx="346">
                  <c:v>43950</c:v>
                </c:pt>
                <c:pt idx="347">
                  <c:v>43951</c:v>
                </c:pt>
                <c:pt idx="348">
                  <c:v>43952</c:v>
                </c:pt>
                <c:pt idx="349">
                  <c:v>43955</c:v>
                </c:pt>
                <c:pt idx="350">
                  <c:v>43956</c:v>
                </c:pt>
                <c:pt idx="351">
                  <c:v>43957</c:v>
                </c:pt>
                <c:pt idx="352">
                  <c:v>43958</c:v>
                </c:pt>
                <c:pt idx="353">
                  <c:v>43959</c:v>
                </c:pt>
                <c:pt idx="354">
                  <c:v>43962</c:v>
                </c:pt>
                <c:pt idx="355">
                  <c:v>43963</c:v>
                </c:pt>
                <c:pt idx="356">
                  <c:v>43964</c:v>
                </c:pt>
                <c:pt idx="357">
                  <c:v>43965</c:v>
                </c:pt>
                <c:pt idx="358">
                  <c:v>43966</c:v>
                </c:pt>
                <c:pt idx="359">
                  <c:v>43969</c:v>
                </c:pt>
                <c:pt idx="360">
                  <c:v>43970</c:v>
                </c:pt>
                <c:pt idx="361">
                  <c:v>43971</c:v>
                </c:pt>
                <c:pt idx="362">
                  <c:v>43972</c:v>
                </c:pt>
                <c:pt idx="363">
                  <c:v>43973</c:v>
                </c:pt>
                <c:pt idx="364">
                  <c:v>43976</c:v>
                </c:pt>
                <c:pt idx="365">
                  <c:v>43977</c:v>
                </c:pt>
                <c:pt idx="366">
                  <c:v>43978</c:v>
                </c:pt>
                <c:pt idx="367">
                  <c:v>43979</c:v>
                </c:pt>
                <c:pt idx="368">
                  <c:v>43980</c:v>
                </c:pt>
                <c:pt idx="369">
                  <c:v>43983</c:v>
                </c:pt>
                <c:pt idx="370">
                  <c:v>43984</c:v>
                </c:pt>
                <c:pt idx="371">
                  <c:v>43985</c:v>
                </c:pt>
                <c:pt idx="372">
                  <c:v>43986</c:v>
                </c:pt>
                <c:pt idx="373">
                  <c:v>43987</c:v>
                </c:pt>
                <c:pt idx="374">
                  <c:v>43990</c:v>
                </c:pt>
                <c:pt idx="375">
                  <c:v>43991</c:v>
                </c:pt>
                <c:pt idx="376">
                  <c:v>43992</c:v>
                </c:pt>
                <c:pt idx="377">
                  <c:v>43993</c:v>
                </c:pt>
                <c:pt idx="378">
                  <c:v>43994</c:v>
                </c:pt>
                <c:pt idx="379">
                  <c:v>43997</c:v>
                </c:pt>
                <c:pt idx="380">
                  <c:v>43998</c:v>
                </c:pt>
                <c:pt idx="381">
                  <c:v>43999</c:v>
                </c:pt>
                <c:pt idx="382">
                  <c:v>44000</c:v>
                </c:pt>
                <c:pt idx="383">
                  <c:v>44001</c:v>
                </c:pt>
                <c:pt idx="384">
                  <c:v>44004</c:v>
                </c:pt>
                <c:pt idx="385">
                  <c:v>44005</c:v>
                </c:pt>
                <c:pt idx="386">
                  <c:v>44006</c:v>
                </c:pt>
                <c:pt idx="387">
                  <c:v>44007</c:v>
                </c:pt>
                <c:pt idx="388">
                  <c:v>44008</c:v>
                </c:pt>
                <c:pt idx="389">
                  <c:v>44011</c:v>
                </c:pt>
                <c:pt idx="390">
                  <c:v>44012</c:v>
                </c:pt>
                <c:pt idx="391">
                  <c:v>44013</c:v>
                </c:pt>
                <c:pt idx="392">
                  <c:v>44014</c:v>
                </c:pt>
                <c:pt idx="393">
                  <c:v>44015</c:v>
                </c:pt>
                <c:pt idx="394">
                  <c:v>44018</c:v>
                </c:pt>
                <c:pt idx="395">
                  <c:v>44019</c:v>
                </c:pt>
                <c:pt idx="396">
                  <c:v>44020</c:v>
                </c:pt>
                <c:pt idx="397">
                  <c:v>44021</c:v>
                </c:pt>
                <c:pt idx="398">
                  <c:v>44022</c:v>
                </c:pt>
                <c:pt idx="399">
                  <c:v>44025</c:v>
                </c:pt>
                <c:pt idx="400">
                  <c:v>44026</c:v>
                </c:pt>
                <c:pt idx="401">
                  <c:v>44027</c:v>
                </c:pt>
                <c:pt idx="402">
                  <c:v>44028</c:v>
                </c:pt>
                <c:pt idx="403">
                  <c:v>44029</c:v>
                </c:pt>
                <c:pt idx="404">
                  <c:v>44032</c:v>
                </c:pt>
                <c:pt idx="405">
                  <c:v>44033</c:v>
                </c:pt>
                <c:pt idx="406">
                  <c:v>44034</c:v>
                </c:pt>
                <c:pt idx="407">
                  <c:v>44035</c:v>
                </c:pt>
                <c:pt idx="408">
                  <c:v>44036</c:v>
                </c:pt>
                <c:pt idx="409">
                  <c:v>44039</c:v>
                </c:pt>
                <c:pt idx="410">
                  <c:v>44040</c:v>
                </c:pt>
                <c:pt idx="411">
                  <c:v>44041</c:v>
                </c:pt>
                <c:pt idx="412">
                  <c:v>44042</c:v>
                </c:pt>
                <c:pt idx="413">
                  <c:v>44043</c:v>
                </c:pt>
                <c:pt idx="414">
                  <c:v>44046</c:v>
                </c:pt>
                <c:pt idx="415">
                  <c:v>44047</c:v>
                </c:pt>
                <c:pt idx="416">
                  <c:v>44048</c:v>
                </c:pt>
                <c:pt idx="417">
                  <c:v>44049</c:v>
                </c:pt>
                <c:pt idx="418">
                  <c:v>44050</c:v>
                </c:pt>
                <c:pt idx="419">
                  <c:v>44053</c:v>
                </c:pt>
                <c:pt idx="420">
                  <c:v>44054</c:v>
                </c:pt>
                <c:pt idx="421">
                  <c:v>44055</c:v>
                </c:pt>
                <c:pt idx="422">
                  <c:v>44056</c:v>
                </c:pt>
                <c:pt idx="423">
                  <c:v>44057</c:v>
                </c:pt>
                <c:pt idx="424">
                  <c:v>44060</c:v>
                </c:pt>
                <c:pt idx="425">
                  <c:v>44061</c:v>
                </c:pt>
                <c:pt idx="426">
                  <c:v>44062</c:v>
                </c:pt>
                <c:pt idx="427">
                  <c:v>44063</c:v>
                </c:pt>
                <c:pt idx="428">
                  <c:v>44064</c:v>
                </c:pt>
                <c:pt idx="429">
                  <c:v>44067</c:v>
                </c:pt>
                <c:pt idx="430">
                  <c:v>44068</c:v>
                </c:pt>
                <c:pt idx="431">
                  <c:v>44069</c:v>
                </c:pt>
                <c:pt idx="432">
                  <c:v>44070</c:v>
                </c:pt>
                <c:pt idx="433">
                  <c:v>44071</c:v>
                </c:pt>
                <c:pt idx="434">
                  <c:v>44074</c:v>
                </c:pt>
                <c:pt idx="435">
                  <c:v>44075</c:v>
                </c:pt>
                <c:pt idx="436">
                  <c:v>44076</c:v>
                </c:pt>
                <c:pt idx="437">
                  <c:v>44077</c:v>
                </c:pt>
                <c:pt idx="438">
                  <c:v>44078</c:v>
                </c:pt>
                <c:pt idx="439">
                  <c:v>44081</c:v>
                </c:pt>
                <c:pt idx="440">
                  <c:v>44082</c:v>
                </c:pt>
                <c:pt idx="441">
                  <c:v>44083</c:v>
                </c:pt>
                <c:pt idx="442">
                  <c:v>44084</c:v>
                </c:pt>
                <c:pt idx="443">
                  <c:v>44085</c:v>
                </c:pt>
                <c:pt idx="444">
                  <c:v>44088</c:v>
                </c:pt>
                <c:pt idx="445">
                  <c:v>44089</c:v>
                </c:pt>
                <c:pt idx="446">
                  <c:v>44090</c:v>
                </c:pt>
                <c:pt idx="447">
                  <c:v>44091</c:v>
                </c:pt>
                <c:pt idx="448">
                  <c:v>44092</c:v>
                </c:pt>
                <c:pt idx="449">
                  <c:v>44095</c:v>
                </c:pt>
                <c:pt idx="450">
                  <c:v>44096</c:v>
                </c:pt>
                <c:pt idx="451">
                  <c:v>44097</c:v>
                </c:pt>
                <c:pt idx="452">
                  <c:v>44098</c:v>
                </c:pt>
                <c:pt idx="453">
                  <c:v>44099</c:v>
                </c:pt>
                <c:pt idx="454">
                  <c:v>44102</c:v>
                </c:pt>
                <c:pt idx="455">
                  <c:v>44103</c:v>
                </c:pt>
                <c:pt idx="456">
                  <c:v>44104</c:v>
                </c:pt>
                <c:pt idx="457">
                  <c:v>44105</c:v>
                </c:pt>
                <c:pt idx="458">
                  <c:v>44106</c:v>
                </c:pt>
                <c:pt idx="459">
                  <c:v>44109</c:v>
                </c:pt>
                <c:pt idx="460">
                  <c:v>44110</c:v>
                </c:pt>
                <c:pt idx="461">
                  <c:v>44111</c:v>
                </c:pt>
                <c:pt idx="462">
                  <c:v>44112</c:v>
                </c:pt>
                <c:pt idx="463">
                  <c:v>44113</c:v>
                </c:pt>
                <c:pt idx="464">
                  <c:v>44116</c:v>
                </c:pt>
                <c:pt idx="465">
                  <c:v>44117</c:v>
                </c:pt>
                <c:pt idx="466">
                  <c:v>44118</c:v>
                </c:pt>
                <c:pt idx="467">
                  <c:v>44119</c:v>
                </c:pt>
                <c:pt idx="468">
                  <c:v>44120</c:v>
                </c:pt>
                <c:pt idx="469">
                  <c:v>44123</c:v>
                </c:pt>
                <c:pt idx="470">
                  <c:v>44124</c:v>
                </c:pt>
                <c:pt idx="471">
                  <c:v>44125</c:v>
                </c:pt>
                <c:pt idx="472">
                  <c:v>44126</c:v>
                </c:pt>
                <c:pt idx="473">
                  <c:v>44127</c:v>
                </c:pt>
                <c:pt idx="474">
                  <c:v>44130</c:v>
                </c:pt>
                <c:pt idx="475">
                  <c:v>44131</c:v>
                </c:pt>
                <c:pt idx="476">
                  <c:v>44132</c:v>
                </c:pt>
                <c:pt idx="477">
                  <c:v>44133</c:v>
                </c:pt>
                <c:pt idx="478">
                  <c:v>44134</c:v>
                </c:pt>
                <c:pt idx="479">
                  <c:v>44137</c:v>
                </c:pt>
                <c:pt idx="480">
                  <c:v>44138</c:v>
                </c:pt>
                <c:pt idx="481">
                  <c:v>44139</c:v>
                </c:pt>
                <c:pt idx="482">
                  <c:v>44140</c:v>
                </c:pt>
                <c:pt idx="483">
                  <c:v>44141</c:v>
                </c:pt>
                <c:pt idx="484">
                  <c:v>44144</c:v>
                </c:pt>
                <c:pt idx="485">
                  <c:v>44145</c:v>
                </c:pt>
                <c:pt idx="486">
                  <c:v>44146</c:v>
                </c:pt>
                <c:pt idx="487">
                  <c:v>44147</c:v>
                </c:pt>
                <c:pt idx="488">
                  <c:v>44148</c:v>
                </c:pt>
                <c:pt idx="489">
                  <c:v>44151</c:v>
                </c:pt>
                <c:pt idx="490">
                  <c:v>44152</c:v>
                </c:pt>
                <c:pt idx="491">
                  <c:v>44153</c:v>
                </c:pt>
                <c:pt idx="492">
                  <c:v>44154</c:v>
                </c:pt>
                <c:pt idx="493">
                  <c:v>44155</c:v>
                </c:pt>
                <c:pt idx="494">
                  <c:v>44158</c:v>
                </c:pt>
                <c:pt idx="495">
                  <c:v>44159</c:v>
                </c:pt>
                <c:pt idx="496">
                  <c:v>44160</c:v>
                </c:pt>
                <c:pt idx="497">
                  <c:v>44161</c:v>
                </c:pt>
                <c:pt idx="498">
                  <c:v>44162</c:v>
                </c:pt>
                <c:pt idx="499">
                  <c:v>44165</c:v>
                </c:pt>
                <c:pt idx="500">
                  <c:v>44166</c:v>
                </c:pt>
                <c:pt idx="501">
                  <c:v>44167</c:v>
                </c:pt>
                <c:pt idx="502">
                  <c:v>44168</c:v>
                </c:pt>
                <c:pt idx="503">
                  <c:v>44169</c:v>
                </c:pt>
                <c:pt idx="504">
                  <c:v>44172</c:v>
                </c:pt>
                <c:pt idx="505">
                  <c:v>44173</c:v>
                </c:pt>
                <c:pt idx="506">
                  <c:v>44174</c:v>
                </c:pt>
                <c:pt idx="507">
                  <c:v>44175</c:v>
                </c:pt>
                <c:pt idx="508">
                  <c:v>44176</c:v>
                </c:pt>
                <c:pt idx="509">
                  <c:v>44179</c:v>
                </c:pt>
                <c:pt idx="510">
                  <c:v>44180</c:v>
                </c:pt>
                <c:pt idx="511">
                  <c:v>44181</c:v>
                </c:pt>
                <c:pt idx="512">
                  <c:v>44182</c:v>
                </c:pt>
                <c:pt idx="513">
                  <c:v>44183</c:v>
                </c:pt>
                <c:pt idx="514">
                  <c:v>44186</c:v>
                </c:pt>
                <c:pt idx="515">
                  <c:v>44187</c:v>
                </c:pt>
                <c:pt idx="516">
                  <c:v>44188</c:v>
                </c:pt>
                <c:pt idx="517">
                  <c:v>44189</c:v>
                </c:pt>
                <c:pt idx="518">
                  <c:v>44190</c:v>
                </c:pt>
                <c:pt idx="519">
                  <c:v>44193</c:v>
                </c:pt>
                <c:pt idx="520">
                  <c:v>44194</c:v>
                </c:pt>
                <c:pt idx="521">
                  <c:v>44195</c:v>
                </c:pt>
                <c:pt idx="522">
                  <c:v>44196</c:v>
                </c:pt>
                <c:pt idx="523">
                  <c:v>44197</c:v>
                </c:pt>
                <c:pt idx="524">
                  <c:v>44200</c:v>
                </c:pt>
                <c:pt idx="525">
                  <c:v>44201</c:v>
                </c:pt>
                <c:pt idx="526">
                  <c:v>44202</c:v>
                </c:pt>
                <c:pt idx="527">
                  <c:v>44203</c:v>
                </c:pt>
                <c:pt idx="528">
                  <c:v>44204</c:v>
                </c:pt>
                <c:pt idx="529">
                  <c:v>44207</c:v>
                </c:pt>
                <c:pt idx="530">
                  <c:v>44208</c:v>
                </c:pt>
                <c:pt idx="531">
                  <c:v>44209</c:v>
                </c:pt>
                <c:pt idx="532">
                  <c:v>44210</c:v>
                </c:pt>
                <c:pt idx="533">
                  <c:v>44211</c:v>
                </c:pt>
                <c:pt idx="534">
                  <c:v>44214</c:v>
                </c:pt>
                <c:pt idx="535">
                  <c:v>44215</c:v>
                </c:pt>
                <c:pt idx="536">
                  <c:v>44216</c:v>
                </c:pt>
                <c:pt idx="537">
                  <c:v>44217</c:v>
                </c:pt>
                <c:pt idx="538">
                  <c:v>44218</c:v>
                </c:pt>
                <c:pt idx="539">
                  <c:v>44221</c:v>
                </c:pt>
                <c:pt idx="540">
                  <c:v>44222</c:v>
                </c:pt>
                <c:pt idx="541">
                  <c:v>44223</c:v>
                </c:pt>
                <c:pt idx="542">
                  <c:v>44224</c:v>
                </c:pt>
                <c:pt idx="543">
                  <c:v>44225</c:v>
                </c:pt>
                <c:pt idx="544">
                  <c:v>44228</c:v>
                </c:pt>
                <c:pt idx="545">
                  <c:v>44229</c:v>
                </c:pt>
                <c:pt idx="546">
                  <c:v>44230</c:v>
                </c:pt>
                <c:pt idx="547">
                  <c:v>44231</c:v>
                </c:pt>
                <c:pt idx="548">
                  <c:v>44232</c:v>
                </c:pt>
                <c:pt idx="549">
                  <c:v>44235</c:v>
                </c:pt>
                <c:pt idx="550">
                  <c:v>44236</c:v>
                </c:pt>
                <c:pt idx="551">
                  <c:v>44237</c:v>
                </c:pt>
                <c:pt idx="552">
                  <c:v>44238</c:v>
                </c:pt>
                <c:pt idx="553">
                  <c:v>44239</c:v>
                </c:pt>
                <c:pt idx="554">
                  <c:v>44242</c:v>
                </c:pt>
                <c:pt idx="555">
                  <c:v>44243</c:v>
                </c:pt>
                <c:pt idx="556">
                  <c:v>44244</c:v>
                </c:pt>
                <c:pt idx="557">
                  <c:v>44245</c:v>
                </c:pt>
                <c:pt idx="558">
                  <c:v>44246</c:v>
                </c:pt>
                <c:pt idx="559">
                  <c:v>44249</c:v>
                </c:pt>
                <c:pt idx="560">
                  <c:v>44250</c:v>
                </c:pt>
                <c:pt idx="561">
                  <c:v>44251</c:v>
                </c:pt>
                <c:pt idx="562">
                  <c:v>44252</c:v>
                </c:pt>
                <c:pt idx="563">
                  <c:v>44253</c:v>
                </c:pt>
                <c:pt idx="564">
                  <c:v>44256</c:v>
                </c:pt>
                <c:pt idx="565">
                  <c:v>44257</c:v>
                </c:pt>
                <c:pt idx="566">
                  <c:v>44258</c:v>
                </c:pt>
                <c:pt idx="567">
                  <c:v>44259</c:v>
                </c:pt>
                <c:pt idx="568">
                  <c:v>44260</c:v>
                </c:pt>
                <c:pt idx="569">
                  <c:v>44263</c:v>
                </c:pt>
                <c:pt idx="570">
                  <c:v>44264</c:v>
                </c:pt>
                <c:pt idx="571">
                  <c:v>44265</c:v>
                </c:pt>
                <c:pt idx="572">
                  <c:v>44266</c:v>
                </c:pt>
                <c:pt idx="573">
                  <c:v>44267</c:v>
                </c:pt>
                <c:pt idx="574">
                  <c:v>44270</c:v>
                </c:pt>
                <c:pt idx="575">
                  <c:v>44271</c:v>
                </c:pt>
                <c:pt idx="576">
                  <c:v>44272</c:v>
                </c:pt>
                <c:pt idx="577">
                  <c:v>44273</c:v>
                </c:pt>
                <c:pt idx="578">
                  <c:v>44274</c:v>
                </c:pt>
                <c:pt idx="579">
                  <c:v>44277</c:v>
                </c:pt>
                <c:pt idx="580">
                  <c:v>44278</c:v>
                </c:pt>
                <c:pt idx="581">
                  <c:v>44279</c:v>
                </c:pt>
                <c:pt idx="582">
                  <c:v>44280</c:v>
                </c:pt>
                <c:pt idx="583">
                  <c:v>44281</c:v>
                </c:pt>
                <c:pt idx="584">
                  <c:v>44284</c:v>
                </c:pt>
                <c:pt idx="585">
                  <c:v>44285</c:v>
                </c:pt>
                <c:pt idx="586">
                  <c:v>44286</c:v>
                </c:pt>
                <c:pt idx="587">
                  <c:v>44287</c:v>
                </c:pt>
                <c:pt idx="588">
                  <c:v>44288</c:v>
                </c:pt>
                <c:pt idx="589">
                  <c:v>44291</c:v>
                </c:pt>
                <c:pt idx="590">
                  <c:v>44292</c:v>
                </c:pt>
                <c:pt idx="591">
                  <c:v>44293</c:v>
                </c:pt>
                <c:pt idx="592">
                  <c:v>44294</c:v>
                </c:pt>
                <c:pt idx="593">
                  <c:v>44295</c:v>
                </c:pt>
                <c:pt idx="594">
                  <c:v>44298</c:v>
                </c:pt>
                <c:pt idx="595">
                  <c:v>44299</c:v>
                </c:pt>
                <c:pt idx="596">
                  <c:v>44300</c:v>
                </c:pt>
                <c:pt idx="597">
                  <c:v>44301</c:v>
                </c:pt>
                <c:pt idx="598">
                  <c:v>44302</c:v>
                </c:pt>
                <c:pt idx="599">
                  <c:v>44305</c:v>
                </c:pt>
                <c:pt idx="600">
                  <c:v>44306</c:v>
                </c:pt>
                <c:pt idx="601">
                  <c:v>44307</c:v>
                </c:pt>
                <c:pt idx="602">
                  <c:v>44308</c:v>
                </c:pt>
                <c:pt idx="603">
                  <c:v>44309</c:v>
                </c:pt>
                <c:pt idx="604">
                  <c:v>44312</c:v>
                </c:pt>
                <c:pt idx="605">
                  <c:v>44313</c:v>
                </c:pt>
                <c:pt idx="606">
                  <c:v>44314</c:v>
                </c:pt>
                <c:pt idx="607">
                  <c:v>44315</c:v>
                </c:pt>
                <c:pt idx="608">
                  <c:v>44316</c:v>
                </c:pt>
                <c:pt idx="609">
                  <c:v>44319</c:v>
                </c:pt>
                <c:pt idx="610">
                  <c:v>44320</c:v>
                </c:pt>
                <c:pt idx="611">
                  <c:v>44321</c:v>
                </c:pt>
                <c:pt idx="612">
                  <c:v>44322</c:v>
                </c:pt>
                <c:pt idx="613">
                  <c:v>44323</c:v>
                </c:pt>
                <c:pt idx="614">
                  <c:v>44326</c:v>
                </c:pt>
                <c:pt idx="615">
                  <c:v>44327</c:v>
                </c:pt>
                <c:pt idx="616">
                  <c:v>44328</c:v>
                </c:pt>
                <c:pt idx="617">
                  <c:v>44329</c:v>
                </c:pt>
                <c:pt idx="618">
                  <c:v>44330</c:v>
                </c:pt>
                <c:pt idx="619">
                  <c:v>44333</c:v>
                </c:pt>
                <c:pt idx="620">
                  <c:v>44334</c:v>
                </c:pt>
                <c:pt idx="621">
                  <c:v>44335</c:v>
                </c:pt>
                <c:pt idx="622">
                  <c:v>44336</c:v>
                </c:pt>
                <c:pt idx="623">
                  <c:v>44337</c:v>
                </c:pt>
                <c:pt idx="624">
                  <c:v>44340</c:v>
                </c:pt>
                <c:pt idx="625">
                  <c:v>44341</c:v>
                </c:pt>
                <c:pt idx="626">
                  <c:v>44342</c:v>
                </c:pt>
                <c:pt idx="627">
                  <c:v>44343</c:v>
                </c:pt>
                <c:pt idx="628">
                  <c:v>44344</c:v>
                </c:pt>
                <c:pt idx="629">
                  <c:v>44347</c:v>
                </c:pt>
                <c:pt idx="630">
                  <c:v>44348</c:v>
                </c:pt>
                <c:pt idx="631">
                  <c:v>44349</c:v>
                </c:pt>
                <c:pt idx="632">
                  <c:v>44350</c:v>
                </c:pt>
                <c:pt idx="633">
                  <c:v>44351</c:v>
                </c:pt>
                <c:pt idx="634">
                  <c:v>44354</c:v>
                </c:pt>
                <c:pt idx="635">
                  <c:v>44355</c:v>
                </c:pt>
                <c:pt idx="636">
                  <c:v>44356</c:v>
                </c:pt>
                <c:pt idx="637">
                  <c:v>44357</c:v>
                </c:pt>
                <c:pt idx="638">
                  <c:v>44358</c:v>
                </c:pt>
                <c:pt idx="639">
                  <c:v>44361</c:v>
                </c:pt>
                <c:pt idx="640">
                  <c:v>44362</c:v>
                </c:pt>
                <c:pt idx="641">
                  <c:v>44363</c:v>
                </c:pt>
                <c:pt idx="642">
                  <c:v>44364</c:v>
                </c:pt>
                <c:pt idx="643">
                  <c:v>44365</c:v>
                </c:pt>
                <c:pt idx="644">
                  <c:v>44368</c:v>
                </c:pt>
                <c:pt idx="645">
                  <c:v>44369</c:v>
                </c:pt>
                <c:pt idx="646">
                  <c:v>44370</c:v>
                </c:pt>
                <c:pt idx="647">
                  <c:v>44371</c:v>
                </c:pt>
                <c:pt idx="648">
                  <c:v>44372</c:v>
                </c:pt>
                <c:pt idx="649">
                  <c:v>44375</c:v>
                </c:pt>
                <c:pt idx="650">
                  <c:v>44376</c:v>
                </c:pt>
                <c:pt idx="651">
                  <c:v>44377</c:v>
                </c:pt>
                <c:pt idx="652">
                  <c:v>44378</c:v>
                </c:pt>
                <c:pt idx="653">
                  <c:v>44379</c:v>
                </c:pt>
                <c:pt idx="654">
                  <c:v>44382</c:v>
                </c:pt>
                <c:pt idx="655">
                  <c:v>44383</c:v>
                </c:pt>
                <c:pt idx="656">
                  <c:v>44384</c:v>
                </c:pt>
                <c:pt idx="657">
                  <c:v>44385</c:v>
                </c:pt>
                <c:pt idx="658">
                  <c:v>44386</c:v>
                </c:pt>
                <c:pt idx="659">
                  <c:v>44389</c:v>
                </c:pt>
                <c:pt idx="660">
                  <c:v>44390</c:v>
                </c:pt>
                <c:pt idx="661">
                  <c:v>44391</c:v>
                </c:pt>
                <c:pt idx="662">
                  <c:v>44392</c:v>
                </c:pt>
                <c:pt idx="663">
                  <c:v>44393</c:v>
                </c:pt>
                <c:pt idx="664">
                  <c:v>44396</c:v>
                </c:pt>
                <c:pt idx="665">
                  <c:v>44397</c:v>
                </c:pt>
                <c:pt idx="666">
                  <c:v>44398</c:v>
                </c:pt>
                <c:pt idx="667">
                  <c:v>44399</c:v>
                </c:pt>
                <c:pt idx="668">
                  <c:v>44400</c:v>
                </c:pt>
                <c:pt idx="669">
                  <c:v>44403</c:v>
                </c:pt>
                <c:pt idx="670">
                  <c:v>44404</c:v>
                </c:pt>
                <c:pt idx="671">
                  <c:v>44405</c:v>
                </c:pt>
                <c:pt idx="672">
                  <c:v>44406</c:v>
                </c:pt>
                <c:pt idx="673">
                  <c:v>44407</c:v>
                </c:pt>
                <c:pt idx="674">
                  <c:v>44410</c:v>
                </c:pt>
                <c:pt idx="675">
                  <c:v>44411</c:v>
                </c:pt>
                <c:pt idx="676">
                  <c:v>44412</c:v>
                </c:pt>
                <c:pt idx="677">
                  <c:v>44413</c:v>
                </c:pt>
                <c:pt idx="678">
                  <c:v>44414</c:v>
                </c:pt>
                <c:pt idx="679">
                  <c:v>44417</c:v>
                </c:pt>
                <c:pt idx="680">
                  <c:v>44418</c:v>
                </c:pt>
                <c:pt idx="681">
                  <c:v>44419</c:v>
                </c:pt>
                <c:pt idx="682">
                  <c:v>44420</c:v>
                </c:pt>
                <c:pt idx="683">
                  <c:v>44421</c:v>
                </c:pt>
                <c:pt idx="684">
                  <c:v>44424</c:v>
                </c:pt>
                <c:pt idx="685">
                  <c:v>44425</c:v>
                </c:pt>
                <c:pt idx="686">
                  <c:v>44426</c:v>
                </c:pt>
                <c:pt idx="687">
                  <c:v>44427</c:v>
                </c:pt>
                <c:pt idx="688">
                  <c:v>44428</c:v>
                </c:pt>
                <c:pt idx="689">
                  <c:v>44431</c:v>
                </c:pt>
                <c:pt idx="690">
                  <c:v>44432</c:v>
                </c:pt>
                <c:pt idx="691">
                  <c:v>44433</c:v>
                </c:pt>
                <c:pt idx="692">
                  <c:v>44434</c:v>
                </c:pt>
                <c:pt idx="693">
                  <c:v>44435</c:v>
                </c:pt>
                <c:pt idx="694">
                  <c:v>44438</c:v>
                </c:pt>
                <c:pt idx="695">
                  <c:v>44439</c:v>
                </c:pt>
                <c:pt idx="696">
                  <c:v>44440</c:v>
                </c:pt>
                <c:pt idx="697">
                  <c:v>44441</c:v>
                </c:pt>
                <c:pt idx="698">
                  <c:v>44442</c:v>
                </c:pt>
                <c:pt idx="699">
                  <c:v>44445</c:v>
                </c:pt>
                <c:pt idx="700">
                  <c:v>44446</c:v>
                </c:pt>
                <c:pt idx="701">
                  <c:v>44447</c:v>
                </c:pt>
                <c:pt idx="702">
                  <c:v>44448</c:v>
                </c:pt>
                <c:pt idx="703">
                  <c:v>44449</c:v>
                </c:pt>
                <c:pt idx="704">
                  <c:v>44452</c:v>
                </c:pt>
                <c:pt idx="705">
                  <c:v>44453</c:v>
                </c:pt>
                <c:pt idx="706">
                  <c:v>44454</c:v>
                </c:pt>
                <c:pt idx="707">
                  <c:v>44455</c:v>
                </c:pt>
                <c:pt idx="708">
                  <c:v>44456</c:v>
                </c:pt>
                <c:pt idx="709">
                  <c:v>44459</c:v>
                </c:pt>
                <c:pt idx="710">
                  <c:v>44460</c:v>
                </c:pt>
                <c:pt idx="711">
                  <c:v>44461</c:v>
                </c:pt>
                <c:pt idx="712">
                  <c:v>44462</c:v>
                </c:pt>
                <c:pt idx="713">
                  <c:v>44463</c:v>
                </c:pt>
                <c:pt idx="714">
                  <c:v>44466</c:v>
                </c:pt>
                <c:pt idx="715">
                  <c:v>44467</c:v>
                </c:pt>
                <c:pt idx="716">
                  <c:v>44468</c:v>
                </c:pt>
                <c:pt idx="717">
                  <c:v>44469</c:v>
                </c:pt>
                <c:pt idx="718">
                  <c:v>44470</c:v>
                </c:pt>
                <c:pt idx="719">
                  <c:v>44473</c:v>
                </c:pt>
                <c:pt idx="720">
                  <c:v>44474</c:v>
                </c:pt>
                <c:pt idx="721">
                  <c:v>44475</c:v>
                </c:pt>
                <c:pt idx="722">
                  <c:v>44476</c:v>
                </c:pt>
                <c:pt idx="723">
                  <c:v>44477</c:v>
                </c:pt>
                <c:pt idx="724">
                  <c:v>44480</c:v>
                </c:pt>
                <c:pt idx="725">
                  <c:v>44481</c:v>
                </c:pt>
                <c:pt idx="726">
                  <c:v>44482</c:v>
                </c:pt>
                <c:pt idx="727">
                  <c:v>44483</c:v>
                </c:pt>
                <c:pt idx="728">
                  <c:v>44484</c:v>
                </c:pt>
                <c:pt idx="729">
                  <c:v>44487</c:v>
                </c:pt>
                <c:pt idx="730">
                  <c:v>44488</c:v>
                </c:pt>
                <c:pt idx="731">
                  <c:v>44489</c:v>
                </c:pt>
                <c:pt idx="732">
                  <c:v>44490</c:v>
                </c:pt>
                <c:pt idx="733">
                  <c:v>44491</c:v>
                </c:pt>
                <c:pt idx="734">
                  <c:v>44494</c:v>
                </c:pt>
                <c:pt idx="735">
                  <c:v>44495</c:v>
                </c:pt>
                <c:pt idx="736">
                  <c:v>44496</c:v>
                </c:pt>
                <c:pt idx="737">
                  <c:v>44497</c:v>
                </c:pt>
                <c:pt idx="738">
                  <c:v>44498</c:v>
                </c:pt>
                <c:pt idx="739">
                  <c:v>44501</c:v>
                </c:pt>
                <c:pt idx="740">
                  <c:v>44502</c:v>
                </c:pt>
                <c:pt idx="741">
                  <c:v>44503</c:v>
                </c:pt>
                <c:pt idx="742">
                  <c:v>44504</c:v>
                </c:pt>
                <c:pt idx="743">
                  <c:v>44505</c:v>
                </c:pt>
                <c:pt idx="744">
                  <c:v>44508</c:v>
                </c:pt>
                <c:pt idx="745">
                  <c:v>44509</c:v>
                </c:pt>
                <c:pt idx="746">
                  <c:v>44510</c:v>
                </c:pt>
                <c:pt idx="747">
                  <c:v>44511</c:v>
                </c:pt>
                <c:pt idx="748">
                  <c:v>44512</c:v>
                </c:pt>
                <c:pt idx="749">
                  <c:v>44515</c:v>
                </c:pt>
                <c:pt idx="750">
                  <c:v>44516</c:v>
                </c:pt>
                <c:pt idx="751">
                  <c:v>44517</c:v>
                </c:pt>
                <c:pt idx="752">
                  <c:v>44518</c:v>
                </c:pt>
                <c:pt idx="753">
                  <c:v>44519</c:v>
                </c:pt>
                <c:pt idx="754">
                  <c:v>44522</c:v>
                </c:pt>
                <c:pt idx="755">
                  <c:v>44523</c:v>
                </c:pt>
                <c:pt idx="756">
                  <c:v>44524</c:v>
                </c:pt>
                <c:pt idx="757">
                  <c:v>44525</c:v>
                </c:pt>
                <c:pt idx="758">
                  <c:v>44526</c:v>
                </c:pt>
                <c:pt idx="759">
                  <c:v>44529</c:v>
                </c:pt>
                <c:pt idx="760">
                  <c:v>44530</c:v>
                </c:pt>
                <c:pt idx="761">
                  <c:v>44531</c:v>
                </c:pt>
                <c:pt idx="762">
                  <c:v>44532</c:v>
                </c:pt>
                <c:pt idx="763">
                  <c:v>44533</c:v>
                </c:pt>
                <c:pt idx="764">
                  <c:v>44536</c:v>
                </c:pt>
                <c:pt idx="765">
                  <c:v>44537</c:v>
                </c:pt>
                <c:pt idx="766">
                  <c:v>44538</c:v>
                </c:pt>
                <c:pt idx="767">
                  <c:v>44539</c:v>
                </c:pt>
                <c:pt idx="768">
                  <c:v>44540</c:v>
                </c:pt>
                <c:pt idx="769">
                  <c:v>44543</c:v>
                </c:pt>
                <c:pt idx="770">
                  <c:v>44544</c:v>
                </c:pt>
                <c:pt idx="771">
                  <c:v>44545</c:v>
                </c:pt>
                <c:pt idx="772">
                  <c:v>44546</c:v>
                </c:pt>
                <c:pt idx="773">
                  <c:v>44547</c:v>
                </c:pt>
                <c:pt idx="774">
                  <c:v>44550</c:v>
                </c:pt>
                <c:pt idx="775">
                  <c:v>44551</c:v>
                </c:pt>
                <c:pt idx="776">
                  <c:v>44552</c:v>
                </c:pt>
                <c:pt idx="777">
                  <c:v>44553</c:v>
                </c:pt>
                <c:pt idx="778">
                  <c:v>44554</c:v>
                </c:pt>
                <c:pt idx="779">
                  <c:v>44557</c:v>
                </c:pt>
                <c:pt idx="780">
                  <c:v>44558</c:v>
                </c:pt>
                <c:pt idx="781">
                  <c:v>44559</c:v>
                </c:pt>
                <c:pt idx="782">
                  <c:v>44560</c:v>
                </c:pt>
                <c:pt idx="783">
                  <c:v>44561</c:v>
                </c:pt>
                <c:pt idx="784">
                  <c:v>44564</c:v>
                </c:pt>
                <c:pt idx="785">
                  <c:v>44565</c:v>
                </c:pt>
                <c:pt idx="786">
                  <c:v>44566</c:v>
                </c:pt>
                <c:pt idx="787">
                  <c:v>44567</c:v>
                </c:pt>
                <c:pt idx="788">
                  <c:v>44568</c:v>
                </c:pt>
                <c:pt idx="789">
                  <c:v>44571</c:v>
                </c:pt>
                <c:pt idx="790">
                  <c:v>44572</c:v>
                </c:pt>
                <c:pt idx="791">
                  <c:v>44573</c:v>
                </c:pt>
                <c:pt idx="792">
                  <c:v>44574</c:v>
                </c:pt>
                <c:pt idx="793">
                  <c:v>44575</c:v>
                </c:pt>
                <c:pt idx="794">
                  <c:v>44578</c:v>
                </c:pt>
                <c:pt idx="795">
                  <c:v>44579</c:v>
                </c:pt>
                <c:pt idx="796">
                  <c:v>44580</c:v>
                </c:pt>
                <c:pt idx="797">
                  <c:v>44581</c:v>
                </c:pt>
                <c:pt idx="798">
                  <c:v>44582</c:v>
                </c:pt>
                <c:pt idx="799">
                  <c:v>44585</c:v>
                </c:pt>
                <c:pt idx="800">
                  <c:v>44586</c:v>
                </c:pt>
                <c:pt idx="801">
                  <c:v>44587</c:v>
                </c:pt>
                <c:pt idx="802">
                  <c:v>44588</c:v>
                </c:pt>
                <c:pt idx="803">
                  <c:v>44589</c:v>
                </c:pt>
                <c:pt idx="804">
                  <c:v>44592</c:v>
                </c:pt>
                <c:pt idx="805">
                  <c:v>44593</c:v>
                </c:pt>
                <c:pt idx="806">
                  <c:v>44594</c:v>
                </c:pt>
                <c:pt idx="807">
                  <c:v>44595</c:v>
                </c:pt>
                <c:pt idx="808">
                  <c:v>44596</c:v>
                </c:pt>
                <c:pt idx="809">
                  <c:v>44599</c:v>
                </c:pt>
                <c:pt idx="810">
                  <c:v>44600</c:v>
                </c:pt>
                <c:pt idx="811">
                  <c:v>44601</c:v>
                </c:pt>
                <c:pt idx="812">
                  <c:v>44602</c:v>
                </c:pt>
                <c:pt idx="813">
                  <c:v>44603</c:v>
                </c:pt>
                <c:pt idx="814">
                  <c:v>44606</c:v>
                </c:pt>
                <c:pt idx="815">
                  <c:v>44607</c:v>
                </c:pt>
                <c:pt idx="816">
                  <c:v>44608</c:v>
                </c:pt>
                <c:pt idx="817">
                  <c:v>44609</c:v>
                </c:pt>
                <c:pt idx="818">
                  <c:v>44610</c:v>
                </c:pt>
                <c:pt idx="819">
                  <c:v>44613</c:v>
                </c:pt>
                <c:pt idx="820">
                  <c:v>44614</c:v>
                </c:pt>
                <c:pt idx="821">
                  <c:v>44615</c:v>
                </c:pt>
                <c:pt idx="822">
                  <c:v>44616</c:v>
                </c:pt>
                <c:pt idx="823">
                  <c:v>44617</c:v>
                </c:pt>
                <c:pt idx="824">
                  <c:v>44620</c:v>
                </c:pt>
                <c:pt idx="825">
                  <c:v>44621</c:v>
                </c:pt>
                <c:pt idx="826">
                  <c:v>44622</c:v>
                </c:pt>
                <c:pt idx="827">
                  <c:v>44623</c:v>
                </c:pt>
                <c:pt idx="828">
                  <c:v>44624</c:v>
                </c:pt>
                <c:pt idx="829">
                  <c:v>44627</c:v>
                </c:pt>
                <c:pt idx="830">
                  <c:v>44628</c:v>
                </c:pt>
                <c:pt idx="831">
                  <c:v>44629</c:v>
                </c:pt>
                <c:pt idx="832">
                  <c:v>44630</c:v>
                </c:pt>
                <c:pt idx="833">
                  <c:v>44631</c:v>
                </c:pt>
                <c:pt idx="834">
                  <c:v>44634</c:v>
                </c:pt>
                <c:pt idx="835">
                  <c:v>44635</c:v>
                </c:pt>
                <c:pt idx="836">
                  <c:v>44636</c:v>
                </c:pt>
                <c:pt idx="837">
                  <c:v>44637</c:v>
                </c:pt>
                <c:pt idx="838">
                  <c:v>44638</c:v>
                </c:pt>
                <c:pt idx="839">
                  <c:v>44641</c:v>
                </c:pt>
                <c:pt idx="840">
                  <c:v>44642</c:v>
                </c:pt>
                <c:pt idx="841">
                  <c:v>44643</c:v>
                </c:pt>
                <c:pt idx="842">
                  <c:v>44644</c:v>
                </c:pt>
                <c:pt idx="843">
                  <c:v>44645</c:v>
                </c:pt>
                <c:pt idx="844">
                  <c:v>44648</c:v>
                </c:pt>
                <c:pt idx="845">
                  <c:v>44649</c:v>
                </c:pt>
                <c:pt idx="846">
                  <c:v>44650</c:v>
                </c:pt>
                <c:pt idx="847">
                  <c:v>44651</c:v>
                </c:pt>
                <c:pt idx="848">
                  <c:v>44652</c:v>
                </c:pt>
                <c:pt idx="849">
                  <c:v>44655</c:v>
                </c:pt>
                <c:pt idx="850">
                  <c:v>44656</c:v>
                </c:pt>
                <c:pt idx="851">
                  <c:v>44657</c:v>
                </c:pt>
                <c:pt idx="852">
                  <c:v>44658</c:v>
                </c:pt>
                <c:pt idx="853">
                  <c:v>44659</c:v>
                </c:pt>
                <c:pt idx="854">
                  <c:v>44662</c:v>
                </c:pt>
                <c:pt idx="855">
                  <c:v>44663</c:v>
                </c:pt>
                <c:pt idx="856">
                  <c:v>44664</c:v>
                </c:pt>
                <c:pt idx="857">
                  <c:v>44665</c:v>
                </c:pt>
                <c:pt idx="858">
                  <c:v>44666</c:v>
                </c:pt>
                <c:pt idx="859">
                  <c:v>44669</c:v>
                </c:pt>
                <c:pt idx="860">
                  <c:v>44670</c:v>
                </c:pt>
                <c:pt idx="861">
                  <c:v>44671</c:v>
                </c:pt>
                <c:pt idx="862">
                  <c:v>44672</c:v>
                </c:pt>
                <c:pt idx="863">
                  <c:v>44673</c:v>
                </c:pt>
                <c:pt idx="864">
                  <c:v>44676</c:v>
                </c:pt>
                <c:pt idx="865">
                  <c:v>44677</c:v>
                </c:pt>
                <c:pt idx="866">
                  <c:v>44678</c:v>
                </c:pt>
                <c:pt idx="867">
                  <c:v>44679</c:v>
                </c:pt>
                <c:pt idx="868">
                  <c:v>44680</c:v>
                </c:pt>
                <c:pt idx="869">
                  <c:v>44683</c:v>
                </c:pt>
                <c:pt idx="870">
                  <c:v>44684</c:v>
                </c:pt>
                <c:pt idx="871">
                  <c:v>44685</c:v>
                </c:pt>
                <c:pt idx="872">
                  <c:v>44686</c:v>
                </c:pt>
                <c:pt idx="873">
                  <c:v>44687</c:v>
                </c:pt>
                <c:pt idx="874">
                  <c:v>44690</c:v>
                </c:pt>
                <c:pt idx="875">
                  <c:v>44691</c:v>
                </c:pt>
                <c:pt idx="876">
                  <c:v>44692</c:v>
                </c:pt>
                <c:pt idx="877">
                  <c:v>44693</c:v>
                </c:pt>
                <c:pt idx="878">
                  <c:v>44694</c:v>
                </c:pt>
                <c:pt idx="879">
                  <c:v>44697</c:v>
                </c:pt>
                <c:pt idx="880">
                  <c:v>44698</c:v>
                </c:pt>
                <c:pt idx="881">
                  <c:v>44699</c:v>
                </c:pt>
                <c:pt idx="882">
                  <c:v>44700</c:v>
                </c:pt>
                <c:pt idx="883">
                  <c:v>44701</c:v>
                </c:pt>
                <c:pt idx="884">
                  <c:v>44704</c:v>
                </c:pt>
                <c:pt idx="885">
                  <c:v>44705</c:v>
                </c:pt>
                <c:pt idx="886">
                  <c:v>44706</c:v>
                </c:pt>
                <c:pt idx="887">
                  <c:v>44707</c:v>
                </c:pt>
                <c:pt idx="888">
                  <c:v>44708</c:v>
                </c:pt>
                <c:pt idx="889">
                  <c:v>44711</c:v>
                </c:pt>
                <c:pt idx="890">
                  <c:v>44712</c:v>
                </c:pt>
                <c:pt idx="891">
                  <c:v>44713</c:v>
                </c:pt>
                <c:pt idx="892">
                  <c:v>44714</c:v>
                </c:pt>
                <c:pt idx="893">
                  <c:v>44715</c:v>
                </c:pt>
                <c:pt idx="894">
                  <c:v>44718</c:v>
                </c:pt>
                <c:pt idx="895">
                  <c:v>44719</c:v>
                </c:pt>
                <c:pt idx="896">
                  <c:v>44720</c:v>
                </c:pt>
                <c:pt idx="897">
                  <c:v>44721</c:v>
                </c:pt>
                <c:pt idx="898">
                  <c:v>44722</c:v>
                </c:pt>
                <c:pt idx="899">
                  <c:v>44725</c:v>
                </c:pt>
                <c:pt idx="900">
                  <c:v>44726</c:v>
                </c:pt>
                <c:pt idx="901">
                  <c:v>44727</c:v>
                </c:pt>
                <c:pt idx="902">
                  <c:v>44728</c:v>
                </c:pt>
                <c:pt idx="903">
                  <c:v>44729</c:v>
                </c:pt>
                <c:pt idx="904">
                  <c:v>44732</c:v>
                </c:pt>
                <c:pt idx="905">
                  <c:v>44733</c:v>
                </c:pt>
                <c:pt idx="906">
                  <c:v>44734</c:v>
                </c:pt>
                <c:pt idx="907">
                  <c:v>44735</c:v>
                </c:pt>
                <c:pt idx="908">
                  <c:v>44736</c:v>
                </c:pt>
                <c:pt idx="909">
                  <c:v>44739</c:v>
                </c:pt>
                <c:pt idx="910">
                  <c:v>44740</c:v>
                </c:pt>
                <c:pt idx="911">
                  <c:v>44741</c:v>
                </c:pt>
                <c:pt idx="912">
                  <c:v>44742</c:v>
                </c:pt>
                <c:pt idx="913">
                  <c:v>44743</c:v>
                </c:pt>
                <c:pt idx="914">
                  <c:v>44746</c:v>
                </c:pt>
                <c:pt idx="915">
                  <c:v>44747</c:v>
                </c:pt>
                <c:pt idx="916">
                  <c:v>44748</c:v>
                </c:pt>
                <c:pt idx="917">
                  <c:v>44749</c:v>
                </c:pt>
                <c:pt idx="918">
                  <c:v>44750</c:v>
                </c:pt>
                <c:pt idx="919">
                  <c:v>44753</c:v>
                </c:pt>
                <c:pt idx="920">
                  <c:v>44754</c:v>
                </c:pt>
                <c:pt idx="921">
                  <c:v>44755</c:v>
                </c:pt>
                <c:pt idx="922">
                  <c:v>44756</c:v>
                </c:pt>
                <c:pt idx="923">
                  <c:v>44757</c:v>
                </c:pt>
                <c:pt idx="924">
                  <c:v>44760</c:v>
                </c:pt>
                <c:pt idx="925">
                  <c:v>44761</c:v>
                </c:pt>
                <c:pt idx="926">
                  <c:v>44762</c:v>
                </c:pt>
                <c:pt idx="927">
                  <c:v>44763</c:v>
                </c:pt>
                <c:pt idx="928">
                  <c:v>44764</c:v>
                </c:pt>
                <c:pt idx="929">
                  <c:v>44767</c:v>
                </c:pt>
                <c:pt idx="930">
                  <c:v>44768</c:v>
                </c:pt>
                <c:pt idx="931">
                  <c:v>44769</c:v>
                </c:pt>
                <c:pt idx="932">
                  <c:v>44770</c:v>
                </c:pt>
                <c:pt idx="933">
                  <c:v>44771</c:v>
                </c:pt>
                <c:pt idx="934">
                  <c:v>44774</c:v>
                </c:pt>
                <c:pt idx="935">
                  <c:v>44775</c:v>
                </c:pt>
                <c:pt idx="936">
                  <c:v>44776</c:v>
                </c:pt>
                <c:pt idx="937">
                  <c:v>44777</c:v>
                </c:pt>
                <c:pt idx="938">
                  <c:v>44778</c:v>
                </c:pt>
                <c:pt idx="939">
                  <c:v>44781</c:v>
                </c:pt>
                <c:pt idx="940">
                  <c:v>44782</c:v>
                </c:pt>
                <c:pt idx="941">
                  <c:v>44783</c:v>
                </c:pt>
                <c:pt idx="942">
                  <c:v>44784</c:v>
                </c:pt>
                <c:pt idx="943">
                  <c:v>44785</c:v>
                </c:pt>
                <c:pt idx="944">
                  <c:v>44788</c:v>
                </c:pt>
                <c:pt idx="945">
                  <c:v>44789</c:v>
                </c:pt>
                <c:pt idx="946">
                  <c:v>44790</c:v>
                </c:pt>
                <c:pt idx="947">
                  <c:v>44791</c:v>
                </c:pt>
                <c:pt idx="948">
                  <c:v>44792</c:v>
                </c:pt>
                <c:pt idx="949">
                  <c:v>44795</c:v>
                </c:pt>
                <c:pt idx="950">
                  <c:v>44796</c:v>
                </c:pt>
                <c:pt idx="951">
                  <c:v>44797</c:v>
                </c:pt>
                <c:pt idx="952">
                  <c:v>44798</c:v>
                </c:pt>
                <c:pt idx="953">
                  <c:v>44799</c:v>
                </c:pt>
                <c:pt idx="954">
                  <c:v>44802</c:v>
                </c:pt>
                <c:pt idx="955">
                  <c:v>44803</c:v>
                </c:pt>
                <c:pt idx="956">
                  <c:v>44804</c:v>
                </c:pt>
                <c:pt idx="957">
                  <c:v>44805</c:v>
                </c:pt>
                <c:pt idx="958">
                  <c:v>44806</c:v>
                </c:pt>
                <c:pt idx="959">
                  <c:v>44809</c:v>
                </c:pt>
                <c:pt idx="960">
                  <c:v>44810</c:v>
                </c:pt>
                <c:pt idx="961">
                  <c:v>44811</c:v>
                </c:pt>
                <c:pt idx="962">
                  <c:v>44812</c:v>
                </c:pt>
                <c:pt idx="963">
                  <c:v>44813</c:v>
                </c:pt>
                <c:pt idx="964">
                  <c:v>44816</c:v>
                </c:pt>
                <c:pt idx="965">
                  <c:v>44817</c:v>
                </c:pt>
                <c:pt idx="966">
                  <c:v>44818</c:v>
                </c:pt>
                <c:pt idx="967">
                  <c:v>44819</c:v>
                </c:pt>
                <c:pt idx="968">
                  <c:v>44820</c:v>
                </c:pt>
                <c:pt idx="969">
                  <c:v>44823</c:v>
                </c:pt>
                <c:pt idx="970">
                  <c:v>44824</c:v>
                </c:pt>
                <c:pt idx="971">
                  <c:v>44825</c:v>
                </c:pt>
                <c:pt idx="972">
                  <c:v>44826</c:v>
                </c:pt>
                <c:pt idx="973">
                  <c:v>44827</c:v>
                </c:pt>
                <c:pt idx="974">
                  <c:v>44830</c:v>
                </c:pt>
                <c:pt idx="975">
                  <c:v>44831</c:v>
                </c:pt>
                <c:pt idx="976">
                  <c:v>44832</c:v>
                </c:pt>
                <c:pt idx="977">
                  <c:v>44833</c:v>
                </c:pt>
                <c:pt idx="978">
                  <c:v>44834</c:v>
                </c:pt>
                <c:pt idx="979">
                  <c:v>44837</c:v>
                </c:pt>
                <c:pt idx="980">
                  <c:v>44838</c:v>
                </c:pt>
                <c:pt idx="981">
                  <c:v>44839</c:v>
                </c:pt>
                <c:pt idx="982">
                  <c:v>44840</c:v>
                </c:pt>
                <c:pt idx="983">
                  <c:v>44841</c:v>
                </c:pt>
                <c:pt idx="984">
                  <c:v>44844</c:v>
                </c:pt>
                <c:pt idx="985">
                  <c:v>44845</c:v>
                </c:pt>
                <c:pt idx="986">
                  <c:v>44846</c:v>
                </c:pt>
                <c:pt idx="987">
                  <c:v>44847</c:v>
                </c:pt>
                <c:pt idx="988">
                  <c:v>44848</c:v>
                </c:pt>
                <c:pt idx="989">
                  <c:v>44851</c:v>
                </c:pt>
                <c:pt idx="990">
                  <c:v>44852</c:v>
                </c:pt>
                <c:pt idx="991">
                  <c:v>44853</c:v>
                </c:pt>
                <c:pt idx="992">
                  <c:v>44854</c:v>
                </c:pt>
                <c:pt idx="993">
                  <c:v>44855</c:v>
                </c:pt>
                <c:pt idx="994">
                  <c:v>44858</c:v>
                </c:pt>
                <c:pt idx="995">
                  <c:v>44859</c:v>
                </c:pt>
                <c:pt idx="996">
                  <c:v>44860</c:v>
                </c:pt>
                <c:pt idx="997">
                  <c:v>44861</c:v>
                </c:pt>
                <c:pt idx="998">
                  <c:v>44862</c:v>
                </c:pt>
                <c:pt idx="999">
                  <c:v>44865</c:v>
                </c:pt>
                <c:pt idx="1000">
                  <c:v>44866</c:v>
                </c:pt>
                <c:pt idx="1001">
                  <c:v>44867</c:v>
                </c:pt>
                <c:pt idx="1002">
                  <c:v>44868</c:v>
                </c:pt>
                <c:pt idx="1003">
                  <c:v>44869</c:v>
                </c:pt>
                <c:pt idx="1004">
                  <c:v>44872</c:v>
                </c:pt>
                <c:pt idx="1005">
                  <c:v>44873</c:v>
                </c:pt>
                <c:pt idx="1006">
                  <c:v>44874</c:v>
                </c:pt>
                <c:pt idx="1007">
                  <c:v>44875</c:v>
                </c:pt>
                <c:pt idx="1008">
                  <c:v>44876</c:v>
                </c:pt>
                <c:pt idx="1009">
                  <c:v>44879</c:v>
                </c:pt>
                <c:pt idx="1010">
                  <c:v>44880</c:v>
                </c:pt>
                <c:pt idx="1011">
                  <c:v>44881</c:v>
                </c:pt>
                <c:pt idx="1012">
                  <c:v>44882</c:v>
                </c:pt>
                <c:pt idx="1013">
                  <c:v>44883</c:v>
                </c:pt>
                <c:pt idx="1014">
                  <c:v>44886</c:v>
                </c:pt>
                <c:pt idx="1015">
                  <c:v>44887</c:v>
                </c:pt>
                <c:pt idx="1016">
                  <c:v>44888</c:v>
                </c:pt>
                <c:pt idx="1017">
                  <c:v>44889</c:v>
                </c:pt>
                <c:pt idx="1018">
                  <c:v>44890</c:v>
                </c:pt>
                <c:pt idx="1019">
                  <c:v>44893</c:v>
                </c:pt>
                <c:pt idx="1020">
                  <c:v>44894</c:v>
                </c:pt>
                <c:pt idx="1021">
                  <c:v>44895</c:v>
                </c:pt>
                <c:pt idx="1022">
                  <c:v>44896</c:v>
                </c:pt>
                <c:pt idx="1023">
                  <c:v>44897</c:v>
                </c:pt>
                <c:pt idx="1024">
                  <c:v>44900</c:v>
                </c:pt>
                <c:pt idx="1025">
                  <c:v>44901</c:v>
                </c:pt>
                <c:pt idx="1026">
                  <c:v>44902</c:v>
                </c:pt>
                <c:pt idx="1027">
                  <c:v>44903</c:v>
                </c:pt>
                <c:pt idx="1028">
                  <c:v>44904</c:v>
                </c:pt>
                <c:pt idx="1029">
                  <c:v>44907</c:v>
                </c:pt>
                <c:pt idx="1030">
                  <c:v>44908</c:v>
                </c:pt>
                <c:pt idx="1031">
                  <c:v>44909</c:v>
                </c:pt>
                <c:pt idx="1032">
                  <c:v>44910</c:v>
                </c:pt>
                <c:pt idx="1033">
                  <c:v>44911</c:v>
                </c:pt>
                <c:pt idx="1034">
                  <c:v>44914</c:v>
                </c:pt>
                <c:pt idx="1035">
                  <c:v>44915</c:v>
                </c:pt>
                <c:pt idx="1036">
                  <c:v>44916</c:v>
                </c:pt>
                <c:pt idx="1037">
                  <c:v>44917</c:v>
                </c:pt>
                <c:pt idx="1038">
                  <c:v>44918</c:v>
                </c:pt>
                <c:pt idx="1039">
                  <c:v>44921</c:v>
                </c:pt>
                <c:pt idx="1040">
                  <c:v>44922</c:v>
                </c:pt>
                <c:pt idx="1041">
                  <c:v>44923</c:v>
                </c:pt>
                <c:pt idx="1042">
                  <c:v>44924</c:v>
                </c:pt>
                <c:pt idx="1043">
                  <c:v>44925</c:v>
                </c:pt>
                <c:pt idx="1044">
                  <c:v>44928</c:v>
                </c:pt>
                <c:pt idx="1045">
                  <c:v>44929</c:v>
                </c:pt>
                <c:pt idx="1046">
                  <c:v>44930</c:v>
                </c:pt>
                <c:pt idx="1047">
                  <c:v>44931</c:v>
                </c:pt>
                <c:pt idx="1048">
                  <c:v>44932</c:v>
                </c:pt>
                <c:pt idx="1049">
                  <c:v>44935</c:v>
                </c:pt>
                <c:pt idx="1050">
                  <c:v>44936</c:v>
                </c:pt>
                <c:pt idx="1051">
                  <c:v>44937</c:v>
                </c:pt>
                <c:pt idx="1052">
                  <c:v>44938</c:v>
                </c:pt>
                <c:pt idx="1053">
                  <c:v>44939</c:v>
                </c:pt>
                <c:pt idx="1054">
                  <c:v>44942</c:v>
                </c:pt>
                <c:pt idx="1055">
                  <c:v>44943</c:v>
                </c:pt>
                <c:pt idx="1056">
                  <c:v>44944</c:v>
                </c:pt>
                <c:pt idx="1057">
                  <c:v>44945</c:v>
                </c:pt>
                <c:pt idx="1058">
                  <c:v>44946</c:v>
                </c:pt>
                <c:pt idx="1059">
                  <c:v>44949</c:v>
                </c:pt>
                <c:pt idx="1060">
                  <c:v>44950</c:v>
                </c:pt>
                <c:pt idx="1061">
                  <c:v>44951</c:v>
                </c:pt>
                <c:pt idx="1062">
                  <c:v>44952</c:v>
                </c:pt>
                <c:pt idx="1063">
                  <c:v>44953</c:v>
                </c:pt>
                <c:pt idx="1064">
                  <c:v>44956</c:v>
                </c:pt>
                <c:pt idx="1065">
                  <c:v>44957</c:v>
                </c:pt>
                <c:pt idx="1066">
                  <c:v>44958</c:v>
                </c:pt>
                <c:pt idx="1067">
                  <c:v>44959</c:v>
                </c:pt>
                <c:pt idx="1068">
                  <c:v>44960</c:v>
                </c:pt>
                <c:pt idx="1069">
                  <c:v>44963</c:v>
                </c:pt>
                <c:pt idx="1070">
                  <c:v>44964</c:v>
                </c:pt>
                <c:pt idx="1071">
                  <c:v>44965</c:v>
                </c:pt>
                <c:pt idx="1072">
                  <c:v>44966</c:v>
                </c:pt>
                <c:pt idx="1073">
                  <c:v>44967</c:v>
                </c:pt>
                <c:pt idx="1074">
                  <c:v>44970</c:v>
                </c:pt>
                <c:pt idx="1075">
                  <c:v>44971</c:v>
                </c:pt>
                <c:pt idx="1076">
                  <c:v>44972</c:v>
                </c:pt>
                <c:pt idx="1077">
                  <c:v>44973</c:v>
                </c:pt>
                <c:pt idx="1078">
                  <c:v>44974</c:v>
                </c:pt>
                <c:pt idx="1079">
                  <c:v>44977</c:v>
                </c:pt>
                <c:pt idx="1080">
                  <c:v>44978</c:v>
                </c:pt>
                <c:pt idx="1081">
                  <c:v>44979</c:v>
                </c:pt>
                <c:pt idx="1082">
                  <c:v>44980</c:v>
                </c:pt>
                <c:pt idx="1083">
                  <c:v>44981</c:v>
                </c:pt>
                <c:pt idx="1084">
                  <c:v>44984</c:v>
                </c:pt>
                <c:pt idx="1085">
                  <c:v>44985</c:v>
                </c:pt>
                <c:pt idx="1086">
                  <c:v>44986</c:v>
                </c:pt>
                <c:pt idx="1087">
                  <c:v>44987</c:v>
                </c:pt>
                <c:pt idx="1088">
                  <c:v>44988</c:v>
                </c:pt>
                <c:pt idx="1089">
                  <c:v>44991</c:v>
                </c:pt>
                <c:pt idx="1090">
                  <c:v>44992</c:v>
                </c:pt>
                <c:pt idx="1091">
                  <c:v>44993</c:v>
                </c:pt>
                <c:pt idx="1092">
                  <c:v>44994</c:v>
                </c:pt>
                <c:pt idx="1093">
                  <c:v>44995</c:v>
                </c:pt>
                <c:pt idx="1094">
                  <c:v>44998</c:v>
                </c:pt>
                <c:pt idx="1095">
                  <c:v>44999</c:v>
                </c:pt>
                <c:pt idx="1096">
                  <c:v>45000</c:v>
                </c:pt>
                <c:pt idx="1097">
                  <c:v>45001</c:v>
                </c:pt>
                <c:pt idx="1098">
                  <c:v>45002</c:v>
                </c:pt>
                <c:pt idx="1099">
                  <c:v>45005</c:v>
                </c:pt>
                <c:pt idx="1100">
                  <c:v>45006</c:v>
                </c:pt>
                <c:pt idx="1101">
                  <c:v>45007</c:v>
                </c:pt>
                <c:pt idx="1102">
                  <c:v>45008</c:v>
                </c:pt>
                <c:pt idx="1103">
                  <c:v>45009</c:v>
                </c:pt>
                <c:pt idx="1104">
                  <c:v>45012</c:v>
                </c:pt>
                <c:pt idx="1105">
                  <c:v>45013</c:v>
                </c:pt>
                <c:pt idx="1106">
                  <c:v>45014</c:v>
                </c:pt>
                <c:pt idx="1107">
                  <c:v>45015</c:v>
                </c:pt>
                <c:pt idx="1108">
                  <c:v>45016</c:v>
                </c:pt>
                <c:pt idx="1109">
                  <c:v>45019</c:v>
                </c:pt>
                <c:pt idx="1110">
                  <c:v>45020</c:v>
                </c:pt>
                <c:pt idx="1111">
                  <c:v>45021</c:v>
                </c:pt>
                <c:pt idx="1112">
                  <c:v>45022</c:v>
                </c:pt>
                <c:pt idx="1113">
                  <c:v>45023</c:v>
                </c:pt>
                <c:pt idx="1114">
                  <c:v>45026</c:v>
                </c:pt>
                <c:pt idx="1115">
                  <c:v>45027</c:v>
                </c:pt>
                <c:pt idx="1116">
                  <c:v>45028</c:v>
                </c:pt>
                <c:pt idx="1117">
                  <c:v>45029</c:v>
                </c:pt>
                <c:pt idx="1118">
                  <c:v>45030</c:v>
                </c:pt>
                <c:pt idx="1119">
                  <c:v>45033</c:v>
                </c:pt>
                <c:pt idx="1120">
                  <c:v>45034</c:v>
                </c:pt>
                <c:pt idx="1121">
                  <c:v>45035</c:v>
                </c:pt>
                <c:pt idx="1122">
                  <c:v>45036</c:v>
                </c:pt>
                <c:pt idx="1123">
                  <c:v>45037</c:v>
                </c:pt>
                <c:pt idx="1124">
                  <c:v>45040</c:v>
                </c:pt>
                <c:pt idx="1125">
                  <c:v>45041</c:v>
                </c:pt>
                <c:pt idx="1126">
                  <c:v>45042</c:v>
                </c:pt>
                <c:pt idx="1127">
                  <c:v>45043</c:v>
                </c:pt>
                <c:pt idx="1128">
                  <c:v>45044</c:v>
                </c:pt>
                <c:pt idx="1129">
                  <c:v>45047</c:v>
                </c:pt>
                <c:pt idx="1130">
                  <c:v>45048</c:v>
                </c:pt>
                <c:pt idx="1131">
                  <c:v>45049</c:v>
                </c:pt>
                <c:pt idx="1132">
                  <c:v>45050</c:v>
                </c:pt>
                <c:pt idx="1133">
                  <c:v>45051</c:v>
                </c:pt>
                <c:pt idx="1134">
                  <c:v>45054</c:v>
                </c:pt>
                <c:pt idx="1135">
                  <c:v>45055</c:v>
                </c:pt>
                <c:pt idx="1136">
                  <c:v>45056</c:v>
                </c:pt>
                <c:pt idx="1137">
                  <c:v>45057</c:v>
                </c:pt>
                <c:pt idx="1138">
                  <c:v>45058</c:v>
                </c:pt>
                <c:pt idx="1139">
                  <c:v>45061</c:v>
                </c:pt>
                <c:pt idx="1140">
                  <c:v>45062</c:v>
                </c:pt>
                <c:pt idx="1141">
                  <c:v>45063</c:v>
                </c:pt>
                <c:pt idx="1142">
                  <c:v>45064</c:v>
                </c:pt>
                <c:pt idx="1143">
                  <c:v>45065</c:v>
                </c:pt>
                <c:pt idx="1144">
                  <c:v>45068</c:v>
                </c:pt>
                <c:pt idx="1145">
                  <c:v>45069</c:v>
                </c:pt>
                <c:pt idx="1146">
                  <c:v>45070</c:v>
                </c:pt>
                <c:pt idx="1147">
                  <c:v>45071</c:v>
                </c:pt>
                <c:pt idx="1148">
                  <c:v>45072</c:v>
                </c:pt>
                <c:pt idx="1149">
                  <c:v>45075</c:v>
                </c:pt>
                <c:pt idx="1150">
                  <c:v>45076</c:v>
                </c:pt>
                <c:pt idx="1151">
                  <c:v>45077</c:v>
                </c:pt>
                <c:pt idx="1152">
                  <c:v>45078</c:v>
                </c:pt>
                <c:pt idx="1153">
                  <c:v>45079</c:v>
                </c:pt>
                <c:pt idx="1154">
                  <c:v>45082</c:v>
                </c:pt>
                <c:pt idx="1155">
                  <c:v>45083</c:v>
                </c:pt>
                <c:pt idx="1156">
                  <c:v>45084</c:v>
                </c:pt>
                <c:pt idx="1157">
                  <c:v>45085</c:v>
                </c:pt>
                <c:pt idx="1158">
                  <c:v>45086</c:v>
                </c:pt>
                <c:pt idx="1159">
                  <c:v>45089</c:v>
                </c:pt>
                <c:pt idx="1160">
                  <c:v>45090</c:v>
                </c:pt>
                <c:pt idx="1161">
                  <c:v>45091</c:v>
                </c:pt>
                <c:pt idx="1162">
                  <c:v>45092</c:v>
                </c:pt>
                <c:pt idx="1163">
                  <c:v>45093</c:v>
                </c:pt>
                <c:pt idx="1164">
                  <c:v>45096</c:v>
                </c:pt>
                <c:pt idx="1165">
                  <c:v>45097</c:v>
                </c:pt>
                <c:pt idx="1166">
                  <c:v>45098</c:v>
                </c:pt>
                <c:pt idx="1167">
                  <c:v>45099</c:v>
                </c:pt>
                <c:pt idx="1168">
                  <c:v>45100</c:v>
                </c:pt>
                <c:pt idx="1169">
                  <c:v>45103</c:v>
                </c:pt>
                <c:pt idx="1170">
                  <c:v>45104</c:v>
                </c:pt>
                <c:pt idx="1171">
                  <c:v>45105</c:v>
                </c:pt>
                <c:pt idx="1172">
                  <c:v>45106</c:v>
                </c:pt>
                <c:pt idx="1173">
                  <c:v>45107</c:v>
                </c:pt>
                <c:pt idx="1174">
                  <c:v>45110</c:v>
                </c:pt>
                <c:pt idx="1175">
                  <c:v>45111</c:v>
                </c:pt>
                <c:pt idx="1176">
                  <c:v>45112</c:v>
                </c:pt>
                <c:pt idx="1177">
                  <c:v>45113</c:v>
                </c:pt>
                <c:pt idx="1178">
                  <c:v>45114</c:v>
                </c:pt>
                <c:pt idx="1179">
                  <c:v>45117</c:v>
                </c:pt>
                <c:pt idx="1180">
                  <c:v>45118</c:v>
                </c:pt>
                <c:pt idx="1181">
                  <c:v>45119</c:v>
                </c:pt>
                <c:pt idx="1182">
                  <c:v>45120</c:v>
                </c:pt>
                <c:pt idx="1183">
                  <c:v>45121</c:v>
                </c:pt>
                <c:pt idx="1184">
                  <c:v>45124</c:v>
                </c:pt>
                <c:pt idx="1185">
                  <c:v>45125</c:v>
                </c:pt>
                <c:pt idx="1186">
                  <c:v>45126</c:v>
                </c:pt>
                <c:pt idx="1187">
                  <c:v>45127</c:v>
                </c:pt>
                <c:pt idx="1188">
                  <c:v>45128</c:v>
                </c:pt>
                <c:pt idx="1189">
                  <c:v>45131</c:v>
                </c:pt>
                <c:pt idx="1190">
                  <c:v>45132</c:v>
                </c:pt>
                <c:pt idx="1191">
                  <c:v>45133</c:v>
                </c:pt>
                <c:pt idx="1192">
                  <c:v>45134</c:v>
                </c:pt>
                <c:pt idx="1193">
                  <c:v>45135</c:v>
                </c:pt>
                <c:pt idx="1194">
                  <c:v>45138</c:v>
                </c:pt>
                <c:pt idx="1195">
                  <c:v>45139</c:v>
                </c:pt>
                <c:pt idx="1196">
                  <c:v>45140</c:v>
                </c:pt>
                <c:pt idx="1197">
                  <c:v>45141</c:v>
                </c:pt>
                <c:pt idx="1198">
                  <c:v>45142</c:v>
                </c:pt>
                <c:pt idx="1199">
                  <c:v>45145</c:v>
                </c:pt>
                <c:pt idx="1200">
                  <c:v>45146</c:v>
                </c:pt>
                <c:pt idx="1201">
                  <c:v>45147</c:v>
                </c:pt>
                <c:pt idx="1202">
                  <c:v>45148</c:v>
                </c:pt>
                <c:pt idx="1203">
                  <c:v>45149</c:v>
                </c:pt>
                <c:pt idx="1204">
                  <c:v>45152</c:v>
                </c:pt>
                <c:pt idx="1205">
                  <c:v>45153</c:v>
                </c:pt>
                <c:pt idx="1206">
                  <c:v>45154</c:v>
                </c:pt>
                <c:pt idx="1207">
                  <c:v>45155</c:v>
                </c:pt>
                <c:pt idx="1208">
                  <c:v>45156</c:v>
                </c:pt>
                <c:pt idx="1209">
                  <c:v>45159</c:v>
                </c:pt>
                <c:pt idx="1210">
                  <c:v>45160</c:v>
                </c:pt>
                <c:pt idx="1211">
                  <c:v>45161</c:v>
                </c:pt>
                <c:pt idx="1212">
                  <c:v>45162</c:v>
                </c:pt>
                <c:pt idx="1213">
                  <c:v>45163</c:v>
                </c:pt>
                <c:pt idx="1214">
                  <c:v>45166</c:v>
                </c:pt>
                <c:pt idx="1215">
                  <c:v>45167</c:v>
                </c:pt>
                <c:pt idx="1216">
                  <c:v>45168</c:v>
                </c:pt>
                <c:pt idx="1217">
                  <c:v>45169</c:v>
                </c:pt>
                <c:pt idx="1218">
                  <c:v>45170</c:v>
                </c:pt>
                <c:pt idx="1219">
                  <c:v>45173</c:v>
                </c:pt>
                <c:pt idx="1220">
                  <c:v>45174</c:v>
                </c:pt>
                <c:pt idx="1221">
                  <c:v>45175</c:v>
                </c:pt>
                <c:pt idx="1222">
                  <c:v>45176</c:v>
                </c:pt>
                <c:pt idx="1223">
                  <c:v>45177</c:v>
                </c:pt>
                <c:pt idx="1224">
                  <c:v>45180</c:v>
                </c:pt>
                <c:pt idx="1225">
                  <c:v>45181</c:v>
                </c:pt>
                <c:pt idx="1226">
                  <c:v>45182</c:v>
                </c:pt>
                <c:pt idx="1227">
                  <c:v>45183</c:v>
                </c:pt>
                <c:pt idx="1228">
                  <c:v>45184</c:v>
                </c:pt>
                <c:pt idx="1229">
                  <c:v>45187</c:v>
                </c:pt>
                <c:pt idx="1230">
                  <c:v>45188</c:v>
                </c:pt>
                <c:pt idx="1231">
                  <c:v>45189</c:v>
                </c:pt>
                <c:pt idx="1232">
                  <c:v>45190</c:v>
                </c:pt>
                <c:pt idx="1233">
                  <c:v>45191</c:v>
                </c:pt>
                <c:pt idx="1234">
                  <c:v>45194</c:v>
                </c:pt>
                <c:pt idx="1235">
                  <c:v>45195</c:v>
                </c:pt>
                <c:pt idx="1236">
                  <c:v>45196</c:v>
                </c:pt>
                <c:pt idx="1237">
                  <c:v>45197</c:v>
                </c:pt>
                <c:pt idx="1238">
                  <c:v>45198</c:v>
                </c:pt>
                <c:pt idx="1239">
                  <c:v>45201</c:v>
                </c:pt>
                <c:pt idx="1240">
                  <c:v>45202</c:v>
                </c:pt>
                <c:pt idx="1241">
                  <c:v>45203</c:v>
                </c:pt>
                <c:pt idx="1242">
                  <c:v>45204</c:v>
                </c:pt>
                <c:pt idx="1243">
                  <c:v>45205</c:v>
                </c:pt>
                <c:pt idx="1244">
                  <c:v>45208</c:v>
                </c:pt>
                <c:pt idx="1245">
                  <c:v>45209</c:v>
                </c:pt>
                <c:pt idx="1246">
                  <c:v>45210</c:v>
                </c:pt>
                <c:pt idx="1247">
                  <c:v>45211</c:v>
                </c:pt>
                <c:pt idx="1248">
                  <c:v>45212</c:v>
                </c:pt>
                <c:pt idx="1249">
                  <c:v>45215</c:v>
                </c:pt>
                <c:pt idx="1250">
                  <c:v>45216</c:v>
                </c:pt>
                <c:pt idx="1251">
                  <c:v>45217</c:v>
                </c:pt>
                <c:pt idx="1252">
                  <c:v>45218</c:v>
                </c:pt>
                <c:pt idx="1253">
                  <c:v>45219</c:v>
                </c:pt>
                <c:pt idx="1254">
                  <c:v>45222</c:v>
                </c:pt>
                <c:pt idx="1255">
                  <c:v>45223</c:v>
                </c:pt>
                <c:pt idx="1256">
                  <c:v>45224</c:v>
                </c:pt>
                <c:pt idx="1257">
                  <c:v>45225</c:v>
                </c:pt>
                <c:pt idx="1258">
                  <c:v>45226</c:v>
                </c:pt>
                <c:pt idx="1259">
                  <c:v>45229</c:v>
                </c:pt>
                <c:pt idx="1260">
                  <c:v>45230</c:v>
                </c:pt>
                <c:pt idx="1261">
                  <c:v>45231</c:v>
                </c:pt>
                <c:pt idx="1262">
                  <c:v>45232</c:v>
                </c:pt>
                <c:pt idx="1263">
                  <c:v>45233</c:v>
                </c:pt>
                <c:pt idx="1264">
                  <c:v>45236</c:v>
                </c:pt>
                <c:pt idx="1265">
                  <c:v>45237</c:v>
                </c:pt>
                <c:pt idx="1266">
                  <c:v>45238</c:v>
                </c:pt>
                <c:pt idx="1267">
                  <c:v>45239</c:v>
                </c:pt>
                <c:pt idx="1268">
                  <c:v>45240</c:v>
                </c:pt>
                <c:pt idx="1269">
                  <c:v>45243</c:v>
                </c:pt>
                <c:pt idx="1270">
                  <c:v>45244</c:v>
                </c:pt>
                <c:pt idx="1271">
                  <c:v>45245</c:v>
                </c:pt>
                <c:pt idx="1272">
                  <c:v>45246</c:v>
                </c:pt>
                <c:pt idx="1273">
                  <c:v>45247</c:v>
                </c:pt>
                <c:pt idx="1274">
                  <c:v>45250</c:v>
                </c:pt>
                <c:pt idx="1275">
                  <c:v>45251</c:v>
                </c:pt>
                <c:pt idx="1276">
                  <c:v>45252</c:v>
                </c:pt>
                <c:pt idx="1277">
                  <c:v>45253</c:v>
                </c:pt>
                <c:pt idx="1278">
                  <c:v>45254</c:v>
                </c:pt>
                <c:pt idx="1279">
                  <c:v>45257</c:v>
                </c:pt>
                <c:pt idx="1280">
                  <c:v>45258</c:v>
                </c:pt>
                <c:pt idx="1281">
                  <c:v>45259</c:v>
                </c:pt>
                <c:pt idx="1282">
                  <c:v>45260</c:v>
                </c:pt>
                <c:pt idx="1283">
                  <c:v>45261</c:v>
                </c:pt>
                <c:pt idx="1284">
                  <c:v>45264</c:v>
                </c:pt>
                <c:pt idx="1285">
                  <c:v>45265</c:v>
                </c:pt>
                <c:pt idx="1286">
                  <c:v>45266</c:v>
                </c:pt>
                <c:pt idx="1287">
                  <c:v>45267</c:v>
                </c:pt>
                <c:pt idx="1288">
                  <c:v>45268</c:v>
                </c:pt>
                <c:pt idx="1289">
                  <c:v>45271</c:v>
                </c:pt>
                <c:pt idx="1290">
                  <c:v>45272</c:v>
                </c:pt>
                <c:pt idx="1291">
                  <c:v>45273</c:v>
                </c:pt>
                <c:pt idx="1292">
                  <c:v>45274</c:v>
                </c:pt>
                <c:pt idx="1293">
                  <c:v>45275</c:v>
                </c:pt>
                <c:pt idx="1294">
                  <c:v>45278</c:v>
                </c:pt>
                <c:pt idx="1295">
                  <c:v>45279</c:v>
                </c:pt>
                <c:pt idx="1296">
                  <c:v>45280</c:v>
                </c:pt>
                <c:pt idx="1297">
                  <c:v>45281</c:v>
                </c:pt>
                <c:pt idx="1298">
                  <c:v>45282</c:v>
                </c:pt>
                <c:pt idx="1299">
                  <c:v>45285</c:v>
                </c:pt>
                <c:pt idx="1300">
                  <c:v>45286</c:v>
                </c:pt>
                <c:pt idx="1301">
                  <c:v>45287</c:v>
                </c:pt>
                <c:pt idx="1302">
                  <c:v>45288</c:v>
                </c:pt>
                <c:pt idx="1303">
                  <c:v>45289</c:v>
                </c:pt>
                <c:pt idx="1304">
                  <c:v>45292</c:v>
                </c:pt>
                <c:pt idx="1305">
                  <c:v>45293</c:v>
                </c:pt>
                <c:pt idx="1306">
                  <c:v>45294</c:v>
                </c:pt>
                <c:pt idx="1307">
                  <c:v>45295</c:v>
                </c:pt>
                <c:pt idx="1308">
                  <c:v>45296</c:v>
                </c:pt>
                <c:pt idx="1309">
                  <c:v>45299</c:v>
                </c:pt>
                <c:pt idx="1310">
                  <c:v>45300</c:v>
                </c:pt>
                <c:pt idx="1311">
                  <c:v>45301</c:v>
                </c:pt>
                <c:pt idx="1312">
                  <c:v>45302</c:v>
                </c:pt>
                <c:pt idx="1313">
                  <c:v>45303</c:v>
                </c:pt>
                <c:pt idx="1314">
                  <c:v>45306</c:v>
                </c:pt>
                <c:pt idx="1315">
                  <c:v>45307</c:v>
                </c:pt>
                <c:pt idx="1316">
                  <c:v>45308</c:v>
                </c:pt>
                <c:pt idx="1317">
                  <c:v>45309</c:v>
                </c:pt>
                <c:pt idx="1318">
                  <c:v>45310</c:v>
                </c:pt>
                <c:pt idx="1319">
                  <c:v>45313</c:v>
                </c:pt>
                <c:pt idx="1320">
                  <c:v>45314</c:v>
                </c:pt>
                <c:pt idx="1321">
                  <c:v>45315</c:v>
                </c:pt>
                <c:pt idx="1322">
                  <c:v>45316</c:v>
                </c:pt>
                <c:pt idx="1323">
                  <c:v>45317</c:v>
                </c:pt>
                <c:pt idx="1324">
                  <c:v>45320</c:v>
                </c:pt>
                <c:pt idx="1325">
                  <c:v>45321</c:v>
                </c:pt>
                <c:pt idx="1326">
                  <c:v>45322</c:v>
                </c:pt>
                <c:pt idx="1327">
                  <c:v>45323</c:v>
                </c:pt>
                <c:pt idx="1328">
                  <c:v>45324</c:v>
                </c:pt>
                <c:pt idx="1329">
                  <c:v>45327</c:v>
                </c:pt>
                <c:pt idx="1330">
                  <c:v>45328</c:v>
                </c:pt>
                <c:pt idx="1331">
                  <c:v>45329</c:v>
                </c:pt>
                <c:pt idx="1332">
                  <c:v>45330</c:v>
                </c:pt>
                <c:pt idx="1333">
                  <c:v>45331</c:v>
                </c:pt>
                <c:pt idx="1334">
                  <c:v>45334</c:v>
                </c:pt>
                <c:pt idx="1335">
                  <c:v>45335</c:v>
                </c:pt>
                <c:pt idx="1336">
                  <c:v>45336</c:v>
                </c:pt>
                <c:pt idx="1337">
                  <c:v>45337</c:v>
                </c:pt>
                <c:pt idx="1338">
                  <c:v>45338</c:v>
                </c:pt>
                <c:pt idx="1339">
                  <c:v>45341</c:v>
                </c:pt>
                <c:pt idx="1340">
                  <c:v>45342</c:v>
                </c:pt>
                <c:pt idx="1341">
                  <c:v>45343</c:v>
                </c:pt>
                <c:pt idx="1342">
                  <c:v>45344</c:v>
                </c:pt>
                <c:pt idx="1343">
                  <c:v>45345</c:v>
                </c:pt>
                <c:pt idx="1344">
                  <c:v>45348</c:v>
                </c:pt>
                <c:pt idx="1345">
                  <c:v>45349</c:v>
                </c:pt>
                <c:pt idx="1346">
                  <c:v>45350</c:v>
                </c:pt>
                <c:pt idx="1347">
                  <c:v>45351</c:v>
                </c:pt>
                <c:pt idx="1348">
                  <c:v>45352</c:v>
                </c:pt>
                <c:pt idx="1349">
                  <c:v>45355</c:v>
                </c:pt>
                <c:pt idx="1350">
                  <c:v>45356</c:v>
                </c:pt>
                <c:pt idx="1351">
                  <c:v>45357</c:v>
                </c:pt>
                <c:pt idx="1352">
                  <c:v>45358</c:v>
                </c:pt>
                <c:pt idx="1353">
                  <c:v>45359</c:v>
                </c:pt>
                <c:pt idx="1354">
                  <c:v>45362</c:v>
                </c:pt>
                <c:pt idx="1355">
                  <c:v>45363</c:v>
                </c:pt>
                <c:pt idx="1356">
                  <c:v>45364</c:v>
                </c:pt>
                <c:pt idx="1357">
                  <c:v>45365</c:v>
                </c:pt>
                <c:pt idx="1358">
                  <c:v>45366</c:v>
                </c:pt>
                <c:pt idx="1359">
                  <c:v>45369</c:v>
                </c:pt>
                <c:pt idx="1360">
                  <c:v>45370</c:v>
                </c:pt>
                <c:pt idx="1361">
                  <c:v>45371</c:v>
                </c:pt>
                <c:pt idx="1362">
                  <c:v>45372</c:v>
                </c:pt>
                <c:pt idx="1363">
                  <c:v>45373</c:v>
                </c:pt>
                <c:pt idx="1364">
                  <c:v>45376</c:v>
                </c:pt>
                <c:pt idx="1365">
                  <c:v>45377</c:v>
                </c:pt>
                <c:pt idx="1366">
                  <c:v>45378</c:v>
                </c:pt>
                <c:pt idx="1367">
                  <c:v>45379</c:v>
                </c:pt>
                <c:pt idx="1368">
                  <c:v>45380</c:v>
                </c:pt>
                <c:pt idx="1369">
                  <c:v>45383</c:v>
                </c:pt>
                <c:pt idx="1370">
                  <c:v>45384</c:v>
                </c:pt>
                <c:pt idx="1371">
                  <c:v>45385</c:v>
                </c:pt>
                <c:pt idx="1372">
                  <c:v>45386</c:v>
                </c:pt>
                <c:pt idx="1373">
                  <c:v>45387</c:v>
                </c:pt>
                <c:pt idx="1374">
                  <c:v>45390</c:v>
                </c:pt>
                <c:pt idx="1375">
                  <c:v>45391</c:v>
                </c:pt>
                <c:pt idx="1376">
                  <c:v>45392</c:v>
                </c:pt>
                <c:pt idx="1377">
                  <c:v>45393</c:v>
                </c:pt>
                <c:pt idx="1378">
                  <c:v>45394</c:v>
                </c:pt>
                <c:pt idx="1379">
                  <c:v>45397</c:v>
                </c:pt>
                <c:pt idx="1380">
                  <c:v>45398</c:v>
                </c:pt>
                <c:pt idx="1381">
                  <c:v>45399</c:v>
                </c:pt>
                <c:pt idx="1382">
                  <c:v>45400</c:v>
                </c:pt>
                <c:pt idx="1383">
                  <c:v>45401</c:v>
                </c:pt>
                <c:pt idx="1384">
                  <c:v>45404</c:v>
                </c:pt>
                <c:pt idx="1385">
                  <c:v>45405</c:v>
                </c:pt>
                <c:pt idx="1386">
                  <c:v>45406</c:v>
                </c:pt>
                <c:pt idx="1387">
                  <c:v>45407</c:v>
                </c:pt>
                <c:pt idx="1388">
                  <c:v>45408</c:v>
                </c:pt>
                <c:pt idx="1389">
                  <c:v>45411</c:v>
                </c:pt>
                <c:pt idx="1390">
                  <c:v>45412</c:v>
                </c:pt>
                <c:pt idx="1391">
                  <c:v>45413</c:v>
                </c:pt>
                <c:pt idx="1392">
                  <c:v>45414</c:v>
                </c:pt>
                <c:pt idx="1393">
                  <c:v>45415</c:v>
                </c:pt>
                <c:pt idx="1394">
                  <c:v>45418</c:v>
                </c:pt>
                <c:pt idx="1395">
                  <c:v>45419</c:v>
                </c:pt>
                <c:pt idx="1396">
                  <c:v>45420</c:v>
                </c:pt>
                <c:pt idx="1397">
                  <c:v>45421</c:v>
                </c:pt>
                <c:pt idx="1398">
                  <c:v>45422</c:v>
                </c:pt>
                <c:pt idx="1399">
                  <c:v>45425</c:v>
                </c:pt>
                <c:pt idx="1400">
                  <c:v>45426</c:v>
                </c:pt>
                <c:pt idx="1401">
                  <c:v>45427</c:v>
                </c:pt>
                <c:pt idx="1402">
                  <c:v>45428</c:v>
                </c:pt>
                <c:pt idx="1403">
                  <c:v>45429</c:v>
                </c:pt>
                <c:pt idx="1404">
                  <c:v>45432</c:v>
                </c:pt>
                <c:pt idx="1405">
                  <c:v>45433</c:v>
                </c:pt>
                <c:pt idx="1406">
                  <c:v>45434</c:v>
                </c:pt>
                <c:pt idx="1407">
                  <c:v>45435</c:v>
                </c:pt>
                <c:pt idx="1408">
                  <c:v>45436</c:v>
                </c:pt>
                <c:pt idx="1409">
                  <c:v>45439</c:v>
                </c:pt>
                <c:pt idx="1410">
                  <c:v>45440</c:v>
                </c:pt>
                <c:pt idx="1411">
                  <c:v>45441</c:v>
                </c:pt>
                <c:pt idx="1412">
                  <c:v>45442</c:v>
                </c:pt>
                <c:pt idx="1413">
                  <c:v>45443</c:v>
                </c:pt>
                <c:pt idx="1414">
                  <c:v>45446</c:v>
                </c:pt>
                <c:pt idx="1415">
                  <c:v>45447</c:v>
                </c:pt>
                <c:pt idx="1416">
                  <c:v>45448</c:v>
                </c:pt>
                <c:pt idx="1417">
                  <c:v>45449</c:v>
                </c:pt>
                <c:pt idx="1418">
                  <c:v>45450</c:v>
                </c:pt>
                <c:pt idx="1419">
                  <c:v>45453</c:v>
                </c:pt>
                <c:pt idx="1420">
                  <c:v>45454</c:v>
                </c:pt>
                <c:pt idx="1421">
                  <c:v>45455</c:v>
                </c:pt>
                <c:pt idx="1422">
                  <c:v>45456</c:v>
                </c:pt>
                <c:pt idx="1423">
                  <c:v>45457</c:v>
                </c:pt>
                <c:pt idx="1424">
                  <c:v>45460</c:v>
                </c:pt>
                <c:pt idx="1425">
                  <c:v>45461</c:v>
                </c:pt>
                <c:pt idx="1426">
                  <c:v>45462</c:v>
                </c:pt>
                <c:pt idx="1427">
                  <c:v>45463</c:v>
                </c:pt>
                <c:pt idx="1428">
                  <c:v>45464</c:v>
                </c:pt>
                <c:pt idx="1429">
                  <c:v>45467</c:v>
                </c:pt>
                <c:pt idx="1430">
                  <c:v>45468</c:v>
                </c:pt>
                <c:pt idx="1431">
                  <c:v>45469</c:v>
                </c:pt>
                <c:pt idx="1432">
                  <c:v>45470</c:v>
                </c:pt>
                <c:pt idx="1433">
                  <c:v>45471</c:v>
                </c:pt>
                <c:pt idx="1434">
                  <c:v>45474</c:v>
                </c:pt>
                <c:pt idx="1435">
                  <c:v>45475</c:v>
                </c:pt>
                <c:pt idx="1436">
                  <c:v>45476</c:v>
                </c:pt>
                <c:pt idx="1437">
                  <c:v>45477</c:v>
                </c:pt>
                <c:pt idx="1438">
                  <c:v>45478</c:v>
                </c:pt>
                <c:pt idx="1439">
                  <c:v>45481</c:v>
                </c:pt>
                <c:pt idx="1440">
                  <c:v>45482</c:v>
                </c:pt>
                <c:pt idx="1441">
                  <c:v>45483</c:v>
                </c:pt>
                <c:pt idx="1442">
                  <c:v>45484</c:v>
                </c:pt>
                <c:pt idx="1443">
                  <c:v>45485</c:v>
                </c:pt>
                <c:pt idx="1444">
                  <c:v>45488</c:v>
                </c:pt>
                <c:pt idx="1445">
                  <c:v>45489</c:v>
                </c:pt>
                <c:pt idx="1446">
                  <c:v>45490</c:v>
                </c:pt>
                <c:pt idx="1447">
                  <c:v>45491</c:v>
                </c:pt>
                <c:pt idx="1448">
                  <c:v>45492</c:v>
                </c:pt>
                <c:pt idx="1449">
                  <c:v>45495</c:v>
                </c:pt>
                <c:pt idx="1450">
                  <c:v>45496</c:v>
                </c:pt>
                <c:pt idx="1451">
                  <c:v>45497</c:v>
                </c:pt>
                <c:pt idx="1452">
                  <c:v>45498</c:v>
                </c:pt>
                <c:pt idx="1453">
                  <c:v>45499</c:v>
                </c:pt>
                <c:pt idx="1454">
                  <c:v>45502</c:v>
                </c:pt>
                <c:pt idx="1455">
                  <c:v>45503</c:v>
                </c:pt>
                <c:pt idx="1456">
                  <c:v>45504</c:v>
                </c:pt>
                <c:pt idx="1457">
                  <c:v>45505</c:v>
                </c:pt>
                <c:pt idx="1458">
                  <c:v>45506</c:v>
                </c:pt>
                <c:pt idx="1459">
                  <c:v>45509</c:v>
                </c:pt>
                <c:pt idx="1460">
                  <c:v>45510</c:v>
                </c:pt>
                <c:pt idx="1461">
                  <c:v>45511</c:v>
                </c:pt>
                <c:pt idx="1462">
                  <c:v>45512</c:v>
                </c:pt>
                <c:pt idx="1463">
                  <c:v>45513</c:v>
                </c:pt>
                <c:pt idx="1464">
                  <c:v>45516</c:v>
                </c:pt>
                <c:pt idx="1465">
                  <c:v>45517</c:v>
                </c:pt>
                <c:pt idx="1466">
                  <c:v>45518</c:v>
                </c:pt>
                <c:pt idx="1467">
                  <c:v>45519</c:v>
                </c:pt>
                <c:pt idx="1468">
                  <c:v>45520</c:v>
                </c:pt>
                <c:pt idx="1469">
                  <c:v>45523</c:v>
                </c:pt>
                <c:pt idx="1470">
                  <c:v>45524</c:v>
                </c:pt>
                <c:pt idx="1471">
                  <c:v>45525</c:v>
                </c:pt>
                <c:pt idx="1472">
                  <c:v>45526</c:v>
                </c:pt>
                <c:pt idx="1473">
                  <c:v>45527</c:v>
                </c:pt>
                <c:pt idx="1474">
                  <c:v>45530</c:v>
                </c:pt>
                <c:pt idx="1475">
                  <c:v>45531</c:v>
                </c:pt>
                <c:pt idx="1476">
                  <c:v>45532</c:v>
                </c:pt>
                <c:pt idx="1477">
                  <c:v>45533</c:v>
                </c:pt>
                <c:pt idx="1478">
                  <c:v>45534</c:v>
                </c:pt>
                <c:pt idx="1479">
                  <c:v>45537</c:v>
                </c:pt>
                <c:pt idx="1480">
                  <c:v>45538</c:v>
                </c:pt>
                <c:pt idx="1481">
                  <c:v>45539</c:v>
                </c:pt>
                <c:pt idx="1482">
                  <c:v>45540</c:v>
                </c:pt>
                <c:pt idx="1483">
                  <c:v>45541</c:v>
                </c:pt>
                <c:pt idx="1484">
                  <c:v>45544</c:v>
                </c:pt>
                <c:pt idx="1485">
                  <c:v>45545</c:v>
                </c:pt>
                <c:pt idx="1486">
                  <c:v>45546</c:v>
                </c:pt>
                <c:pt idx="1487">
                  <c:v>45547</c:v>
                </c:pt>
                <c:pt idx="1488">
                  <c:v>45548</c:v>
                </c:pt>
                <c:pt idx="1489">
                  <c:v>45551</c:v>
                </c:pt>
                <c:pt idx="1490">
                  <c:v>45552</c:v>
                </c:pt>
                <c:pt idx="1491">
                  <c:v>45553</c:v>
                </c:pt>
                <c:pt idx="1492">
                  <c:v>45554</c:v>
                </c:pt>
                <c:pt idx="1493">
                  <c:v>45555</c:v>
                </c:pt>
                <c:pt idx="1494">
                  <c:v>45558</c:v>
                </c:pt>
                <c:pt idx="1495">
                  <c:v>45559</c:v>
                </c:pt>
                <c:pt idx="1496">
                  <c:v>45560</c:v>
                </c:pt>
                <c:pt idx="1497">
                  <c:v>45561</c:v>
                </c:pt>
                <c:pt idx="1498">
                  <c:v>45562</c:v>
                </c:pt>
                <c:pt idx="1499">
                  <c:v>45565</c:v>
                </c:pt>
                <c:pt idx="1500">
                  <c:v>45566</c:v>
                </c:pt>
                <c:pt idx="1501">
                  <c:v>45567</c:v>
                </c:pt>
                <c:pt idx="1502">
                  <c:v>45568</c:v>
                </c:pt>
                <c:pt idx="1503">
                  <c:v>45569</c:v>
                </c:pt>
                <c:pt idx="1504">
                  <c:v>45572</c:v>
                </c:pt>
                <c:pt idx="1505">
                  <c:v>45573</c:v>
                </c:pt>
                <c:pt idx="1506">
                  <c:v>45574</c:v>
                </c:pt>
                <c:pt idx="1507">
                  <c:v>45575</c:v>
                </c:pt>
                <c:pt idx="1508">
                  <c:v>45576</c:v>
                </c:pt>
                <c:pt idx="1509">
                  <c:v>45579</c:v>
                </c:pt>
                <c:pt idx="1510">
                  <c:v>45580</c:v>
                </c:pt>
                <c:pt idx="1511">
                  <c:v>45581</c:v>
                </c:pt>
                <c:pt idx="1512">
                  <c:v>45582</c:v>
                </c:pt>
                <c:pt idx="1513">
                  <c:v>45583</c:v>
                </c:pt>
                <c:pt idx="1514">
                  <c:v>45586</c:v>
                </c:pt>
                <c:pt idx="1515">
                  <c:v>45587</c:v>
                </c:pt>
                <c:pt idx="1516">
                  <c:v>45588</c:v>
                </c:pt>
                <c:pt idx="1517">
                  <c:v>45589</c:v>
                </c:pt>
                <c:pt idx="1518">
                  <c:v>45590</c:v>
                </c:pt>
                <c:pt idx="1519">
                  <c:v>45593</c:v>
                </c:pt>
                <c:pt idx="1520">
                  <c:v>45594</c:v>
                </c:pt>
                <c:pt idx="1521">
                  <c:v>45595</c:v>
                </c:pt>
                <c:pt idx="1522">
                  <c:v>45596</c:v>
                </c:pt>
                <c:pt idx="1523">
                  <c:v>45597</c:v>
                </c:pt>
                <c:pt idx="1524">
                  <c:v>45600</c:v>
                </c:pt>
                <c:pt idx="1525">
                  <c:v>45601</c:v>
                </c:pt>
                <c:pt idx="1526">
                  <c:v>45602</c:v>
                </c:pt>
                <c:pt idx="1527">
                  <c:v>45603</c:v>
                </c:pt>
                <c:pt idx="1528">
                  <c:v>45604</c:v>
                </c:pt>
                <c:pt idx="1529">
                  <c:v>45607</c:v>
                </c:pt>
                <c:pt idx="1530">
                  <c:v>45608</c:v>
                </c:pt>
                <c:pt idx="1531">
                  <c:v>45609</c:v>
                </c:pt>
                <c:pt idx="1532">
                  <c:v>45610</c:v>
                </c:pt>
                <c:pt idx="1533">
                  <c:v>45611</c:v>
                </c:pt>
                <c:pt idx="1534">
                  <c:v>45614</c:v>
                </c:pt>
                <c:pt idx="1535">
                  <c:v>45615</c:v>
                </c:pt>
                <c:pt idx="1536">
                  <c:v>45616</c:v>
                </c:pt>
                <c:pt idx="1537">
                  <c:v>45617</c:v>
                </c:pt>
                <c:pt idx="1538">
                  <c:v>45618</c:v>
                </c:pt>
                <c:pt idx="1539">
                  <c:v>45621</c:v>
                </c:pt>
                <c:pt idx="1540">
                  <c:v>45622</c:v>
                </c:pt>
                <c:pt idx="1541">
                  <c:v>45623</c:v>
                </c:pt>
                <c:pt idx="1542">
                  <c:v>45624</c:v>
                </c:pt>
                <c:pt idx="1543">
                  <c:v>45625</c:v>
                </c:pt>
                <c:pt idx="1544">
                  <c:v>45628</c:v>
                </c:pt>
                <c:pt idx="1545">
                  <c:v>45629</c:v>
                </c:pt>
                <c:pt idx="1546">
                  <c:v>45630</c:v>
                </c:pt>
                <c:pt idx="1547">
                  <c:v>45631</c:v>
                </c:pt>
                <c:pt idx="1548">
                  <c:v>45632</c:v>
                </c:pt>
                <c:pt idx="1549">
                  <c:v>45635</c:v>
                </c:pt>
                <c:pt idx="1550">
                  <c:v>45636</c:v>
                </c:pt>
                <c:pt idx="1551">
                  <c:v>45637</c:v>
                </c:pt>
                <c:pt idx="1552">
                  <c:v>45638</c:v>
                </c:pt>
                <c:pt idx="1553">
                  <c:v>45639</c:v>
                </c:pt>
                <c:pt idx="1554">
                  <c:v>45642</c:v>
                </c:pt>
                <c:pt idx="1555">
                  <c:v>45643</c:v>
                </c:pt>
                <c:pt idx="1556">
                  <c:v>45644</c:v>
                </c:pt>
                <c:pt idx="1557">
                  <c:v>45645</c:v>
                </c:pt>
                <c:pt idx="1558">
                  <c:v>45646</c:v>
                </c:pt>
                <c:pt idx="1559">
                  <c:v>45649</c:v>
                </c:pt>
                <c:pt idx="1560">
                  <c:v>45650</c:v>
                </c:pt>
                <c:pt idx="1561">
                  <c:v>45651</c:v>
                </c:pt>
                <c:pt idx="1562">
                  <c:v>45652</c:v>
                </c:pt>
                <c:pt idx="1563">
                  <c:v>45653</c:v>
                </c:pt>
                <c:pt idx="1564">
                  <c:v>45656</c:v>
                </c:pt>
                <c:pt idx="1565">
                  <c:v>45657</c:v>
                </c:pt>
                <c:pt idx="1566">
                  <c:v>45658</c:v>
                </c:pt>
                <c:pt idx="1567">
                  <c:v>45659</c:v>
                </c:pt>
                <c:pt idx="1568">
                  <c:v>45660</c:v>
                </c:pt>
                <c:pt idx="1569">
                  <c:v>45663</c:v>
                </c:pt>
                <c:pt idx="1570">
                  <c:v>45664</c:v>
                </c:pt>
                <c:pt idx="1571">
                  <c:v>45665</c:v>
                </c:pt>
                <c:pt idx="1572">
                  <c:v>45666</c:v>
                </c:pt>
                <c:pt idx="1573">
                  <c:v>45667</c:v>
                </c:pt>
                <c:pt idx="1574">
                  <c:v>45670</c:v>
                </c:pt>
                <c:pt idx="1575">
                  <c:v>45671</c:v>
                </c:pt>
                <c:pt idx="1576">
                  <c:v>45672</c:v>
                </c:pt>
                <c:pt idx="1577">
                  <c:v>45673</c:v>
                </c:pt>
                <c:pt idx="1578">
                  <c:v>45674</c:v>
                </c:pt>
                <c:pt idx="1579">
                  <c:v>45677</c:v>
                </c:pt>
                <c:pt idx="1580">
                  <c:v>45678</c:v>
                </c:pt>
                <c:pt idx="1581">
                  <c:v>45679</c:v>
                </c:pt>
                <c:pt idx="1582">
                  <c:v>45680</c:v>
                </c:pt>
                <c:pt idx="1583">
                  <c:v>45681</c:v>
                </c:pt>
                <c:pt idx="1584">
                  <c:v>45684</c:v>
                </c:pt>
                <c:pt idx="1585">
                  <c:v>45685</c:v>
                </c:pt>
                <c:pt idx="1586">
                  <c:v>45686</c:v>
                </c:pt>
                <c:pt idx="1587">
                  <c:v>45687</c:v>
                </c:pt>
                <c:pt idx="1588">
                  <c:v>45688</c:v>
                </c:pt>
                <c:pt idx="1589">
                  <c:v>45691</c:v>
                </c:pt>
                <c:pt idx="1590">
                  <c:v>45692</c:v>
                </c:pt>
                <c:pt idx="1591">
                  <c:v>45693</c:v>
                </c:pt>
                <c:pt idx="1592">
                  <c:v>45694</c:v>
                </c:pt>
                <c:pt idx="1593">
                  <c:v>45695</c:v>
                </c:pt>
                <c:pt idx="1594">
                  <c:v>45698</c:v>
                </c:pt>
                <c:pt idx="1595">
                  <c:v>45699</c:v>
                </c:pt>
                <c:pt idx="1596">
                  <c:v>45700</c:v>
                </c:pt>
                <c:pt idx="1597">
                  <c:v>45701</c:v>
                </c:pt>
                <c:pt idx="1598">
                  <c:v>45702</c:v>
                </c:pt>
                <c:pt idx="1599">
                  <c:v>45705</c:v>
                </c:pt>
                <c:pt idx="1600">
                  <c:v>45706</c:v>
                </c:pt>
                <c:pt idx="1601">
                  <c:v>45707</c:v>
                </c:pt>
                <c:pt idx="1602">
                  <c:v>45708</c:v>
                </c:pt>
                <c:pt idx="1603">
                  <c:v>45709</c:v>
                </c:pt>
                <c:pt idx="1604">
                  <c:v>45712</c:v>
                </c:pt>
                <c:pt idx="1605">
                  <c:v>45713</c:v>
                </c:pt>
                <c:pt idx="1606">
                  <c:v>45714</c:v>
                </c:pt>
                <c:pt idx="1607">
                  <c:v>45715</c:v>
                </c:pt>
                <c:pt idx="1608">
                  <c:v>45716</c:v>
                </c:pt>
                <c:pt idx="1609">
                  <c:v>45719</c:v>
                </c:pt>
                <c:pt idx="1610">
                  <c:v>45720</c:v>
                </c:pt>
                <c:pt idx="1611">
                  <c:v>45721</c:v>
                </c:pt>
                <c:pt idx="1612">
                  <c:v>45722</c:v>
                </c:pt>
                <c:pt idx="1613">
                  <c:v>45723</c:v>
                </c:pt>
                <c:pt idx="1614">
                  <c:v>45726</c:v>
                </c:pt>
                <c:pt idx="1615">
                  <c:v>45727</c:v>
                </c:pt>
                <c:pt idx="1616">
                  <c:v>45728</c:v>
                </c:pt>
                <c:pt idx="1617">
                  <c:v>45729</c:v>
                </c:pt>
                <c:pt idx="1618">
                  <c:v>45730</c:v>
                </c:pt>
                <c:pt idx="1619">
                  <c:v>45733</c:v>
                </c:pt>
                <c:pt idx="1620">
                  <c:v>45734</c:v>
                </c:pt>
                <c:pt idx="1621">
                  <c:v>45735</c:v>
                </c:pt>
                <c:pt idx="1622">
                  <c:v>45736</c:v>
                </c:pt>
                <c:pt idx="1623">
                  <c:v>45737</c:v>
                </c:pt>
                <c:pt idx="1624">
                  <c:v>45740</c:v>
                </c:pt>
                <c:pt idx="1625">
                  <c:v>45741</c:v>
                </c:pt>
                <c:pt idx="1626">
                  <c:v>45742</c:v>
                </c:pt>
                <c:pt idx="1627">
                  <c:v>45743</c:v>
                </c:pt>
                <c:pt idx="1628">
                  <c:v>45744</c:v>
                </c:pt>
                <c:pt idx="1629">
                  <c:v>45747</c:v>
                </c:pt>
                <c:pt idx="1630">
                  <c:v>45748</c:v>
                </c:pt>
                <c:pt idx="1631">
                  <c:v>45749</c:v>
                </c:pt>
                <c:pt idx="1632">
                  <c:v>45750</c:v>
                </c:pt>
                <c:pt idx="1633">
                  <c:v>45751</c:v>
                </c:pt>
                <c:pt idx="1634">
                  <c:v>45754</c:v>
                </c:pt>
                <c:pt idx="1635">
                  <c:v>45755</c:v>
                </c:pt>
                <c:pt idx="1636">
                  <c:v>45756</c:v>
                </c:pt>
                <c:pt idx="1637">
                  <c:v>45757</c:v>
                </c:pt>
                <c:pt idx="1638">
                  <c:v>45758</c:v>
                </c:pt>
                <c:pt idx="1639">
                  <c:v>45761</c:v>
                </c:pt>
                <c:pt idx="1640">
                  <c:v>45762</c:v>
                </c:pt>
                <c:pt idx="1641">
                  <c:v>45763</c:v>
                </c:pt>
                <c:pt idx="1642">
                  <c:v>45764</c:v>
                </c:pt>
                <c:pt idx="1643">
                  <c:v>45765</c:v>
                </c:pt>
                <c:pt idx="1644">
                  <c:v>45768</c:v>
                </c:pt>
                <c:pt idx="1645">
                  <c:v>45769</c:v>
                </c:pt>
                <c:pt idx="1646">
                  <c:v>45770</c:v>
                </c:pt>
                <c:pt idx="1647">
                  <c:v>45771</c:v>
                </c:pt>
                <c:pt idx="1648">
                  <c:v>45772</c:v>
                </c:pt>
                <c:pt idx="1649">
                  <c:v>45775</c:v>
                </c:pt>
                <c:pt idx="1650">
                  <c:v>45776</c:v>
                </c:pt>
                <c:pt idx="1651">
                  <c:v>45777</c:v>
                </c:pt>
                <c:pt idx="1652">
                  <c:v>45778</c:v>
                </c:pt>
                <c:pt idx="1653">
                  <c:v>45779</c:v>
                </c:pt>
                <c:pt idx="1654">
                  <c:v>45782</c:v>
                </c:pt>
                <c:pt idx="1655">
                  <c:v>45783</c:v>
                </c:pt>
                <c:pt idx="1656">
                  <c:v>45784</c:v>
                </c:pt>
                <c:pt idx="1657">
                  <c:v>45785</c:v>
                </c:pt>
                <c:pt idx="1658">
                  <c:v>45786</c:v>
                </c:pt>
                <c:pt idx="1659">
                  <c:v>45789</c:v>
                </c:pt>
                <c:pt idx="1660">
                  <c:v>45790</c:v>
                </c:pt>
                <c:pt idx="1661">
                  <c:v>45791</c:v>
                </c:pt>
                <c:pt idx="1662">
                  <c:v>45792</c:v>
                </c:pt>
                <c:pt idx="1663">
                  <c:v>45793</c:v>
                </c:pt>
                <c:pt idx="1664">
                  <c:v>45796</c:v>
                </c:pt>
                <c:pt idx="1665">
                  <c:v>45797</c:v>
                </c:pt>
                <c:pt idx="1666">
                  <c:v>45798</c:v>
                </c:pt>
                <c:pt idx="1667">
                  <c:v>45799</c:v>
                </c:pt>
                <c:pt idx="1668">
                  <c:v>45800</c:v>
                </c:pt>
                <c:pt idx="1669">
                  <c:v>45803</c:v>
                </c:pt>
                <c:pt idx="1670">
                  <c:v>45804</c:v>
                </c:pt>
                <c:pt idx="1671">
                  <c:v>45805</c:v>
                </c:pt>
                <c:pt idx="1672">
                  <c:v>45806</c:v>
                </c:pt>
                <c:pt idx="1673">
                  <c:v>45807</c:v>
                </c:pt>
                <c:pt idx="1674">
                  <c:v>45810</c:v>
                </c:pt>
                <c:pt idx="1675">
                  <c:v>45811</c:v>
                </c:pt>
                <c:pt idx="1676">
                  <c:v>45812</c:v>
                </c:pt>
                <c:pt idx="1677">
                  <c:v>45813</c:v>
                </c:pt>
                <c:pt idx="1678">
                  <c:v>45814</c:v>
                </c:pt>
                <c:pt idx="1679">
                  <c:v>45817</c:v>
                </c:pt>
                <c:pt idx="1680">
                  <c:v>45818</c:v>
                </c:pt>
                <c:pt idx="1681">
                  <c:v>45819</c:v>
                </c:pt>
                <c:pt idx="1682">
                  <c:v>45820</c:v>
                </c:pt>
                <c:pt idx="1683">
                  <c:v>45821</c:v>
                </c:pt>
                <c:pt idx="1684">
                  <c:v>45824</c:v>
                </c:pt>
                <c:pt idx="1685">
                  <c:v>45825</c:v>
                </c:pt>
                <c:pt idx="1686">
                  <c:v>45826</c:v>
                </c:pt>
                <c:pt idx="1687">
                  <c:v>45827</c:v>
                </c:pt>
                <c:pt idx="1688">
                  <c:v>45828</c:v>
                </c:pt>
                <c:pt idx="1689">
                  <c:v>45831</c:v>
                </c:pt>
                <c:pt idx="1690">
                  <c:v>45832</c:v>
                </c:pt>
                <c:pt idx="1691">
                  <c:v>45833</c:v>
                </c:pt>
                <c:pt idx="1692">
                  <c:v>45834</c:v>
                </c:pt>
                <c:pt idx="1693">
                  <c:v>45835</c:v>
                </c:pt>
                <c:pt idx="1694">
                  <c:v>45838</c:v>
                </c:pt>
                <c:pt idx="1695">
                  <c:v>45839</c:v>
                </c:pt>
                <c:pt idx="1696">
                  <c:v>45840</c:v>
                </c:pt>
                <c:pt idx="1697">
                  <c:v>45841</c:v>
                </c:pt>
                <c:pt idx="1698">
                  <c:v>45842</c:v>
                </c:pt>
                <c:pt idx="1699">
                  <c:v>45845</c:v>
                </c:pt>
                <c:pt idx="1700">
                  <c:v>45846</c:v>
                </c:pt>
                <c:pt idx="1701">
                  <c:v>45847</c:v>
                </c:pt>
                <c:pt idx="1702">
                  <c:v>45848</c:v>
                </c:pt>
                <c:pt idx="1703">
                  <c:v>45849</c:v>
                </c:pt>
                <c:pt idx="1704">
                  <c:v>45852</c:v>
                </c:pt>
                <c:pt idx="1705">
                  <c:v>45853</c:v>
                </c:pt>
                <c:pt idx="1706">
                  <c:v>45854</c:v>
                </c:pt>
                <c:pt idx="1707">
                  <c:v>45855</c:v>
                </c:pt>
                <c:pt idx="1708">
                  <c:v>45856</c:v>
                </c:pt>
                <c:pt idx="1709">
                  <c:v>45859</c:v>
                </c:pt>
                <c:pt idx="1710">
                  <c:v>45860</c:v>
                </c:pt>
                <c:pt idx="1711">
                  <c:v>45861</c:v>
                </c:pt>
                <c:pt idx="1712">
                  <c:v>45862</c:v>
                </c:pt>
                <c:pt idx="1713">
                  <c:v>45863</c:v>
                </c:pt>
                <c:pt idx="1714">
                  <c:v>45866</c:v>
                </c:pt>
                <c:pt idx="1715">
                  <c:v>45867</c:v>
                </c:pt>
                <c:pt idx="1716">
                  <c:v>45868</c:v>
                </c:pt>
                <c:pt idx="1717">
                  <c:v>45869</c:v>
                </c:pt>
                <c:pt idx="1718">
                  <c:v>45870</c:v>
                </c:pt>
                <c:pt idx="1719">
                  <c:v>45873</c:v>
                </c:pt>
                <c:pt idx="1720">
                  <c:v>45874</c:v>
                </c:pt>
                <c:pt idx="1721">
                  <c:v>45875</c:v>
                </c:pt>
                <c:pt idx="1722">
                  <c:v>45876</c:v>
                </c:pt>
                <c:pt idx="1723">
                  <c:v>45877</c:v>
                </c:pt>
                <c:pt idx="1724">
                  <c:v>45880</c:v>
                </c:pt>
                <c:pt idx="1725">
                  <c:v>45881</c:v>
                </c:pt>
                <c:pt idx="1726">
                  <c:v>45882</c:v>
                </c:pt>
                <c:pt idx="1727">
                  <c:v>45883</c:v>
                </c:pt>
                <c:pt idx="1728">
                  <c:v>45884</c:v>
                </c:pt>
                <c:pt idx="1729">
                  <c:v>45887</c:v>
                </c:pt>
                <c:pt idx="1730">
                  <c:v>45888</c:v>
                </c:pt>
                <c:pt idx="1731">
                  <c:v>45889</c:v>
                </c:pt>
                <c:pt idx="1732">
                  <c:v>45890</c:v>
                </c:pt>
                <c:pt idx="1733">
                  <c:v>45891</c:v>
                </c:pt>
                <c:pt idx="1734">
                  <c:v>45894</c:v>
                </c:pt>
                <c:pt idx="1735">
                  <c:v>45895</c:v>
                </c:pt>
                <c:pt idx="1736">
                  <c:v>45896</c:v>
                </c:pt>
                <c:pt idx="1737">
                  <c:v>45897</c:v>
                </c:pt>
                <c:pt idx="1738">
                  <c:v>45898</c:v>
                </c:pt>
                <c:pt idx="1739">
                  <c:v>45901</c:v>
                </c:pt>
                <c:pt idx="1740">
                  <c:v>45902</c:v>
                </c:pt>
                <c:pt idx="1741">
                  <c:v>45903</c:v>
                </c:pt>
                <c:pt idx="1742">
                  <c:v>45904</c:v>
                </c:pt>
                <c:pt idx="1743">
                  <c:v>45905</c:v>
                </c:pt>
                <c:pt idx="1744">
                  <c:v>45908</c:v>
                </c:pt>
                <c:pt idx="1745">
                  <c:v>45909</c:v>
                </c:pt>
                <c:pt idx="1746">
                  <c:v>45910</c:v>
                </c:pt>
                <c:pt idx="1747">
                  <c:v>45911</c:v>
                </c:pt>
                <c:pt idx="1748">
                  <c:v>45912</c:v>
                </c:pt>
                <c:pt idx="1749">
                  <c:v>45915</c:v>
                </c:pt>
                <c:pt idx="1750">
                  <c:v>45916</c:v>
                </c:pt>
                <c:pt idx="1751">
                  <c:v>45917</c:v>
                </c:pt>
                <c:pt idx="1752">
                  <c:v>45918</c:v>
                </c:pt>
                <c:pt idx="1753">
                  <c:v>45919</c:v>
                </c:pt>
                <c:pt idx="1754">
                  <c:v>45922</c:v>
                </c:pt>
                <c:pt idx="1755">
                  <c:v>45923</c:v>
                </c:pt>
                <c:pt idx="1756">
                  <c:v>45924</c:v>
                </c:pt>
                <c:pt idx="1757">
                  <c:v>45925</c:v>
                </c:pt>
                <c:pt idx="1758">
                  <c:v>45926</c:v>
                </c:pt>
                <c:pt idx="1759">
                  <c:v>45929</c:v>
                </c:pt>
                <c:pt idx="1760">
                  <c:v>45930</c:v>
                </c:pt>
                <c:pt idx="1761">
                  <c:v>45931</c:v>
                </c:pt>
                <c:pt idx="1762">
                  <c:v>45932</c:v>
                </c:pt>
                <c:pt idx="1763">
                  <c:v>45933</c:v>
                </c:pt>
                <c:pt idx="1764">
                  <c:v>45936</c:v>
                </c:pt>
                <c:pt idx="1765">
                  <c:v>45937</c:v>
                </c:pt>
                <c:pt idx="1766">
                  <c:v>45938</c:v>
                </c:pt>
                <c:pt idx="1767">
                  <c:v>45939</c:v>
                </c:pt>
                <c:pt idx="1768">
                  <c:v>45940</c:v>
                </c:pt>
                <c:pt idx="1769">
                  <c:v>45943</c:v>
                </c:pt>
                <c:pt idx="1770">
                  <c:v>45944</c:v>
                </c:pt>
                <c:pt idx="1771">
                  <c:v>45945</c:v>
                </c:pt>
                <c:pt idx="1772">
                  <c:v>45946</c:v>
                </c:pt>
                <c:pt idx="1773">
                  <c:v>45947</c:v>
                </c:pt>
                <c:pt idx="1774">
                  <c:v>45950</c:v>
                </c:pt>
                <c:pt idx="1775">
                  <c:v>45951</c:v>
                </c:pt>
                <c:pt idx="1776">
                  <c:v>45952</c:v>
                </c:pt>
                <c:pt idx="1777">
                  <c:v>45953</c:v>
                </c:pt>
                <c:pt idx="1778">
                  <c:v>45954</c:v>
                </c:pt>
                <c:pt idx="1779">
                  <c:v>45957</c:v>
                </c:pt>
                <c:pt idx="1780">
                  <c:v>45958</c:v>
                </c:pt>
                <c:pt idx="1781">
                  <c:v>45959</c:v>
                </c:pt>
                <c:pt idx="1782">
                  <c:v>45960</c:v>
                </c:pt>
                <c:pt idx="1783">
                  <c:v>45961</c:v>
                </c:pt>
                <c:pt idx="1784">
                  <c:v>45964</c:v>
                </c:pt>
                <c:pt idx="1785">
                  <c:v>45965</c:v>
                </c:pt>
                <c:pt idx="1786">
                  <c:v>45966</c:v>
                </c:pt>
                <c:pt idx="1787">
                  <c:v>45967</c:v>
                </c:pt>
                <c:pt idx="1788">
                  <c:v>45968</c:v>
                </c:pt>
                <c:pt idx="1789">
                  <c:v>45971</c:v>
                </c:pt>
                <c:pt idx="1790">
                  <c:v>45972</c:v>
                </c:pt>
                <c:pt idx="1791">
                  <c:v>45973</c:v>
                </c:pt>
                <c:pt idx="1792">
                  <c:v>45974</c:v>
                </c:pt>
                <c:pt idx="1793">
                  <c:v>45975</c:v>
                </c:pt>
                <c:pt idx="1794">
                  <c:v>45978</c:v>
                </c:pt>
                <c:pt idx="1795">
                  <c:v>45979</c:v>
                </c:pt>
                <c:pt idx="1796">
                  <c:v>45980</c:v>
                </c:pt>
                <c:pt idx="1797">
                  <c:v>45981</c:v>
                </c:pt>
                <c:pt idx="1798">
                  <c:v>45982</c:v>
                </c:pt>
                <c:pt idx="1799">
                  <c:v>45985</c:v>
                </c:pt>
                <c:pt idx="1800">
                  <c:v>45986</c:v>
                </c:pt>
                <c:pt idx="1801">
                  <c:v>45987</c:v>
                </c:pt>
                <c:pt idx="1802">
                  <c:v>45988</c:v>
                </c:pt>
                <c:pt idx="1803">
                  <c:v>45989</c:v>
                </c:pt>
                <c:pt idx="1804">
                  <c:v>45992</c:v>
                </c:pt>
                <c:pt idx="1805">
                  <c:v>45993</c:v>
                </c:pt>
                <c:pt idx="1806">
                  <c:v>45994</c:v>
                </c:pt>
                <c:pt idx="1807">
                  <c:v>45995</c:v>
                </c:pt>
                <c:pt idx="1808">
                  <c:v>45996</c:v>
                </c:pt>
                <c:pt idx="1809">
                  <c:v>45999</c:v>
                </c:pt>
                <c:pt idx="1810">
                  <c:v>46000</c:v>
                </c:pt>
                <c:pt idx="1811">
                  <c:v>46001</c:v>
                </c:pt>
                <c:pt idx="1812">
                  <c:v>46002</c:v>
                </c:pt>
                <c:pt idx="1813">
                  <c:v>46003</c:v>
                </c:pt>
                <c:pt idx="1814">
                  <c:v>46006</c:v>
                </c:pt>
                <c:pt idx="1815">
                  <c:v>46007</c:v>
                </c:pt>
                <c:pt idx="1816">
                  <c:v>46008</c:v>
                </c:pt>
                <c:pt idx="1817">
                  <c:v>46009</c:v>
                </c:pt>
                <c:pt idx="1818">
                  <c:v>46010</c:v>
                </c:pt>
                <c:pt idx="1819">
                  <c:v>46013</c:v>
                </c:pt>
                <c:pt idx="1820">
                  <c:v>46014</c:v>
                </c:pt>
                <c:pt idx="1821">
                  <c:v>46015</c:v>
                </c:pt>
                <c:pt idx="1822">
                  <c:v>46020</c:v>
                </c:pt>
                <c:pt idx="1823">
                  <c:v>46021</c:v>
                </c:pt>
                <c:pt idx="1824">
                  <c:v>46022</c:v>
                </c:pt>
                <c:pt idx="1825">
                  <c:v>46024</c:v>
                </c:pt>
                <c:pt idx="1826">
                  <c:v>46027</c:v>
                </c:pt>
                <c:pt idx="1827">
                  <c:v>46028</c:v>
                </c:pt>
                <c:pt idx="1828">
                  <c:v>46029</c:v>
                </c:pt>
                <c:pt idx="1829">
                  <c:v>46030</c:v>
                </c:pt>
                <c:pt idx="1830">
                  <c:v>46031</c:v>
                </c:pt>
                <c:pt idx="1831">
                  <c:v>46034</c:v>
                </c:pt>
                <c:pt idx="1832">
                  <c:v>46035</c:v>
                </c:pt>
                <c:pt idx="1833">
                  <c:v>46036</c:v>
                </c:pt>
                <c:pt idx="1834">
                  <c:v>46037</c:v>
                </c:pt>
                <c:pt idx="1835">
                  <c:v>46041</c:v>
                </c:pt>
                <c:pt idx="1836">
                  <c:v>46042</c:v>
                </c:pt>
                <c:pt idx="1837">
                  <c:v>46043</c:v>
                </c:pt>
                <c:pt idx="1838">
                  <c:v>46044</c:v>
                </c:pt>
                <c:pt idx="1839">
                  <c:v>46045</c:v>
                </c:pt>
                <c:pt idx="1840">
                  <c:v>46048</c:v>
                </c:pt>
                <c:pt idx="1841">
                  <c:v>46049</c:v>
                </c:pt>
                <c:pt idx="1842">
                  <c:v>46050</c:v>
                </c:pt>
                <c:pt idx="1843">
                  <c:v>46051</c:v>
                </c:pt>
                <c:pt idx="1844">
                  <c:v>46052</c:v>
                </c:pt>
                <c:pt idx="1845">
                  <c:v>46055</c:v>
                </c:pt>
                <c:pt idx="1846">
                  <c:v>46056</c:v>
                </c:pt>
                <c:pt idx="1847">
                  <c:v>46057</c:v>
                </c:pt>
                <c:pt idx="1848">
                  <c:v>46058</c:v>
                </c:pt>
                <c:pt idx="1849">
                  <c:v>46059</c:v>
                </c:pt>
                <c:pt idx="1850">
                  <c:v>46062</c:v>
                </c:pt>
                <c:pt idx="1851">
                  <c:v>46063</c:v>
                </c:pt>
                <c:pt idx="1852">
                  <c:v>46064</c:v>
                </c:pt>
                <c:pt idx="1853">
                  <c:v>46065</c:v>
                </c:pt>
                <c:pt idx="1854">
                  <c:v>46066</c:v>
                </c:pt>
                <c:pt idx="1855">
                  <c:v>46071</c:v>
                </c:pt>
                <c:pt idx="1856">
                  <c:v>46072</c:v>
                </c:pt>
                <c:pt idx="1857">
                  <c:v>46073</c:v>
                </c:pt>
                <c:pt idx="1858">
                  <c:v>46076</c:v>
                </c:pt>
                <c:pt idx="1859">
                  <c:v>46077</c:v>
                </c:pt>
                <c:pt idx="1860">
                  <c:v>46078</c:v>
                </c:pt>
                <c:pt idx="1861">
                  <c:v>46079</c:v>
                </c:pt>
                <c:pt idx="1862">
                  <c:v>46080</c:v>
                </c:pt>
                <c:pt idx="1863">
                  <c:v>46083</c:v>
                </c:pt>
                <c:pt idx="1864">
                  <c:v>46084</c:v>
                </c:pt>
                <c:pt idx="1865">
                  <c:v>46085</c:v>
                </c:pt>
                <c:pt idx="1866">
                  <c:v>46086</c:v>
                </c:pt>
                <c:pt idx="1867">
                  <c:v>46087</c:v>
                </c:pt>
                <c:pt idx="1868">
                  <c:v>46090</c:v>
                </c:pt>
                <c:pt idx="1869">
                  <c:v>46091</c:v>
                </c:pt>
                <c:pt idx="1870">
                  <c:v>46092</c:v>
                </c:pt>
                <c:pt idx="1871">
                  <c:v>46093</c:v>
                </c:pt>
                <c:pt idx="1872">
                  <c:v>46094</c:v>
                </c:pt>
                <c:pt idx="1873">
                  <c:v>46097</c:v>
                </c:pt>
                <c:pt idx="1874">
                  <c:v>46098</c:v>
                </c:pt>
                <c:pt idx="1875">
                  <c:v>46106</c:v>
                </c:pt>
                <c:pt idx="1876">
                  <c:v>46107</c:v>
                </c:pt>
                <c:pt idx="1877">
                  <c:v>46108</c:v>
                </c:pt>
                <c:pt idx="1878">
                  <c:v>46111</c:v>
                </c:pt>
                <c:pt idx="1879">
                  <c:v>46112</c:v>
                </c:pt>
                <c:pt idx="1880">
                  <c:v>46113</c:v>
                </c:pt>
                <c:pt idx="1881">
                  <c:v>46114</c:v>
                </c:pt>
                <c:pt idx="1882">
                  <c:v>46118</c:v>
                </c:pt>
                <c:pt idx="1883">
                  <c:v>46119</c:v>
                </c:pt>
                <c:pt idx="1884">
                  <c:v>46120</c:v>
                </c:pt>
                <c:pt idx="1885">
                  <c:v>46121</c:v>
                </c:pt>
                <c:pt idx="1886">
                  <c:v>46122</c:v>
                </c:pt>
                <c:pt idx="1887">
                  <c:v>46125</c:v>
                </c:pt>
                <c:pt idx="1888">
                  <c:v>46126</c:v>
                </c:pt>
                <c:pt idx="1889">
                  <c:v>46127</c:v>
                </c:pt>
                <c:pt idx="1890">
                  <c:v>46128</c:v>
                </c:pt>
                <c:pt idx="1891">
                  <c:v>46129</c:v>
                </c:pt>
                <c:pt idx="1892">
                  <c:v>46132</c:v>
                </c:pt>
                <c:pt idx="1893">
                  <c:v>46133</c:v>
                </c:pt>
                <c:pt idx="1894">
                  <c:v>46134</c:v>
                </c:pt>
                <c:pt idx="1895">
                  <c:v>46135</c:v>
                </c:pt>
                <c:pt idx="1896">
                  <c:v>46136</c:v>
                </c:pt>
                <c:pt idx="1897">
                  <c:v>46139</c:v>
                </c:pt>
                <c:pt idx="1898">
                  <c:v>46140</c:v>
                </c:pt>
                <c:pt idx="1899">
                  <c:v>46141</c:v>
                </c:pt>
                <c:pt idx="1900">
                  <c:v>46142</c:v>
                </c:pt>
                <c:pt idx="1901">
                  <c:v>46146</c:v>
                </c:pt>
                <c:pt idx="1902">
                  <c:v>46147</c:v>
                </c:pt>
                <c:pt idx="1903">
                  <c:v>46148</c:v>
                </c:pt>
                <c:pt idx="1904">
                  <c:v>46149</c:v>
                </c:pt>
                <c:pt idx="1905">
                  <c:v>46150</c:v>
                </c:pt>
                <c:pt idx="1906">
                  <c:v>46153</c:v>
                </c:pt>
                <c:pt idx="1907">
                  <c:v>46154</c:v>
                </c:pt>
                <c:pt idx="1908">
                  <c:v>46155</c:v>
                </c:pt>
                <c:pt idx="1909">
                  <c:v>46160</c:v>
                </c:pt>
                <c:pt idx="1910">
                  <c:v>46161</c:v>
                </c:pt>
                <c:pt idx="1911">
                  <c:v>46162</c:v>
                </c:pt>
                <c:pt idx="1912">
                  <c:v>46163</c:v>
                </c:pt>
                <c:pt idx="1913">
                  <c:v>46164</c:v>
                </c:pt>
                <c:pt idx="1914">
                  <c:v>46167</c:v>
                </c:pt>
                <c:pt idx="1915">
                  <c:v>46168</c:v>
                </c:pt>
                <c:pt idx="1916">
                  <c:v>46171</c:v>
                </c:pt>
                <c:pt idx="1917">
                  <c:v>46174</c:v>
                </c:pt>
                <c:pt idx="1918">
                  <c:v>46175</c:v>
                </c:pt>
                <c:pt idx="1919">
                  <c:v>46176</c:v>
                </c:pt>
                <c:pt idx="1920">
                  <c:v>46177</c:v>
                </c:pt>
                <c:pt idx="1921">
                  <c:v>46178</c:v>
                </c:pt>
                <c:pt idx="1922">
                  <c:v>46181</c:v>
                </c:pt>
                <c:pt idx="1923">
                  <c:v>46182</c:v>
                </c:pt>
                <c:pt idx="1924">
                  <c:v>46183</c:v>
                </c:pt>
                <c:pt idx="1925">
                  <c:v>46184</c:v>
                </c:pt>
                <c:pt idx="1926">
                  <c:v>46185</c:v>
                </c:pt>
                <c:pt idx="1927">
                  <c:v>46188</c:v>
                </c:pt>
                <c:pt idx="1928">
                  <c:v>46190</c:v>
                </c:pt>
                <c:pt idx="1929">
                  <c:v>46191</c:v>
                </c:pt>
                <c:pt idx="1930">
                  <c:v>46192</c:v>
                </c:pt>
                <c:pt idx="1931">
                  <c:v>46195</c:v>
                </c:pt>
                <c:pt idx="1932">
                  <c:v>46196</c:v>
                </c:pt>
                <c:pt idx="1933">
                  <c:v>46197</c:v>
                </c:pt>
                <c:pt idx="1934">
                  <c:v>46198</c:v>
                </c:pt>
                <c:pt idx="1935">
                  <c:v>46199</c:v>
                </c:pt>
                <c:pt idx="1936">
                  <c:v>46202</c:v>
                </c:pt>
                <c:pt idx="1937">
                  <c:v>46203</c:v>
                </c:pt>
                <c:pt idx="1938">
                  <c:v>46204</c:v>
                </c:pt>
                <c:pt idx="1939">
                  <c:v>46205</c:v>
                </c:pt>
                <c:pt idx="1940">
                  <c:v>46206</c:v>
                </c:pt>
                <c:pt idx="1941">
                  <c:v>46209</c:v>
                </c:pt>
                <c:pt idx="1942">
                  <c:v>46210</c:v>
                </c:pt>
                <c:pt idx="1943">
                  <c:v>46211</c:v>
                </c:pt>
                <c:pt idx="1944">
                  <c:v>46212</c:v>
                </c:pt>
                <c:pt idx="1945">
                  <c:v>46213</c:v>
                </c:pt>
                <c:pt idx="1946">
                  <c:v>46216</c:v>
                </c:pt>
                <c:pt idx="1947">
                  <c:v>46217</c:v>
                </c:pt>
                <c:pt idx="1948">
                  <c:v>46218</c:v>
                </c:pt>
                <c:pt idx="1949">
                  <c:v>46219</c:v>
                </c:pt>
                <c:pt idx="1950">
                  <c:v>46220</c:v>
                </c:pt>
                <c:pt idx="1951">
                  <c:v>46223</c:v>
                </c:pt>
                <c:pt idx="1952">
                  <c:v>46224</c:v>
                </c:pt>
                <c:pt idx="1953">
                  <c:v>46225</c:v>
                </c:pt>
                <c:pt idx="1954">
                  <c:v>46226</c:v>
                </c:pt>
                <c:pt idx="1955">
                  <c:v>46227</c:v>
                </c:pt>
                <c:pt idx="1956">
                  <c:v>46230</c:v>
                </c:pt>
                <c:pt idx="1957">
                  <c:v>46231</c:v>
                </c:pt>
                <c:pt idx="1958">
                  <c:v>46232</c:v>
                </c:pt>
                <c:pt idx="1959">
                  <c:v>46233</c:v>
                </c:pt>
                <c:pt idx="1960">
                  <c:v>46234</c:v>
                </c:pt>
                <c:pt idx="1961">
                  <c:v>46237</c:v>
                </c:pt>
                <c:pt idx="1962">
                  <c:v>46238</c:v>
                </c:pt>
                <c:pt idx="1963">
                  <c:v>46239</c:v>
                </c:pt>
                <c:pt idx="1964">
                  <c:v>46240</c:v>
                </c:pt>
                <c:pt idx="1965">
                  <c:v>46241</c:v>
                </c:pt>
                <c:pt idx="1966">
                  <c:v>46244</c:v>
                </c:pt>
                <c:pt idx="1967">
                  <c:v>46245</c:v>
                </c:pt>
                <c:pt idx="1968">
                  <c:v>46246</c:v>
                </c:pt>
                <c:pt idx="1969">
                  <c:v>46247</c:v>
                </c:pt>
                <c:pt idx="1970">
                  <c:v>46248</c:v>
                </c:pt>
                <c:pt idx="1971">
                  <c:v>46252</c:v>
                </c:pt>
                <c:pt idx="1972">
                  <c:v>46253</c:v>
                </c:pt>
                <c:pt idx="1973">
                  <c:v>46254</c:v>
                </c:pt>
                <c:pt idx="1974">
                  <c:v>46255</c:v>
                </c:pt>
                <c:pt idx="1975">
                  <c:v>46258</c:v>
                </c:pt>
                <c:pt idx="1976">
                  <c:v>46260</c:v>
                </c:pt>
                <c:pt idx="1977">
                  <c:v>46261</c:v>
                </c:pt>
                <c:pt idx="1978">
                  <c:v>46262</c:v>
                </c:pt>
                <c:pt idx="1979">
                  <c:v>46265</c:v>
                </c:pt>
                <c:pt idx="1980">
                  <c:v>46266</c:v>
                </c:pt>
                <c:pt idx="1981">
                  <c:v>46267</c:v>
                </c:pt>
                <c:pt idx="1982">
                  <c:v>46268</c:v>
                </c:pt>
                <c:pt idx="1983">
                  <c:v>46269</c:v>
                </c:pt>
                <c:pt idx="1984">
                  <c:v>46272</c:v>
                </c:pt>
                <c:pt idx="1985">
                  <c:v>46273</c:v>
                </c:pt>
                <c:pt idx="1986">
                  <c:v>46274</c:v>
                </c:pt>
                <c:pt idx="1987">
                  <c:v>46275</c:v>
                </c:pt>
                <c:pt idx="1988">
                  <c:v>46276</c:v>
                </c:pt>
                <c:pt idx="1989">
                  <c:v>46279</c:v>
                </c:pt>
                <c:pt idx="1990">
                  <c:v>46280</c:v>
                </c:pt>
                <c:pt idx="1991">
                  <c:v>46281</c:v>
                </c:pt>
                <c:pt idx="1992">
                  <c:v>46282</c:v>
                </c:pt>
                <c:pt idx="1993">
                  <c:v>46283</c:v>
                </c:pt>
                <c:pt idx="1994">
                  <c:v>46286</c:v>
                </c:pt>
                <c:pt idx="1995">
                  <c:v>46287</c:v>
                </c:pt>
                <c:pt idx="1996">
                  <c:v>46288</c:v>
                </c:pt>
                <c:pt idx="1997">
                  <c:v>46289</c:v>
                </c:pt>
                <c:pt idx="1998">
                  <c:v>46290</c:v>
                </c:pt>
                <c:pt idx="1999">
                  <c:v>46293</c:v>
                </c:pt>
              </c:numCache>
            </c:numRef>
          </c:cat>
          <c:val>
            <c:numRef>
              <c:f>Sheet1!$C$2:$C$2001</c:f>
              <c:numCache>
                <c:formatCode>_(* #,##0_);_(* \(#,##0\);_(* "-"_);_(@_)</c:formatCode>
                <c:ptCount val="2000"/>
                <c:pt idx="0">
                  <c:v>14168.08695652174</c:v>
                </c:pt>
                <c:pt idx="1">
                  <c:v>14168.08695652174</c:v>
                </c:pt>
                <c:pt idx="2">
                  <c:v>14168.08695652174</c:v>
                </c:pt>
                <c:pt idx="3">
                  <c:v>14168.08695652174</c:v>
                </c:pt>
                <c:pt idx="4">
                  <c:v>14168.08695652174</c:v>
                </c:pt>
                <c:pt idx="5">
                  <c:v>14168.08695652174</c:v>
                </c:pt>
                <c:pt idx="6">
                  <c:v>14168.08695652174</c:v>
                </c:pt>
                <c:pt idx="7">
                  <c:v>14168.08695652174</c:v>
                </c:pt>
                <c:pt idx="8">
                  <c:v>14168.08695652174</c:v>
                </c:pt>
                <c:pt idx="9">
                  <c:v>14168.08695652174</c:v>
                </c:pt>
                <c:pt idx="10">
                  <c:v>14168.08695652174</c:v>
                </c:pt>
                <c:pt idx="11">
                  <c:v>14168.08695652174</c:v>
                </c:pt>
                <c:pt idx="12">
                  <c:v>14168.08695652174</c:v>
                </c:pt>
                <c:pt idx="13">
                  <c:v>14168.08695652174</c:v>
                </c:pt>
                <c:pt idx="14">
                  <c:v>14168.08695652174</c:v>
                </c:pt>
                <c:pt idx="15">
                  <c:v>14168.08695652174</c:v>
                </c:pt>
                <c:pt idx="16">
                  <c:v>14168.08695652174</c:v>
                </c:pt>
                <c:pt idx="17">
                  <c:v>14168.08695652174</c:v>
                </c:pt>
                <c:pt idx="18">
                  <c:v>14168.08695652174</c:v>
                </c:pt>
                <c:pt idx="19">
                  <c:v>14168.08695652174</c:v>
                </c:pt>
                <c:pt idx="20">
                  <c:v>14168.08695652174</c:v>
                </c:pt>
                <c:pt idx="21">
                  <c:v>14168.08695652174</c:v>
                </c:pt>
                <c:pt idx="23">
                  <c:v>14030.85</c:v>
                </c:pt>
                <c:pt idx="24">
                  <c:v>14030.85</c:v>
                </c:pt>
                <c:pt idx="25">
                  <c:v>14030.85</c:v>
                </c:pt>
                <c:pt idx="26">
                  <c:v>14030.85</c:v>
                </c:pt>
                <c:pt idx="27">
                  <c:v>14030.85</c:v>
                </c:pt>
                <c:pt idx="28">
                  <c:v>14030.85</c:v>
                </c:pt>
                <c:pt idx="29">
                  <c:v>14030.85</c:v>
                </c:pt>
                <c:pt idx="30">
                  <c:v>14030.85</c:v>
                </c:pt>
                <c:pt idx="31">
                  <c:v>14030.85</c:v>
                </c:pt>
                <c:pt idx="32">
                  <c:v>14030.85</c:v>
                </c:pt>
                <c:pt idx="33">
                  <c:v>14030.85</c:v>
                </c:pt>
                <c:pt idx="34">
                  <c:v>14030.85</c:v>
                </c:pt>
                <c:pt idx="35">
                  <c:v>14030.85</c:v>
                </c:pt>
                <c:pt idx="36">
                  <c:v>14030.85</c:v>
                </c:pt>
                <c:pt idx="37">
                  <c:v>14030.85</c:v>
                </c:pt>
                <c:pt idx="38">
                  <c:v>14030.85</c:v>
                </c:pt>
                <c:pt idx="39">
                  <c:v>14030.85</c:v>
                </c:pt>
                <c:pt idx="40">
                  <c:v>14030.85</c:v>
                </c:pt>
                <c:pt idx="41">
                  <c:v>14030.85</c:v>
                </c:pt>
                <c:pt idx="43">
                  <c:v>14206.761904761905</c:v>
                </c:pt>
                <c:pt idx="44">
                  <c:v>14206.761904761905</c:v>
                </c:pt>
                <c:pt idx="45">
                  <c:v>14206.761904761905</c:v>
                </c:pt>
                <c:pt idx="46">
                  <c:v>14206.761904761905</c:v>
                </c:pt>
                <c:pt idx="47">
                  <c:v>14206.761904761905</c:v>
                </c:pt>
                <c:pt idx="48">
                  <c:v>14206.761904761905</c:v>
                </c:pt>
                <c:pt idx="49">
                  <c:v>14206.761904761905</c:v>
                </c:pt>
                <c:pt idx="50">
                  <c:v>14206.761904761905</c:v>
                </c:pt>
                <c:pt idx="51">
                  <c:v>14206.761904761905</c:v>
                </c:pt>
                <c:pt idx="52">
                  <c:v>14206.761904761905</c:v>
                </c:pt>
                <c:pt idx="53">
                  <c:v>14206.761904761905</c:v>
                </c:pt>
                <c:pt idx="54">
                  <c:v>14206.761904761905</c:v>
                </c:pt>
                <c:pt idx="55">
                  <c:v>14206.761904761905</c:v>
                </c:pt>
                <c:pt idx="56">
                  <c:v>14206.761904761905</c:v>
                </c:pt>
                <c:pt idx="57">
                  <c:v>14206.761904761905</c:v>
                </c:pt>
                <c:pt idx="58">
                  <c:v>14206.761904761905</c:v>
                </c:pt>
                <c:pt idx="59">
                  <c:v>14206.761904761905</c:v>
                </c:pt>
                <c:pt idx="60">
                  <c:v>14206.761904761905</c:v>
                </c:pt>
                <c:pt idx="61">
                  <c:v>14206.761904761905</c:v>
                </c:pt>
                <c:pt idx="62">
                  <c:v>14206.761904761905</c:v>
                </c:pt>
                <c:pt idx="64">
                  <c:v>14140.681818181818</c:v>
                </c:pt>
                <c:pt idx="65">
                  <c:v>14140.681818181818</c:v>
                </c:pt>
                <c:pt idx="66">
                  <c:v>14140.681818181818</c:v>
                </c:pt>
                <c:pt idx="67">
                  <c:v>14140.681818181818</c:v>
                </c:pt>
                <c:pt idx="68">
                  <c:v>14140.681818181818</c:v>
                </c:pt>
                <c:pt idx="69">
                  <c:v>14140.681818181818</c:v>
                </c:pt>
                <c:pt idx="70">
                  <c:v>14140.681818181818</c:v>
                </c:pt>
                <c:pt idx="71">
                  <c:v>14140.681818181818</c:v>
                </c:pt>
                <c:pt idx="72">
                  <c:v>14140.681818181818</c:v>
                </c:pt>
                <c:pt idx="73">
                  <c:v>14140.681818181818</c:v>
                </c:pt>
                <c:pt idx="74">
                  <c:v>14140.681818181818</c:v>
                </c:pt>
                <c:pt idx="75">
                  <c:v>14140.681818181818</c:v>
                </c:pt>
                <c:pt idx="76">
                  <c:v>14140.681818181818</c:v>
                </c:pt>
                <c:pt idx="77">
                  <c:v>14140.681818181818</c:v>
                </c:pt>
                <c:pt idx="78">
                  <c:v>14140.681818181818</c:v>
                </c:pt>
                <c:pt idx="79">
                  <c:v>14140.681818181818</c:v>
                </c:pt>
                <c:pt idx="80">
                  <c:v>14140.681818181818</c:v>
                </c:pt>
                <c:pt idx="81">
                  <c:v>14140.681818181818</c:v>
                </c:pt>
                <c:pt idx="82">
                  <c:v>14140.681818181818</c:v>
                </c:pt>
                <c:pt idx="83">
                  <c:v>14140.681818181818</c:v>
                </c:pt>
                <c:pt idx="84">
                  <c:v>14140.681818181818</c:v>
                </c:pt>
                <c:pt idx="86">
                  <c:v>14380.304347826086</c:v>
                </c:pt>
                <c:pt idx="87">
                  <c:v>14380.304347826086</c:v>
                </c:pt>
                <c:pt idx="88">
                  <c:v>14380.304347826086</c:v>
                </c:pt>
                <c:pt idx="89">
                  <c:v>14380.304347826086</c:v>
                </c:pt>
                <c:pt idx="90">
                  <c:v>14380.304347826086</c:v>
                </c:pt>
                <c:pt idx="91">
                  <c:v>14380.304347826086</c:v>
                </c:pt>
                <c:pt idx="92">
                  <c:v>14380.304347826086</c:v>
                </c:pt>
                <c:pt idx="93">
                  <c:v>14380.304347826086</c:v>
                </c:pt>
                <c:pt idx="94">
                  <c:v>14380.304347826086</c:v>
                </c:pt>
                <c:pt idx="95">
                  <c:v>14380.304347826086</c:v>
                </c:pt>
                <c:pt idx="96">
                  <c:v>14380.304347826086</c:v>
                </c:pt>
                <c:pt idx="97">
                  <c:v>14380.304347826086</c:v>
                </c:pt>
                <c:pt idx="98">
                  <c:v>14380.304347826086</c:v>
                </c:pt>
                <c:pt idx="99">
                  <c:v>14380.304347826086</c:v>
                </c:pt>
                <c:pt idx="100">
                  <c:v>14380.304347826086</c:v>
                </c:pt>
                <c:pt idx="101">
                  <c:v>14380.304347826086</c:v>
                </c:pt>
                <c:pt idx="102">
                  <c:v>14380.304347826086</c:v>
                </c:pt>
                <c:pt idx="103">
                  <c:v>14380.304347826086</c:v>
                </c:pt>
                <c:pt idx="104">
                  <c:v>14380.304347826086</c:v>
                </c:pt>
                <c:pt idx="105">
                  <c:v>14380.304347826086</c:v>
                </c:pt>
                <c:pt idx="106">
                  <c:v>14380.304347826086</c:v>
                </c:pt>
                <c:pt idx="107">
                  <c:v>14380.304347826086</c:v>
                </c:pt>
                <c:pt idx="109">
                  <c:v>14234.35</c:v>
                </c:pt>
                <c:pt idx="110">
                  <c:v>14234.35</c:v>
                </c:pt>
                <c:pt idx="111">
                  <c:v>14234.35</c:v>
                </c:pt>
                <c:pt idx="112">
                  <c:v>14234.35</c:v>
                </c:pt>
                <c:pt idx="113">
                  <c:v>14234.35</c:v>
                </c:pt>
                <c:pt idx="114">
                  <c:v>14234.35</c:v>
                </c:pt>
                <c:pt idx="115">
                  <c:v>14234.35</c:v>
                </c:pt>
                <c:pt idx="116">
                  <c:v>14234.35</c:v>
                </c:pt>
                <c:pt idx="117">
                  <c:v>14234.35</c:v>
                </c:pt>
                <c:pt idx="118">
                  <c:v>14234.35</c:v>
                </c:pt>
                <c:pt idx="119">
                  <c:v>14234.35</c:v>
                </c:pt>
                <c:pt idx="120">
                  <c:v>14234.35</c:v>
                </c:pt>
                <c:pt idx="121">
                  <c:v>14234.35</c:v>
                </c:pt>
                <c:pt idx="122">
                  <c:v>14234.35</c:v>
                </c:pt>
                <c:pt idx="123">
                  <c:v>14234.35</c:v>
                </c:pt>
                <c:pt idx="124">
                  <c:v>14234.35</c:v>
                </c:pt>
                <c:pt idx="125">
                  <c:v>14234.35</c:v>
                </c:pt>
                <c:pt idx="126">
                  <c:v>14234.35</c:v>
                </c:pt>
                <c:pt idx="127">
                  <c:v>14234.35</c:v>
                </c:pt>
                <c:pt idx="129">
                  <c:v>14032.695652173914</c:v>
                </c:pt>
                <c:pt idx="130">
                  <c:v>14032.695652173914</c:v>
                </c:pt>
                <c:pt idx="131">
                  <c:v>14032.695652173914</c:v>
                </c:pt>
                <c:pt idx="132">
                  <c:v>14032.695652173914</c:v>
                </c:pt>
                <c:pt idx="133">
                  <c:v>14032.695652173914</c:v>
                </c:pt>
                <c:pt idx="134">
                  <c:v>14032.695652173914</c:v>
                </c:pt>
                <c:pt idx="135">
                  <c:v>14032.695652173914</c:v>
                </c:pt>
                <c:pt idx="136">
                  <c:v>14032.695652173914</c:v>
                </c:pt>
                <c:pt idx="137">
                  <c:v>14032.695652173914</c:v>
                </c:pt>
                <c:pt idx="138">
                  <c:v>14032.695652173914</c:v>
                </c:pt>
                <c:pt idx="139">
                  <c:v>14032.695652173914</c:v>
                </c:pt>
                <c:pt idx="140">
                  <c:v>14032.695652173914</c:v>
                </c:pt>
                <c:pt idx="141">
                  <c:v>14032.695652173914</c:v>
                </c:pt>
                <c:pt idx="142">
                  <c:v>14032.695652173914</c:v>
                </c:pt>
                <c:pt idx="143">
                  <c:v>14032.695652173914</c:v>
                </c:pt>
                <c:pt idx="144">
                  <c:v>14032.695652173914</c:v>
                </c:pt>
                <c:pt idx="145">
                  <c:v>14032.695652173914</c:v>
                </c:pt>
                <c:pt idx="146">
                  <c:v>14032.695652173914</c:v>
                </c:pt>
                <c:pt idx="147">
                  <c:v>14032.695652173914</c:v>
                </c:pt>
                <c:pt idx="148">
                  <c:v>14032.695652173914</c:v>
                </c:pt>
                <c:pt idx="149">
                  <c:v>14032.695652173914</c:v>
                </c:pt>
                <c:pt idx="150">
                  <c:v>14032.695652173914</c:v>
                </c:pt>
                <c:pt idx="152">
                  <c:v>14235.818181818182</c:v>
                </c:pt>
                <c:pt idx="153">
                  <c:v>14235.818181818182</c:v>
                </c:pt>
                <c:pt idx="154">
                  <c:v>14235.818181818182</c:v>
                </c:pt>
                <c:pt idx="155">
                  <c:v>14235.818181818182</c:v>
                </c:pt>
                <c:pt idx="156">
                  <c:v>14235.818181818182</c:v>
                </c:pt>
                <c:pt idx="157">
                  <c:v>14235.818181818182</c:v>
                </c:pt>
                <c:pt idx="158">
                  <c:v>14235.818181818182</c:v>
                </c:pt>
                <c:pt idx="159">
                  <c:v>14235.818181818182</c:v>
                </c:pt>
                <c:pt idx="160">
                  <c:v>14235.818181818182</c:v>
                </c:pt>
                <c:pt idx="161">
                  <c:v>14235.818181818182</c:v>
                </c:pt>
                <c:pt idx="162">
                  <c:v>14235.818181818182</c:v>
                </c:pt>
                <c:pt idx="163">
                  <c:v>14235.818181818182</c:v>
                </c:pt>
                <c:pt idx="164">
                  <c:v>14235.818181818182</c:v>
                </c:pt>
                <c:pt idx="165">
                  <c:v>14235.818181818182</c:v>
                </c:pt>
                <c:pt idx="166">
                  <c:v>14235.818181818182</c:v>
                </c:pt>
                <c:pt idx="167">
                  <c:v>14235.818181818182</c:v>
                </c:pt>
                <c:pt idx="168">
                  <c:v>14235.818181818182</c:v>
                </c:pt>
                <c:pt idx="169">
                  <c:v>14235.818181818182</c:v>
                </c:pt>
                <c:pt idx="170">
                  <c:v>14235.818181818182</c:v>
                </c:pt>
                <c:pt idx="171">
                  <c:v>14235.818181818182</c:v>
                </c:pt>
                <c:pt idx="172">
                  <c:v>14235.818181818182</c:v>
                </c:pt>
                <c:pt idx="174">
                  <c:v>14102.476190476191</c:v>
                </c:pt>
                <c:pt idx="175">
                  <c:v>14102.476190476191</c:v>
                </c:pt>
                <c:pt idx="176">
                  <c:v>14102.476190476191</c:v>
                </c:pt>
                <c:pt idx="177">
                  <c:v>14102.476190476191</c:v>
                </c:pt>
                <c:pt idx="178">
                  <c:v>14102.476190476191</c:v>
                </c:pt>
                <c:pt idx="179">
                  <c:v>14102.476190476191</c:v>
                </c:pt>
                <c:pt idx="180">
                  <c:v>14102.476190476191</c:v>
                </c:pt>
                <c:pt idx="181">
                  <c:v>14102.476190476191</c:v>
                </c:pt>
                <c:pt idx="182">
                  <c:v>14102.476190476191</c:v>
                </c:pt>
                <c:pt idx="183">
                  <c:v>14102.476190476191</c:v>
                </c:pt>
                <c:pt idx="184">
                  <c:v>14102.476190476191</c:v>
                </c:pt>
                <c:pt idx="185">
                  <c:v>14102.476190476191</c:v>
                </c:pt>
                <c:pt idx="186">
                  <c:v>14102.476190476191</c:v>
                </c:pt>
                <c:pt idx="187">
                  <c:v>14102.476190476191</c:v>
                </c:pt>
                <c:pt idx="188">
                  <c:v>14102.476190476191</c:v>
                </c:pt>
                <c:pt idx="189">
                  <c:v>14102.476190476191</c:v>
                </c:pt>
                <c:pt idx="190">
                  <c:v>14102.476190476191</c:v>
                </c:pt>
                <c:pt idx="191">
                  <c:v>14102.476190476191</c:v>
                </c:pt>
                <c:pt idx="192">
                  <c:v>14102.476190476191</c:v>
                </c:pt>
                <c:pt idx="193">
                  <c:v>14102.476190476191</c:v>
                </c:pt>
                <c:pt idx="195">
                  <c:v>14116.260869565218</c:v>
                </c:pt>
                <c:pt idx="196">
                  <c:v>14116.260869565218</c:v>
                </c:pt>
                <c:pt idx="197">
                  <c:v>14116.260869565218</c:v>
                </c:pt>
                <c:pt idx="198">
                  <c:v>14116.260869565218</c:v>
                </c:pt>
                <c:pt idx="199">
                  <c:v>14116.260869565218</c:v>
                </c:pt>
                <c:pt idx="200">
                  <c:v>14116.260869565218</c:v>
                </c:pt>
                <c:pt idx="201">
                  <c:v>14116.260869565218</c:v>
                </c:pt>
                <c:pt idx="202">
                  <c:v>14116.260869565218</c:v>
                </c:pt>
                <c:pt idx="203">
                  <c:v>14116.260869565218</c:v>
                </c:pt>
                <c:pt idx="204">
                  <c:v>14116.260869565218</c:v>
                </c:pt>
                <c:pt idx="205">
                  <c:v>14116.260869565218</c:v>
                </c:pt>
                <c:pt idx="206">
                  <c:v>14116.260869565218</c:v>
                </c:pt>
                <c:pt idx="207">
                  <c:v>14116.260869565218</c:v>
                </c:pt>
                <c:pt idx="208">
                  <c:v>14116.260869565218</c:v>
                </c:pt>
                <c:pt idx="209">
                  <c:v>14116.260869565218</c:v>
                </c:pt>
                <c:pt idx="210">
                  <c:v>14116.260869565218</c:v>
                </c:pt>
                <c:pt idx="211">
                  <c:v>14116.260869565218</c:v>
                </c:pt>
                <c:pt idx="212">
                  <c:v>14116.260869565218</c:v>
                </c:pt>
                <c:pt idx="213">
                  <c:v>14116.260869565218</c:v>
                </c:pt>
                <c:pt idx="214">
                  <c:v>14116.260869565218</c:v>
                </c:pt>
                <c:pt idx="215">
                  <c:v>14116.260869565218</c:v>
                </c:pt>
                <c:pt idx="216">
                  <c:v>14116.260869565218</c:v>
                </c:pt>
                <c:pt idx="218">
                  <c:v>14063.619047619048</c:v>
                </c:pt>
                <c:pt idx="219">
                  <c:v>14063.619047619048</c:v>
                </c:pt>
                <c:pt idx="220">
                  <c:v>14063.619047619048</c:v>
                </c:pt>
                <c:pt idx="221">
                  <c:v>14063.619047619048</c:v>
                </c:pt>
                <c:pt idx="222">
                  <c:v>14063.619047619048</c:v>
                </c:pt>
                <c:pt idx="223">
                  <c:v>14063.619047619048</c:v>
                </c:pt>
                <c:pt idx="224">
                  <c:v>14063.619047619048</c:v>
                </c:pt>
                <c:pt idx="225">
                  <c:v>14063.619047619048</c:v>
                </c:pt>
                <c:pt idx="226">
                  <c:v>14063.619047619048</c:v>
                </c:pt>
                <c:pt idx="227">
                  <c:v>14063.619047619048</c:v>
                </c:pt>
                <c:pt idx="228">
                  <c:v>14063.619047619048</c:v>
                </c:pt>
                <c:pt idx="229">
                  <c:v>14063.619047619048</c:v>
                </c:pt>
                <c:pt idx="230">
                  <c:v>14063.619047619048</c:v>
                </c:pt>
                <c:pt idx="231">
                  <c:v>14063.619047619048</c:v>
                </c:pt>
                <c:pt idx="232">
                  <c:v>14063.619047619048</c:v>
                </c:pt>
                <c:pt idx="233">
                  <c:v>14063.619047619048</c:v>
                </c:pt>
                <c:pt idx="234">
                  <c:v>14063.619047619048</c:v>
                </c:pt>
                <c:pt idx="235">
                  <c:v>14063.619047619048</c:v>
                </c:pt>
                <c:pt idx="236">
                  <c:v>14063.619047619048</c:v>
                </c:pt>
                <c:pt idx="237">
                  <c:v>14063.619047619048</c:v>
                </c:pt>
                <c:pt idx="239">
                  <c:v>14007.5</c:v>
                </c:pt>
                <c:pt idx="240">
                  <c:v>14007.5</c:v>
                </c:pt>
                <c:pt idx="241">
                  <c:v>14007.5</c:v>
                </c:pt>
                <c:pt idx="242">
                  <c:v>14007.5</c:v>
                </c:pt>
                <c:pt idx="243">
                  <c:v>14007.5</c:v>
                </c:pt>
                <c:pt idx="244">
                  <c:v>14007.5</c:v>
                </c:pt>
                <c:pt idx="245">
                  <c:v>14007.5</c:v>
                </c:pt>
                <c:pt idx="246">
                  <c:v>14007.5</c:v>
                </c:pt>
                <c:pt idx="247">
                  <c:v>14007.5</c:v>
                </c:pt>
                <c:pt idx="248">
                  <c:v>14007.5</c:v>
                </c:pt>
                <c:pt idx="249">
                  <c:v>14007.5</c:v>
                </c:pt>
                <c:pt idx="250">
                  <c:v>14007.5</c:v>
                </c:pt>
                <c:pt idx="251">
                  <c:v>14007.5</c:v>
                </c:pt>
                <c:pt idx="252">
                  <c:v>14007.5</c:v>
                </c:pt>
                <c:pt idx="253">
                  <c:v>14007.5</c:v>
                </c:pt>
                <c:pt idx="254">
                  <c:v>14007.5</c:v>
                </c:pt>
                <c:pt idx="255">
                  <c:v>14007.5</c:v>
                </c:pt>
                <c:pt idx="256">
                  <c:v>14007.5</c:v>
                </c:pt>
                <c:pt idx="257">
                  <c:v>14007.5</c:v>
                </c:pt>
                <c:pt idx="258">
                  <c:v>14007.5</c:v>
                </c:pt>
                <c:pt idx="259">
                  <c:v>14007.5</c:v>
                </c:pt>
                <c:pt idx="261">
                  <c:v>13728.434782608696</c:v>
                </c:pt>
                <c:pt idx="262">
                  <c:v>13728.434782608696</c:v>
                </c:pt>
                <c:pt idx="263">
                  <c:v>13728.434782608696</c:v>
                </c:pt>
                <c:pt idx="264">
                  <c:v>13728.434782608696</c:v>
                </c:pt>
                <c:pt idx="265">
                  <c:v>13728.434782608696</c:v>
                </c:pt>
                <c:pt idx="266">
                  <c:v>13728.434782608696</c:v>
                </c:pt>
                <c:pt idx="267">
                  <c:v>13728.434782608696</c:v>
                </c:pt>
                <c:pt idx="268">
                  <c:v>13728.434782608696</c:v>
                </c:pt>
                <c:pt idx="269">
                  <c:v>13728.434782608696</c:v>
                </c:pt>
                <c:pt idx="270">
                  <c:v>13728.434782608696</c:v>
                </c:pt>
                <c:pt idx="271">
                  <c:v>13728.434782608696</c:v>
                </c:pt>
                <c:pt idx="272">
                  <c:v>13728.434782608696</c:v>
                </c:pt>
                <c:pt idx="273">
                  <c:v>13728.434782608696</c:v>
                </c:pt>
                <c:pt idx="274">
                  <c:v>13728.434782608696</c:v>
                </c:pt>
                <c:pt idx="275">
                  <c:v>13728.434782608696</c:v>
                </c:pt>
                <c:pt idx="276">
                  <c:v>13728.434782608696</c:v>
                </c:pt>
                <c:pt idx="277">
                  <c:v>13728.434782608696</c:v>
                </c:pt>
                <c:pt idx="278">
                  <c:v>13728.434782608696</c:v>
                </c:pt>
                <c:pt idx="279">
                  <c:v>13728.434782608696</c:v>
                </c:pt>
                <c:pt idx="280">
                  <c:v>13728.434782608696</c:v>
                </c:pt>
                <c:pt idx="281">
                  <c:v>13728.434782608696</c:v>
                </c:pt>
                <c:pt idx="282">
                  <c:v>13728.434782608696</c:v>
                </c:pt>
                <c:pt idx="284">
                  <c:v>13775.3</c:v>
                </c:pt>
                <c:pt idx="285">
                  <c:v>13775.3</c:v>
                </c:pt>
                <c:pt idx="286">
                  <c:v>13775.3</c:v>
                </c:pt>
                <c:pt idx="287">
                  <c:v>13775.3</c:v>
                </c:pt>
                <c:pt idx="288">
                  <c:v>13775.3</c:v>
                </c:pt>
                <c:pt idx="289">
                  <c:v>13775.3</c:v>
                </c:pt>
                <c:pt idx="290">
                  <c:v>13775.3</c:v>
                </c:pt>
                <c:pt idx="291">
                  <c:v>13775.3</c:v>
                </c:pt>
                <c:pt idx="292">
                  <c:v>13775.3</c:v>
                </c:pt>
                <c:pt idx="293">
                  <c:v>13775.3</c:v>
                </c:pt>
                <c:pt idx="294">
                  <c:v>13775.3</c:v>
                </c:pt>
                <c:pt idx="295">
                  <c:v>13775.3</c:v>
                </c:pt>
                <c:pt idx="296">
                  <c:v>13775.3</c:v>
                </c:pt>
                <c:pt idx="297">
                  <c:v>13775.3</c:v>
                </c:pt>
                <c:pt idx="298">
                  <c:v>13775.3</c:v>
                </c:pt>
                <c:pt idx="299">
                  <c:v>13775.3</c:v>
                </c:pt>
                <c:pt idx="300">
                  <c:v>13775.3</c:v>
                </c:pt>
                <c:pt idx="301">
                  <c:v>13775.3</c:v>
                </c:pt>
                <c:pt idx="302">
                  <c:v>13775.3</c:v>
                </c:pt>
                <c:pt idx="304">
                  <c:v>15245.363636363636</c:v>
                </c:pt>
                <c:pt idx="305">
                  <c:v>15245.363636363636</c:v>
                </c:pt>
                <c:pt idx="306">
                  <c:v>15245.363636363636</c:v>
                </c:pt>
                <c:pt idx="307">
                  <c:v>15245.363636363636</c:v>
                </c:pt>
                <c:pt idx="308">
                  <c:v>15245.363636363636</c:v>
                </c:pt>
                <c:pt idx="309">
                  <c:v>15245.363636363636</c:v>
                </c:pt>
                <c:pt idx="310">
                  <c:v>15245.363636363636</c:v>
                </c:pt>
                <c:pt idx="311">
                  <c:v>15245.363636363636</c:v>
                </c:pt>
                <c:pt idx="312">
                  <c:v>15245.363636363636</c:v>
                </c:pt>
                <c:pt idx="313">
                  <c:v>15245.363636363636</c:v>
                </c:pt>
                <c:pt idx="314">
                  <c:v>15245.363636363636</c:v>
                </c:pt>
                <c:pt idx="315">
                  <c:v>15245.363636363636</c:v>
                </c:pt>
                <c:pt idx="316">
                  <c:v>15245.363636363636</c:v>
                </c:pt>
                <c:pt idx="317">
                  <c:v>15245.363636363636</c:v>
                </c:pt>
                <c:pt idx="318">
                  <c:v>15245.363636363636</c:v>
                </c:pt>
                <c:pt idx="319">
                  <c:v>15245.363636363636</c:v>
                </c:pt>
                <c:pt idx="320">
                  <c:v>15245.363636363636</c:v>
                </c:pt>
                <c:pt idx="321">
                  <c:v>15245.363636363636</c:v>
                </c:pt>
                <c:pt idx="322">
                  <c:v>15245.363636363636</c:v>
                </c:pt>
                <c:pt idx="323">
                  <c:v>15245.363636363636</c:v>
                </c:pt>
                <c:pt idx="324">
                  <c:v>15245.363636363636</c:v>
                </c:pt>
                <c:pt idx="326">
                  <c:v>15732.09090909091</c:v>
                </c:pt>
                <c:pt idx="327">
                  <c:v>15732.09090909091</c:v>
                </c:pt>
                <c:pt idx="328">
                  <c:v>15732.09090909091</c:v>
                </c:pt>
                <c:pt idx="329">
                  <c:v>15732.09090909091</c:v>
                </c:pt>
                <c:pt idx="330">
                  <c:v>15732.09090909091</c:v>
                </c:pt>
                <c:pt idx="331">
                  <c:v>15732.09090909091</c:v>
                </c:pt>
                <c:pt idx="332">
                  <c:v>15732.09090909091</c:v>
                </c:pt>
                <c:pt idx="333">
                  <c:v>15732.09090909091</c:v>
                </c:pt>
                <c:pt idx="334">
                  <c:v>15732.09090909091</c:v>
                </c:pt>
                <c:pt idx="335">
                  <c:v>15732.09090909091</c:v>
                </c:pt>
                <c:pt idx="336">
                  <c:v>15732.09090909091</c:v>
                </c:pt>
                <c:pt idx="337">
                  <c:v>15732.09090909091</c:v>
                </c:pt>
                <c:pt idx="338">
                  <c:v>15732.09090909091</c:v>
                </c:pt>
                <c:pt idx="339">
                  <c:v>15732.09090909091</c:v>
                </c:pt>
                <c:pt idx="340">
                  <c:v>15732.09090909091</c:v>
                </c:pt>
                <c:pt idx="341">
                  <c:v>15732.09090909091</c:v>
                </c:pt>
                <c:pt idx="342">
                  <c:v>15732.09090909091</c:v>
                </c:pt>
                <c:pt idx="343">
                  <c:v>15732.09090909091</c:v>
                </c:pt>
                <c:pt idx="344">
                  <c:v>15732.09090909091</c:v>
                </c:pt>
                <c:pt idx="345">
                  <c:v>15732.09090909091</c:v>
                </c:pt>
                <c:pt idx="346">
                  <c:v>15732.09090909091</c:v>
                </c:pt>
                <c:pt idx="348">
                  <c:v>14839.619047619048</c:v>
                </c:pt>
                <c:pt idx="349">
                  <c:v>14839.619047619048</c:v>
                </c:pt>
                <c:pt idx="350">
                  <c:v>14839.619047619048</c:v>
                </c:pt>
                <c:pt idx="351">
                  <c:v>14839.619047619048</c:v>
                </c:pt>
                <c:pt idx="352">
                  <c:v>14839.619047619048</c:v>
                </c:pt>
                <c:pt idx="353">
                  <c:v>14839.619047619048</c:v>
                </c:pt>
                <c:pt idx="354">
                  <c:v>14839.619047619048</c:v>
                </c:pt>
                <c:pt idx="355">
                  <c:v>14839.619047619048</c:v>
                </c:pt>
                <c:pt idx="356">
                  <c:v>14839.619047619048</c:v>
                </c:pt>
                <c:pt idx="357">
                  <c:v>14839.619047619048</c:v>
                </c:pt>
                <c:pt idx="358">
                  <c:v>14839.619047619048</c:v>
                </c:pt>
                <c:pt idx="359">
                  <c:v>14839.619047619048</c:v>
                </c:pt>
                <c:pt idx="360">
                  <c:v>14839.619047619048</c:v>
                </c:pt>
                <c:pt idx="361">
                  <c:v>14839.619047619048</c:v>
                </c:pt>
                <c:pt idx="362">
                  <c:v>14839.619047619048</c:v>
                </c:pt>
                <c:pt idx="363">
                  <c:v>14839.619047619048</c:v>
                </c:pt>
                <c:pt idx="364">
                  <c:v>14839.619047619048</c:v>
                </c:pt>
                <c:pt idx="365">
                  <c:v>14839.619047619048</c:v>
                </c:pt>
                <c:pt idx="366">
                  <c:v>14839.619047619048</c:v>
                </c:pt>
                <c:pt idx="367">
                  <c:v>14839.619047619048</c:v>
                </c:pt>
                <c:pt idx="369">
                  <c:v>14127.90909090909</c:v>
                </c:pt>
                <c:pt idx="370">
                  <c:v>14127.90909090909</c:v>
                </c:pt>
                <c:pt idx="371">
                  <c:v>14127.90909090909</c:v>
                </c:pt>
                <c:pt idx="372">
                  <c:v>14127.90909090909</c:v>
                </c:pt>
                <c:pt idx="373">
                  <c:v>14127.90909090909</c:v>
                </c:pt>
                <c:pt idx="374">
                  <c:v>14127.90909090909</c:v>
                </c:pt>
                <c:pt idx="375">
                  <c:v>14127.90909090909</c:v>
                </c:pt>
                <c:pt idx="376">
                  <c:v>14127.90909090909</c:v>
                </c:pt>
                <c:pt idx="377">
                  <c:v>14127.90909090909</c:v>
                </c:pt>
                <c:pt idx="378">
                  <c:v>14127.90909090909</c:v>
                </c:pt>
                <c:pt idx="379">
                  <c:v>14127.90909090909</c:v>
                </c:pt>
                <c:pt idx="380">
                  <c:v>14127.90909090909</c:v>
                </c:pt>
                <c:pt idx="381">
                  <c:v>14127.90909090909</c:v>
                </c:pt>
                <c:pt idx="382">
                  <c:v>14127.90909090909</c:v>
                </c:pt>
                <c:pt idx="383">
                  <c:v>14127.90909090909</c:v>
                </c:pt>
                <c:pt idx="384">
                  <c:v>14127.90909090909</c:v>
                </c:pt>
                <c:pt idx="385">
                  <c:v>14127.90909090909</c:v>
                </c:pt>
                <c:pt idx="386">
                  <c:v>14127.90909090909</c:v>
                </c:pt>
                <c:pt idx="387">
                  <c:v>14127.90909090909</c:v>
                </c:pt>
                <c:pt idx="388">
                  <c:v>14127.90909090909</c:v>
                </c:pt>
                <c:pt idx="389">
                  <c:v>14127.90909090909</c:v>
                </c:pt>
                <c:pt idx="391">
                  <c:v>14535.826086956522</c:v>
                </c:pt>
                <c:pt idx="392">
                  <c:v>14535.826086956522</c:v>
                </c:pt>
                <c:pt idx="393">
                  <c:v>14535.826086956522</c:v>
                </c:pt>
                <c:pt idx="394">
                  <c:v>14535.826086956522</c:v>
                </c:pt>
                <c:pt idx="395">
                  <c:v>14535.826086956522</c:v>
                </c:pt>
                <c:pt idx="396">
                  <c:v>14535.826086956522</c:v>
                </c:pt>
                <c:pt idx="397">
                  <c:v>14535.826086956522</c:v>
                </c:pt>
                <c:pt idx="398">
                  <c:v>14535.826086956522</c:v>
                </c:pt>
                <c:pt idx="399">
                  <c:v>14535.826086956522</c:v>
                </c:pt>
                <c:pt idx="400">
                  <c:v>14535.826086956522</c:v>
                </c:pt>
                <c:pt idx="401">
                  <c:v>14535.826086956522</c:v>
                </c:pt>
                <c:pt idx="402">
                  <c:v>14535.826086956522</c:v>
                </c:pt>
                <c:pt idx="403">
                  <c:v>14535.826086956522</c:v>
                </c:pt>
                <c:pt idx="404">
                  <c:v>14535.826086956522</c:v>
                </c:pt>
                <c:pt idx="405">
                  <c:v>14535.826086956522</c:v>
                </c:pt>
                <c:pt idx="406">
                  <c:v>14535.826086956522</c:v>
                </c:pt>
                <c:pt idx="407">
                  <c:v>14535.826086956522</c:v>
                </c:pt>
                <c:pt idx="408">
                  <c:v>14535.826086956522</c:v>
                </c:pt>
                <c:pt idx="409">
                  <c:v>14535.826086956522</c:v>
                </c:pt>
                <c:pt idx="410">
                  <c:v>14535.826086956522</c:v>
                </c:pt>
                <c:pt idx="411">
                  <c:v>14535.826086956522</c:v>
                </c:pt>
                <c:pt idx="412">
                  <c:v>14535.826086956522</c:v>
                </c:pt>
                <c:pt idx="414">
                  <c:v>14689.761904761905</c:v>
                </c:pt>
                <c:pt idx="415">
                  <c:v>14689.761904761905</c:v>
                </c:pt>
                <c:pt idx="416">
                  <c:v>14689.761904761905</c:v>
                </c:pt>
                <c:pt idx="417">
                  <c:v>14689.761904761905</c:v>
                </c:pt>
                <c:pt idx="418">
                  <c:v>14689.761904761905</c:v>
                </c:pt>
                <c:pt idx="419">
                  <c:v>14689.761904761905</c:v>
                </c:pt>
                <c:pt idx="420">
                  <c:v>14689.761904761905</c:v>
                </c:pt>
                <c:pt idx="421">
                  <c:v>14689.761904761905</c:v>
                </c:pt>
                <c:pt idx="422">
                  <c:v>14689.761904761905</c:v>
                </c:pt>
                <c:pt idx="423">
                  <c:v>14689.761904761905</c:v>
                </c:pt>
                <c:pt idx="424">
                  <c:v>14689.761904761905</c:v>
                </c:pt>
                <c:pt idx="425">
                  <c:v>14689.761904761905</c:v>
                </c:pt>
                <c:pt idx="426">
                  <c:v>14689.761904761905</c:v>
                </c:pt>
                <c:pt idx="427">
                  <c:v>14689.761904761905</c:v>
                </c:pt>
                <c:pt idx="428">
                  <c:v>14689.761904761905</c:v>
                </c:pt>
                <c:pt idx="429">
                  <c:v>14689.761904761905</c:v>
                </c:pt>
                <c:pt idx="430">
                  <c:v>14689.761904761905</c:v>
                </c:pt>
                <c:pt idx="431">
                  <c:v>14689.761904761905</c:v>
                </c:pt>
                <c:pt idx="432">
                  <c:v>14689.761904761905</c:v>
                </c:pt>
                <c:pt idx="433">
                  <c:v>14689.761904761905</c:v>
                </c:pt>
                <c:pt idx="435">
                  <c:v>14807.681818181818</c:v>
                </c:pt>
                <c:pt idx="436">
                  <c:v>14807.681818181818</c:v>
                </c:pt>
                <c:pt idx="437">
                  <c:v>14807.681818181818</c:v>
                </c:pt>
                <c:pt idx="438">
                  <c:v>14807.681818181818</c:v>
                </c:pt>
                <c:pt idx="439">
                  <c:v>14807.681818181818</c:v>
                </c:pt>
                <c:pt idx="440">
                  <c:v>14807.681818181818</c:v>
                </c:pt>
                <c:pt idx="441">
                  <c:v>14807.681818181818</c:v>
                </c:pt>
                <c:pt idx="442">
                  <c:v>14807.681818181818</c:v>
                </c:pt>
                <c:pt idx="443">
                  <c:v>14807.681818181818</c:v>
                </c:pt>
                <c:pt idx="444">
                  <c:v>14807.681818181818</c:v>
                </c:pt>
                <c:pt idx="445">
                  <c:v>14807.681818181818</c:v>
                </c:pt>
                <c:pt idx="446">
                  <c:v>14807.681818181818</c:v>
                </c:pt>
                <c:pt idx="447">
                  <c:v>14807.681818181818</c:v>
                </c:pt>
                <c:pt idx="448">
                  <c:v>14807.681818181818</c:v>
                </c:pt>
                <c:pt idx="449">
                  <c:v>14807.681818181818</c:v>
                </c:pt>
                <c:pt idx="450">
                  <c:v>14807.681818181818</c:v>
                </c:pt>
                <c:pt idx="451">
                  <c:v>14807.681818181818</c:v>
                </c:pt>
                <c:pt idx="452">
                  <c:v>14807.681818181818</c:v>
                </c:pt>
                <c:pt idx="453">
                  <c:v>14807.681818181818</c:v>
                </c:pt>
                <c:pt idx="454">
                  <c:v>14807.681818181818</c:v>
                </c:pt>
                <c:pt idx="455">
                  <c:v>14807.681818181818</c:v>
                </c:pt>
                <c:pt idx="457">
                  <c:v>14697.954545454546</c:v>
                </c:pt>
                <c:pt idx="458">
                  <c:v>14697.954545454546</c:v>
                </c:pt>
                <c:pt idx="459">
                  <c:v>14697.954545454546</c:v>
                </c:pt>
                <c:pt idx="460">
                  <c:v>14697.954545454546</c:v>
                </c:pt>
                <c:pt idx="461">
                  <c:v>14697.954545454546</c:v>
                </c:pt>
                <c:pt idx="462">
                  <c:v>14697.954545454546</c:v>
                </c:pt>
                <c:pt idx="463">
                  <c:v>14697.954545454546</c:v>
                </c:pt>
                <c:pt idx="464">
                  <c:v>14697.954545454546</c:v>
                </c:pt>
                <c:pt idx="465">
                  <c:v>14697.954545454546</c:v>
                </c:pt>
                <c:pt idx="466">
                  <c:v>14697.954545454546</c:v>
                </c:pt>
                <c:pt idx="467">
                  <c:v>14697.954545454546</c:v>
                </c:pt>
                <c:pt idx="468">
                  <c:v>14697.954545454546</c:v>
                </c:pt>
                <c:pt idx="469">
                  <c:v>14697.954545454546</c:v>
                </c:pt>
                <c:pt idx="470">
                  <c:v>14697.954545454546</c:v>
                </c:pt>
                <c:pt idx="471">
                  <c:v>14697.954545454546</c:v>
                </c:pt>
                <c:pt idx="472">
                  <c:v>14697.954545454546</c:v>
                </c:pt>
                <c:pt idx="473">
                  <c:v>14697.954545454546</c:v>
                </c:pt>
                <c:pt idx="474">
                  <c:v>14697.954545454546</c:v>
                </c:pt>
                <c:pt idx="475">
                  <c:v>14697.954545454546</c:v>
                </c:pt>
                <c:pt idx="476">
                  <c:v>14697.954545454546</c:v>
                </c:pt>
                <c:pt idx="477">
                  <c:v>14697.954545454546</c:v>
                </c:pt>
                <c:pt idx="479">
                  <c:v>14201.952380952382</c:v>
                </c:pt>
                <c:pt idx="480">
                  <c:v>14201.952380952382</c:v>
                </c:pt>
                <c:pt idx="481">
                  <c:v>14201.952380952382</c:v>
                </c:pt>
                <c:pt idx="482">
                  <c:v>14201.952380952382</c:v>
                </c:pt>
                <c:pt idx="483">
                  <c:v>14201.952380952382</c:v>
                </c:pt>
                <c:pt idx="484">
                  <c:v>14201.952380952382</c:v>
                </c:pt>
                <c:pt idx="485">
                  <c:v>14201.952380952382</c:v>
                </c:pt>
                <c:pt idx="486">
                  <c:v>14201.952380952382</c:v>
                </c:pt>
                <c:pt idx="487">
                  <c:v>14201.952380952382</c:v>
                </c:pt>
                <c:pt idx="488">
                  <c:v>14201.952380952382</c:v>
                </c:pt>
                <c:pt idx="489">
                  <c:v>14201.952380952382</c:v>
                </c:pt>
                <c:pt idx="490">
                  <c:v>14201.952380952382</c:v>
                </c:pt>
                <c:pt idx="491">
                  <c:v>14201.952380952382</c:v>
                </c:pt>
                <c:pt idx="492">
                  <c:v>14201.952380952382</c:v>
                </c:pt>
                <c:pt idx="493">
                  <c:v>14201.952380952382</c:v>
                </c:pt>
                <c:pt idx="494">
                  <c:v>14201.952380952382</c:v>
                </c:pt>
                <c:pt idx="495">
                  <c:v>14201.952380952382</c:v>
                </c:pt>
                <c:pt idx="496">
                  <c:v>14201.952380952382</c:v>
                </c:pt>
                <c:pt idx="497">
                  <c:v>14201.952380952382</c:v>
                </c:pt>
                <c:pt idx="498">
                  <c:v>14201.952380952382</c:v>
                </c:pt>
                <c:pt idx="500">
                  <c:v>14125.565217391304</c:v>
                </c:pt>
                <c:pt idx="501">
                  <c:v>14125.565217391304</c:v>
                </c:pt>
                <c:pt idx="502">
                  <c:v>14125.565217391304</c:v>
                </c:pt>
                <c:pt idx="503">
                  <c:v>14125.565217391304</c:v>
                </c:pt>
                <c:pt idx="504">
                  <c:v>14125.565217391304</c:v>
                </c:pt>
                <c:pt idx="505">
                  <c:v>14125.565217391304</c:v>
                </c:pt>
                <c:pt idx="506">
                  <c:v>14125.565217391304</c:v>
                </c:pt>
                <c:pt idx="507">
                  <c:v>14125.565217391304</c:v>
                </c:pt>
                <c:pt idx="508">
                  <c:v>14125.565217391304</c:v>
                </c:pt>
                <c:pt idx="509">
                  <c:v>14125.565217391304</c:v>
                </c:pt>
                <c:pt idx="510">
                  <c:v>14125.565217391304</c:v>
                </c:pt>
                <c:pt idx="511">
                  <c:v>14125.565217391304</c:v>
                </c:pt>
                <c:pt idx="512">
                  <c:v>14125.565217391304</c:v>
                </c:pt>
                <c:pt idx="513">
                  <c:v>14125.565217391304</c:v>
                </c:pt>
                <c:pt idx="514">
                  <c:v>14125.565217391304</c:v>
                </c:pt>
                <c:pt idx="515">
                  <c:v>14125.565217391304</c:v>
                </c:pt>
                <c:pt idx="516">
                  <c:v>14125.565217391304</c:v>
                </c:pt>
                <c:pt idx="517">
                  <c:v>14125.565217391304</c:v>
                </c:pt>
                <c:pt idx="518">
                  <c:v>14125.565217391304</c:v>
                </c:pt>
                <c:pt idx="519">
                  <c:v>14125.565217391304</c:v>
                </c:pt>
                <c:pt idx="520">
                  <c:v>14125.565217391304</c:v>
                </c:pt>
                <c:pt idx="521">
                  <c:v>14125.565217391304</c:v>
                </c:pt>
                <c:pt idx="523">
                  <c:v>14025.238095238095</c:v>
                </c:pt>
                <c:pt idx="524">
                  <c:v>14025.238095238095</c:v>
                </c:pt>
                <c:pt idx="525">
                  <c:v>14025.238095238095</c:v>
                </c:pt>
                <c:pt idx="526">
                  <c:v>14025.238095238095</c:v>
                </c:pt>
                <c:pt idx="527">
                  <c:v>14025.238095238095</c:v>
                </c:pt>
                <c:pt idx="528">
                  <c:v>14025.238095238095</c:v>
                </c:pt>
                <c:pt idx="529">
                  <c:v>14025.238095238095</c:v>
                </c:pt>
                <c:pt idx="530">
                  <c:v>14025.238095238095</c:v>
                </c:pt>
                <c:pt idx="531">
                  <c:v>14025.238095238095</c:v>
                </c:pt>
                <c:pt idx="532">
                  <c:v>14025.238095238095</c:v>
                </c:pt>
                <c:pt idx="533">
                  <c:v>14025.238095238095</c:v>
                </c:pt>
                <c:pt idx="534">
                  <c:v>14025.238095238095</c:v>
                </c:pt>
                <c:pt idx="535">
                  <c:v>14025.238095238095</c:v>
                </c:pt>
                <c:pt idx="536">
                  <c:v>14025.238095238095</c:v>
                </c:pt>
                <c:pt idx="537">
                  <c:v>14025.238095238095</c:v>
                </c:pt>
                <c:pt idx="538">
                  <c:v>14025.238095238095</c:v>
                </c:pt>
                <c:pt idx="539">
                  <c:v>14025.238095238095</c:v>
                </c:pt>
                <c:pt idx="540">
                  <c:v>14025.238095238095</c:v>
                </c:pt>
                <c:pt idx="541">
                  <c:v>14025.238095238095</c:v>
                </c:pt>
                <c:pt idx="542">
                  <c:v>14025.238095238095</c:v>
                </c:pt>
                <c:pt idx="544">
                  <c:v>14029.45</c:v>
                </c:pt>
                <c:pt idx="545">
                  <c:v>14029.45</c:v>
                </c:pt>
                <c:pt idx="546">
                  <c:v>14029.45</c:v>
                </c:pt>
                <c:pt idx="547">
                  <c:v>14029.45</c:v>
                </c:pt>
                <c:pt idx="548">
                  <c:v>14029.45</c:v>
                </c:pt>
                <c:pt idx="549">
                  <c:v>14029.45</c:v>
                </c:pt>
                <c:pt idx="550">
                  <c:v>14029.45</c:v>
                </c:pt>
                <c:pt idx="551">
                  <c:v>14029.45</c:v>
                </c:pt>
                <c:pt idx="552">
                  <c:v>14029.45</c:v>
                </c:pt>
                <c:pt idx="553">
                  <c:v>14029.45</c:v>
                </c:pt>
                <c:pt idx="554">
                  <c:v>14029.45</c:v>
                </c:pt>
                <c:pt idx="555">
                  <c:v>14029.45</c:v>
                </c:pt>
                <c:pt idx="556">
                  <c:v>14029.45</c:v>
                </c:pt>
                <c:pt idx="557">
                  <c:v>14029.45</c:v>
                </c:pt>
                <c:pt idx="558">
                  <c:v>14029.45</c:v>
                </c:pt>
                <c:pt idx="559">
                  <c:v>14029.45</c:v>
                </c:pt>
                <c:pt idx="560">
                  <c:v>14029.45</c:v>
                </c:pt>
                <c:pt idx="561">
                  <c:v>14029.45</c:v>
                </c:pt>
                <c:pt idx="562">
                  <c:v>14029.45</c:v>
                </c:pt>
                <c:pt idx="564">
                  <c:v>14388.217391304348</c:v>
                </c:pt>
                <c:pt idx="565">
                  <c:v>14388.217391304348</c:v>
                </c:pt>
                <c:pt idx="566">
                  <c:v>14388.217391304348</c:v>
                </c:pt>
                <c:pt idx="567">
                  <c:v>14388.217391304348</c:v>
                </c:pt>
                <c:pt idx="568">
                  <c:v>14388.217391304348</c:v>
                </c:pt>
                <c:pt idx="569">
                  <c:v>14388.217391304348</c:v>
                </c:pt>
                <c:pt idx="570">
                  <c:v>14388.217391304348</c:v>
                </c:pt>
                <c:pt idx="571">
                  <c:v>14388.217391304348</c:v>
                </c:pt>
                <c:pt idx="572">
                  <c:v>14388.217391304348</c:v>
                </c:pt>
                <c:pt idx="573">
                  <c:v>14388.217391304348</c:v>
                </c:pt>
                <c:pt idx="574">
                  <c:v>14388.217391304348</c:v>
                </c:pt>
                <c:pt idx="575">
                  <c:v>14388.217391304348</c:v>
                </c:pt>
                <c:pt idx="576">
                  <c:v>14388.217391304348</c:v>
                </c:pt>
                <c:pt idx="577">
                  <c:v>14388.217391304348</c:v>
                </c:pt>
                <c:pt idx="578">
                  <c:v>14388.217391304348</c:v>
                </c:pt>
                <c:pt idx="579">
                  <c:v>14388.217391304348</c:v>
                </c:pt>
                <c:pt idx="580">
                  <c:v>14388.217391304348</c:v>
                </c:pt>
                <c:pt idx="581">
                  <c:v>14388.217391304348</c:v>
                </c:pt>
                <c:pt idx="582">
                  <c:v>14388.217391304348</c:v>
                </c:pt>
                <c:pt idx="583">
                  <c:v>14388.217391304348</c:v>
                </c:pt>
                <c:pt idx="584">
                  <c:v>14388.217391304348</c:v>
                </c:pt>
                <c:pt idx="585">
                  <c:v>14388.217391304348</c:v>
                </c:pt>
                <c:pt idx="587">
                  <c:v>14528.818181818182</c:v>
                </c:pt>
                <c:pt idx="588">
                  <c:v>14528.818181818182</c:v>
                </c:pt>
                <c:pt idx="589">
                  <c:v>14528.818181818182</c:v>
                </c:pt>
                <c:pt idx="590">
                  <c:v>14528.818181818182</c:v>
                </c:pt>
                <c:pt idx="591">
                  <c:v>14528.818181818182</c:v>
                </c:pt>
                <c:pt idx="592">
                  <c:v>14528.818181818182</c:v>
                </c:pt>
                <c:pt idx="593">
                  <c:v>14528.818181818182</c:v>
                </c:pt>
                <c:pt idx="594">
                  <c:v>14528.818181818182</c:v>
                </c:pt>
                <c:pt idx="595">
                  <c:v>14528.818181818182</c:v>
                </c:pt>
                <c:pt idx="596">
                  <c:v>14528.818181818182</c:v>
                </c:pt>
                <c:pt idx="597">
                  <c:v>14528.818181818182</c:v>
                </c:pt>
                <c:pt idx="598">
                  <c:v>14528.818181818182</c:v>
                </c:pt>
                <c:pt idx="599">
                  <c:v>14528.818181818182</c:v>
                </c:pt>
                <c:pt idx="600">
                  <c:v>14528.818181818182</c:v>
                </c:pt>
                <c:pt idx="601">
                  <c:v>14528.818181818182</c:v>
                </c:pt>
                <c:pt idx="602">
                  <c:v>14528.818181818182</c:v>
                </c:pt>
                <c:pt idx="603">
                  <c:v>14528.818181818182</c:v>
                </c:pt>
                <c:pt idx="604">
                  <c:v>14528.818181818182</c:v>
                </c:pt>
                <c:pt idx="605">
                  <c:v>14528.818181818182</c:v>
                </c:pt>
                <c:pt idx="606">
                  <c:v>14528.818181818182</c:v>
                </c:pt>
                <c:pt idx="607">
                  <c:v>14528.818181818182</c:v>
                </c:pt>
                <c:pt idx="609">
                  <c:v>14302.333333333334</c:v>
                </c:pt>
                <c:pt idx="610">
                  <c:v>14302.333333333334</c:v>
                </c:pt>
                <c:pt idx="611">
                  <c:v>14302.333333333334</c:v>
                </c:pt>
                <c:pt idx="612">
                  <c:v>14302.333333333334</c:v>
                </c:pt>
                <c:pt idx="613">
                  <c:v>14302.333333333334</c:v>
                </c:pt>
                <c:pt idx="614">
                  <c:v>14302.333333333334</c:v>
                </c:pt>
                <c:pt idx="615">
                  <c:v>14302.333333333334</c:v>
                </c:pt>
                <c:pt idx="616">
                  <c:v>14302.333333333334</c:v>
                </c:pt>
                <c:pt idx="617">
                  <c:v>14302.333333333334</c:v>
                </c:pt>
                <c:pt idx="618">
                  <c:v>14302.333333333334</c:v>
                </c:pt>
                <c:pt idx="619">
                  <c:v>14302.333333333334</c:v>
                </c:pt>
                <c:pt idx="620">
                  <c:v>14302.333333333334</c:v>
                </c:pt>
                <c:pt idx="621">
                  <c:v>14302.333333333334</c:v>
                </c:pt>
                <c:pt idx="622">
                  <c:v>14302.333333333334</c:v>
                </c:pt>
                <c:pt idx="623">
                  <c:v>14302.333333333334</c:v>
                </c:pt>
                <c:pt idx="624">
                  <c:v>14302.333333333334</c:v>
                </c:pt>
                <c:pt idx="625">
                  <c:v>14302.333333333334</c:v>
                </c:pt>
                <c:pt idx="626">
                  <c:v>14302.333333333334</c:v>
                </c:pt>
                <c:pt idx="627">
                  <c:v>14302.333333333334</c:v>
                </c:pt>
                <c:pt idx="628">
                  <c:v>14302.333333333334</c:v>
                </c:pt>
                <c:pt idx="630">
                  <c:v>14332.045454545454</c:v>
                </c:pt>
                <c:pt idx="631">
                  <c:v>14332.045454545454</c:v>
                </c:pt>
                <c:pt idx="632">
                  <c:v>14332.045454545454</c:v>
                </c:pt>
                <c:pt idx="633">
                  <c:v>14332.045454545454</c:v>
                </c:pt>
                <c:pt idx="634">
                  <c:v>14332.045454545454</c:v>
                </c:pt>
                <c:pt idx="635">
                  <c:v>14332.045454545454</c:v>
                </c:pt>
                <c:pt idx="636">
                  <c:v>14332.045454545454</c:v>
                </c:pt>
                <c:pt idx="637">
                  <c:v>14332.045454545454</c:v>
                </c:pt>
                <c:pt idx="638">
                  <c:v>14332.045454545454</c:v>
                </c:pt>
                <c:pt idx="639">
                  <c:v>14332.045454545454</c:v>
                </c:pt>
                <c:pt idx="640">
                  <c:v>14332.045454545454</c:v>
                </c:pt>
                <c:pt idx="641">
                  <c:v>14332.045454545454</c:v>
                </c:pt>
                <c:pt idx="642">
                  <c:v>14332.045454545454</c:v>
                </c:pt>
                <c:pt idx="643">
                  <c:v>14332.045454545454</c:v>
                </c:pt>
                <c:pt idx="644">
                  <c:v>14332.045454545454</c:v>
                </c:pt>
                <c:pt idx="645">
                  <c:v>14332.045454545454</c:v>
                </c:pt>
                <c:pt idx="646">
                  <c:v>14332.045454545454</c:v>
                </c:pt>
                <c:pt idx="647">
                  <c:v>14332.045454545454</c:v>
                </c:pt>
                <c:pt idx="648">
                  <c:v>14332.045454545454</c:v>
                </c:pt>
                <c:pt idx="649">
                  <c:v>14332.045454545454</c:v>
                </c:pt>
                <c:pt idx="650">
                  <c:v>14332.045454545454</c:v>
                </c:pt>
                <c:pt idx="652">
                  <c:v>14495.545454545454</c:v>
                </c:pt>
                <c:pt idx="653">
                  <c:v>14495.545454545454</c:v>
                </c:pt>
                <c:pt idx="654">
                  <c:v>14495.545454545454</c:v>
                </c:pt>
                <c:pt idx="655">
                  <c:v>14495.545454545454</c:v>
                </c:pt>
                <c:pt idx="656">
                  <c:v>14495.545454545454</c:v>
                </c:pt>
                <c:pt idx="657">
                  <c:v>14495.545454545454</c:v>
                </c:pt>
                <c:pt idx="658">
                  <c:v>14495.545454545454</c:v>
                </c:pt>
                <c:pt idx="659">
                  <c:v>14495.545454545454</c:v>
                </c:pt>
                <c:pt idx="660">
                  <c:v>14495.545454545454</c:v>
                </c:pt>
                <c:pt idx="661">
                  <c:v>14495.545454545454</c:v>
                </c:pt>
                <c:pt idx="662">
                  <c:v>14495.545454545454</c:v>
                </c:pt>
                <c:pt idx="663">
                  <c:v>14495.545454545454</c:v>
                </c:pt>
                <c:pt idx="664">
                  <c:v>14495.545454545454</c:v>
                </c:pt>
                <c:pt idx="665">
                  <c:v>14495.545454545454</c:v>
                </c:pt>
                <c:pt idx="666">
                  <c:v>14495.545454545454</c:v>
                </c:pt>
                <c:pt idx="667">
                  <c:v>14495.545454545454</c:v>
                </c:pt>
                <c:pt idx="668">
                  <c:v>14495.545454545454</c:v>
                </c:pt>
                <c:pt idx="669">
                  <c:v>14495.545454545454</c:v>
                </c:pt>
                <c:pt idx="670">
                  <c:v>14495.545454545454</c:v>
                </c:pt>
                <c:pt idx="671">
                  <c:v>14495.545454545454</c:v>
                </c:pt>
                <c:pt idx="672">
                  <c:v>14495.545454545454</c:v>
                </c:pt>
                <c:pt idx="674">
                  <c:v>14378.5</c:v>
                </c:pt>
                <c:pt idx="675">
                  <c:v>14378.5</c:v>
                </c:pt>
                <c:pt idx="676">
                  <c:v>14378.5</c:v>
                </c:pt>
                <c:pt idx="677">
                  <c:v>14378.5</c:v>
                </c:pt>
                <c:pt idx="678">
                  <c:v>14378.5</c:v>
                </c:pt>
                <c:pt idx="679">
                  <c:v>14378.5</c:v>
                </c:pt>
                <c:pt idx="680">
                  <c:v>14378.5</c:v>
                </c:pt>
                <c:pt idx="681">
                  <c:v>14378.5</c:v>
                </c:pt>
                <c:pt idx="682">
                  <c:v>14378.5</c:v>
                </c:pt>
                <c:pt idx="683">
                  <c:v>14378.5</c:v>
                </c:pt>
                <c:pt idx="684">
                  <c:v>14378.5</c:v>
                </c:pt>
                <c:pt idx="685">
                  <c:v>14378.5</c:v>
                </c:pt>
                <c:pt idx="686">
                  <c:v>14378.5</c:v>
                </c:pt>
                <c:pt idx="687">
                  <c:v>14378.5</c:v>
                </c:pt>
                <c:pt idx="688">
                  <c:v>14378.5</c:v>
                </c:pt>
                <c:pt idx="689">
                  <c:v>14378.5</c:v>
                </c:pt>
                <c:pt idx="690">
                  <c:v>14378.5</c:v>
                </c:pt>
                <c:pt idx="691">
                  <c:v>14378.5</c:v>
                </c:pt>
                <c:pt idx="692">
                  <c:v>14378.5</c:v>
                </c:pt>
                <c:pt idx="693">
                  <c:v>14378.5</c:v>
                </c:pt>
                <c:pt idx="694">
                  <c:v>14378.5</c:v>
                </c:pt>
                <c:pt idx="696">
                  <c:v>14251.863636363636</c:v>
                </c:pt>
                <c:pt idx="697">
                  <c:v>14251.863636363636</c:v>
                </c:pt>
                <c:pt idx="698">
                  <c:v>14251.863636363636</c:v>
                </c:pt>
                <c:pt idx="699">
                  <c:v>14251.863636363636</c:v>
                </c:pt>
                <c:pt idx="700">
                  <c:v>14251.863636363636</c:v>
                </c:pt>
                <c:pt idx="701">
                  <c:v>14251.863636363636</c:v>
                </c:pt>
                <c:pt idx="702">
                  <c:v>14251.863636363636</c:v>
                </c:pt>
                <c:pt idx="703">
                  <c:v>14251.863636363636</c:v>
                </c:pt>
                <c:pt idx="704">
                  <c:v>14251.863636363636</c:v>
                </c:pt>
                <c:pt idx="705">
                  <c:v>14251.863636363636</c:v>
                </c:pt>
                <c:pt idx="706">
                  <c:v>14251.863636363636</c:v>
                </c:pt>
                <c:pt idx="707">
                  <c:v>14251.863636363636</c:v>
                </c:pt>
                <c:pt idx="708">
                  <c:v>14251.863636363636</c:v>
                </c:pt>
                <c:pt idx="709">
                  <c:v>14251.863636363636</c:v>
                </c:pt>
                <c:pt idx="710">
                  <c:v>14251.863636363636</c:v>
                </c:pt>
                <c:pt idx="711">
                  <c:v>14251.863636363636</c:v>
                </c:pt>
                <c:pt idx="712">
                  <c:v>14251.863636363636</c:v>
                </c:pt>
                <c:pt idx="713">
                  <c:v>14251.863636363636</c:v>
                </c:pt>
                <c:pt idx="714">
                  <c:v>14251.863636363636</c:v>
                </c:pt>
                <c:pt idx="715">
                  <c:v>14251.863636363636</c:v>
                </c:pt>
                <c:pt idx="716">
                  <c:v>14251.863636363636</c:v>
                </c:pt>
                <c:pt idx="718">
                  <c:v>14175.761904761905</c:v>
                </c:pt>
                <c:pt idx="719">
                  <c:v>14175.761904761905</c:v>
                </c:pt>
                <c:pt idx="720">
                  <c:v>14175.761904761905</c:v>
                </c:pt>
                <c:pt idx="721">
                  <c:v>14175.761904761905</c:v>
                </c:pt>
                <c:pt idx="722">
                  <c:v>14175.761904761905</c:v>
                </c:pt>
                <c:pt idx="723">
                  <c:v>14175.761904761905</c:v>
                </c:pt>
                <c:pt idx="724">
                  <c:v>14175.761904761905</c:v>
                </c:pt>
                <c:pt idx="725">
                  <c:v>14175.761904761905</c:v>
                </c:pt>
                <c:pt idx="726">
                  <c:v>14175.761904761905</c:v>
                </c:pt>
                <c:pt idx="727">
                  <c:v>14175.761904761905</c:v>
                </c:pt>
                <c:pt idx="728">
                  <c:v>14175.761904761905</c:v>
                </c:pt>
                <c:pt idx="729">
                  <c:v>14175.761904761905</c:v>
                </c:pt>
                <c:pt idx="730">
                  <c:v>14175.761904761905</c:v>
                </c:pt>
                <c:pt idx="731">
                  <c:v>14175.761904761905</c:v>
                </c:pt>
                <c:pt idx="732">
                  <c:v>14175.761904761905</c:v>
                </c:pt>
                <c:pt idx="733">
                  <c:v>14175.761904761905</c:v>
                </c:pt>
                <c:pt idx="734">
                  <c:v>14175.761904761905</c:v>
                </c:pt>
                <c:pt idx="735">
                  <c:v>14175.761904761905</c:v>
                </c:pt>
                <c:pt idx="736">
                  <c:v>14175.761904761905</c:v>
                </c:pt>
                <c:pt idx="737">
                  <c:v>14175.761904761905</c:v>
                </c:pt>
                <c:pt idx="739">
                  <c:v>14265.59090909091</c:v>
                </c:pt>
                <c:pt idx="740">
                  <c:v>14265.59090909091</c:v>
                </c:pt>
                <c:pt idx="741">
                  <c:v>14265.59090909091</c:v>
                </c:pt>
                <c:pt idx="742">
                  <c:v>14265.59090909091</c:v>
                </c:pt>
                <c:pt idx="743">
                  <c:v>14265.59090909091</c:v>
                </c:pt>
                <c:pt idx="744">
                  <c:v>14265.59090909091</c:v>
                </c:pt>
                <c:pt idx="745">
                  <c:v>14265.59090909091</c:v>
                </c:pt>
                <c:pt idx="746">
                  <c:v>14265.59090909091</c:v>
                </c:pt>
                <c:pt idx="747">
                  <c:v>14265.59090909091</c:v>
                </c:pt>
                <c:pt idx="748">
                  <c:v>14265.59090909091</c:v>
                </c:pt>
                <c:pt idx="749">
                  <c:v>14265.59090909091</c:v>
                </c:pt>
                <c:pt idx="750">
                  <c:v>14265.59090909091</c:v>
                </c:pt>
                <c:pt idx="751">
                  <c:v>14265.59090909091</c:v>
                </c:pt>
                <c:pt idx="752">
                  <c:v>14265.59090909091</c:v>
                </c:pt>
                <c:pt idx="753">
                  <c:v>14265.59090909091</c:v>
                </c:pt>
                <c:pt idx="754">
                  <c:v>14265.59090909091</c:v>
                </c:pt>
                <c:pt idx="755">
                  <c:v>14265.59090909091</c:v>
                </c:pt>
                <c:pt idx="756">
                  <c:v>14265.59090909091</c:v>
                </c:pt>
                <c:pt idx="757">
                  <c:v>14265.59090909091</c:v>
                </c:pt>
                <c:pt idx="758">
                  <c:v>14265.59090909091</c:v>
                </c:pt>
                <c:pt idx="759">
                  <c:v>14265.59090909091</c:v>
                </c:pt>
                <c:pt idx="761">
                  <c:v>14322.521739130434</c:v>
                </c:pt>
                <c:pt idx="762">
                  <c:v>14322.521739130434</c:v>
                </c:pt>
                <c:pt idx="763">
                  <c:v>14322.521739130434</c:v>
                </c:pt>
                <c:pt idx="764">
                  <c:v>14322.521739130434</c:v>
                </c:pt>
                <c:pt idx="765">
                  <c:v>14322.521739130434</c:v>
                </c:pt>
                <c:pt idx="766">
                  <c:v>14322.521739130434</c:v>
                </c:pt>
                <c:pt idx="767">
                  <c:v>14322.521739130434</c:v>
                </c:pt>
                <c:pt idx="768">
                  <c:v>14322.521739130434</c:v>
                </c:pt>
                <c:pt idx="769">
                  <c:v>14322.521739130434</c:v>
                </c:pt>
                <c:pt idx="770">
                  <c:v>14322.521739130434</c:v>
                </c:pt>
                <c:pt idx="771">
                  <c:v>14322.521739130434</c:v>
                </c:pt>
                <c:pt idx="772">
                  <c:v>14322.521739130434</c:v>
                </c:pt>
                <c:pt idx="773">
                  <c:v>14322.521739130434</c:v>
                </c:pt>
                <c:pt idx="774">
                  <c:v>14322.521739130434</c:v>
                </c:pt>
                <c:pt idx="775">
                  <c:v>14322.521739130434</c:v>
                </c:pt>
                <c:pt idx="776">
                  <c:v>14322.521739130434</c:v>
                </c:pt>
                <c:pt idx="777">
                  <c:v>14322.521739130434</c:v>
                </c:pt>
                <c:pt idx="778">
                  <c:v>14322.521739130434</c:v>
                </c:pt>
                <c:pt idx="779">
                  <c:v>14322.521739130434</c:v>
                </c:pt>
                <c:pt idx="780">
                  <c:v>14322.521739130434</c:v>
                </c:pt>
                <c:pt idx="781">
                  <c:v>14322.521739130434</c:v>
                </c:pt>
                <c:pt idx="782">
                  <c:v>14322.521739130434</c:v>
                </c:pt>
                <c:pt idx="784">
                  <c:v>14338</c:v>
                </c:pt>
                <c:pt idx="785">
                  <c:v>14338</c:v>
                </c:pt>
                <c:pt idx="786">
                  <c:v>14338</c:v>
                </c:pt>
                <c:pt idx="787">
                  <c:v>14338</c:v>
                </c:pt>
                <c:pt idx="788">
                  <c:v>14338</c:v>
                </c:pt>
                <c:pt idx="789">
                  <c:v>14338</c:v>
                </c:pt>
                <c:pt idx="790">
                  <c:v>14338</c:v>
                </c:pt>
                <c:pt idx="791">
                  <c:v>14338</c:v>
                </c:pt>
                <c:pt idx="792">
                  <c:v>14338</c:v>
                </c:pt>
                <c:pt idx="793">
                  <c:v>14338</c:v>
                </c:pt>
                <c:pt idx="794">
                  <c:v>14338</c:v>
                </c:pt>
                <c:pt idx="795">
                  <c:v>14338</c:v>
                </c:pt>
                <c:pt idx="796">
                  <c:v>14338</c:v>
                </c:pt>
                <c:pt idx="797">
                  <c:v>14338</c:v>
                </c:pt>
                <c:pt idx="798">
                  <c:v>14338</c:v>
                </c:pt>
                <c:pt idx="799">
                  <c:v>14338</c:v>
                </c:pt>
                <c:pt idx="800">
                  <c:v>14338</c:v>
                </c:pt>
                <c:pt idx="801">
                  <c:v>14338</c:v>
                </c:pt>
                <c:pt idx="802">
                  <c:v>14338</c:v>
                </c:pt>
                <c:pt idx="803">
                  <c:v>14338</c:v>
                </c:pt>
                <c:pt idx="805">
                  <c:v>14351.35</c:v>
                </c:pt>
                <c:pt idx="806">
                  <c:v>14351.35</c:v>
                </c:pt>
                <c:pt idx="807">
                  <c:v>14351.35</c:v>
                </c:pt>
                <c:pt idx="808">
                  <c:v>14351.35</c:v>
                </c:pt>
                <c:pt idx="809">
                  <c:v>14351.35</c:v>
                </c:pt>
                <c:pt idx="810">
                  <c:v>14351.35</c:v>
                </c:pt>
                <c:pt idx="811">
                  <c:v>14351.35</c:v>
                </c:pt>
                <c:pt idx="812">
                  <c:v>14351.35</c:v>
                </c:pt>
                <c:pt idx="813">
                  <c:v>14351.35</c:v>
                </c:pt>
                <c:pt idx="814">
                  <c:v>14351.35</c:v>
                </c:pt>
                <c:pt idx="815">
                  <c:v>14351.35</c:v>
                </c:pt>
                <c:pt idx="816">
                  <c:v>14351.35</c:v>
                </c:pt>
                <c:pt idx="817">
                  <c:v>14351.35</c:v>
                </c:pt>
                <c:pt idx="818">
                  <c:v>14351.35</c:v>
                </c:pt>
                <c:pt idx="819">
                  <c:v>14351.35</c:v>
                </c:pt>
                <c:pt idx="820">
                  <c:v>14351.35</c:v>
                </c:pt>
                <c:pt idx="821">
                  <c:v>14351.35</c:v>
                </c:pt>
                <c:pt idx="822">
                  <c:v>14351.35</c:v>
                </c:pt>
                <c:pt idx="823">
                  <c:v>14351.35</c:v>
                </c:pt>
                <c:pt idx="825">
                  <c:v>14349.04347826087</c:v>
                </c:pt>
                <c:pt idx="826">
                  <c:v>14349.04347826087</c:v>
                </c:pt>
                <c:pt idx="827">
                  <c:v>14349.04347826087</c:v>
                </c:pt>
                <c:pt idx="828">
                  <c:v>14349.04347826087</c:v>
                </c:pt>
                <c:pt idx="829">
                  <c:v>14349.04347826087</c:v>
                </c:pt>
                <c:pt idx="830">
                  <c:v>14349.04347826087</c:v>
                </c:pt>
                <c:pt idx="831">
                  <c:v>14349.04347826087</c:v>
                </c:pt>
                <c:pt idx="832">
                  <c:v>14349.04347826087</c:v>
                </c:pt>
                <c:pt idx="833">
                  <c:v>14349.04347826087</c:v>
                </c:pt>
                <c:pt idx="834">
                  <c:v>14349.04347826087</c:v>
                </c:pt>
                <c:pt idx="835">
                  <c:v>14349.04347826087</c:v>
                </c:pt>
                <c:pt idx="836">
                  <c:v>14349.04347826087</c:v>
                </c:pt>
                <c:pt idx="837">
                  <c:v>14349.04347826087</c:v>
                </c:pt>
                <c:pt idx="838">
                  <c:v>14349.04347826087</c:v>
                </c:pt>
                <c:pt idx="839">
                  <c:v>14349.04347826087</c:v>
                </c:pt>
                <c:pt idx="840">
                  <c:v>14349.04347826087</c:v>
                </c:pt>
                <c:pt idx="841">
                  <c:v>14349.04347826087</c:v>
                </c:pt>
                <c:pt idx="842">
                  <c:v>14349.04347826087</c:v>
                </c:pt>
                <c:pt idx="843">
                  <c:v>14349.04347826087</c:v>
                </c:pt>
                <c:pt idx="844">
                  <c:v>14349.04347826087</c:v>
                </c:pt>
                <c:pt idx="845">
                  <c:v>14349.04347826087</c:v>
                </c:pt>
                <c:pt idx="846">
                  <c:v>14349.04347826087</c:v>
                </c:pt>
                <c:pt idx="848">
                  <c:v>14379.428571428571</c:v>
                </c:pt>
                <c:pt idx="849">
                  <c:v>14379.428571428571</c:v>
                </c:pt>
                <c:pt idx="850">
                  <c:v>14379.428571428571</c:v>
                </c:pt>
                <c:pt idx="851">
                  <c:v>14379.428571428571</c:v>
                </c:pt>
                <c:pt idx="852">
                  <c:v>14379.428571428571</c:v>
                </c:pt>
                <c:pt idx="853">
                  <c:v>14379.428571428571</c:v>
                </c:pt>
                <c:pt idx="854">
                  <c:v>14379.428571428571</c:v>
                </c:pt>
                <c:pt idx="855">
                  <c:v>14379.428571428571</c:v>
                </c:pt>
                <c:pt idx="856">
                  <c:v>14379.428571428571</c:v>
                </c:pt>
                <c:pt idx="857">
                  <c:v>14379.428571428571</c:v>
                </c:pt>
                <c:pt idx="858">
                  <c:v>14379.428571428571</c:v>
                </c:pt>
                <c:pt idx="859">
                  <c:v>14379.428571428571</c:v>
                </c:pt>
                <c:pt idx="860">
                  <c:v>14379.428571428571</c:v>
                </c:pt>
                <c:pt idx="861">
                  <c:v>14379.428571428571</c:v>
                </c:pt>
                <c:pt idx="862">
                  <c:v>14379.428571428571</c:v>
                </c:pt>
                <c:pt idx="863">
                  <c:v>14379.428571428571</c:v>
                </c:pt>
                <c:pt idx="864">
                  <c:v>14379.428571428571</c:v>
                </c:pt>
                <c:pt idx="865">
                  <c:v>14379.428571428571</c:v>
                </c:pt>
                <c:pt idx="866">
                  <c:v>14379.428571428571</c:v>
                </c:pt>
                <c:pt idx="867">
                  <c:v>14379.428571428571</c:v>
                </c:pt>
                <c:pt idx="869">
                  <c:v>14591.818181818182</c:v>
                </c:pt>
                <c:pt idx="870">
                  <c:v>14591.818181818182</c:v>
                </c:pt>
                <c:pt idx="871">
                  <c:v>14591.818181818182</c:v>
                </c:pt>
                <c:pt idx="872">
                  <c:v>14591.818181818182</c:v>
                </c:pt>
                <c:pt idx="873">
                  <c:v>14591.818181818182</c:v>
                </c:pt>
                <c:pt idx="874">
                  <c:v>14591.818181818182</c:v>
                </c:pt>
                <c:pt idx="875">
                  <c:v>14591.818181818182</c:v>
                </c:pt>
                <c:pt idx="876">
                  <c:v>14591.818181818182</c:v>
                </c:pt>
                <c:pt idx="877">
                  <c:v>14591.818181818182</c:v>
                </c:pt>
                <c:pt idx="878">
                  <c:v>14591.818181818182</c:v>
                </c:pt>
                <c:pt idx="879">
                  <c:v>14591.818181818182</c:v>
                </c:pt>
                <c:pt idx="880">
                  <c:v>14591.818181818182</c:v>
                </c:pt>
                <c:pt idx="881">
                  <c:v>14591.818181818182</c:v>
                </c:pt>
                <c:pt idx="882">
                  <c:v>14591.818181818182</c:v>
                </c:pt>
                <c:pt idx="883">
                  <c:v>14591.818181818182</c:v>
                </c:pt>
                <c:pt idx="884">
                  <c:v>14591.818181818182</c:v>
                </c:pt>
                <c:pt idx="885">
                  <c:v>14591.818181818182</c:v>
                </c:pt>
                <c:pt idx="886">
                  <c:v>14591.818181818182</c:v>
                </c:pt>
                <c:pt idx="887">
                  <c:v>14591.818181818182</c:v>
                </c:pt>
                <c:pt idx="888">
                  <c:v>14591.818181818182</c:v>
                </c:pt>
                <c:pt idx="889">
                  <c:v>14591.818181818182</c:v>
                </c:pt>
                <c:pt idx="891">
                  <c:v>14696.318181818182</c:v>
                </c:pt>
                <c:pt idx="892">
                  <c:v>14696.318181818182</c:v>
                </c:pt>
                <c:pt idx="893">
                  <c:v>14696.318181818182</c:v>
                </c:pt>
                <c:pt idx="894">
                  <c:v>14696.318181818182</c:v>
                </c:pt>
                <c:pt idx="895">
                  <c:v>14696.318181818182</c:v>
                </c:pt>
                <c:pt idx="896">
                  <c:v>14696.318181818182</c:v>
                </c:pt>
                <c:pt idx="897">
                  <c:v>14696.318181818182</c:v>
                </c:pt>
                <c:pt idx="898">
                  <c:v>14696.318181818182</c:v>
                </c:pt>
                <c:pt idx="899">
                  <c:v>14696.318181818182</c:v>
                </c:pt>
                <c:pt idx="900">
                  <c:v>14696.318181818182</c:v>
                </c:pt>
                <c:pt idx="901">
                  <c:v>14696.318181818182</c:v>
                </c:pt>
                <c:pt idx="902">
                  <c:v>14696.318181818182</c:v>
                </c:pt>
                <c:pt idx="903">
                  <c:v>14696.318181818182</c:v>
                </c:pt>
                <c:pt idx="904">
                  <c:v>14696.318181818182</c:v>
                </c:pt>
                <c:pt idx="905">
                  <c:v>14696.318181818182</c:v>
                </c:pt>
                <c:pt idx="906">
                  <c:v>14696.318181818182</c:v>
                </c:pt>
                <c:pt idx="907">
                  <c:v>14696.318181818182</c:v>
                </c:pt>
                <c:pt idx="908">
                  <c:v>14696.318181818182</c:v>
                </c:pt>
                <c:pt idx="909">
                  <c:v>14696.318181818182</c:v>
                </c:pt>
                <c:pt idx="910">
                  <c:v>14696.318181818182</c:v>
                </c:pt>
                <c:pt idx="911">
                  <c:v>14696.318181818182</c:v>
                </c:pt>
                <c:pt idx="913">
                  <c:v>14979.571428571429</c:v>
                </c:pt>
                <c:pt idx="914">
                  <c:v>14979.571428571429</c:v>
                </c:pt>
                <c:pt idx="915">
                  <c:v>14979.571428571429</c:v>
                </c:pt>
                <c:pt idx="916">
                  <c:v>14979.571428571429</c:v>
                </c:pt>
                <c:pt idx="917">
                  <c:v>14979.571428571429</c:v>
                </c:pt>
                <c:pt idx="918">
                  <c:v>14979.571428571429</c:v>
                </c:pt>
                <c:pt idx="919">
                  <c:v>14979.571428571429</c:v>
                </c:pt>
                <c:pt idx="920">
                  <c:v>14979.571428571429</c:v>
                </c:pt>
                <c:pt idx="921">
                  <c:v>14979.571428571429</c:v>
                </c:pt>
                <c:pt idx="922">
                  <c:v>14979.571428571429</c:v>
                </c:pt>
                <c:pt idx="923">
                  <c:v>14979.571428571429</c:v>
                </c:pt>
                <c:pt idx="924">
                  <c:v>14979.571428571429</c:v>
                </c:pt>
                <c:pt idx="925">
                  <c:v>14979.571428571429</c:v>
                </c:pt>
                <c:pt idx="926">
                  <c:v>14979.571428571429</c:v>
                </c:pt>
                <c:pt idx="927">
                  <c:v>14979.571428571429</c:v>
                </c:pt>
                <c:pt idx="928">
                  <c:v>14979.571428571429</c:v>
                </c:pt>
                <c:pt idx="929">
                  <c:v>14979.571428571429</c:v>
                </c:pt>
                <c:pt idx="930">
                  <c:v>14979.571428571429</c:v>
                </c:pt>
                <c:pt idx="931">
                  <c:v>14979.571428571429</c:v>
                </c:pt>
                <c:pt idx="932">
                  <c:v>14979.571428571429</c:v>
                </c:pt>
                <c:pt idx="934">
                  <c:v>14838.782608695652</c:v>
                </c:pt>
                <c:pt idx="935">
                  <c:v>14838.782608695652</c:v>
                </c:pt>
                <c:pt idx="936">
                  <c:v>14838.782608695652</c:v>
                </c:pt>
                <c:pt idx="937">
                  <c:v>14838.782608695652</c:v>
                </c:pt>
                <c:pt idx="938">
                  <c:v>14838.782608695652</c:v>
                </c:pt>
                <c:pt idx="939">
                  <c:v>14838.782608695652</c:v>
                </c:pt>
                <c:pt idx="940">
                  <c:v>14838.782608695652</c:v>
                </c:pt>
                <c:pt idx="941">
                  <c:v>14838.782608695652</c:v>
                </c:pt>
                <c:pt idx="942">
                  <c:v>14838.782608695652</c:v>
                </c:pt>
                <c:pt idx="943">
                  <c:v>14838.782608695652</c:v>
                </c:pt>
                <c:pt idx="944">
                  <c:v>14838.782608695652</c:v>
                </c:pt>
                <c:pt idx="945">
                  <c:v>14838.782608695652</c:v>
                </c:pt>
                <c:pt idx="946">
                  <c:v>14838.782608695652</c:v>
                </c:pt>
                <c:pt idx="947">
                  <c:v>14838.782608695652</c:v>
                </c:pt>
                <c:pt idx="948">
                  <c:v>14838.782608695652</c:v>
                </c:pt>
                <c:pt idx="949">
                  <c:v>14838.782608695652</c:v>
                </c:pt>
                <c:pt idx="950">
                  <c:v>14838.782608695652</c:v>
                </c:pt>
                <c:pt idx="951">
                  <c:v>14838.782608695652</c:v>
                </c:pt>
                <c:pt idx="952">
                  <c:v>14838.782608695652</c:v>
                </c:pt>
                <c:pt idx="953">
                  <c:v>14838.782608695652</c:v>
                </c:pt>
                <c:pt idx="954">
                  <c:v>14838.782608695652</c:v>
                </c:pt>
                <c:pt idx="955">
                  <c:v>14838.782608695652</c:v>
                </c:pt>
                <c:pt idx="957">
                  <c:v>14985.863636363636</c:v>
                </c:pt>
                <c:pt idx="958">
                  <c:v>14985.863636363636</c:v>
                </c:pt>
                <c:pt idx="959">
                  <c:v>14985.863636363636</c:v>
                </c:pt>
                <c:pt idx="960">
                  <c:v>14985.863636363636</c:v>
                </c:pt>
                <c:pt idx="961">
                  <c:v>14985.863636363636</c:v>
                </c:pt>
                <c:pt idx="962">
                  <c:v>14985.863636363636</c:v>
                </c:pt>
                <c:pt idx="963">
                  <c:v>14985.863636363636</c:v>
                </c:pt>
                <c:pt idx="964">
                  <c:v>14985.863636363636</c:v>
                </c:pt>
                <c:pt idx="965">
                  <c:v>14985.863636363636</c:v>
                </c:pt>
                <c:pt idx="966">
                  <c:v>14985.863636363636</c:v>
                </c:pt>
                <c:pt idx="967">
                  <c:v>14985.863636363636</c:v>
                </c:pt>
                <c:pt idx="968">
                  <c:v>14985.863636363636</c:v>
                </c:pt>
                <c:pt idx="969">
                  <c:v>14985.863636363636</c:v>
                </c:pt>
                <c:pt idx="970">
                  <c:v>14985.863636363636</c:v>
                </c:pt>
                <c:pt idx="971">
                  <c:v>14985.863636363636</c:v>
                </c:pt>
                <c:pt idx="972">
                  <c:v>14985.863636363636</c:v>
                </c:pt>
                <c:pt idx="973">
                  <c:v>14985.863636363636</c:v>
                </c:pt>
                <c:pt idx="974">
                  <c:v>14985.863636363636</c:v>
                </c:pt>
                <c:pt idx="975">
                  <c:v>14985.863636363636</c:v>
                </c:pt>
                <c:pt idx="976">
                  <c:v>14985.863636363636</c:v>
                </c:pt>
                <c:pt idx="977">
                  <c:v>14985.863636363636</c:v>
                </c:pt>
                <c:pt idx="979">
                  <c:v>15435.904761904761</c:v>
                </c:pt>
                <c:pt idx="980">
                  <c:v>15435.904761904761</c:v>
                </c:pt>
                <c:pt idx="981">
                  <c:v>15435.904761904761</c:v>
                </c:pt>
                <c:pt idx="982">
                  <c:v>15435.904761904761</c:v>
                </c:pt>
                <c:pt idx="983">
                  <c:v>15435.904761904761</c:v>
                </c:pt>
                <c:pt idx="984">
                  <c:v>15435.904761904761</c:v>
                </c:pt>
                <c:pt idx="985">
                  <c:v>15435.904761904761</c:v>
                </c:pt>
                <c:pt idx="986">
                  <c:v>15435.904761904761</c:v>
                </c:pt>
                <c:pt idx="987">
                  <c:v>15435.904761904761</c:v>
                </c:pt>
                <c:pt idx="988">
                  <c:v>15435.904761904761</c:v>
                </c:pt>
                <c:pt idx="989">
                  <c:v>15435.904761904761</c:v>
                </c:pt>
                <c:pt idx="990">
                  <c:v>15435.904761904761</c:v>
                </c:pt>
                <c:pt idx="991">
                  <c:v>15435.904761904761</c:v>
                </c:pt>
                <c:pt idx="992">
                  <c:v>15435.904761904761</c:v>
                </c:pt>
                <c:pt idx="993">
                  <c:v>15435.904761904761</c:v>
                </c:pt>
                <c:pt idx="994">
                  <c:v>15435.904761904761</c:v>
                </c:pt>
                <c:pt idx="995">
                  <c:v>15435.904761904761</c:v>
                </c:pt>
                <c:pt idx="996">
                  <c:v>15435.904761904761</c:v>
                </c:pt>
                <c:pt idx="997">
                  <c:v>15435.904761904761</c:v>
                </c:pt>
                <c:pt idx="998">
                  <c:v>15435.904761904761</c:v>
                </c:pt>
                <c:pt idx="1000">
                  <c:v>15663.954545454546</c:v>
                </c:pt>
                <c:pt idx="1001">
                  <c:v>15663.954545454546</c:v>
                </c:pt>
                <c:pt idx="1002">
                  <c:v>15663.954545454546</c:v>
                </c:pt>
                <c:pt idx="1003">
                  <c:v>15663.954545454546</c:v>
                </c:pt>
                <c:pt idx="1004">
                  <c:v>15663.954545454546</c:v>
                </c:pt>
                <c:pt idx="1005">
                  <c:v>15663.954545454546</c:v>
                </c:pt>
                <c:pt idx="1006">
                  <c:v>15663.954545454546</c:v>
                </c:pt>
                <c:pt idx="1007">
                  <c:v>15663.954545454546</c:v>
                </c:pt>
                <c:pt idx="1008">
                  <c:v>15663.954545454546</c:v>
                </c:pt>
                <c:pt idx="1009">
                  <c:v>15663.954545454546</c:v>
                </c:pt>
                <c:pt idx="1010">
                  <c:v>15663.954545454546</c:v>
                </c:pt>
                <c:pt idx="1011">
                  <c:v>15663.954545454546</c:v>
                </c:pt>
                <c:pt idx="1012">
                  <c:v>15663.954545454546</c:v>
                </c:pt>
                <c:pt idx="1013">
                  <c:v>15663.954545454546</c:v>
                </c:pt>
                <c:pt idx="1014">
                  <c:v>15663.954545454546</c:v>
                </c:pt>
                <c:pt idx="1015">
                  <c:v>15663.954545454546</c:v>
                </c:pt>
                <c:pt idx="1016">
                  <c:v>15663.954545454546</c:v>
                </c:pt>
                <c:pt idx="1017">
                  <c:v>15663.954545454546</c:v>
                </c:pt>
                <c:pt idx="1018">
                  <c:v>15663.954545454546</c:v>
                </c:pt>
                <c:pt idx="1019">
                  <c:v>15663.954545454546</c:v>
                </c:pt>
                <c:pt idx="1020">
                  <c:v>15663.954545454546</c:v>
                </c:pt>
                <c:pt idx="1022">
                  <c:v>15600.363636363636</c:v>
                </c:pt>
                <c:pt idx="1023">
                  <c:v>15600.363636363636</c:v>
                </c:pt>
                <c:pt idx="1024">
                  <c:v>15600.363636363636</c:v>
                </c:pt>
                <c:pt idx="1025">
                  <c:v>15600.363636363636</c:v>
                </c:pt>
                <c:pt idx="1026">
                  <c:v>15600.363636363636</c:v>
                </c:pt>
                <c:pt idx="1027">
                  <c:v>15600.363636363636</c:v>
                </c:pt>
                <c:pt idx="1028">
                  <c:v>15600.363636363636</c:v>
                </c:pt>
                <c:pt idx="1029">
                  <c:v>15600.363636363636</c:v>
                </c:pt>
                <c:pt idx="1030">
                  <c:v>15600.363636363636</c:v>
                </c:pt>
                <c:pt idx="1031">
                  <c:v>15600.363636363636</c:v>
                </c:pt>
                <c:pt idx="1032">
                  <c:v>15600.363636363636</c:v>
                </c:pt>
                <c:pt idx="1033">
                  <c:v>15600.363636363636</c:v>
                </c:pt>
                <c:pt idx="1034">
                  <c:v>15600.363636363636</c:v>
                </c:pt>
                <c:pt idx="1035">
                  <c:v>15600.363636363636</c:v>
                </c:pt>
                <c:pt idx="1036">
                  <c:v>15600.363636363636</c:v>
                </c:pt>
                <c:pt idx="1037">
                  <c:v>15600.363636363636</c:v>
                </c:pt>
                <c:pt idx="1038">
                  <c:v>15600.363636363636</c:v>
                </c:pt>
                <c:pt idx="1039">
                  <c:v>15600.363636363636</c:v>
                </c:pt>
                <c:pt idx="1040">
                  <c:v>15600.363636363636</c:v>
                </c:pt>
                <c:pt idx="1041">
                  <c:v>15600.363636363636</c:v>
                </c:pt>
                <c:pt idx="1042">
                  <c:v>15600.363636363636</c:v>
                </c:pt>
                <c:pt idx="1044">
                  <c:v>15245.954545454546</c:v>
                </c:pt>
                <c:pt idx="1045">
                  <c:v>15245.954545454546</c:v>
                </c:pt>
                <c:pt idx="1046">
                  <c:v>15245.954545454546</c:v>
                </c:pt>
                <c:pt idx="1047">
                  <c:v>15245.954545454546</c:v>
                </c:pt>
                <c:pt idx="1048">
                  <c:v>15245.954545454546</c:v>
                </c:pt>
                <c:pt idx="1049">
                  <c:v>15245.954545454546</c:v>
                </c:pt>
                <c:pt idx="1050">
                  <c:v>15245.954545454546</c:v>
                </c:pt>
                <c:pt idx="1051">
                  <c:v>15245.954545454546</c:v>
                </c:pt>
                <c:pt idx="1052">
                  <c:v>15245.954545454546</c:v>
                </c:pt>
                <c:pt idx="1053">
                  <c:v>15245.954545454546</c:v>
                </c:pt>
                <c:pt idx="1054">
                  <c:v>15245.954545454546</c:v>
                </c:pt>
                <c:pt idx="1055">
                  <c:v>15245.954545454546</c:v>
                </c:pt>
                <c:pt idx="1056">
                  <c:v>15245.954545454546</c:v>
                </c:pt>
                <c:pt idx="1057">
                  <c:v>15245.954545454546</c:v>
                </c:pt>
                <c:pt idx="1058">
                  <c:v>15245.954545454546</c:v>
                </c:pt>
                <c:pt idx="1059">
                  <c:v>15245.954545454546</c:v>
                </c:pt>
                <c:pt idx="1060">
                  <c:v>15245.954545454546</c:v>
                </c:pt>
                <c:pt idx="1061">
                  <c:v>15245.954545454546</c:v>
                </c:pt>
                <c:pt idx="1062">
                  <c:v>15245.954545454546</c:v>
                </c:pt>
                <c:pt idx="1063">
                  <c:v>15245.954545454546</c:v>
                </c:pt>
                <c:pt idx="1064">
                  <c:v>15245.954545454546</c:v>
                </c:pt>
                <c:pt idx="1066">
                  <c:v>15134.05</c:v>
                </c:pt>
                <c:pt idx="1067">
                  <c:v>15134.05</c:v>
                </c:pt>
                <c:pt idx="1068">
                  <c:v>15134.05</c:v>
                </c:pt>
                <c:pt idx="1069">
                  <c:v>15134.05</c:v>
                </c:pt>
                <c:pt idx="1070">
                  <c:v>15134.05</c:v>
                </c:pt>
                <c:pt idx="1071">
                  <c:v>15134.05</c:v>
                </c:pt>
                <c:pt idx="1072">
                  <c:v>15134.05</c:v>
                </c:pt>
                <c:pt idx="1073">
                  <c:v>15134.05</c:v>
                </c:pt>
                <c:pt idx="1074">
                  <c:v>15134.05</c:v>
                </c:pt>
                <c:pt idx="1075">
                  <c:v>15134.05</c:v>
                </c:pt>
                <c:pt idx="1076">
                  <c:v>15134.05</c:v>
                </c:pt>
                <c:pt idx="1077">
                  <c:v>15134.05</c:v>
                </c:pt>
                <c:pt idx="1078">
                  <c:v>15134.05</c:v>
                </c:pt>
                <c:pt idx="1079">
                  <c:v>15134.05</c:v>
                </c:pt>
                <c:pt idx="1080">
                  <c:v>15134.05</c:v>
                </c:pt>
                <c:pt idx="1081">
                  <c:v>15134.05</c:v>
                </c:pt>
                <c:pt idx="1082">
                  <c:v>15134.05</c:v>
                </c:pt>
                <c:pt idx="1083">
                  <c:v>15134.05</c:v>
                </c:pt>
                <c:pt idx="1084">
                  <c:v>15134.05</c:v>
                </c:pt>
                <c:pt idx="1086">
                  <c:v>15283.217391304348</c:v>
                </c:pt>
                <c:pt idx="1087">
                  <c:v>15283.217391304348</c:v>
                </c:pt>
                <c:pt idx="1088">
                  <c:v>15283.217391304348</c:v>
                </c:pt>
                <c:pt idx="1089">
                  <c:v>15283.217391304348</c:v>
                </c:pt>
                <c:pt idx="1090">
                  <c:v>15283.217391304348</c:v>
                </c:pt>
                <c:pt idx="1091">
                  <c:v>15283.217391304348</c:v>
                </c:pt>
                <c:pt idx="1092">
                  <c:v>15283.217391304348</c:v>
                </c:pt>
                <c:pt idx="1093">
                  <c:v>15283.217391304348</c:v>
                </c:pt>
                <c:pt idx="1094">
                  <c:v>15283.217391304348</c:v>
                </c:pt>
                <c:pt idx="1095">
                  <c:v>15283.217391304348</c:v>
                </c:pt>
                <c:pt idx="1096">
                  <c:v>15283.217391304348</c:v>
                </c:pt>
                <c:pt idx="1097">
                  <c:v>15283.217391304348</c:v>
                </c:pt>
                <c:pt idx="1098">
                  <c:v>15283.217391304348</c:v>
                </c:pt>
                <c:pt idx="1099">
                  <c:v>15283.217391304348</c:v>
                </c:pt>
                <c:pt idx="1100">
                  <c:v>15283.217391304348</c:v>
                </c:pt>
                <c:pt idx="1101">
                  <c:v>15283.217391304348</c:v>
                </c:pt>
                <c:pt idx="1102">
                  <c:v>15283.217391304348</c:v>
                </c:pt>
                <c:pt idx="1103">
                  <c:v>15283.217391304348</c:v>
                </c:pt>
                <c:pt idx="1104">
                  <c:v>15283.217391304348</c:v>
                </c:pt>
                <c:pt idx="1105">
                  <c:v>15283.217391304348</c:v>
                </c:pt>
                <c:pt idx="1106">
                  <c:v>15283.217391304348</c:v>
                </c:pt>
                <c:pt idx="1107">
                  <c:v>15283.217391304348</c:v>
                </c:pt>
                <c:pt idx="1109">
                  <c:v>14840.15</c:v>
                </c:pt>
                <c:pt idx="1110">
                  <c:v>14840.15</c:v>
                </c:pt>
                <c:pt idx="1111">
                  <c:v>14840.15</c:v>
                </c:pt>
                <c:pt idx="1112">
                  <c:v>14840.15</c:v>
                </c:pt>
                <c:pt idx="1113">
                  <c:v>14840.15</c:v>
                </c:pt>
                <c:pt idx="1114">
                  <c:v>14840.15</c:v>
                </c:pt>
                <c:pt idx="1115">
                  <c:v>14840.15</c:v>
                </c:pt>
                <c:pt idx="1116">
                  <c:v>14840.15</c:v>
                </c:pt>
                <c:pt idx="1117">
                  <c:v>14840.15</c:v>
                </c:pt>
                <c:pt idx="1118">
                  <c:v>14840.15</c:v>
                </c:pt>
                <c:pt idx="1119">
                  <c:v>14840.15</c:v>
                </c:pt>
                <c:pt idx="1120">
                  <c:v>14840.15</c:v>
                </c:pt>
                <c:pt idx="1121">
                  <c:v>14840.15</c:v>
                </c:pt>
                <c:pt idx="1122">
                  <c:v>14840.15</c:v>
                </c:pt>
                <c:pt idx="1123">
                  <c:v>14840.15</c:v>
                </c:pt>
                <c:pt idx="1124">
                  <c:v>14840.15</c:v>
                </c:pt>
                <c:pt idx="1125">
                  <c:v>14840.15</c:v>
                </c:pt>
                <c:pt idx="1126">
                  <c:v>14840.15</c:v>
                </c:pt>
                <c:pt idx="1127">
                  <c:v>14840.15</c:v>
                </c:pt>
                <c:pt idx="1129">
                  <c:v>14819.434782608696</c:v>
                </c:pt>
                <c:pt idx="1130">
                  <c:v>14819.434782608696</c:v>
                </c:pt>
                <c:pt idx="1131">
                  <c:v>14819.434782608696</c:v>
                </c:pt>
                <c:pt idx="1132">
                  <c:v>14819.434782608696</c:v>
                </c:pt>
                <c:pt idx="1133">
                  <c:v>14819.434782608696</c:v>
                </c:pt>
                <c:pt idx="1134">
                  <c:v>14819.434782608696</c:v>
                </c:pt>
                <c:pt idx="1135">
                  <c:v>14819.434782608696</c:v>
                </c:pt>
                <c:pt idx="1136">
                  <c:v>14819.434782608696</c:v>
                </c:pt>
                <c:pt idx="1137">
                  <c:v>14819.434782608696</c:v>
                </c:pt>
                <c:pt idx="1138">
                  <c:v>14819.434782608696</c:v>
                </c:pt>
                <c:pt idx="1139">
                  <c:v>14819.434782608696</c:v>
                </c:pt>
                <c:pt idx="1140">
                  <c:v>14819.434782608696</c:v>
                </c:pt>
                <c:pt idx="1141">
                  <c:v>14819.434782608696</c:v>
                </c:pt>
                <c:pt idx="1142">
                  <c:v>14819.434782608696</c:v>
                </c:pt>
                <c:pt idx="1143">
                  <c:v>14819.434782608696</c:v>
                </c:pt>
                <c:pt idx="1144">
                  <c:v>14819.434782608696</c:v>
                </c:pt>
                <c:pt idx="1145">
                  <c:v>14819.434782608696</c:v>
                </c:pt>
                <c:pt idx="1146">
                  <c:v>14819.434782608696</c:v>
                </c:pt>
                <c:pt idx="1147">
                  <c:v>14819.434782608696</c:v>
                </c:pt>
                <c:pt idx="1148">
                  <c:v>14819.434782608696</c:v>
                </c:pt>
                <c:pt idx="1149">
                  <c:v>14819.434782608696</c:v>
                </c:pt>
                <c:pt idx="1150">
                  <c:v>14819.434782608696</c:v>
                </c:pt>
                <c:pt idx="1152">
                  <c:v>14941.59090909091</c:v>
                </c:pt>
                <c:pt idx="1153">
                  <c:v>14941.59090909091</c:v>
                </c:pt>
                <c:pt idx="1154">
                  <c:v>14941.59090909091</c:v>
                </c:pt>
                <c:pt idx="1155">
                  <c:v>14941.59090909091</c:v>
                </c:pt>
                <c:pt idx="1156">
                  <c:v>14941.59090909091</c:v>
                </c:pt>
                <c:pt idx="1157">
                  <c:v>14941.59090909091</c:v>
                </c:pt>
                <c:pt idx="1158">
                  <c:v>14941.59090909091</c:v>
                </c:pt>
                <c:pt idx="1159">
                  <c:v>14941.59090909091</c:v>
                </c:pt>
                <c:pt idx="1160">
                  <c:v>14941.59090909091</c:v>
                </c:pt>
                <c:pt idx="1161">
                  <c:v>14941.59090909091</c:v>
                </c:pt>
                <c:pt idx="1162">
                  <c:v>14941.59090909091</c:v>
                </c:pt>
                <c:pt idx="1163">
                  <c:v>14941.59090909091</c:v>
                </c:pt>
                <c:pt idx="1164">
                  <c:v>14941.59090909091</c:v>
                </c:pt>
                <c:pt idx="1165">
                  <c:v>14941.59090909091</c:v>
                </c:pt>
                <c:pt idx="1166">
                  <c:v>14941.59090909091</c:v>
                </c:pt>
                <c:pt idx="1167">
                  <c:v>14941.59090909091</c:v>
                </c:pt>
                <c:pt idx="1168">
                  <c:v>14941.59090909091</c:v>
                </c:pt>
                <c:pt idx="1169">
                  <c:v>14941.59090909091</c:v>
                </c:pt>
                <c:pt idx="1170">
                  <c:v>14941.59090909091</c:v>
                </c:pt>
                <c:pt idx="1171">
                  <c:v>14941.59090909091</c:v>
                </c:pt>
                <c:pt idx="1172">
                  <c:v>14941.59090909091</c:v>
                </c:pt>
                <c:pt idx="1174">
                  <c:v>15036.619047619048</c:v>
                </c:pt>
                <c:pt idx="1175">
                  <c:v>15036.619047619048</c:v>
                </c:pt>
                <c:pt idx="1176">
                  <c:v>15036.619047619048</c:v>
                </c:pt>
                <c:pt idx="1177">
                  <c:v>15036.619047619048</c:v>
                </c:pt>
                <c:pt idx="1178">
                  <c:v>15036.619047619048</c:v>
                </c:pt>
                <c:pt idx="1179">
                  <c:v>15036.619047619048</c:v>
                </c:pt>
                <c:pt idx="1180">
                  <c:v>15036.619047619048</c:v>
                </c:pt>
                <c:pt idx="1181">
                  <c:v>15036.619047619048</c:v>
                </c:pt>
                <c:pt idx="1182">
                  <c:v>15036.619047619048</c:v>
                </c:pt>
                <c:pt idx="1183">
                  <c:v>15036.619047619048</c:v>
                </c:pt>
                <c:pt idx="1184">
                  <c:v>15036.619047619048</c:v>
                </c:pt>
                <c:pt idx="1185">
                  <c:v>15036.619047619048</c:v>
                </c:pt>
                <c:pt idx="1186">
                  <c:v>15036.619047619048</c:v>
                </c:pt>
                <c:pt idx="1187">
                  <c:v>15036.619047619048</c:v>
                </c:pt>
                <c:pt idx="1188">
                  <c:v>15036.619047619048</c:v>
                </c:pt>
                <c:pt idx="1189">
                  <c:v>15036.619047619048</c:v>
                </c:pt>
                <c:pt idx="1190">
                  <c:v>15036.619047619048</c:v>
                </c:pt>
                <c:pt idx="1191">
                  <c:v>15036.619047619048</c:v>
                </c:pt>
                <c:pt idx="1192">
                  <c:v>15036.619047619048</c:v>
                </c:pt>
                <c:pt idx="1193">
                  <c:v>15036.619047619048</c:v>
                </c:pt>
                <c:pt idx="1195">
                  <c:v>15245.217391304348</c:v>
                </c:pt>
                <c:pt idx="1196">
                  <c:v>15245.217391304348</c:v>
                </c:pt>
                <c:pt idx="1197">
                  <c:v>15245.217391304348</c:v>
                </c:pt>
                <c:pt idx="1198">
                  <c:v>15245.217391304348</c:v>
                </c:pt>
                <c:pt idx="1199">
                  <c:v>15245.217391304348</c:v>
                </c:pt>
                <c:pt idx="1200">
                  <c:v>15245.217391304348</c:v>
                </c:pt>
                <c:pt idx="1201">
                  <c:v>15245.217391304348</c:v>
                </c:pt>
                <c:pt idx="1202">
                  <c:v>15245.217391304348</c:v>
                </c:pt>
                <c:pt idx="1203">
                  <c:v>15245.217391304348</c:v>
                </c:pt>
                <c:pt idx="1204">
                  <c:v>15245.217391304348</c:v>
                </c:pt>
                <c:pt idx="1205">
                  <c:v>15245.217391304348</c:v>
                </c:pt>
                <c:pt idx="1206">
                  <c:v>15245.217391304348</c:v>
                </c:pt>
                <c:pt idx="1207">
                  <c:v>15245.217391304348</c:v>
                </c:pt>
                <c:pt idx="1208">
                  <c:v>15245.217391304348</c:v>
                </c:pt>
                <c:pt idx="1209">
                  <c:v>15245.217391304348</c:v>
                </c:pt>
                <c:pt idx="1210">
                  <c:v>15245.217391304348</c:v>
                </c:pt>
                <c:pt idx="1211">
                  <c:v>15245.217391304348</c:v>
                </c:pt>
                <c:pt idx="1212">
                  <c:v>15245.217391304348</c:v>
                </c:pt>
                <c:pt idx="1213">
                  <c:v>15245.217391304348</c:v>
                </c:pt>
                <c:pt idx="1214">
                  <c:v>15245.217391304348</c:v>
                </c:pt>
                <c:pt idx="1215">
                  <c:v>15245.217391304348</c:v>
                </c:pt>
                <c:pt idx="1216">
                  <c:v>15245.217391304348</c:v>
                </c:pt>
                <c:pt idx="1218">
                  <c:v>15366.666666666666</c:v>
                </c:pt>
                <c:pt idx="1219">
                  <c:v>15366.666666666666</c:v>
                </c:pt>
                <c:pt idx="1220">
                  <c:v>15366.666666666666</c:v>
                </c:pt>
                <c:pt idx="1221">
                  <c:v>15366.666666666666</c:v>
                </c:pt>
                <c:pt idx="1222">
                  <c:v>15366.666666666666</c:v>
                </c:pt>
                <c:pt idx="1223">
                  <c:v>15366.666666666666</c:v>
                </c:pt>
                <c:pt idx="1224">
                  <c:v>15366.666666666666</c:v>
                </c:pt>
                <c:pt idx="1225">
                  <c:v>15366.666666666666</c:v>
                </c:pt>
                <c:pt idx="1226">
                  <c:v>15366.666666666666</c:v>
                </c:pt>
                <c:pt idx="1227">
                  <c:v>15366.666666666666</c:v>
                </c:pt>
                <c:pt idx="1228">
                  <c:v>15366.666666666666</c:v>
                </c:pt>
                <c:pt idx="1229">
                  <c:v>15366.666666666666</c:v>
                </c:pt>
                <c:pt idx="1230">
                  <c:v>15366.666666666666</c:v>
                </c:pt>
                <c:pt idx="1231">
                  <c:v>15366.666666666666</c:v>
                </c:pt>
                <c:pt idx="1232">
                  <c:v>15366.666666666666</c:v>
                </c:pt>
                <c:pt idx="1233">
                  <c:v>15366.666666666666</c:v>
                </c:pt>
                <c:pt idx="1234">
                  <c:v>15366.666666666666</c:v>
                </c:pt>
                <c:pt idx="1235">
                  <c:v>15366.666666666666</c:v>
                </c:pt>
                <c:pt idx="1236">
                  <c:v>15366.666666666666</c:v>
                </c:pt>
                <c:pt idx="1237">
                  <c:v>15366.666666666666</c:v>
                </c:pt>
                <c:pt idx="1239">
                  <c:v>15754.681818181818</c:v>
                </c:pt>
                <c:pt idx="1240">
                  <c:v>15754.681818181818</c:v>
                </c:pt>
                <c:pt idx="1241">
                  <c:v>15754.681818181818</c:v>
                </c:pt>
                <c:pt idx="1242">
                  <c:v>15754.681818181818</c:v>
                </c:pt>
                <c:pt idx="1243">
                  <c:v>15754.681818181818</c:v>
                </c:pt>
                <c:pt idx="1244">
                  <c:v>15754.681818181818</c:v>
                </c:pt>
                <c:pt idx="1245">
                  <c:v>15754.681818181818</c:v>
                </c:pt>
                <c:pt idx="1246">
                  <c:v>15754.681818181818</c:v>
                </c:pt>
                <c:pt idx="1247">
                  <c:v>15754.681818181818</c:v>
                </c:pt>
                <c:pt idx="1248">
                  <c:v>15754.681818181818</c:v>
                </c:pt>
                <c:pt idx="1249">
                  <c:v>15754.681818181818</c:v>
                </c:pt>
                <c:pt idx="1250">
                  <c:v>15754.681818181818</c:v>
                </c:pt>
                <c:pt idx="1251">
                  <c:v>15754.681818181818</c:v>
                </c:pt>
                <c:pt idx="1252">
                  <c:v>15754.681818181818</c:v>
                </c:pt>
                <c:pt idx="1253">
                  <c:v>15754.681818181818</c:v>
                </c:pt>
                <c:pt idx="1254">
                  <c:v>15754.681818181818</c:v>
                </c:pt>
                <c:pt idx="1255">
                  <c:v>15754.681818181818</c:v>
                </c:pt>
                <c:pt idx="1256">
                  <c:v>15754.681818181818</c:v>
                </c:pt>
                <c:pt idx="1257">
                  <c:v>15754.681818181818</c:v>
                </c:pt>
                <c:pt idx="1258">
                  <c:v>15754.681818181818</c:v>
                </c:pt>
                <c:pt idx="1259">
                  <c:v>15754.681818181818</c:v>
                </c:pt>
                <c:pt idx="1261">
                  <c:v>15594.136363636364</c:v>
                </c:pt>
                <c:pt idx="1262">
                  <c:v>15594.136363636364</c:v>
                </c:pt>
                <c:pt idx="1263">
                  <c:v>15594.136363636364</c:v>
                </c:pt>
                <c:pt idx="1264">
                  <c:v>15594.136363636364</c:v>
                </c:pt>
                <c:pt idx="1265">
                  <c:v>15594.136363636364</c:v>
                </c:pt>
                <c:pt idx="1266">
                  <c:v>15594.136363636364</c:v>
                </c:pt>
                <c:pt idx="1267">
                  <c:v>15594.136363636364</c:v>
                </c:pt>
                <c:pt idx="1268">
                  <c:v>15594.136363636364</c:v>
                </c:pt>
                <c:pt idx="1269">
                  <c:v>15594.136363636364</c:v>
                </c:pt>
                <c:pt idx="1270">
                  <c:v>15594.136363636364</c:v>
                </c:pt>
                <c:pt idx="1271">
                  <c:v>15594.136363636364</c:v>
                </c:pt>
                <c:pt idx="1272">
                  <c:v>15594.136363636364</c:v>
                </c:pt>
                <c:pt idx="1273">
                  <c:v>15594.136363636364</c:v>
                </c:pt>
                <c:pt idx="1274">
                  <c:v>15594.136363636364</c:v>
                </c:pt>
                <c:pt idx="1275">
                  <c:v>15594.136363636364</c:v>
                </c:pt>
                <c:pt idx="1276">
                  <c:v>15594.136363636364</c:v>
                </c:pt>
                <c:pt idx="1277">
                  <c:v>15594.136363636364</c:v>
                </c:pt>
                <c:pt idx="1278">
                  <c:v>15594.136363636364</c:v>
                </c:pt>
                <c:pt idx="1279">
                  <c:v>15594.136363636364</c:v>
                </c:pt>
                <c:pt idx="1280">
                  <c:v>15594.136363636364</c:v>
                </c:pt>
                <c:pt idx="1281">
                  <c:v>15594.136363636364</c:v>
                </c:pt>
                <c:pt idx="1283">
                  <c:v>15504.476190476191</c:v>
                </c:pt>
                <c:pt idx="1284">
                  <c:v>15504.476190476191</c:v>
                </c:pt>
                <c:pt idx="1285">
                  <c:v>15504.476190476191</c:v>
                </c:pt>
                <c:pt idx="1286">
                  <c:v>15504.476190476191</c:v>
                </c:pt>
                <c:pt idx="1287">
                  <c:v>15504.476190476191</c:v>
                </c:pt>
                <c:pt idx="1288">
                  <c:v>15504.476190476191</c:v>
                </c:pt>
                <c:pt idx="1289">
                  <c:v>15504.476190476191</c:v>
                </c:pt>
                <c:pt idx="1290">
                  <c:v>15504.476190476191</c:v>
                </c:pt>
                <c:pt idx="1291">
                  <c:v>15504.476190476191</c:v>
                </c:pt>
                <c:pt idx="1292">
                  <c:v>15504.476190476191</c:v>
                </c:pt>
                <c:pt idx="1293">
                  <c:v>15504.476190476191</c:v>
                </c:pt>
                <c:pt idx="1294">
                  <c:v>15504.476190476191</c:v>
                </c:pt>
                <c:pt idx="1295">
                  <c:v>15504.476190476191</c:v>
                </c:pt>
                <c:pt idx="1296">
                  <c:v>15504.476190476191</c:v>
                </c:pt>
                <c:pt idx="1297">
                  <c:v>15504.476190476191</c:v>
                </c:pt>
                <c:pt idx="1298">
                  <c:v>15504.476190476191</c:v>
                </c:pt>
                <c:pt idx="1299">
                  <c:v>15504.476190476191</c:v>
                </c:pt>
                <c:pt idx="1300">
                  <c:v>15504.476190476191</c:v>
                </c:pt>
                <c:pt idx="1301">
                  <c:v>15504.476190476191</c:v>
                </c:pt>
                <c:pt idx="1302">
                  <c:v>15504.476190476191</c:v>
                </c:pt>
                <c:pt idx="1304">
                  <c:v>15612.04347826087</c:v>
                </c:pt>
                <c:pt idx="1305">
                  <c:v>15612.04347826087</c:v>
                </c:pt>
                <c:pt idx="1306">
                  <c:v>15612.04347826087</c:v>
                </c:pt>
                <c:pt idx="1307">
                  <c:v>15612.04347826087</c:v>
                </c:pt>
                <c:pt idx="1308">
                  <c:v>15612.04347826087</c:v>
                </c:pt>
                <c:pt idx="1309">
                  <c:v>15612.04347826087</c:v>
                </c:pt>
                <c:pt idx="1310">
                  <c:v>15612.04347826087</c:v>
                </c:pt>
                <c:pt idx="1311">
                  <c:v>15612.04347826087</c:v>
                </c:pt>
                <c:pt idx="1312">
                  <c:v>15612.04347826087</c:v>
                </c:pt>
                <c:pt idx="1313">
                  <c:v>15612.04347826087</c:v>
                </c:pt>
                <c:pt idx="1314">
                  <c:v>15612.04347826087</c:v>
                </c:pt>
                <c:pt idx="1315">
                  <c:v>15612.04347826087</c:v>
                </c:pt>
                <c:pt idx="1316">
                  <c:v>15612.04347826087</c:v>
                </c:pt>
                <c:pt idx="1317">
                  <c:v>15612.04347826087</c:v>
                </c:pt>
                <c:pt idx="1318">
                  <c:v>15612.04347826087</c:v>
                </c:pt>
                <c:pt idx="1319">
                  <c:v>15612.04347826087</c:v>
                </c:pt>
                <c:pt idx="1320">
                  <c:v>15612.04347826087</c:v>
                </c:pt>
                <c:pt idx="1321">
                  <c:v>15612.04347826087</c:v>
                </c:pt>
                <c:pt idx="1322">
                  <c:v>15612.04347826087</c:v>
                </c:pt>
                <c:pt idx="1323">
                  <c:v>15612.04347826087</c:v>
                </c:pt>
                <c:pt idx="1324">
                  <c:v>15612.04347826087</c:v>
                </c:pt>
                <c:pt idx="1325">
                  <c:v>15612.04347826087</c:v>
                </c:pt>
                <c:pt idx="1327">
                  <c:v>15646.095238095239</c:v>
                </c:pt>
                <c:pt idx="1328">
                  <c:v>15646.095238095239</c:v>
                </c:pt>
                <c:pt idx="1329">
                  <c:v>15646.095238095239</c:v>
                </c:pt>
                <c:pt idx="1330">
                  <c:v>15646.095238095239</c:v>
                </c:pt>
                <c:pt idx="1331">
                  <c:v>15646.095238095239</c:v>
                </c:pt>
                <c:pt idx="1332">
                  <c:v>15646.095238095239</c:v>
                </c:pt>
                <c:pt idx="1333">
                  <c:v>15646.095238095239</c:v>
                </c:pt>
                <c:pt idx="1334">
                  <c:v>15646.095238095239</c:v>
                </c:pt>
                <c:pt idx="1335">
                  <c:v>15646.095238095239</c:v>
                </c:pt>
                <c:pt idx="1336">
                  <c:v>15646.095238095239</c:v>
                </c:pt>
                <c:pt idx="1337">
                  <c:v>15646.095238095239</c:v>
                </c:pt>
                <c:pt idx="1338">
                  <c:v>15646.095238095239</c:v>
                </c:pt>
                <c:pt idx="1339">
                  <c:v>15646.095238095239</c:v>
                </c:pt>
                <c:pt idx="1340">
                  <c:v>15646.095238095239</c:v>
                </c:pt>
                <c:pt idx="1341">
                  <c:v>15646.095238095239</c:v>
                </c:pt>
                <c:pt idx="1342">
                  <c:v>15646.095238095239</c:v>
                </c:pt>
                <c:pt idx="1343">
                  <c:v>15646.095238095239</c:v>
                </c:pt>
                <c:pt idx="1344">
                  <c:v>15646.095238095239</c:v>
                </c:pt>
                <c:pt idx="1345">
                  <c:v>15646.095238095239</c:v>
                </c:pt>
                <c:pt idx="1346">
                  <c:v>15646.095238095239</c:v>
                </c:pt>
                <c:pt idx="1348">
                  <c:v>15704.761904761905</c:v>
                </c:pt>
                <c:pt idx="1349">
                  <c:v>15704.761904761905</c:v>
                </c:pt>
                <c:pt idx="1350">
                  <c:v>15704.761904761905</c:v>
                </c:pt>
                <c:pt idx="1351">
                  <c:v>15704.761904761905</c:v>
                </c:pt>
                <c:pt idx="1352">
                  <c:v>15704.761904761905</c:v>
                </c:pt>
                <c:pt idx="1353">
                  <c:v>15704.761904761905</c:v>
                </c:pt>
                <c:pt idx="1354">
                  <c:v>15704.761904761905</c:v>
                </c:pt>
                <c:pt idx="1355">
                  <c:v>15704.761904761905</c:v>
                </c:pt>
                <c:pt idx="1356">
                  <c:v>15704.761904761905</c:v>
                </c:pt>
                <c:pt idx="1357">
                  <c:v>15704.761904761905</c:v>
                </c:pt>
                <c:pt idx="1358">
                  <c:v>15704.761904761905</c:v>
                </c:pt>
                <c:pt idx="1359">
                  <c:v>15704.761904761905</c:v>
                </c:pt>
                <c:pt idx="1360">
                  <c:v>15704.761904761905</c:v>
                </c:pt>
                <c:pt idx="1361">
                  <c:v>15704.761904761905</c:v>
                </c:pt>
                <c:pt idx="1362">
                  <c:v>15704.761904761905</c:v>
                </c:pt>
                <c:pt idx="1363">
                  <c:v>15704.761904761905</c:v>
                </c:pt>
                <c:pt idx="1364">
                  <c:v>15704.761904761905</c:v>
                </c:pt>
                <c:pt idx="1365">
                  <c:v>15704.761904761905</c:v>
                </c:pt>
                <c:pt idx="1366">
                  <c:v>15704.761904761905</c:v>
                </c:pt>
                <c:pt idx="1367">
                  <c:v>15704.761904761905</c:v>
                </c:pt>
                <c:pt idx="1369">
                  <c:v>16039.181818181818</c:v>
                </c:pt>
                <c:pt idx="1370">
                  <c:v>16039.181818181818</c:v>
                </c:pt>
                <c:pt idx="1371">
                  <c:v>16039.181818181818</c:v>
                </c:pt>
                <c:pt idx="1372">
                  <c:v>16039.181818181818</c:v>
                </c:pt>
                <c:pt idx="1373">
                  <c:v>16039.181818181818</c:v>
                </c:pt>
                <c:pt idx="1374">
                  <c:v>16039.181818181818</c:v>
                </c:pt>
                <c:pt idx="1375">
                  <c:v>16039.181818181818</c:v>
                </c:pt>
                <c:pt idx="1376">
                  <c:v>16039.181818181818</c:v>
                </c:pt>
                <c:pt idx="1377">
                  <c:v>16039.181818181818</c:v>
                </c:pt>
                <c:pt idx="1378">
                  <c:v>16039.181818181818</c:v>
                </c:pt>
                <c:pt idx="1379">
                  <c:v>16039.181818181818</c:v>
                </c:pt>
                <c:pt idx="1380">
                  <c:v>16039.181818181818</c:v>
                </c:pt>
                <c:pt idx="1381">
                  <c:v>16039.181818181818</c:v>
                </c:pt>
                <c:pt idx="1382">
                  <c:v>16039.181818181818</c:v>
                </c:pt>
                <c:pt idx="1383">
                  <c:v>16039.181818181818</c:v>
                </c:pt>
                <c:pt idx="1384">
                  <c:v>16039.181818181818</c:v>
                </c:pt>
                <c:pt idx="1385">
                  <c:v>16039.181818181818</c:v>
                </c:pt>
                <c:pt idx="1386">
                  <c:v>16039.181818181818</c:v>
                </c:pt>
                <c:pt idx="1387">
                  <c:v>16039.181818181818</c:v>
                </c:pt>
                <c:pt idx="1388">
                  <c:v>16039.181818181818</c:v>
                </c:pt>
                <c:pt idx="1389">
                  <c:v>16039.181818181818</c:v>
                </c:pt>
                <c:pt idx="1391">
                  <c:v>16069.739130434782</c:v>
                </c:pt>
                <c:pt idx="1392">
                  <c:v>16069.739130434782</c:v>
                </c:pt>
                <c:pt idx="1393">
                  <c:v>16069.739130434782</c:v>
                </c:pt>
                <c:pt idx="1394">
                  <c:v>16069.739130434782</c:v>
                </c:pt>
                <c:pt idx="1395">
                  <c:v>16069.739130434782</c:v>
                </c:pt>
                <c:pt idx="1396">
                  <c:v>16069.739130434782</c:v>
                </c:pt>
                <c:pt idx="1397">
                  <c:v>16069.739130434782</c:v>
                </c:pt>
                <c:pt idx="1398">
                  <c:v>16069.739130434782</c:v>
                </c:pt>
                <c:pt idx="1399">
                  <c:v>16069.739130434782</c:v>
                </c:pt>
                <c:pt idx="1400">
                  <c:v>16069.739130434782</c:v>
                </c:pt>
                <c:pt idx="1401">
                  <c:v>16069.739130434782</c:v>
                </c:pt>
                <c:pt idx="1402">
                  <c:v>16069.739130434782</c:v>
                </c:pt>
                <c:pt idx="1403">
                  <c:v>16069.739130434782</c:v>
                </c:pt>
                <c:pt idx="1404">
                  <c:v>16069.739130434782</c:v>
                </c:pt>
                <c:pt idx="1405">
                  <c:v>16069.739130434782</c:v>
                </c:pt>
                <c:pt idx="1406">
                  <c:v>16069.739130434782</c:v>
                </c:pt>
                <c:pt idx="1407">
                  <c:v>16069.739130434782</c:v>
                </c:pt>
                <c:pt idx="1408">
                  <c:v>16069.739130434782</c:v>
                </c:pt>
                <c:pt idx="1409">
                  <c:v>16069.739130434782</c:v>
                </c:pt>
                <c:pt idx="1410">
                  <c:v>16069.739130434782</c:v>
                </c:pt>
                <c:pt idx="1411">
                  <c:v>16069.739130434782</c:v>
                </c:pt>
                <c:pt idx="1412">
                  <c:v>16069.739130434782</c:v>
                </c:pt>
                <c:pt idx="1414">
                  <c:v>16335.85</c:v>
                </c:pt>
                <c:pt idx="1415">
                  <c:v>16335.85</c:v>
                </c:pt>
                <c:pt idx="1416">
                  <c:v>16335.85</c:v>
                </c:pt>
                <c:pt idx="1417">
                  <c:v>16335.85</c:v>
                </c:pt>
                <c:pt idx="1418">
                  <c:v>16335.85</c:v>
                </c:pt>
                <c:pt idx="1419">
                  <c:v>16335.85</c:v>
                </c:pt>
                <c:pt idx="1420">
                  <c:v>16335.85</c:v>
                </c:pt>
                <c:pt idx="1421">
                  <c:v>16335.85</c:v>
                </c:pt>
                <c:pt idx="1422">
                  <c:v>16335.85</c:v>
                </c:pt>
                <c:pt idx="1423">
                  <c:v>16335.85</c:v>
                </c:pt>
                <c:pt idx="1424">
                  <c:v>16335.85</c:v>
                </c:pt>
                <c:pt idx="1425">
                  <c:v>16335.85</c:v>
                </c:pt>
                <c:pt idx="1426">
                  <c:v>16335.85</c:v>
                </c:pt>
                <c:pt idx="1427">
                  <c:v>16335.85</c:v>
                </c:pt>
                <c:pt idx="1428">
                  <c:v>16335.85</c:v>
                </c:pt>
                <c:pt idx="1429">
                  <c:v>16335.85</c:v>
                </c:pt>
                <c:pt idx="1430">
                  <c:v>16335.85</c:v>
                </c:pt>
                <c:pt idx="1431">
                  <c:v>16335.85</c:v>
                </c:pt>
                <c:pt idx="1432">
                  <c:v>16335.85</c:v>
                </c:pt>
                <c:pt idx="1434">
                  <c:v>16243.260869565218</c:v>
                </c:pt>
                <c:pt idx="1435">
                  <c:v>16243.260869565218</c:v>
                </c:pt>
                <c:pt idx="1436">
                  <c:v>16243.260869565218</c:v>
                </c:pt>
                <c:pt idx="1437">
                  <c:v>16243.260869565218</c:v>
                </c:pt>
                <c:pt idx="1438">
                  <c:v>16243.260869565218</c:v>
                </c:pt>
                <c:pt idx="1439">
                  <c:v>16243.260869565218</c:v>
                </c:pt>
                <c:pt idx="1440">
                  <c:v>16243.260869565218</c:v>
                </c:pt>
                <c:pt idx="1441">
                  <c:v>16243.260869565218</c:v>
                </c:pt>
                <c:pt idx="1442">
                  <c:v>16243.260869565218</c:v>
                </c:pt>
                <c:pt idx="1443">
                  <c:v>16243.260869565218</c:v>
                </c:pt>
                <c:pt idx="1444">
                  <c:v>16243.260869565218</c:v>
                </c:pt>
                <c:pt idx="1445">
                  <c:v>16243.260869565218</c:v>
                </c:pt>
                <c:pt idx="1446">
                  <c:v>16243.260869565218</c:v>
                </c:pt>
                <c:pt idx="1447">
                  <c:v>16243.260869565218</c:v>
                </c:pt>
                <c:pt idx="1448">
                  <c:v>16243.260869565218</c:v>
                </c:pt>
                <c:pt idx="1449">
                  <c:v>16243.260869565218</c:v>
                </c:pt>
                <c:pt idx="1450">
                  <c:v>16243.260869565218</c:v>
                </c:pt>
                <c:pt idx="1451">
                  <c:v>16243.260869565218</c:v>
                </c:pt>
                <c:pt idx="1452">
                  <c:v>16243.260869565218</c:v>
                </c:pt>
                <c:pt idx="1453">
                  <c:v>16243.260869565218</c:v>
                </c:pt>
                <c:pt idx="1454">
                  <c:v>16243.260869565218</c:v>
                </c:pt>
                <c:pt idx="1455">
                  <c:v>16243.260869565218</c:v>
                </c:pt>
                <c:pt idx="1457">
                  <c:v>15739.727272727272</c:v>
                </c:pt>
                <c:pt idx="1458">
                  <c:v>15739.727272727272</c:v>
                </c:pt>
                <c:pt idx="1459">
                  <c:v>15739.727272727272</c:v>
                </c:pt>
                <c:pt idx="1460">
                  <c:v>15739.727272727272</c:v>
                </c:pt>
                <c:pt idx="1461">
                  <c:v>15739.727272727272</c:v>
                </c:pt>
                <c:pt idx="1462">
                  <c:v>15739.727272727272</c:v>
                </c:pt>
                <c:pt idx="1463">
                  <c:v>15739.727272727272</c:v>
                </c:pt>
                <c:pt idx="1464">
                  <c:v>15739.727272727272</c:v>
                </c:pt>
                <c:pt idx="1465">
                  <c:v>15739.727272727272</c:v>
                </c:pt>
                <c:pt idx="1466">
                  <c:v>15739.727272727272</c:v>
                </c:pt>
                <c:pt idx="1467">
                  <c:v>15739.727272727272</c:v>
                </c:pt>
                <c:pt idx="1468">
                  <c:v>15739.727272727272</c:v>
                </c:pt>
                <c:pt idx="1469">
                  <c:v>15739.727272727272</c:v>
                </c:pt>
                <c:pt idx="1470">
                  <c:v>15739.727272727272</c:v>
                </c:pt>
                <c:pt idx="1471">
                  <c:v>15739.727272727272</c:v>
                </c:pt>
                <c:pt idx="1472">
                  <c:v>15739.727272727272</c:v>
                </c:pt>
                <c:pt idx="1473">
                  <c:v>15739.727272727272</c:v>
                </c:pt>
                <c:pt idx="1474">
                  <c:v>15739.727272727272</c:v>
                </c:pt>
                <c:pt idx="1475">
                  <c:v>15739.727272727272</c:v>
                </c:pt>
                <c:pt idx="1476">
                  <c:v>15739.727272727272</c:v>
                </c:pt>
                <c:pt idx="1477">
                  <c:v>15739.727272727272</c:v>
                </c:pt>
                <c:pt idx="1479">
                  <c:v>15323.904761904761</c:v>
                </c:pt>
                <c:pt idx="1480">
                  <c:v>15323.904761904761</c:v>
                </c:pt>
                <c:pt idx="1481">
                  <c:v>15323.904761904761</c:v>
                </c:pt>
                <c:pt idx="1482">
                  <c:v>15323.904761904761</c:v>
                </c:pt>
                <c:pt idx="1483">
                  <c:v>15323.904761904761</c:v>
                </c:pt>
                <c:pt idx="1484">
                  <c:v>15323.904761904761</c:v>
                </c:pt>
                <c:pt idx="1485">
                  <c:v>15323.904761904761</c:v>
                </c:pt>
                <c:pt idx="1486">
                  <c:v>15323.904761904761</c:v>
                </c:pt>
                <c:pt idx="1487">
                  <c:v>15323.904761904761</c:v>
                </c:pt>
                <c:pt idx="1488">
                  <c:v>15323.904761904761</c:v>
                </c:pt>
                <c:pt idx="1489">
                  <c:v>15323.904761904761</c:v>
                </c:pt>
                <c:pt idx="1490">
                  <c:v>15323.904761904761</c:v>
                </c:pt>
                <c:pt idx="1491">
                  <c:v>15323.904761904761</c:v>
                </c:pt>
                <c:pt idx="1492">
                  <c:v>15323.904761904761</c:v>
                </c:pt>
                <c:pt idx="1493">
                  <c:v>15323.904761904761</c:v>
                </c:pt>
                <c:pt idx="1494">
                  <c:v>15323.904761904761</c:v>
                </c:pt>
                <c:pt idx="1495">
                  <c:v>15323.904761904761</c:v>
                </c:pt>
                <c:pt idx="1496">
                  <c:v>15323.904761904761</c:v>
                </c:pt>
                <c:pt idx="1497">
                  <c:v>15323.904761904761</c:v>
                </c:pt>
                <c:pt idx="1498">
                  <c:v>15323.904761904761</c:v>
                </c:pt>
                <c:pt idx="1500">
                  <c:v>15563.217391304348</c:v>
                </c:pt>
                <c:pt idx="1501">
                  <c:v>15563.217391304348</c:v>
                </c:pt>
                <c:pt idx="1502">
                  <c:v>15563.217391304348</c:v>
                </c:pt>
                <c:pt idx="1503">
                  <c:v>15563.217391304348</c:v>
                </c:pt>
                <c:pt idx="1504">
                  <c:v>15563.217391304348</c:v>
                </c:pt>
                <c:pt idx="1505">
                  <c:v>15563.217391304348</c:v>
                </c:pt>
                <c:pt idx="1506">
                  <c:v>15563.217391304348</c:v>
                </c:pt>
                <c:pt idx="1507">
                  <c:v>15563.217391304348</c:v>
                </c:pt>
                <c:pt idx="1508">
                  <c:v>15563.217391304348</c:v>
                </c:pt>
                <c:pt idx="1509">
                  <c:v>15563.217391304348</c:v>
                </c:pt>
                <c:pt idx="1510">
                  <c:v>15563.217391304348</c:v>
                </c:pt>
                <c:pt idx="1511">
                  <c:v>15563.217391304348</c:v>
                </c:pt>
                <c:pt idx="1512">
                  <c:v>15563.217391304348</c:v>
                </c:pt>
                <c:pt idx="1513">
                  <c:v>15563.217391304348</c:v>
                </c:pt>
                <c:pt idx="1514">
                  <c:v>15563.217391304348</c:v>
                </c:pt>
                <c:pt idx="1515">
                  <c:v>15563.217391304348</c:v>
                </c:pt>
                <c:pt idx="1516">
                  <c:v>15563.217391304348</c:v>
                </c:pt>
                <c:pt idx="1517">
                  <c:v>15563.217391304348</c:v>
                </c:pt>
                <c:pt idx="1518">
                  <c:v>15563.217391304348</c:v>
                </c:pt>
                <c:pt idx="1519">
                  <c:v>15563.217391304348</c:v>
                </c:pt>
                <c:pt idx="1520">
                  <c:v>15563.217391304348</c:v>
                </c:pt>
                <c:pt idx="1521">
                  <c:v>15563.217391304348</c:v>
                </c:pt>
                <c:pt idx="1523">
                  <c:v>15818</c:v>
                </c:pt>
                <c:pt idx="1524">
                  <c:v>15818</c:v>
                </c:pt>
                <c:pt idx="1525">
                  <c:v>15818</c:v>
                </c:pt>
                <c:pt idx="1526">
                  <c:v>15818</c:v>
                </c:pt>
                <c:pt idx="1527">
                  <c:v>15818</c:v>
                </c:pt>
                <c:pt idx="1528">
                  <c:v>15818</c:v>
                </c:pt>
                <c:pt idx="1529">
                  <c:v>15818</c:v>
                </c:pt>
                <c:pt idx="1530">
                  <c:v>15818</c:v>
                </c:pt>
                <c:pt idx="1531">
                  <c:v>15818</c:v>
                </c:pt>
                <c:pt idx="1532">
                  <c:v>15818</c:v>
                </c:pt>
                <c:pt idx="1533">
                  <c:v>15818</c:v>
                </c:pt>
                <c:pt idx="1534">
                  <c:v>15818</c:v>
                </c:pt>
                <c:pt idx="1535">
                  <c:v>15818</c:v>
                </c:pt>
                <c:pt idx="1536">
                  <c:v>15818</c:v>
                </c:pt>
                <c:pt idx="1537">
                  <c:v>15818</c:v>
                </c:pt>
                <c:pt idx="1538">
                  <c:v>15818</c:v>
                </c:pt>
                <c:pt idx="1539">
                  <c:v>15818</c:v>
                </c:pt>
                <c:pt idx="1540">
                  <c:v>15818</c:v>
                </c:pt>
                <c:pt idx="1541">
                  <c:v>15818</c:v>
                </c:pt>
                <c:pt idx="1542">
                  <c:v>15818</c:v>
                </c:pt>
                <c:pt idx="1544">
                  <c:v>16041.681818181818</c:v>
                </c:pt>
                <c:pt idx="1545">
                  <c:v>16041.681818181818</c:v>
                </c:pt>
                <c:pt idx="1546">
                  <c:v>16041.681818181818</c:v>
                </c:pt>
                <c:pt idx="1547">
                  <c:v>16041.681818181818</c:v>
                </c:pt>
                <c:pt idx="1548">
                  <c:v>16041.681818181818</c:v>
                </c:pt>
                <c:pt idx="1549">
                  <c:v>16041.681818181818</c:v>
                </c:pt>
                <c:pt idx="1550">
                  <c:v>16041.681818181818</c:v>
                </c:pt>
                <c:pt idx="1551">
                  <c:v>16041.681818181818</c:v>
                </c:pt>
                <c:pt idx="1552">
                  <c:v>16041.681818181818</c:v>
                </c:pt>
                <c:pt idx="1553">
                  <c:v>16041.681818181818</c:v>
                </c:pt>
                <c:pt idx="1554">
                  <c:v>16041.681818181818</c:v>
                </c:pt>
                <c:pt idx="1555">
                  <c:v>16041.681818181818</c:v>
                </c:pt>
                <c:pt idx="1556">
                  <c:v>16041.681818181818</c:v>
                </c:pt>
                <c:pt idx="1557">
                  <c:v>16041.681818181818</c:v>
                </c:pt>
                <c:pt idx="1558">
                  <c:v>16041.681818181818</c:v>
                </c:pt>
                <c:pt idx="1559">
                  <c:v>16041.681818181818</c:v>
                </c:pt>
                <c:pt idx="1560">
                  <c:v>16041.681818181818</c:v>
                </c:pt>
                <c:pt idx="1561">
                  <c:v>16041.681818181818</c:v>
                </c:pt>
                <c:pt idx="1562">
                  <c:v>16041.681818181818</c:v>
                </c:pt>
                <c:pt idx="1563">
                  <c:v>16041.681818181818</c:v>
                </c:pt>
                <c:pt idx="1564">
                  <c:v>16041.681818181818</c:v>
                </c:pt>
                <c:pt idx="1566">
                  <c:v>16238.695652173914</c:v>
                </c:pt>
                <c:pt idx="1567">
                  <c:v>16238.695652173914</c:v>
                </c:pt>
                <c:pt idx="1568">
                  <c:v>16238.695652173914</c:v>
                </c:pt>
                <c:pt idx="1569">
                  <c:v>16238.695652173914</c:v>
                </c:pt>
                <c:pt idx="1570">
                  <c:v>16238.695652173914</c:v>
                </c:pt>
                <c:pt idx="1571">
                  <c:v>16238.695652173914</c:v>
                </c:pt>
                <c:pt idx="1572">
                  <c:v>16238.695652173914</c:v>
                </c:pt>
                <c:pt idx="1573">
                  <c:v>16238.695652173914</c:v>
                </c:pt>
                <c:pt idx="1574">
                  <c:v>16238.695652173914</c:v>
                </c:pt>
                <c:pt idx="1575">
                  <c:v>16238.695652173914</c:v>
                </c:pt>
                <c:pt idx="1576">
                  <c:v>16238.695652173914</c:v>
                </c:pt>
                <c:pt idx="1577">
                  <c:v>16238.695652173914</c:v>
                </c:pt>
                <c:pt idx="1578">
                  <c:v>16238.695652173914</c:v>
                </c:pt>
                <c:pt idx="1579">
                  <c:v>16238.695652173914</c:v>
                </c:pt>
                <c:pt idx="1580">
                  <c:v>16238.695652173914</c:v>
                </c:pt>
                <c:pt idx="1581">
                  <c:v>16238.695652173914</c:v>
                </c:pt>
                <c:pt idx="1582">
                  <c:v>16238.695652173914</c:v>
                </c:pt>
                <c:pt idx="1583">
                  <c:v>16238.695652173914</c:v>
                </c:pt>
                <c:pt idx="1584">
                  <c:v>16238.695652173914</c:v>
                </c:pt>
                <c:pt idx="1585">
                  <c:v>16238.695652173914</c:v>
                </c:pt>
                <c:pt idx="1586">
                  <c:v>16238.695652173914</c:v>
                </c:pt>
                <c:pt idx="1587">
                  <c:v>16238.695652173914</c:v>
                </c:pt>
                <c:pt idx="1589">
                  <c:v>16342.35</c:v>
                </c:pt>
                <c:pt idx="1590">
                  <c:v>16342.35</c:v>
                </c:pt>
                <c:pt idx="1591">
                  <c:v>16342.35</c:v>
                </c:pt>
                <c:pt idx="1592">
                  <c:v>16342.35</c:v>
                </c:pt>
                <c:pt idx="1593">
                  <c:v>16342.35</c:v>
                </c:pt>
                <c:pt idx="1594">
                  <c:v>16342.35</c:v>
                </c:pt>
                <c:pt idx="1595">
                  <c:v>16342.35</c:v>
                </c:pt>
                <c:pt idx="1596">
                  <c:v>16342.35</c:v>
                </c:pt>
                <c:pt idx="1597">
                  <c:v>16342.35</c:v>
                </c:pt>
                <c:pt idx="1598">
                  <c:v>16342.35</c:v>
                </c:pt>
                <c:pt idx="1599">
                  <c:v>16342.35</c:v>
                </c:pt>
                <c:pt idx="1600">
                  <c:v>16342.35</c:v>
                </c:pt>
                <c:pt idx="1601">
                  <c:v>16342.35</c:v>
                </c:pt>
                <c:pt idx="1602">
                  <c:v>16342.35</c:v>
                </c:pt>
                <c:pt idx="1603">
                  <c:v>16342.35</c:v>
                </c:pt>
                <c:pt idx="1604">
                  <c:v>16342.35</c:v>
                </c:pt>
                <c:pt idx="1605">
                  <c:v>16342.35</c:v>
                </c:pt>
                <c:pt idx="1606">
                  <c:v>16342.35</c:v>
                </c:pt>
                <c:pt idx="1607">
                  <c:v>16342.35</c:v>
                </c:pt>
                <c:pt idx="1609">
                  <c:v>16455.380952380954</c:v>
                </c:pt>
                <c:pt idx="1610">
                  <c:v>16455.380952380954</c:v>
                </c:pt>
                <c:pt idx="1611">
                  <c:v>16455.380952380954</c:v>
                </c:pt>
                <c:pt idx="1612">
                  <c:v>16455.380952380954</c:v>
                </c:pt>
                <c:pt idx="1613">
                  <c:v>16455.380952380954</c:v>
                </c:pt>
                <c:pt idx="1614">
                  <c:v>16455.380952380954</c:v>
                </c:pt>
                <c:pt idx="1615">
                  <c:v>16455.380952380954</c:v>
                </c:pt>
                <c:pt idx="1616">
                  <c:v>16455.380952380954</c:v>
                </c:pt>
                <c:pt idx="1617">
                  <c:v>16455.380952380954</c:v>
                </c:pt>
                <c:pt idx="1618">
                  <c:v>16455.380952380954</c:v>
                </c:pt>
                <c:pt idx="1619">
                  <c:v>16455.380952380954</c:v>
                </c:pt>
                <c:pt idx="1620">
                  <c:v>16455.380952380954</c:v>
                </c:pt>
                <c:pt idx="1621">
                  <c:v>16455.380952380954</c:v>
                </c:pt>
                <c:pt idx="1622">
                  <c:v>16455.380952380954</c:v>
                </c:pt>
                <c:pt idx="1623">
                  <c:v>16455.380952380954</c:v>
                </c:pt>
                <c:pt idx="1624">
                  <c:v>16455.380952380954</c:v>
                </c:pt>
                <c:pt idx="1625">
                  <c:v>16455.380952380954</c:v>
                </c:pt>
                <c:pt idx="1626">
                  <c:v>16455.380952380954</c:v>
                </c:pt>
                <c:pt idx="1627">
                  <c:v>16455.380952380954</c:v>
                </c:pt>
                <c:pt idx="1628">
                  <c:v>16455.380952380954</c:v>
                </c:pt>
                <c:pt idx="1630">
                  <c:v>16756.045454545456</c:v>
                </c:pt>
                <c:pt idx="1631">
                  <c:v>16756.045454545456</c:v>
                </c:pt>
                <c:pt idx="1632">
                  <c:v>16756.045454545456</c:v>
                </c:pt>
                <c:pt idx="1633">
                  <c:v>16756.045454545456</c:v>
                </c:pt>
                <c:pt idx="1634">
                  <c:v>16756.045454545456</c:v>
                </c:pt>
                <c:pt idx="1635">
                  <c:v>16756.045454545456</c:v>
                </c:pt>
                <c:pt idx="1636">
                  <c:v>16756.045454545456</c:v>
                </c:pt>
                <c:pt idx="1637">
                  <c:v>16756.045454545456</c:v>
                </c:pt>
                <c:pt idx="1638">
                  <c:v>16756.045454545456</c:v>
                </c:pt>
                <c:pt idx="1639">
                  <c:v>16756.045454545456</c:v>
                </c:pt>
                <c:pt idx="1640">
                  <c:v>16756.045454545456</c:v>
                </c:pt>
                <c:pt idx="1641">
                  <c:v>16756.045454545456</c:v>
                </c:pt>
                <c:pt idx="1642">
                  <c:v>16756.045454545456</c:v>
                </c:pt>
                <c:pt idx="1643">
                  <c:v>16756.045454545456</c:v>
                </c:pt>
                <c:pt idx="1644">
                  <c:v>16756.045454545456</c:v>
                </c:pt>
                <c:pt idx="1645">
                  <c:v>16756.045454545456</c:v>
                </c:pt>
                <c:pt idx="1646">
                  <c:v>16756.045454545456</c:v>
                </c:pt>
                <c:pt idx="1647">
                  <c:v>16756.045454545456</c:v>
                </c:pt>
                <c:pt idx="1648">
                  <c:v>16756.045454545456</c:v>
                </c:pt>
                <c:pt idx="1649">
                  <c:v>16756.045454545456</c:v>
                </c:pt>
                <c:pt idx="1650">
                  <c:v>16756.045454545456</c:v>
                </c:pt>
                <c:pt idx="1652">
                  <c:v>16417.136363636364</c:v>
                </c:pt>
                <c:pt idx="1653">
                  <c:v>16417.136363636364</c:v>
                </c:pt>
                <c:pt idx="1654">
                  <c:v>16417.136363636364</c:v>
                </c:pt>
                <c:pt idx="1655">
                  <c:v>16417.136363636364</c:v>
                </c:pt>
                <c:pt idx="1656">
                  <c:v>16417.136363636364</c:v>
                </c:pt>
                <c:pt idx="1657">
                  <c:v>16417.136363636364</c:v>
                </c:pt>
                <c:pt idx="1658">
                  <c:v>16417.136363636364</c:v>
                </c:pt>
                <c:pt idx="1659">
                  <c:v>16417.136363636364</c:v>
                </c:pt>
                <c:pt idx="1660">
                  <c:v>16417.136363636364</c:v>
                </c:pt>
                <c:pt idx="1661">
                  <c:v>16417.136363636364</c:v>
                </c:pt>
                <c:pt idx="1662">
                  <c:v>16417.136363636364</c:v>
                </c:pt>
                <c:pt idx="1663">
                  <c:v>16417.136363636364</c:v>
                </c:pt>
                <c:pt idx="1664">
                  <c:v>16417.136363636364</c:v>
                </c:pt>
                <c:pt idx="1665">
                  <c:v>16417.136363636364</c:v>
                </c:pt>
                <c:pt idx="1666">
                  <c:v>16417.136363636364</c:v>
                </c:pt>
                <c:pt idx="1667">
                  <c:v>16417.136363636364</c:v>
                </c:pt>
                <c:pt idx="1668">
                  <c:v>16417.136363636364</c:v>
                </c:pt>
                <c:pt idx="1669">
                  <c:v>16417.136363636364</c:v>
                </c:pt>
                <c:pt idx="1670">
                  <c:v>16417.136363636364</c:v>
                </c:pt>
                <c:pt idx="1671">
                  <c:v>16417.136363636364</c:v>
                </c:pt>
                <c:pt idx="1672">
                  <c:v>16417.136363636364</c:v>
                </c:pt>
                <c:pt idx="1674">
                  <c:v>16291.142857142857</c:v>
                </c:pt>
                <c:pt idx="1675">
                  <c:v>16291.142857142857</c:v>
                </c:pt>
                <c:pt idx="1676">
                  <c:v>16291.142857142857</c:v>
                </c:pt>
                <c:pt idx="1677">
                  <c:v>16291.142857142857</c:v>
                </c:pt>
                <c:pt idx="1678">
                  <c:v>16291.142857142857</c:v>
                </c:pt>
                <c:pt idx="1679">
                  <c:v>16291.142857142857</c:v>
                </c:pt>
                <c:pt idx="1680">
                  <c:v>16291.142857142857</c:v>
                </c:pt>
                <c:pt idx="1681">
                  <c:v>16291.142857142857</c:v>
                </c:pt>
                <c:pt idx="1682">
                  <c:v>16291.142857142857</c:v>
                </c:pt>
                <c:pt idx="1683">
                  <c:v>16291.142857142857</c:v>
                </c:pt>
                <c:pt idx="1684">
                  <c:v>16291.142857142857</c:v>
                </c:pt>
                <c:pt idx="1685">
                  <c:v>16291.142857142857</c:v>
                </c:pt>
                <c:pt idx="1686">
                  <c:v>16291.142857142857</c:v>
                </c:pt>
                <c:pt idx="1687">
                  <c:v>16291.142857142857</c:v>
                </c:pt>
                <c:pt idx="1688">
                  <c:v>16291.142857142857</c:v>
                </c:pt>
                <c:pt idx="1689">
                  <c:v>16291.142857142857</c:v>
                </c:pt>
                <c:pt idx="1690">
                  <c:v>16291.142857142857</c:v>
                </c:pt>
                <c:pt idx="1691">
                  <c:v>16291.142857142857</c:v>
                </c:pt>
                <c:pt idx="1692">
                  <c:v>16291.142857142857</c:v>
                </c:pt>
                <c:pt idx="1693">
                  <c:v>16291.142857142857</c:v>
                </c:pt>
                <c:pt idx="1695">
                  <c:v>16280.130434782608</c:v>
                </c:pt>
                <c:pt idx="1696">
                  <c:v>16280.130434782608</c:v>
                </c:pt>
                <c:pt idx="1697">
                  <c:v>16280.130434782608</c:v>
                </c:pt>
                <c:pt idx="1698">
                  <c:v>16280.130434782608</c:v>
                </c:pt>
                <c:pt idx="1699">
                  <c:v>16280.130434782608</c:v>
                </c:pt>
                <c:pt idx="1700">
                  <c:v>16280.130434782608</c:v>
                </c:pt>
                <c:pt idx="1701">
                  <c:v>16280.130434782608</c:v>
                </c:pt>
                <c:pt idx="1702">
                  <c:v>16280.130434782608</c:v>
                </c:pt>
                <c:pt idx="1703">
                  <c:v>16280.130434782608</c:v>
                </c:pt>
                <c:pt idx="1704">
                  <c:v>16280.130434782608</c:v>
                </c:pt>
                <c:pt idx="1705">
                  <c:v>16280.130434782608</c:v>
                </c:pt>
                <c:pt idx="1706">
                  <c:v>16280.130434782608</c:v>
                </c:pt>
                <c:pt idx="1707">
                  <c:v>16280.130434782608</c:v>
                </c:pt>
                <c:pt idx="1708">
                  <c:v>16280.130434782608</c:v>
                </c:pt>
                <c:pt idx="1709">
                  <c:v>16280.130434782608</c:v>
                </c:pt>
                <c:pt idx="1710">
                  <c:v>16280.130434782608</c:v>
                </c:pt>
                <c:pt idx="1711">
                  <c:v>16280.130434782608</c:v>
                </c:pt>
                <c:pt idx="1712">
                  <c:v>16280.130434782608</c:v>
                </c:pt>
                <c:pt idx="1713">
                  <c:v>16280.130434782608</c:v>
                </c:pt>
                <c:pt idx="1714">
                  <c:v>16280.130434782608</c:v>
                </c:pt>
                <c:pt idx="1715">
                  <c:v>16280.130434782608</c:v>
                </c:pt>
                <c:pt idx="1716">
                  <c:v>16280.130434782608</c:v>
                </c:pt>
                <c:pt idx="1718">
                  <c:v>16299.238095238095</c:v>
                </c:pt>
                <c:pt idx="1719">
                  <c:v>16299.238095238095</c:v>
                </c:pt>
                <c:pt idx="1720">
                  <c:v>16299.238095238095</c:v>
                </c:pt>
                <c:pt idx="1721">
                  <c:v>16299.238095238095</c:v>
                </c:pt>
                <c:pt idx="1722">
                  <c:v>16299.238095238095</c:v>
                </c:pt>
                <c:pt idx="1723">
                  <c:v>16299.238095238095</c:v>
                </c:pt>
                <c:pt idx="1724">
                  <c:v>16299.238095238095</c:v>
                </c:pt>
                <c:pt idx="1725">
                  <c:v>16299.238095238095</c:v>
                </c:pt>
                <c:pt idx="1726">
                  <c:v>16299.238095238095</c:v>
                </c:pt>
                <c:pt idx="1727">
                  <c:v>16299.238095238095</c:v>
                </c:pt>
                <c:pt idx="1728">
                  <c:v>16299.238095238095</c:v>
                </c:pt>
                <c:pt idx="1729">
                  <c:v>16299.238095238095</c:v>
                </c:pt>
                <c:pt idx="1730">
                  <c:v>16299.238095238095</c:v>
                </c:pt>
                <c:pt idx="1731">
                  <c:v>16299.238095238095</c:v>
                </c:pt>
                <c:pt idx="1732">
                  <c:v>16299.238095238095</c:v>
                </c:pt>
                <c:pt idx="1733">
                  <c:v>16299.238095238095</c:v>
                </c:pt>
                <c:pt idx="1734">
                  <c:v>16299.238095238095</c:v>
                </c:pt>
                <c:pt idx="1735">
                  <c:v>16299.238095238095</c:v>
                </c:pt>
                <c:pt idx="1736">
                  <c:v>16299.238095238095</c:v>
                </c:pt>
                <c:pt idx="1737">
                  <c:v>16299.238095238095</c:v>
                </c:pt>
                <c:pt idx="1739">
                  <c:v>16514.136363636364</c:v>
                </c:pt>
                <c:pt idx="1740">
                  <c:v>16514.136363636364</c:v>
                </c:pt>
                <c:pt idx="1741">
                  <c:v>16514.136363636364</c:v>
                </c:pt>
                <c:pt idx="1742">
                  <c:v>16514.136363636364</c:v>
                </c:pt>
                <c:pt idx="1743">
                  <c:v>16514.136363636364</c:v>
                </c:pt>
                <c:pt idx="1744">
                  <c:v>16514.136363636364</c:v>
                </c:pt>
                <c:pt idx="1745">
                  <c:v>16514.136363636364</c:v>
                </c:pt>
                <c:pt idx="1746">
                  <c:v>16514.136363636364</c:v>
                </c:pt>
                <c:pt idx="1747">
                  <c:v>16514.136363636364</c:v>
                </c:pt>
                <c:pt idx="1748">
                  <c:v>16514.136363636364</c:v>
                </c:pt>
                <c:pt idx="1749">
                  <c:v>16514.136363636364</c:v>
                </c:pt>
                <c:pt idx="1750">
                  <c:v>16514.136363636364</c:v>
                </c:pt>
                <c:pt idx="1751">
                  <c:v>16514.136363636364</c:v>
                </c:pt>
                <c:pt idx="1752">
                  <c:v>16514.136363636364</c:v>
                </c:pt>
                <c:pt idx="1753">
                  <c:v>16514.136363636364</c:v>
                </c:pt>
                <c:pt idx="1754">
                  <c:v>16514.136363636364</c:v>
                </c:pt>
                <c:pt idx="1755">
                  <c:v>16514.136363636364</c:v>
                </c:pt>
                <c:pt idx="1756">
                  <c:v>16514.136363636364</c:v>
                </c:pt>
                <c:pt idx="1757">
                  <c:v>16514.136363636364</c:v>
                </c:pt>
                <c:pt idx="1758">
                  <c:v>16514.136363636364</c:v>
                </c:pt>
                <c:pt idx="1759">
                  <c:v>16514.136363636364</c:v>
                </c:pt>
                <c:pt idx="1761">
                  <c:v>16583.130434782608</c:v>
                </c:pt>
                <c:pt idx="1762">
                  <c:v>16583.130434782608</c:v>
                </c:pt>
                <c:pt idx="1763">
                  <c:v>16583.130434782608</c:v>
                </c:pt>
                <c:pt idx="1764">
                  <c:v>16583.130434782608</c:v>
                </c:pt>
                <c:pt idx="1765">
                  <c:v>16583.130434782608</c:v>
                </c:pt>
                <c:pt idx="1766">
                  <c:v>16583.130434782608</c:v>
                </c:pt>
                <c:pt idx="1767">
                  <c:v>16583.130434782608</c:v>
                </c:pt>
                <c:pt idx="1768">
                  <c:v>16583.130434782608</c:v>
                </c:pt>
                <c:pt idx="1769">
                  <c:v>16583.130434782608</c:v>
                </c:pt>
                <c:pt idx="1770">
                  <c:v>16583.130434782608</c:v>
                </c:pt>
                <c:pt idx="1771">
                  <c:v>16583.130434782608</c:v>
                </c:pt>
                <c:pt idx="1772">
                  <c:v>16583.130434782608</c:v>
                </c:pt>
                <c:pt idx="1773">
                  <c:v>16583.130434782608</c:v>
                </c:pt>
                <c:pt idx="1774">
                  <c:v>16583.130434782608</c:v>
                </c:pt>
                <c:pt idx="1775">
                  <c:v>16583.130434782608</c:v>
                </c:pt>
                <c:pt idx="1776">
                  <c:v>16583.130434782608</c:v>
                </c:pt>
                <c:pt idx="1777">
                  <c:v>16583.130434782608</c:v>
                </c:pt>
                <c:pt idx="1778">
                  <c:v>16583.130434782608</c:v>
                </c:pt>
                <c:pt idx="1779">
                  <c:v>16583.130434782608</c:v>
                </c:pt>
                <c:pt idx="1780">
                  <c:v>16583.130434782608</c:v>
                </c:pt>
                <c:pt idx="1781">
                  <c:v>16583.130434782608</c:v>
                </c:pt>
                <c:pt idx="1782">
                  <c:v>16583.130434782608</c:v>
                </c:pt>
                <c:pt idx="1784">
                  <c:v>16692.45</c:v>
                </c:pt>
                <c:pt idx="1785">
                  <c:v>16692.45</c:v>
                </c:pt>
                <c:pt idx="1786">
                  <c:v>16692.45</c:v>
                </c:pt>
                <c:pt idx="1787">
                  <c:v>16692.45</c:v>
                </c:pt>
                <c:pt idx="1788">
                  <c:v>16692.45</c:v>
                </c:pt>
                <c:pt idx="1789">
                  <c:v>16692.45</c:v>
                </c:pt>
                <c:pt idx="1790">
                  <c:v>16692.45</c:v>
                </c:pt>
                <c:pt idx="1791">
                  <c:v>16692.45</c:v>
                </c:pt>
                <c:pt idx="1792">
                  <c:v>16692.45</c:v>
                </c:pt>
                <c:pt idx="1793">
                  <c:v>16692.45</c:v>
                </c:pt>
                <c:pt idx="1794">
                  <c:v>16692.45</c:v>
                </c:pt>
                <c:pt idx="1795">
                  <c:v>16692.45</c:v>
                </c:pt>
                <c:pt idx="1796">
                  <c:v>16692.45</c:v>
                </c:pt>
                <c:pt idx="1797">
                  <c:v>16692.45</c:v>
                </c:pt>
                <c:pt idx="1798">
                  <c:v>16692.45</c:v>
                </c:pt>
                <c:pt idx="1799">
                  <c:v>16692.45</c:v>
                </c:pt>
                <c:pt idx="1800">
                  <c:v>16692.45</c:v>
                </c:pt>
                <c:pt idx="1801">
                  <c:v>16692.45</c:v>
                </c:pt>
                <c:pt idx="1802">
                  <c:v>16692.45</c:v>
                </c:pt>
                <c:pt idx="1804">
                  <c:v>16696.523809523809</c:v>
                </c:pt>
                <c:pt idx="1805">
                  <c:v>16696.523809523809</c:v>
                </c:pt>
                <c:pt idx="1806">
                  <c:v>16696.523809523809</c:v>
                </c:pt>
                <c:pt idx="1807">
                  <c:v>16696.523809523809</c:v>
                </c:pt>
                <c:pt idx="1808">
                  <c:v>16696.523809523809</c:v>
                </c:pt>
                <c:pt idx="1809">
                  <c:v>16696.523809523809</c:v>
                </c:pt>
                <c:pt idx="1810">
                  <c:v>16696.523809523809</c:v>
                </c:pt>
                <c:pt idx="1811">
                  <c:v>16696.523809523809</c:v>
                </c:pt>
                <c:pt idx="1812">
                  <c:v>16696.523809523809</c:v>
                </c:pt>
                <c:pt idx="1813">
                  <c:v>16696.523809523809</c:v>
                </c:pt>
                <c:pt idx="1814">
                  <c:v>16696.523809523809</c:v>
                </c:pt>
                <c:pt idx="1815">
                  <c:v>16696.523809523809</c:v>
                </c:pt>
                <c:pt idx="1816">
                  <c:v>16696.523809523809</c:v>
                </c:pt>
                <c:pt idx="1817">
                  <c:v>16696.523809523809</c:v>
                </c:pt>
                <c:pt idx="1818">
                  <c:v>16696.523809523809</c:v>
                </c:pt>
                <c:pt idx="1819">
                  <c:v>16696.523809523809</c:v>
                </c:pt>
                <c:pt idx="1820">
                  <c:v>16696.523809523809</c:v>
                </c:pt>
                <c:pt idx="1821">
                  <c:v>16696.523809523809</c:v>
                </c:pt>
                <c:pt idx="1822">
                  <c:v>16696.523809523809</c:v>
                </c:pt>
                <c:pt idx="1823">
                  <c:v>16696.523809523809</c:v>
                </c:pt>
                <c:pt idx="1825">
                  <c:v>16817.599999999999</c:v>
                </c:pt>
                <c:pt idx="1826">
                  <c:v>16817.599999999999</c:v>
                </c:pt>
                <c:pt idx="1827">
                  <c:v>16817.599999999999</c:v>
                </c:pt>
                <c:pt idx="1828">
                  <c:v>16817.599999999999</c:v>
                </c:pt>
                <c:pt idx="1829">
                  <c:v>16817.599999999999</c:v>
                </c:pt>
                <c:pt idx="1830">
                  <c:v>16817.599999999999</c:v>
                </c:pt>
                <c:pt idx="1831">
                  <c:v>16817.599999999999</c:v>
                </c:pt>
                <c:pt idx="1832">
                  <c:v>16817.599999999999</c:v>
                </c:pt>
                <c:pt idx="1833">
                  <c:v>16817.599999999999</c:v>
                </c:pt>
                <c:pt idx="1834">
                  <c:v>16817.599999999999</c:v>
                </c:pt>
                <c:pt idx="1835">
                  <c:v>16817.599999999999</c:v>
                </c:pt>
                <c:pt idx="1836">
                  <c:v>16817.599999999999</c:v>
                </c:pt>
                <c:pt idx="1837">
                  <c:v>16817.599999999999</c:v>
                </c:pt>
                <c:pt idx="1838">
                  <c:v>16817.599999999999</c:v>
                </c:pt>
                <c:pt idx="1839">
                  <c:v>16817.599999999999</c:v>
                </c:pt>
                <c:pt idx="1840">
                  <c:v>16817.599999999999</c:v>
                </c:pt>
                <c:pt idx="1841">
                  <c:v>16817.599999999999</c:v>
                </c:pt>
                <c:pt idx="1842">
                  <c:v>16817.599999999999</c:v>
                </c:pt>
                <c:pt idx="1843">
                  <c:v>16817.599999999999</c:v>
                </c:pt>
                <c:pt idx="1845">
                  <c:v>16812.722222222223</c:v>
                </c:pt>
                <c:pt idx="1846">
                  <c:v>16812.722222222223</c:v>
                </c:pt>
                <c:pt idx="1847">
                  <c:v>16812.722222222223</c:v>
                </c:pt>
                <c:pt idx="1848">
                  <c:v>16812.722222222223</c:v>
                </c:pt>
                <c:pt idx="1849">
                  <c:v>16812.722222222223</c:v>
                </c:pt>
                <c:pt idx="1850">
                  <c:v>16812.722222222223</c:v>
                </c:pt>
                <c:pt idx="1851">
                  <c:v>16812.722222222223</c:v>
                </c:pt>
                <c:pt idx="1852">
                  <c:v>16812.722222222223</c:v>
                </c:pt>
                <c:pt idx="1853">
                  <c:v>16812.722222222223</c:v>
                </c:pt>
                <c:pt idx="1854">
                  <c:v>16812.722222222223</c:v>
                </c:pt>
                <c:pt idx="1855">
                  <c:v>16812.722222222223</c:v>
                </c:pt>
                <c:pt idx="1856">
                  <c:v>16812.722222222223</c:v>
                </c:pt>
                <c:pt idx="1857">
                  <c:v>16812.722222222223</c:v>
                </c:pt>
                <c:pt idx="1858">
                  <c:v>16812.722222222223</c:v>
                </c:pt>
                <c:pt idx="1859">
                  <c:v>16812.722222222223</c:v>
                </c:pt>
                <c:pt idx="1860">
                  <c:v>16812.722222222223</c:v>
                </c:pt>
                <c:pt idx="1861">
                  <c:v>16812.722222222223</c:v>
                </c:pt>
                <c:pt idx="1863">
                  <c:v>16920.352941176472</c:v>
                </c:pt>
                <c:pt idx="1864">
                  <c:v>16920.352941176472</c:v>
                </c:pt>
                <c:pt idx="1865">
                  <c:v>16920.352941176472</c:v>
                </c:pt>
                <c:pt idx="1866">
                  <c:v>16920.352941176472</c:v>
                </c:pt>
                <c:pt idx="1867">
                  <c:v>16920.352941176472</c:v>
                </c:pt>
                <c:pt idx="1868">
                  <c:v>16920.352941176472</c:v>
                </c:pt>
                <c:pt idx="1869">
                  <c:v>16920.352941176472</c:v>
                </c:pt>
                <c:pt idx="1870">
                  <c:v>16920.352941176472</c:v>
                </c:pt>
                <c:pt idx="1871">
                  <c:v>16920.352941176472</c:v>
                </c:pt>
                <c:pt idx="1872">
                  <c:v>16920.352941176472</c:v>
                </c:pt>
                <c:pt idx="1873">
                  <c:v>16920.352941176472</c:v>
                </c:pt>
                <c:pt idx="1874">
                  <c:v>16920.352941176472</c:v>
                </c:pt>
                <c:pt idx="1875">
                  <c:v>16920.352941176472</c:v>
                </c:pt>
                <c:pt idx="1876">
                  <c:v>16920.352941176472</c:v>
                </c:pt>
                <c:pt idx="1877">
                  <c:v>16920.352941176472</c:v>
                </c:pt>
                <c:pt idx="1878">
                  <c:v>16920.352941176472</c:v>
                </c:pt>
                <c:pt idx="1880">
                  <c:v>17145.190476190477</c:v>
                </c:pt>
                <c:pt idx="1881">
                  <c:v>17145.190476190477</c:v>
                </c:pt>
                <c:pt idx="1882">
                  <c:v>17145.190476190477</c:v>
                </c:pt>
                <c:pt idx="1883">
                  <c:v>17145.190476190477</c:v>
                </c:pt>
                <c:pt idx="1884">
                  <c:v>17145.190476190477</c:v>
                </c:pt>
                <c:pt idx="1885">
                  <c:v>17145.190476190477</c:v>
                </c:pt>
                <c:pt idx="1886">
                  <c:v>17145.190476190477</c:v>
                </c:pt>
                <c:pt idx="1887">
                  <c:v>17145.190476190477</c:v>
                </c:pt>
                <c:pt idx="1888">
                  <c:v>17145.190476190477</c:v>
                </c:pt>
                <c:pt idx="1889">
                  <c:v>17145.190476190477</c:v>
                </c:pt>
                <c:pt idx="1890">
                  <c:v>17145.190476190477</c:v>
                </c:pt>
                <c:pt idx="1891">
                  <c:v>17145.190476190477</c:v>
                </c:pt>
                <c:pt idx="1892">
                  <c:v>17145.190476190477</c:v>
                </c:pt>
                <c:pt idx="1893">
                  <c:v>17145.190476190477</c:v>
                </c:pt>
                <c:pt idx="1894">
                  <c:v>17145.190476190477</c:v>
                </c:pt>
                <c:pt idx="1895">
                  <c:v>17145.190476190477</c:v>
                </c:pt>
                <c:pt idx="1896">
                  <c:v>17145.190476190477</c:v>
                </c:pt>
                <c:pt idx="1897">
                  <c:v>17145.190476190477</c:v>
                </c:pt>
                <c:pt idx="1898">
                  <c:v>17145.190476190477</c:v>
                </c:pt>
                <c:pt idx="1899">
                  <c:v>17145.190476190477</c:v>
                </c:pt>
                <c:pt idx="1901">
                  <c:v>17563.8125</c:v>
                </c:pt>
                <c:pt idx="1902">
                  <c:v>17563.8125</c:v>
                </c:pt>
                <c:pt idx="1903">
                  <c:v>17563.8125</c:v>
                </c:pt>
                <c:pt idx="1904">
                  <c:v>17563.8125</c:v>
                </c:pt>
                <c:pt idx="1905">
                  <c:v>17563.8125</c:v>
                </c:pt>
                <c:pt idx="1906">
                  <c:v>17563.8125</c:v>
                </c:pt>
                <c:pt idx="1907">
                  <c:v>17563.8125</c:v>
                </c:pt>
                <c:pt idx="1908">
                  <c:v>17563.8125</c:v>
                </c:pt>
                <c:pt idx="1909">
                  <c:v>17563.8125</c:v>
                </c:pt>
                <c:pt idx="1910">
                  <c:v>17563.8125</c:v>
                </c:pt>
                <c:pt idx="1911">
                  <c:v>17563.8125</c:v>
                </c:pt>
                <c:pt idx="1912">
                  <c:v>17563.8125</c:v>
                </c:pt>
                <c:pt idx="1913">
                  <c:v>17563.8125</c:v>
                </c:pt>
                <c:pt idx="1914">
                  <c:v>17563.8125</c:v>
                </c:pt>
                <c:pt idx="1915">
                  <c:v>17563.8125</c:v>
                </c:pt>
                <c:pt idx="1917">
                  <c:v>17900.142857142859</c:v>
                </c:pt>
                <c:pt idx="1918">
                  <c:v>17900.142857142859</c:v>
                </c:pt>
                <c:pt idx="1919">
                  <c:v>17900.142857142859</c:v>
                </c:pt>
                <c:pt idx="1920">
                  <c:v>17900.142857142859</c:v>
                </c:pt>
                <c:pt idx="1921">
                  <c:v>17900.142857142859</c:v>
                </c:pt>
                <c:pt idx="1922">
                  <c:v>17900.142857142859</c:v>
                </c:pt>
                <c:pt idx="1923">
                  <c:v>17900.142857142859</c:v>
                </c:pt>
                <c:pt idx="1924">
                  <c:v>17900.142857142859</c:v>
                </c:pt>
                <c:pt idx="1925">
                  <c:v>17900.142857142859</c:v>
                </c:pt>
                <c:pt idx="1926">
                  <c:v>17900.142857142859</c:v>
                </c:pt>
                <c:pt idx="1927">
                  <c:v>17900.142857142859</c:v>
                </c:pt>
                <c:pt idx="1928">
                  <c:v>17900.142857142859</c:v>
                </c:pt>
                <c:pt idx="1929">
                  <c:v>17900.142857142859</c:v>
                </c:pt>
                <c:pt idx="1930">
                  <c:v>17900.142857142859</c:v>
                </c:pt>
                <c:pt idx="1931">
                  <c:v>17900.142857142859</c:v>
                </c:pt>
                <c:pt idx="1932">
                  <c:v>17900.142857142859</c:v>
                </c:pt>
                <c:pt idx="1933">
                  <c:v>17900.142857142859</c:v>
                </c:pt>
                <c:pt idx="1934">
                  <c:v>17900.142857142859</c:v>
                </c:pt>
                <c:pt idx="1935">
                  <c:v>17900.142857142859</c:v>
                </c:pt>
                <c:pt idx="1936">
                  <c:v>17900.142857142859</c:v>
                </c:pt>
                <c:pt idx="1938">
                  <c:v>17996.956521739132</c:v>
                </c:pt>
                <c:pt idx="1939">
                  <c:v>17996.956521739132</c:v>
                </c:pt>
                <c:pt idx="1940">
                  <c:v>17996.956521739132</c:v>
                </c:pt>
                <c:pt idx="1941">
                  <c:v>17996.956521739132</c:v>
                </c:pt>
                <c:pt idx="1942">
                  <c:v>17996.956521739132</c:v>
                </c:pt>
                <c:pt idx="1943">
                  <c:v>17996.956521739132</c:v>
                </c:pt>
                <c:pt idx="1944">
                  <c:v>17996.956521739132</c:v>
                </c:pt>
                <c:pt idx="1945">
                  <c:v>17996.956521739132</c:v>
                </c:pt>
                <c:pt idx="1946">
                  <c:v>17996.956521739132</c:v>
                </c:pt>
                <c:pt idx="1947">
                  <c:v>17996.956521739132</c:v>
                </c:pt>
                <c:pt idx="1948">
                  <c:v>17996.956521739132</c:v>
                </c:pt>
                <c:pt idx="1949">
                  <c:v>17996.956521739132</c:v>
                </c:pt>
                <c:pt idx="1950">
                  <c:v>17996.956521739132</c:v>
                </c:pt>
                <c:pt idx="1951">
                  <c:v>17996.956521739132</c:v>
                </c:pt>
                <c:pt idx="1952">
                  <c:v>17996.956521739132</c:v>
                </c:pt>
                <c:pt idx="1953">
                  <c:v>17996.956521739132</c:v>
                </c:pt>
                <c:pt idx="1954">
                  <c:v>17996.956521739132</c:v>
                </c:pt>
                <c:pt idx="1955">
                  <c:v>17996.956521739132</c:v>
                </c:pt>
                <c:pt idx="1956">
                  <c:v>17996.956521739132</c:v>
                </c:pt>
                <c:pt idx="1957">
                  <c:v>17996.956521739132</c:v>
                </c:pt>
                <c:pt idx="1958">
                  <c:v>17996.956521739132</c:v>
                </c:pt>
                <c:pt idx="1959">
                  <c:v>17996.956521739132</c:v>
                </c:pt>
                <c:pt idx="1961">
                  <c:v>17821.78947368421</c:v>
                </c:pt>
                <c:pt idx="1962">
                  <c:v>17821.78947368421</c:v>
                </c:pt>
                <c:pt idx="1963">
                  <c:v>17821.78947368421</c:v>
                </c:pt>
                <c:pt idx="1964">
                  <c:v>17821.78947368421</c:v>
                </c:pt>
                <c:pt idx="1965">
                  <c:v>17821.78947368421</c:v>
                </c:pt>
                <c:pt idx="1966">
                  <c:v>17821.78947368421</c:v>
                </c:pt>
                <c:pt idx="1967">
                  <c:v>17821.78947368421</c:v>
                </c:pt>
                <c:pt idx="1968">
                  <c:v>17821.78947368421</c:v>
                </c:pt>
                <c:pt idx="1969">
                  <c:v>17821.78947368421</c:v>
                </c:pt>
                <c:pt idx="1970">
                  <c:v>17821.78947368421</c:v>
                </c:pt>
                <c:pt idx="1971">
                  <c:v>17821.78947368421</c:v>
                </c:pt>
                <c:pt idx="1972">
                  <c:v>17821.78947368421</c:v>
                </c:pt>
                <c:pt idx="1973">
                  <c:v>17821.78947368421</c:v>
                </c:pt>
                <c:pt idx="1974">
                  <c:v>17821.78947368421</c:v>
                </c:pt>
                <c:pt idx="1975">
                  <c:v>17821.78947368421</c:v>
                </c:pt>
                <c:pt idx="1976">
                  <c:v>17821.78947368421</c:v>
                </c:pt>
                <c:pt idx="1977">
                  <c:v>17821.78947368421</c:v>
                </c:pt>
                <c:pt idx="1978">
                  <c:v>17821.78947368421</c:v>
                </c:pt>
                <c:pt idx="1980">
                  <c:v>17737.142857142859</c:v>
                </c:pt>
                <c:pt idx="1981">
                  <c:v>17737.142857142859</c:v>
                </c:pt>
                <c:pt idx="1982">
                  <c:v>17737.142857142859</c:v>
                </c:pt>
                <c:pt idx="1983">
                  <c:v>17737.142857142859</c:v>
                </c:pt>
                <c:pt idx="1984">
                  <c:v>17737.142857142859</c:v>
                </c:pt>
                <c:pt idx="1985">
                  <c:v>17737.142857142859</c:v>
                </c:pt>
                <c:pt idx="1986">
                  <c:v>17737.142857142859</c:v>
                </c:pt>
                <c:pt idx="1987">
                  <c:v>17737.142857142859</c:v>
                </c:pt>
                <c:pt idx="1988">
                  <c:v>17737.142857142859</c:v>
                </c:pt>
                <c:pt idx="1989">
                  <c:v>17737.142857142859</c:v>
                </c:pt>
                <c:pt idx="1990">
                  <c:v>17737.142857142859</c:v>
                </c:pt>
                <c:pt idx="1991">
                  <c:v>17737.142857142859</c:v>
                </c:pt>
                <c:pt idx="1992">
                  <c:v>17737.142857142859</c:v>
                </c:pt>
                <c:pt idx="1993">
                  <c:v>17737.142857142859</c:v>
                </c:pt>
                <c:pt idx="1994">
                  <c:v>17737.142857142859</c:v>
                </c:pt>
                <c:pt idx="1995">
                  <c:v>17737.142857142859</c:v>
                </c:pt>
                <c:pt idx="1996">
                  <c:v>17737.142857142859</c:v>
                </c:pt>
                <c:pt idx="1997">
                  <c:v>17737.142857142859</c:v>
                </c:pt>
                <c:pt idx="1998">
                  <c:v>17737.142857142859</c:v>
                </c:pt>
                <c:pt idx="1999">
                  <c:v>17737.142857142859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7E58-415E-89C3-1E905CB77368}"/>
            </c:ext>
          </c:extLst>
        </c:ser>
        <c:ser>
          <c:idx val="0"/>
          <c:order val="2"/>
          <c:tx>
            <c:strRef>
              <c:f>Sheet1!#REF!</c:f>
              <c:strCache>
                <c:ptCount val="1"/>
                <c:pt idx="0">
                  <c:v>#REF!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Sheet1!$A$2:$A$2001</c:f>
              <c:numCache>
                <c:formatCode>m/d/yyyy</c:formatCode>
                <c:ptCount val="2000"/>
                <c:pt idx="0">
                  <c:v>43466</c:v>
                </c:pt>
                <c:pt idx="1">
                  <c:v>43467</c:v>
                </c:pt>
                <c:pt idx="2">
                  <c:v>43468</c:v>
                </c:pt>
                <c:pt idx="3">
                  <c:v>43469</c:v>
                </c:pt>
                <c:pt idx="4">
                  <c:v>43472</c:v>
                </c:pt>
                <c:pt idx="5">
                  <c:v>43473</c:v>
                </c:pt>
                <c:pt idx="6">
                  <c:v>43474</c:v>
                </c:pt>
                <c:pt idx="7">
                  <c:v>43475</c:v>
                </c:pt>
                <c:pt idx="8">
                  <c:v>43476</c:v>
                </c:pt>
                <c:pt idx="9">
                  <c:v>43479</c:v>
                </c:pt>
                <c:pt idx="10">
                  <c:v>43480</c:v>
                </c:pt>
                <c:pt idx="11">
                  <c:v>43481</c:v>
                </c:pt>
                <c:pt idx="12">
                  <c:v>43482</c:v>
                </c:pt>
                <c:pt idx="13">
                  <c:v>43483</c:v>
                </c:pt>
                <c:pt idx="14">
                  <c:v>43486</c:v>
                </c:pt>
                <c:pt idx="15">
                  <c:v>43487</c:v>
                </c:pt>
                <c:pt idx="16">
                  <c:v>43488</c:v>
                </c:pt>
                <c:pt idx="17">
                  <c:v>43489</c:v>
                </c:pt>
                <c:pt idx="18">
                  <c:v>43490</c:v>
                </c:pt>
                <c:pt idx="19">
                  <c:v>43493</c:v>
                </c:pt>
                <c:pt idx="20">
                  <c:v>43494</c:v>
                </c:pt>
                <c:pt idx="21">
                  <c:v>43495</c:v>
                </c:pt>
                <c:pt idx="22">
                  <c:v>43496</c:v>
                </c:pt>
                <c:pt idx="23">
                  <c:v>43497</c:v>
                </c:pt>
                <c:pt idx="24">
                  <c:v>43500</c:v>
                </c:pt>
                <c:pt idx="25">
                  <c:v>43501</c:v>
                </c:pt>
                <c:pt idx="26">
                  <c:v>43502</c:v>
                </c:pt>
                <c:pt idx="27">
                  <c:v>43503</c:v>
                </c:pt>
                <c:pt idx="28">
                  <c:v>43504</c:v>
                </c:pt>
                <c:pt idx="29">
                  <c:v>43507</c:v>
                </c:pt>
                <c:pt idx="30">
                  <c:v>43508</c:v>
                </c:pt>
                <c:pt idx="31">
                  <c:v>43509</c:v>
                </c:pt>
                <c:pt idx="32">
                  <c:v>43510</c:v>
                </c:pt>
                <c:pt idx="33">
                  <c:v>43511</c:v>
                </c:pt>
                <c:pt idx="34">
                  <c:v>43514</c:v>
                </c:pt>
                <c:pt idx="35">
                  <c:v>43515</c:v>
                </c:pt>
                <c:pt idx="36">
                  <c:v>43516</c:v>
                </c:pt>
                <c:pt idx="37">
                  <c:v>43517</c:v>
                </c:pt>
                <c:pt idx="38">
                  <c:v>43518</c:v>
                </c:pt>
                <c:pt idx="39">
                  <c:v>43521</c:v>
                </c:pt>
                <c:pt idx="40">
                  <c:v>43522</c:v>
                </c:pt>
                <c:pt idx="41">
                  <c:v>43523</c:v>
                </c:pt>
                <c:pt idx="42">
                  <c:v>43524</c:v>
                </c:pt>
                <c:pt idx="43">
                  <c:v>43525</c:v>
                </c:pt>
                <c:pt idx="44">
                  <c:v>43528</c:v>
                </c:pt>
                <c:pt idx="45">
                  <c:v>43529</c:v>
                </c:pt>
                <c:pt idx="46">
                  <c:v>43530</c:v>
                </c:pt>
                <c:pt idx="47">
                  <c:v>43531</c:v>
                </c:pt>
                <c:pt idx="48">
                  <c:v>43532</c:v>
                </c:pt>
                <c:pt idx="49">
                  <c:v>43535</c:v>
                </c:pt>
                <c:pt idx="50">
                  <c:v>43536</c:v>
                </c:pt>
                <c:pt idx="51">
                  <c:v>43537</c:v>
                </c:pt>
                <c:pt idx="52">
                  <c:v>43538</c:v>
                </c:pt>
                <c:pt idx="53">
                  <c:v>43539</c:v>
                </c:pt>
                <c:pt idx="54">
                  <c:v>43542</c:v>
                </c:pt>
                <c:pt idx="55">
                  <c:v>43543</c:v>
                </c:pt>
                <c:pt idx="56">
                  <c:v>43544</c:v>
                </c:pt>
                <c:pt idx="57">
                  <c:v>43545</c:v>
                </c:pt>
                <c:pt idx="58">
                  <c:v>43546</c:v>
                </c:pt>
                <c:pt idx="59">
                  <c:v>43549</c:v>
                </c:pt>
                <c:pt idx="60">
                  <c:v>43550</c:v>
                </c:pt>
                <c:pt idx="61">
                  <c:v>43551</c:v>
                </c:pt>
                <c:pt idx="62">
                  <c:v>43552</c:v>
                </c:pt>
                <c:pt idx="63">
                  <c:v>43553</c:v>
                </c:pt>
                <c:pt idx="64">
                  <c:v>43556</c:v>
                </c:pt>
                <c:pt idx="65">
                  <c:v>43557</c:v>
                </c:pt>
                <c:pt idx="66">
                  <c:v>43558</c:v>
                </c:pt>
                <c:pt idx="67">
                  <c:v>43559</c:v>
                </c:pt>
                <c:pt idx="68">
                  <c:v>43560</c:v>
                </c:pt>
                <c:pt idx="69">
                  <c:v>43563</c:v>
                </c:pt>
                <c:pt idx="70">
                  <c:v>43564</c:v>
                </c:pt>
                <c:pt idx="71">
                  <c:v>43565</c:v>
                </c:pt>
                <c:pt idx="72">
                  <c:v>43566</c:v>
                </c:pt>
                <c:pt idx="73">
                  <c:v>43567</c:v>
                </c:pt>
                <c:pt idx="74">
                  <c:v>43570</c:v>
                </c:pt>
                <c:pt idx="75">
                  <c:v>43571</c:v>
                </c:pt>
                <c:pt idx="76">
                  <c:v>43572</c:v>
                </c:pt>
                <c:pt idx="77">
                  <c:v>43573</c:v>
                </c:pt>
                <c:pt idx="78">
                  <c:v>43574</c:v>
                </c:pt>
                <c:pt idx="79">
                  <c:v>43577</c:v>
                </c:pt>
                <c:pt idx="80">
                  <c:v>43578</c:v>
                </c:pt>
                <c:pt idx="81">
                  <c:v>43579</c:v>
                </c:pt>
                <c:pt idx="82">
                  <c:v>43580</c:v>
                </c:pt>
                <c:pt idx="83">
                  <c:v>43581</c:v>
                </c:pt>
                <c:pt idx="84">
                  <c:v>43584</c:v>
                </c:pt>
                <c:pt idx="85">
                  <c:v>43585</c:v>
                </c:pt>
                <c:pt idx="86">
                  <c:v>43586</c:v>
                </c:pt>
                <c:pt idx="87">
                  <c:v>43587</c:v>
                </c:pt>
                <c:pt idx="88">
                  <c:v>43588</c:v>
                </c:pt>
                <c:pt idx="89">
                  <c:v>43591</c:v>
                </c:pt>
                <c:pt idx="90">
                  <c:v>43592</c:v>
                </c:pt>
                <c:pt idx="91">
                  <c:v>43593</c:v>
                </c:pt>
                <c:pt idx="92">
                  <c:v>43594</c:v>
                </c:pt>
                <c:pt idx="93">
                  <c:v>43595</c:v>
                </c:pt>
                <c:pt idx="94">
                  <c:v>43598</c:v>
                </c:pt>
                <c:pt idx="95">
                  <c:v>43599</c:v>
                </c:pt>
                <c:pt idx="96">
                  <c:v>43600</c:v>
                </c:pt>
                <c:pt idx="97">
                  <c:v>43601</c:v>
                </c:pt>
                <c:pt idx="98">
                  <c:v>43602</c:v>
                </c:pt>
                <c:pt idx="99">
                  <c:v>43605</c:v>
                </c:pt>
                <c:pt idx="100">
                  <c:v>43606</c:v>
                </c:pt>
                <c:pt idx="101">
                  <c:v>43607</c:v>
                </c:pt>
                <c:pt idx="102">
                  <c:v>43608</c:v>
                </c:pt>
                <c:pt idx="103">
                  <c:v>43609</c:v>
                </c:pt>
                <c:pt idx="104">
                  <c:v>43612</c:v>
                </c:pt>
                <c:pt idx="105">
                  <c:v>43613</c:v>
                </c:pt>
                <c:pt idx="106">
                  <c:v>43614</c:v>
                </c:pt>
                <c:pt idx="107">
                  <c:v>43615</c:v>
                </c:pt>
                <c:pt idx="108">
                  <c:v>43616</c:v>
                </c:pt>
                <c:pt idx="109">
                  <c:v>43619</c:v>
                </c:pt>
                <c:pt idx="110">
                  <c:v>43620</c:v>
                </c:pt>
                <c:pt idx="111">
                  <c:v>43621</c:v>
                </c:pt>
                <c:pt idx="112">
                  <c:v>43622</c:v>
                </c:pt>
                <c:pt idx="113">
                  <c:v>43623</c:v>
                </c:pt>
                <c:pt idx="114">
                  <c:v>43626</c:v>
                </c:pt>
                <c:pt idx="115">
                  <c:v>43627</c:v>
                </c:pt>
                <c:pt idx="116">
                  <c:v>43628</c:v>
                </c:pt>
                <c:pt idx="117">
                  <c:v>43629</c:v>
                </c:pt>
                <c:pt idx="118">
                  <c:v>43630</c:v>
                </c:pt>
                <c:pt idx="119">
                  <c:v>43633</c:v>
                </c:pt>
                <c:pt idx="120">
                  <c:v>43634</c:v>
                </c:pt>
                <c:pt idx="121">
                  <c:v>43635</c:v>
                </c:pt>
                <c:pt idx="122">
                  <c:v>43636</c:v>
                </c:pt>
                <c:pt idx="123">
                  <c:v>43637</c:v>
                </c:pt>
                <c:pt idx="124">
                  <c:v>43640</c:v>
                </c:pt>
                <c:pt idx="125">
                  <c:v>43641</c:v>
                </c:pt>
                <c:pt idx="126">
                  <c:v>43642</c:v>
                </c:pt>
                <c:pt idx="127">
                  <c:v>43643</c:v>
                </c:pt>
                <c:pt idx="128">
                  <c:v>43644</c:v>
                </c:pt>
                <c:pt idx="129">
                  <c:v>43647</c:v>
                </c:pt>
                <c:pt idx="130">
                  <c:v>43648</c:v>
                </c:pt>
                <c:pt idx="131">
                  <c:v>43649</c:v>
                </c:pt>
                <c:pt idx="132">
                  <c:v>43650</c:v>
                </c:pt>
                <c:pt idx="133">
                  <c:v>43651</c:v>
                </c:pt>
                <c:pt idx="134">
                  <c:v>43654</c:v>
                </c:pt>
                <c:pt idx="135">
                  <c:v>43655</c:v>
                </c:pt>
                <c:pt idx="136">
                  <c:v>43656</c:v>
                </c:pt>
                <c:pt idx="137">
                  <c:v>43657</c:v>
                </c:pt>
                <c:pt idx="138">
                  <c:v>43658</c:v>
                </c:pt>
                <c:pt idx="139">
                  <c:v>43661</c:v>
                </c:pt>
                <c:pt idx="140">
                  <c:v>43662</c:v>
                </c:pt>
                <c:pt idx="141">
                  <c:v>43663</c:v>
                </c:pt>
                <c:pt idx="142">
                  <c:v>43664</c:v>
                </c:pt>
                <c:pt idx="143">
                  <c:v>43665</c:v>
                </c:pt>
                <c:pt idx="144">
                  <c:v>43668</c:v>
                </c:pt>
                <c:pt idx="145">
                  <c:v>43669</c:v>
                </c:pt>
                <c:pt idx="146">
                  <c:v>43670</c:v>
                </c:pt>
                <c:pt idx="147">
                  <c:v>43671</c:v>
                </c:pt>
                <c:pt idx="148">
                  <c:v>43672</c:v>
                </c:pt>
                <c:pt idx="149">
                  <c:v>43675</c:v>
                </c:pt>
                <c:pt idx="150">
                  <c:v>43676</c:v>
                </c:pt>
                <c:pt idx="151">
                  <c:v>43677</c:v>
                </c:pt>
                <c:pt idx="152">
                  <c:v>43678</c:v>
                </c:pt>
                <c:pt idx="153">
                  <c:v>43679</c:v>
                </c:pt>
                <c:pt idx="154">
                  <c:v>43682</c:v>
                </c:pt>
                <c:pt idx="155">
                  <c:v>43683</c:v>
                </c:pt>
                <c:pt idx="156">
                  <c:v>43684</c:v>
                </c:pt>
                <c:pt idx="157">
                  <c:v>43685</c:v>
                </c:pt>
                <c:pt idx="158">
                  <c:v>43686</c:v>
                </c:pt>
                <c:pt idx="159">
                  <c:v>43689</c:v>
                </c:pt>
                <c:pt idx="160">
                  <c:v>43690</c:v>
                </c:pt>
                <c:pt idx="161">
                  <c:v>43691</c:v>
                </c:pt>
                <c:pt idx="162">
                  <c:v>43692</c:v>
                </c:pt>
                <c:pt idx="163">
                  <c:v>43693</c:v>
                </c:pt>
                <c:pt idx="164">
                  <c:v>43696</c:v>
                </c:pt>
                <c:pt idx="165">
                  <c:v>43697</c:v>
                </c:pt>
                <c:pt idx="166">
                  <c:v>43698</c:v>
                </c:pt>
                <c:pt idx="167">
                  <c:v>43699</c:v>
                </c:pt>
                <c:pt idx="168">
                  <c:v>43700</c:v>
                </c:pt>
                <c:pt idx="169">
                  <c:v>43703</c:v>
                </c:pt>
                <c:pt idx="170">
                  <c:v>43704</c:v>
                </c:pt>
                <c:pt idx="171">
                  <c:v>43705</c:v>
                </c:pt>
                <c:pt idx="172">
                  <c:v>43706</c:v>
                </c:pt>
                <c:pt idx="173">
                  <c:v>43707</c:v>
                </c:pt>
                <c:pt idx="174">
                  <c:v>43710</c:v>
                </c:pt>
                <c:pt idx="175">
                  <c:v>43711</c:v>
                </c:pt>
                <c:pt idx="176">
                  <c:v>43712</c:v>
                </c:pt>
                <c:pt idx="177">
                  <c:v>43713</c:v>
                </c:pt>
                <c:pt idx="178">
                  <c:v>43714</c:v>
                </c:pt>
                <c:pt idx="179">
                  <c:v>43717</c:v>
                </c:pt>
                <c:pt idx="180">
                  <c:v>43718</c:v>
                </c:pt>
                <c:pt idx="181">
                  <c:v>43719</c:v>
                </c:pt>
                <c:pt idx="182">
                  <c:v>43720</c:v>
                </c:pt>
                <c:pt idx="183">
                  <c:v>43721</c:v>
                </c:pt>
                <c:pt idx="184">
                  <c:v>43724</c:v>
                </c:pt>
                <c:pt idx="185">
                  <c:v>43725</c:v>
                </c:pt>
                <c:pt idx="186">
                  <c:v>43726</c:v>
                </c:pt>
                <c:pt idx="187">
                  <c:v>43727</c:v>
                </c:pt>
                <c:pt idx="188">
                  <c:v>43728</c:v>
                </c:pt>
                <c:pt idx="189">
                  <c:v>43731</c:v>
                </c:pt>
                <c:pt idx="190">
                  <c:v>43732</c:v>
                </c:pt>
                <c:pt idx="191">
                  <c:v>43733</c:v>
                </c:pt>
                <c:pt idx="192">
                  <c:v>43734</c:v>
                </c:pt>
                <c:pt idx="193">
                  <c:v>43735</c:v>
                </c:pt>
                <c:pt idx="194">
                  <c:v>43738</c:v>
                </c:pt>
                <c:pt idx="195">
                  <c:v>43739</c:v>
                </c:pt>
                <c:pt idx="196">
                  <c:v>43740</c:v>
                </c:pt>
                <c:pt idx="197">
                  <c:v>43741</c:v>
                </c:pt>
                <c:pt idx="198">
                  <c:v>43742</c:v>
                </c:pt>
                <c:pt idx="199">
                  <c:v>43745</c:v>
                </c:pt>
                <c:pt idx="200">
                  <c:v>43746</c:v>
                </c:pt>
                <c:pt idx="201">
                  <c:v>43747</c:v>
                </c:pt>
                <c:pt idx="202">
                  <c:v>43748</c:v>
                </c:pt>
                <c:pt idx="203">
                  <c:v>43749</c:v>
                </c:pt>
                <c:pt idx="204">
                  <c:v>43752</c:v>
                </c:pt>
                <c:pt idx="205">
                  <c:v>43753</c:v>
                </c:pt>
                <c:pt idx="206">
                  <c:v>43754</c:v>
                </c:pt>
                <c:pt idx="207">
                  <c:v>43755</c:v>
                </c:pt>
                <c:pt idx="208">
                  <c:v>43756</c:v>
                </c:pt>
                <c:pt idx="209">
                  <c:v>43759</c:v>
                </c:pt>
                <c:pt idx="210">
                  <c:v>43760</c:v>
                </c:pt>
                <c:pt idx="211">
                  <c:v>43761</c:v>
                </c:pt>
                <c:pt idx="212">
                  <c:v>43762</c:v>
                </c:pt>
                <c:pt idx="213">
                  <c:v>43763</c:v>
                </c:pt>
                <c:pt idx="214">
                  <c:v>43766</c:v>
                </c:pt>
                <c:pt idx="215">
                  <c:v>43767</c:v>
                </c:pt>
                <c:pt idx="216">
                  <c:v>43768</c:v>
                </c:pt>
                <c:pt idx="217">
                  <c:v>43769</c:v>
                </c:pt>
                <c:pt idx="218">
                  <c:v>43770</c:v>
                </c:pt>
                <c:pt idx="219">
                  <c:v>43773</c:v>
                </c:pt>
                <c:pt idx="220">
                  <c:v>43774</c:v>
                </c:pt>
                <c:pt idx="221">
                  <c:v>43775</c:v>
                </c:pt>
                <c:pt idx="222">
                  <c:v>43776</c:v>
                </c:pt>
                <c:pt idx="223">
                  <c:v>43777</c:v>
                </c:pt>
                <c:pt idx="224">
                  <c:v>43780</c:v>
                </c:pt>
                <c:pt idx="225">
                  <c:v>43781</c:v>
                </c:pt>
                <c:pt idx="226">
                  <c:v>43782</c:v>
                </c:pt>
                <c:pt idx="227">
                  <c:v>43783</c:v>
                </c:pt>
                <c:pt idx="228">
                  <c:v>43784</c:v>
                </c:pt>
                <c:pt idx="229">
                  <c:v>43787</c:v>
                </c:pt>
                <c:pt idx="230">
                  <c:v>43788</c:v>
                </c:pt>
                <c:pt idx="231">
                  <c:v>43789</c:v>
                </c:pt>
                <c:pt idx="232">
                  <c:v>43790</c:v>
                </c:pt>
                <c:pt idx="233">
                  <c:v>43791</c:v>
                </c:pt>
                <c:pt idx="234">
                  <c:v>43794</c:v>
                </c:pt>
                <c:pt idx="235">
                  <c:v>43795</c:v>
                </c:pt>
                <c:pt idx="236">
                  <c:v>43796</c:v>
                </c:pt>
                <c:pt idx="237">
                  <c:v>43797</c:v>
                </c:pt>
                <c:pt idx="238">
                  <c:v>43798</c:v>
                </c:pt>
                <c:pt idx="239">
                  <c:v>43801</c:v>
                </c:pt>
                <c:pt idx="240">
                  <c:v>43802</c:v>
                </c:pt>
                <c:pt idx="241">
                  <c:v>43803</c:v>
                </c:pt>
                <c:pt idx="242">
                  <c:v>43804</c:v>
                </c:pt>
                <c:pt idx="243">
                  <c:v>43805</c:v>
                </c:pt>
                <c:pt idx="244">
                  <c:v>43808</c:v>
                </c:pt>
                <c:pt idx="245">
                  <c:v>43809</c:v>
                </c:pt>
                <c:pt idx="246">
                  <c:v>43810</c:v>
                </c:pt>
                <c:pt idx="247">
                  <c:v>43811</c:v>
                </c:pt>
                <c:pt idx="248">
                  <c:v>43812</c:v>
                </c:pt>
                <c:pt idx="249">
                  <c:v>43815</c:v>
                </c:pt>
                <c:pt idx="250">
                  <c:v>43816</c:v>
                </c:pt>
                <c:pt idx="251">
                  <c:v>43817</c:v>
                </c:pt>
                <c:pt idx="252">
                  <c:v>43818</c:v>
                </c:pt>
                <c:pt idx="253">
                  <c:v>43819</c:v>
                </c:pt>
                <c:pt idx="254">
                  <c:v>43822</c:v>
                </c:pt>
                <c:pt idx="255">
                  <c:v>43823</c:v>
                </c:pt>
                <c:pt idx="256">
                  <c:v>43824</c:v>
                </c:pt>
                <c:pt idx="257">
                  <c:v>43825</c:v>
                </c:pt>
                <c:pt idx="258">
                  <c:v>43826</c:v>
                </c:pt>
                <c:pt idx="259">
                  <c:v>43829</c:v>
                </c:pt>
                <c:pt idx="260">
                  <c:v>43830</c:v>
                </c:pt>
                <c:pt idx="261">
                  <c:v>43831</c:v>
                </c:pt>
                <c:pt idx="262">
                  <c:v>43832</c:v>
                </c:pt>
                <c:pt idx="263">
                  <c:v>43833</c:v>
                </c:pt>
                <c:pt idx="264">
                  <c:v>43836</c:v>
                </c:pt>
                <c:pt idx="265">
                  <c:v>43837</c:v>
                </c:pt>
                <c:pt idx="266">
                  <c:v>43838</c:v>
                </c:pt>
                <c:pt idx="267">
                  <c:v>43839</c:v>
                </c:pt>
                <c:pt idx="268">
                  <c:v>43840</c:v>
                </c:pt>
                <c:pt idx="269">
                  <c:v>43843</c:v>
                </c:pt>
                <c:pt idx="270">
                  <c:v>43844</c:v>
                </c:pt>
                <c:pt idx="271">
                  <c:v>43845</c:v>
                </c:pt>
                <c:pt idx="272">
                  <c:v>43846</c:v>
                </c:pt>
                <c:pt idx="273">
                  <c:v>43847</c:v>
                </c:pt>
                <c:pt idx="274">
                  <c:v>43850</c:v>
                </c:pt>
                <c:pt idx="275">
                  <c:v>43851</c:v>
                </c:pt>
                <c:pt idx="276">
                  <c:v>43852</c:v>
                </c:pt>
                <c:pt idx="277">
                  <c:v>43853</c:v>
                </c:pt>
                <c:pt idx="278">
                  <c:v>43854</c:v>
                </c:pt>
                <c:pt idx="279">
                  <c:v>43857</c:v>
                </c:pt>
                <c:pt idx="280">
                  <c:v>43858</c:v>
                </c:pt>
                <c:pt idx="281">
                  <c:v>43859</c:v>
                </c:pt>
                <c:pt idx="282">
                  <c:v>43860</c:v>
                </c:pt>
                <c:pt idx="283">
                  <c:v>43861</c:v>
                </c:pt>
                <c:pt idx="284">
                  <c:v>43864</c:v>
                </c:pt>
                <c:pt idx="285">
                  <c:v>43865</c:v>
                </c:pt>
                <c:pt idx="286">
                  <c:v>43866</c:v>
                </c:pt>
                <c:pt idx="287">
                  <c:v>43867</c:v>
                </c:pt>
                <c:pt idx="288">
                  <c:v>43868</c:v>
                </c:pt>
                <c:pt idx="289">
                  <c:v>43871</c:v>
                </c:pt>
                <c:pt idx="290">
                  <c:v>43872</c:v>
                </c:pt>
                <c:pt idx="291">
                  <c:v>43873</c:v>
                </c:pt>
                <c:pt idx="292">
                  <c:v>43874</c:v>
                </c:pt>
                <c:pt idx="293">
                  <c:v>43875</c:v>
                </c:pt>
                <c:pt idx="294">
                  <c:v>43878</c:v>
                </c:pt>
                <c:pt idx="295">
                  <c:v>43879</c:v>
                </c:pt>
                <c:pt idx="296">
                  <c:v>43880</c:v>
                </c:pt>
                <c:pt idx="297">
                  <c:v>43881</c:v>
                </c:pt>
                <c:pt idx="298">
                  <c:v>43882</c:v>
                </c:pt>
                <c:pt idx="299">
                  <c:v>43885</c:v>
                </c:pt>
                <c:pt idx="300">
                  <c:v>43886</c:v>
                </c:pt>
                <c:pt idx="301">
                  <c:v>43887</c:v>
                </c:pt>
                <c:pt idx="302">
                  <c:v>43888</c:v>
                </c:pt>
                <c:pt idx="303">
                  <c:v>43889</c:v>
                </c:pt>
                <c:pt idx="304">
                  <c:v>43892</c:v>
                </c:pt>
                <c:pt idx="305">
                  <c:v>43893</c:v>
                </c:pt>
                <c:pt idx="306">
                  <c:v>43894</c:v>
                </c:pt>
                <c:pt idx="307">
                  <c:v>43895</c:v>
                </c:pt>
                <c:pt idx="308">
                  <c:v>43896</c:v>
                </c:pt>
                <c:pt idx="309">
                  <c:v>43899</c:v>
                </c:pt>
                <c:pt idx="310">
                  <c:v>43900</c:v>
                </c:pt>
                <c:pt idx="311">
                  <c:v>43901</c:v>
                </c:pt>
                <c:pt idx="312">
                  <c:v>43902</c:v>
                </c:pt>
                <c:pt idx="313">
                  <c:v>43903</c:v>
                </c:pt>
                <c:pt idx="314">
                  <c:v>43906</c:v>
                </c:pt>
                <c:pt idx="315">
                  <c:v>43907</c:v>
                </c:pt>
                <c:pt idx="316">
                  <c:v>43908</c:v>
                </c:pt>
                <c:pt idx="317">
                  <c:v>43909</c:v>
                </c:pt>
                <c:pt idx="318">
                  <c:v>43910</c:v>
                </c:pt>
                <c:pt idx="319">
                  <c:v>43913</c:v>
                </c:pt>
                <c:pt idx="320">
                  <c:v>43914</c:v>
                </c:pt>
                <c:pt idx="321">
                  <c:v>43915</c:v>
                </c:pt>
                <c:pt idx="322">
                  <c:v>43916</c:v>
                </c:pt>
                <c:pt idx="323">
                  <c:v>43917</c:v>
                </c:pt>
                <c:pt idx="324">
                  <c:v>43920</c:v>
                </c:pt>
                <c:pt idx="325">
                  <c:v>43921</c:v>
                </c:pt>
                <c:pt idx="326">
                  <c:v>43922</c:v>
                </c:pt>
                <c:pt idx="327">
                  <c:v>43923</c:v>
                </c:pt>
                <c:pt idx="328">
                  <c:v>43924</c:v>
                </c:pt>
                <c:pt idx="329">
                  <c:v>43927</c:v>
                </c:pt>
                <c:pt idx="330">
                  <c:v>43928</c:v>
                </c:pt>
                <c:pt idx="331">
                  <c:v>43929</c:v>
                </c:pt>
                <c:pt idx="332">
                  <c:v>43930</c:v>
                </c:pt>
                <c:pt idx="333">
                  <c:v>43931</c:v>
                </c:pt>
                <c:pt idx="334">
                  <c:v>43934</c:v>
                </c:pt>
                <c:pt idx="335">
                  <c:v>43935</c:v>
                </c:pt>
                <c:pt idx="336">
                  <c:v>43936</c:v>
                </c:pt>
                <c:pt idx="337">
                  <c:v>43937</c:v>
                </c:pt>
                <c:pt idx="338">
                  <c:v>43938</c:v>
                </c:pt>
                <c:pt idx="339">
                  <c:v>43941</c:v>
                </c:pt>
                <c:pt idx="340">
                  <c:v>43942</c:v>
                </c:pt>
                <c:pt idx="341">
                  <c:v>43943</c:v>
                </c:pt>
                <c:pt idx="342">
                  <c:v>43944</c:v>
                </c:pt>
                <c:pt idx="343">
                  <c:v>43945</c:v>
                </c:pt>
                <c:pt idx="344">
                  <c:v>43948</c:v>
                </c:pt>
                <c:pt idx="345">
                  <c:v>43949</c:v>
                </c:pt>
                <c:pt idx="346">
                  <c:v>43950</c:v>
                </c:pt>
                <c:pt idx="347">
                  <c:v>43951</c:v>
                </c:pt>
                <c:pt idx="348">
                  <c:v>43952</c:v>
                </c:pt>
                <c:pt idx="349">
                  <c:v>43955</c:v>
                </c:pt>
                <c:pt idx="350">
                  <c:v>43956</c:v>
                </c:pt>
                <c:pt idx="351">
                  <c:v>43957</c:v>
                </c:pt>
                <c:pt idx="352">
                  <c:v>43958</c:v>
                </c:pt>
                <c:pt idx="353">
                  <c:v>43959</c:v>
                </c:pt>
                <c:pt idx="354">
                  <c:v>43962</c:v>
                </c:pt>
                <c:pt idx="355">
                  <c:v>43963</c:v>
                </c:pt>
                <c:pt idx="356">
                  <c:v>43964</c:v>
                </c:pt>
                <c:pt idx="357">
                  <c:v>43965</c:v>
                </c:pt>
                <c:pt idx="358">
                  <c:v>43966</c:v>
                </c:pt>
                <c:pt idx="359">
                  <c:v>43969</c:v>
                </c:pt>
                <c:pt idx="360">
                  <c:v>43970</c:v>
                </c:pt>
                <c:pt idx="361">
                  <c:v>43971</c:v>
                </c:pt>
                <c:pt idx="362">
                  <c:v>43972</c:v>
                </c:pt>
                <c:pt idx="363">
                  <c:v>43973</c:v>
                </c:pt>
                <c:pt idx="364">
                  <c:v>43976</c:v>
                </c:pt>
                <c:pt idx="365">
                  <c:v>43977</c:v>
                </c:pt>
                <c:pt idx="366">
                  <c:v>43978</c:v>
                </c:pt>
                <c:pt idx="367">
                  <c:v>43979</c:v>
                </c:pt>
                <c:pt idx="368">
                  <c:v>43980</c:v>
                </c:pt>
                <c:pt idx="369">
                  <c:v>43983</c:v>
                </c:pt>
                <c:pt idx="370">
                  <c:v>43984</c:v>
                </c:pt>
                <c:pt idx="371">
                  <c:v>43985</c:v>
                </c:pt>
                <c:pt idx="372">
                  <c:v>43986</c:v>
                </c:pt>
                <c:pt idx="373">
                  <c:v>43987</c:v>
                </c:pt>
                <c:pt idx="374">
                  <c:v>43990</c:v>
                </c:pt>
                <c:pt idx="375">
                  <c:v>43991</c:v>
                </c:pt>
                <c:pt idx="376">
                  <c:v>43992</c:v>
                </c:pt>
                <c:pt idx="377">
                  <c:v>43993</c:v>
                </c:pt>
                <c:pt idx="378">
                  <c:v>43994</c:v>
                </c:pt>
                <c:pt idx="379">
                  <c:v>43997</c:v>
                </c:pt>
                <c:pt idx="380">
                  <c:v>43998</c:v>
                </c:pt>
                <c:pt idx="381">
                  <c:v>43999</c:v>
                </c:pt>
                <c:pt idx="382">
                  <c:v>44000</c:v>
                </c:pt>
                <c:pt idx="383">
                  <c:v>44001</c:v>
                </c:pt>
                <c:pt idx="384">
                  <c:v>44004</c:v>
                </c:pt>
                <c:pt idx="385">
                  <c:v>44005</c:v>
                </c:pt>
                <c:pt idx="386">
                  <c:v>44006</c:v>
                </c:pt>
                <c:pt idx="387">
                  <c:v>44007</c:v>
                </c:pt>
                <c:pt idx="388">
                  <c:v>44008</c:v>
                </c:pt>
                <c:pt idx="389">
                  <c:v>44011</c:v>
                </c:pt>
                <c:pt idx="390">
                  <c:v>44012</c:v>
                </c:pt>
                <c:pt idx="391">
                  <c:v>44013</c:v>
                </c:pt>
                <c:pt idx="392">
                  <c:v>44014</c:v>
                </c:pt>
                <c:pt idx="393">
                  <c:v>44015</c:v>
                </c:pt>
                <c:pt idx="394">
                  <c:v>44018</c:v>
                </c:pt>
                <c:pt idx="395">
                  <c:v>44019</c:v>
                </c:pt>
                <c:pt idx="396">
                  <c:v>44020</c:v>
                </c:pt>
                <c:pt idx="397">
                  <c:v>44021</c:v>
                </c:pt>
                <c:pt idx="398">
                  <c:v>44022</c:v>
                </c:pt>
                <c:pt idx="399">
                  <c:v>44025</c:v>
                </c:pt>
                <c:pt idx="400">
                  <c:v>44026</c:v>
                </c:pt>
                <c:pt idx="401">
                  <c:v>44027</c:v>
                </c:pt>
                <c:pt idx="402">
                  <c:v>44028</c:v>
                </c:pt>
                <c:pt idx="403">
                  <c:v>44029</c:v>
                </c:pt>
                <c:pt idx="404">
                  <c:v>44032</c:v>
                </c:pt>
                <c:pt idx="405">
                  <c:v>44033</c:v>
                </c:pt>
                <c:pt idx="406">
                  <c:v>44034</c:v>
                </c:pt>
                <c:pt idx="407">
                  <c:v>44035</c:v>
                </c:pt>
                <c:pt idx="408">
                  <c:v>44036</c:v>
                </c:pt>
                <c:pt idx="409">
                  <c:v>44039</c:v>
                </c:pt>
                <c:pt idx="410">
                  <c:v>44040</c:v>
                </c:pt>
                <c:pt idx="411">
                  <c:v>44041</c:v>
                </c:pt>
                <c:pt idx="412">
                  <c:v>44042</c:v>
                </c:pt>
                <c:pt idx="413">
                  <c:v>44043</c:v>
                </c:pt>
                <c:pt idx="414">
                  <c:v>44046</c:v>
                </c:pt>
                <c:pt idx="415">
                  <c:v>44047</c:v>
                </c:pt>
                <c:pt idx="416">
                  <c:v>44048</c:v>
                </c:pt>
                <c:pt idx="417">
                  <c:v>44049</c:v>
                </c:pt>
                <c:pt idx="418">
                  <c:v>44050</c:v>
                </c:pt>
                <c:pt idx="419">
                  <c:v>44053</c:v>
                </c:pt>
                <c:pt idx="420">
                  <c:v>44054</c:v>
                </c:pt>
                <c:pt idx="421">
                  <c:v>44055</c:v>
                </c:pt>
                <c:pt idx="422">
                  <c:v>44056</c:v>
                </c:pt>
                <c:pt idx="423">
                  <c:v>44057</c:v>
                </c:pt>
                <c:pt idx="424">
                  <c:v>44060</c:v>
                </c:pt>
                <c:pt idx="425">
                  <c:v>44061</c:v>
                </c:pt>
                <c:pt idx="426">
                  <c:v>44062</c:v>
                </c:pt>
                <c:pt idx="427">
                  <c:v>44063</c:v>
                </c:pt>
                <c:pt idx="428">
                  <c:v>44064</c:v>
                </c:pt>
                <c:pt idx="429">
                  <c:v>44067</c:v>
                </c:pt>
                <c:pt idx="430">
                  <c:v>44068</c:v>
                </c:pt>
                <c:pt idx="431">
                  <c:v>44069</c:v>
                </c:pt>
                <c:pt idx="432">
                  <c:v>44070</c:v>
                </c:pt>
                <c:pt idx="433">
                  <c:v>44071</c:v>
                </c:pt>
                <c:pt idx="434">
                  <c:v>44074</c:v>
                </c:pt>
                <c:pt idx="435">
                  <c:v>44075</c:v>
                </c:pt>
                <c:pt idx="436">
                  <c:v>44076</c:v>
                </c:pt>
                <c:pt idx="437">
                  <c:v>44077</c:v>
                </c:pt>
                <c:pt idx="438">
                  <c:v>44078</c:v>
                </c:pt>
                <c:pt idx="439">
                  <c:v>44081</c:v>
                </c:pt>
                <c:pt idx="440">
                  <c:v>44082</c:v>
                </c:pt>
                <c:pt idx="441">
                  <c:v>44083</c:v>
                </c:pt>
                <c:pt idx="442">
                  <c:v>44084</c:v>
                </c:pt>
                <c:pt idx="443">
                  <c:v>44085</c:v>
                </c:pt>
                <c:pt idx="444">
                  <c:v>44088</c:v>
                </c:pt>
                <c:pt idx="445">
                  <c:v>44089</c:v>
                </c:pt>
                <c:pt idx="446">
                  <c:v>44090</c:v>
                </c:pt>
                <c:pt idx="447">
                  <c:v>44091</c:v>
                </c:pt>
                <c:pt idx="448">
                  <c:v>44092</c:v>
                </c:pt>
                <c:pt idx="449">
                  <c:v>44095</c:v>
                </c:pt>
                <c:pt idx="450">
                  <c:v>44096</c:v>
                </c:pt>
                <c:pt idx="451">
                  <c:v>44097</c:v>
                </c:pt>
                <c:pt idx="452">
                  <c:v>44098</c:v>
                </c:pt>
                <c:pt idx="453">
                  <c:v>44099</c:v>
                </c:pt>
                <c:pt idx="454">
                  <c:v>44102</c:v>
                </c:pt>
                <c:pt idx="455">
                  <c:v>44103</c:v>
                </c:pt>
                <c:pt idx="456">
                  <c:v>44104</c:v>
                </c:pt>
                <c:pt idx="457">
                  <c:v>44105</c:v>
                </c:pt>
                <c:pt idx="458">
                  <c:v>44106</c:v>
                </c:pt>
                <c:pt idx="459">
                  <c:v>44109</c:v>
                </c:pt>
                <c:pt idx="460">
                  <c:v>44110</c:v>
                </c:pt>
                <c:pt idx="461">
                  <c:v>44111</c:v>
                </c:pt>
                <c:pt idx="462">
                  <c:v>44112</c:v>
                </c:pt>
                <c:pt idx="463">
                  <c:v>44113</c:v>
                </c:pt>
                <c:pt idx="464">
                  <c:v>44116</c:v>
                </c:pt>
                <c:pt idx="465">
                  <c:v>44117</c:v>
                </c:pt>
                <c:pt idx="466">
                  <c:v>44118</c:v>
                </c:pt>
                <c:pt idx="467">
                  <c:v>44119</c:v>
                </c:pt>
                <c:pt idx="468">
                  <c:v>44120</c:v>
                </c:pt>
                <c:pt idx="469">
                  <c:v>44123</c:v>
                </c:pt>
                <c:pt idx="470">
                  <c:v>44124</c:v>
                </c:pt>
                <c:pt idx="471">
                  <c:v>44125</c:v>
                </c:pt>
                <c:pt idx="472">
                  <c:v>44126</c:v>
                </c:pt>
                <c:pt idx="473">
                  <c:v>44127</c:v>
                </c:pt>
                <c:pt idx="474">
                  <c:v>44130</c:v>
                </c:pt>
                <c:pt idx="475">
                  <c:v>44131</c:v>
                </c:pt>
                <c:pt idx="476">
                  <c:v>44132</c:v>
                </c:pt>
                <c:pt idx="477">
                  <c:v>44133</c:v>
                </c:pt>
                <c:pt idx="478">
                  <c:v>44134</c:v>
                </c:pt>
                <c:pt idx="479">
                  <c:v>44137</c:v>
                </c:pt>
                <c:pt idx="480">
                  <c:v>44138</c:v>
                </c:pt>
                <c:pt idx="481">
                  <c:v>44139</c:v>
                </c:pt>
                <c:pt idx="482">
                  <c:v>44140</c:v>
                </c:pt>
                <c:pt idx="483">
                  <c:v>44141</c:v>
                </c:pt>
                <c:pt idx="484">
                  <c:v>44144</c:v>
                </c:pt>
                <c:pt idx="485">
                  <c:v>44145</c:v>
                </c:pt>
                <c:pt idx="486">
                  <c:v>44146</c:v>
                </c:pt>
                <c:pt idx="487">
                  <c:v>44147</c:v>
                </c:pt>
                <c:pt idx="488">
                  <c:v>44148</c:v>
                </c:pt>
                <c:pt idx="489">
                  <c:v>44151</c:v>
                </c:pt>
                <c:pt idx="490">
                  <c:v>44152</c:v>
                </c:pt>
                <c:pt idx="491">
                  <c:v>44153</c:v>
                </c:pt>
                <c:pt idx="492">
                  <c:v>44154</c:v>
                </c:pt>
                <c:pt idx="493">
                  <c:v>44155</c:v>
                </c:pt>
                <c:pt idx="494">
                  <c:v>44158</c:v>
                </c:pt>
                <c:pt idx="495">
                  <c:v>44159</c:v>
                </c:pt>
                <c:pt idx="496">
                  <c:v>44160</c:v>
                </c:pt>
                <c:pt idx="497">
                  <c:v>44161</c:v>
                </c:pt>
                <c:pt idx="498">
                  <c:v>44162</c:v>
                </c:pt>
                <c:pt idx="499">
                  <c:v>44165</c:v>
                </c:pt>
                <c:pt idx="500">
                  <c:v>44166</c:v>
                </c:pt>
                <c:pt idx="501">
                  <c:v>44167</c:v>
                </c:pt>
                <c:pt idx="502">
                  <c:v>44168</c:v>
                </c:pt>
                <c:pt idx="503">
                  <c:v>44169</c:v>
                </c:pt>
                <c:pt idx="504">
                  <c:v>44172</c:v>
                </c:pt>
                <c:pt idx="505">
                  <c:v>44173</c:v>
                </c:pt>
                <c:pt idx="506">
                  <c:v>44174</c:v>
                </c:pt>
                <c:pt idx="507">
                  <c:v>44175</c:v>
                </c:pt>
                <c:pt idx="508">
                  <c:v>44176</c:v>
                </c:pt>
                <c:pt idx="509">
                  <c:v>44179</c:v>
                </c:pt>
                <c:pt idx="510">
                  <c:v>44180</c:v>
                </c:pt>
                <c:pt idx="511">
                  <c:v>44181</c:v>
                </c:pt>
                <c:pt idx="512">
                  <c:v>44182</c:v>
                </c:pt>
                <c:pt idx="513">
                  <c:v>44183</c:v>
                </c:pt>
                <c:pt idx="514">
                  <c:v>44186</c:v>
                </c:pt>
                <c:pt idx="515">
                  <c:v>44187</c:v>
                </c:pt>
                <c:pt idx="516">
                  <c:v>44188</c:v>
                </c:pt>
                <c:pt idx="517">
                  <c:v>44189</c:v>
                </c:pt>
                <c:pt idx="518">
                  <c:v>44190</c:v>
                </c:pt>
                <c:pt idx="519">
                  <c:v>44193</c:v>
                </c:pt>
                <c:pt idx="520">
                  <c:v>44194</c:v>
                </c:pt>
                <c:pt idx="521">
                  <c:v>44195</c:v>
                </c:pt>
                <c:pt idx="522">
                  <c:v>44196</c:v>
                </c:pt>
                <c:pt idx="523">
                  <c:v>44197</c:v>
                </c:pt>
                <c:pt idx="524">
                  <c:v>44200</c:v>
                </c:pt>
                <c:pt idx="525">
                  <c:v>44201</c:v>
                </c:pt>
                <c:pt idx="526">
                  <c:v>44202</c:v>
                </c:pt>
                <c:pt idx="527">
                  <c:v>44203</c:v>
                </c:pt>
                <c:pt idx="528">
                  <c:v>44204</c:v>
                </c:pt>
                <c:pt idx="529">
                  <c:v>44207</c:v>
                </c:pt>
                <c:pt idx="530">
                  <c:v>44208</c:v>
                </c:pt>
                <c:pt idx="531">
                  <c:v>44209</c:v>
                </c:pt>
                <c:pt idx="532">
                  <c:v>44210</c:v>
                </c:pt>
                <c:pt idx="533">
                  <c:v>44211</c:v>
                </c:pt>
                <c:pt idx="534">
                  <c:v>44214</c:v>
                </c:pt>
                <c:pt idx="535">
                  <c:v>44215</c:v>
                </c:pt>
                <c:pt idx="536">
                  <c:v>44216</c:v>
                </c:pt>
                <c:pt idx="537">
                  <c:v>44217</c:v>
                </c:pt>
                <c:pt idx="538">
                  <c:v>44218</c:v>
                </c:pt>
                <c:pt idx="539">
                  <c:v>44221</c:v>
                </c:pt>
                <c:pt idx="540">
                  <c:v>44222</c:v>
                </c:pt>
                <c:pt idx="541">
                  <c:v>44223</c:v>
                </c:pt>
                <c:pt idx="542">
                  <c:v>44224</c:v>
                </c:pt>
                <c:pt idx="543">
                  <c:v>44225</c:v>
                </c:pt>
                <c:pt idx="544">
                  <c:v>44228</c:v>
                </c:pt>
                <c:pt idx="545">
                  <c:v>44229</c:v>
                </c:pt>
                <c:pt idx="546">
                  <c:v>44230</c:v>
                </c:pt>
                <c:pt idx="547">
                  <c:v>44231</c:v>
                </c:pt>
                <c:pt idx="548">
                  <c:v>44232</c:v>
                </c:pt>
                <c:pt idx="549">
                  <c:v>44235</c:v>
                </c:pt>
                <c:pt idx="550">
                  <c:v>44236</c:v>
                </c:pt>
                <c:pt idx="551">
                  <c:v>44237</c:v>
                </c:pt>
                <c:pt idx="552">
                  <c:v>44238</c:v>
                </c:pt>
                <c:pt idx="553">
                  <c:v>44239</c:v>
                </c:pt>
                <c:pt idx="554">
                  <c:v>44242</c:v>
                </c:pt>
                <c:pt idx="555">
                  <c:v>44243</c:v>
                </c:pt>
                <c:pt idx="556">
                  <c:v>44244</c:v>
                </c:pt>
                <c:pt idx="557">
                  <c:v>44245</c:v>
                </c:pt>
                <c:pt idx="558">
                  <c:v>44246</c:v>
                </c:pt>
                <c:pt idx="559">
                  <c:v>44249</c:v>
                </c:pt>
                <c:pt idx="560">
                  <c:v>44250</c:v>
                </c:pt>
                <c:pt idx="561">
                  <c:v>44251</c:v>
                </c:pt>
                <c:pt idx="562">
                  <c:v>44252</c:v>
                </c:pt>
                <c:pt idx="563">
                  <c:v>44253</c:v>
                </c:pt>
                <c:pt idx="564">
                  <c:v>44256</c:v>
                </c:pt>
                <c:pt idx="565">
                  <c:v>44257</c:v>
                </c:pt>
                <c:pt idx="566">
                  <c:v>44258</c:v>
                </c:pt>
                <c:pt idx="567">
                  <c:v>44259</c:v>
                </c:pt>
                <c:pt idx="568">
                  <c:v>44260</c:v>
                </c:pt>
                <c:pt idx="569">
                  <c:v>44263</c:v>
                </c:pt>
                <c:pt idx="570">
                  <c:v>44264</c:v>
                </c:pt>
                <c:pt idx="571">
                  <c:v>44265</c:v>
                </c:pt>
                <c:pt idx="572">
                  <c:v>44266</c:v>
                </c:pt>
                <c:pt idx="573">
                  <c:v>44267</c:v>
                </c:pt>
                <c:pt idx="574">
                  <c:v>44270</c:v>
                </c:pt>
                <c:pt idx="575">
                  <c:v>44271</c:v>
                </c:pt>
                <c:pt idx="576">
                  <c:v>44272</c:v>
                </c:pt>
                <c:pt idx="577">
                  <c:v>44273</c:v>
                </c:pt>
                <c:pt idx="578">
                  <c:v>44274</c:v>
                </c:pt>
                <c:pt idx="579">
                  <c:v>44277</c:v>
                </c:pt>
                <c:pt idx="580">
                  <c:v>44278</c:v>
                </c:pt>
                <c:pt idx="581">
                  <c:v>44279</c:v>
                </c:pt>
                <c:pt idx="582">
                  <c:v>44280</c:v>
                </c:pt>
                <c:pt idx="583">
                  <c:v>44281</c:v>
                </c:pt>
                <c:pt idx="584">
                  <c:v>44284</c:v>
                </c:pt>
                <c:pt idx="585">
                  <c:v>44285</c:v>
                </c:pt>
                <c:pt idx="586">
                  <c:v>44286</c:v>
                </c:pt>
                <c:pt idx="587">
                  <c:v>44287</c:v>
                </c:pt>
                <c:pt idx="588">
                  <c:v>44288</c:v>
                </c:pt>
                <c:pt idx="589">
                  <c:v>44291</c:v>
                </c:pt>
                <c:pt idx="590">
                  <c:v>44292</c:v>
                </c:pt>
                <c:pt idx="591">
                  <c:v>44293</c:v>
                </c:pt>
                <c:pt idx="592">
                  <c:v>44294</c:v>
                </c:pt>
                <c:pt idx="593">
                  <c:v>44295</c:v>
                </c:pt>
                <c:pt idx="594">
                  <c:v>44298</c:v>
                </c:pt>
                <c:pt idx="595">
                  <c:v>44299</c:v>
                </c:pt>
                <c:pt idx="596">
                  <c:v>44300</c:v>
                </c:pt>
                <c:pt idx="597">
                  <c:v>44301</c:v>
                </c:pt>
                <c:pt idx="598">
                  <c:v>44302</c:v>
                </c:pt>
                <c:pt idx="599">
                  <c:v>44305</c:v>
                </c:pt>
                <c:pt idx="600">
                  <c:v>44306</c:v>
                </c:pt>
                <c:pt idx="601">
                  <c:v>44307</c:v>
                </c:pt>
                <c:pt idx="602">
                  <c:v>44308</c:v>
                </c:pt>
                <c:pt idx="603">
                  <c:v>44309</c:v>
                </c:pt>
                <c:pt idx="604">
                  <c:v>44312</c:v>
                </c:pt>
                <c:pt idx="605">
                  <c:v>44313</c:v>
                </c:pt>
                <c:pt idx="606">
                  <c:v>44314</c:v>
                </c:pt>
                <c:pt idx="607">
                  <c:v>44315</c:v>
                </c:pt>
                <c:pt idx="608">
                  <c:v>44316</c:v>
                </c:pt>
                <c:pt idx="609">
                  <c:v>44319</c:v>
                </c:pt>
                <c:pt idx="610">
                  <c:v>44320</c:v>
                </c:pt>
                <c:pt idx="611">
                  <c:v>44321</c:v>
                </c:pt>
                <c:pt idx="612">
                  <c:v>44322</c:v>
                </c:pt>
                <c:pt idx="613">
                  <c:v>44323</c:v>
                </c:pt>
                <c:pt idx="614">
                  <c:v>44326</c:v>
                </c:pt>
                <c:pt idx="615">
                  <c:v>44327</c:v>
                </c:pt>
                <c:pt idx="616">
                  <c:v>44328</c:v>
                </c:pt>
                <c:pt idx="617">
                  <c:v>44329</c:v>
                </c:pt>
                <c:pt idx="618">
                  <c:v>44330</c:v>
                </c:pt>
                <c:pt idx="619">
                  <c:v>44333</c:v>
                </c:pt>
                <c:pt idx="620">
                  <c:v>44334</c:v>
                </c:pt>
                <c:pt idx="621">
                  <c:v>44335</c:v>
                </c:pt>
                <c:pt idx="622">
                  <c:v>44336</c:v>
                </c:pt>
                <c:pt idx="623">
                  <c:v>44337</c:v>
                </c:pt>
                <c:pt idx="624">
                  <c:v>44340</c:v>
                </c:pt>
                <c:pt idx="625">
                  <c:v>44341</c:v>
                </c:pt>
                <c:pt idx="626">
                  <c:v>44342</c:v>
                </c:pt>
                <c:pt idx="627">
                  <c:v>44343</c:v>
                </c:pt>
                <c:pt idx="628">
                  <c:v>44344</c:v>
                </c:pt>
                <c:pt idx="629">
                  <c:v>44347</c:v>
                </c:pt>
                <c:pt idx="630">
                  <c:v>44348</c:v>
                </c:pt>
                <c:pt idx="631">
                  <c:v>44349</c:v>
                </c:pt>
                <c:pt idx="632">
                  <c:v>44350</c:v>
                </c:pt>
                <c:pt idx="633">
                  <c:v>44351</c:v>
                </c:pt>
                <c:pt idx="634">
                  <c:v>44354</c:v>
                </c:pt>
                <c:pt idx="635">
                  <c:v>44355</c:v>
                </c:pt>
                <c:pt idx="636">
                  <c:v>44356</c:v>
                </c:pt>
                <c:pt idx="637">
                  <c:v>44357</c:v>
                </c:pt>
                <c:pt idx="638">
                  <c:v>44358</c:v>
                </c:pt>
                <c:pt idx="639">
                  <c:v>44361</c:v>
                </c:pt>
                <c:pt idx="640">
                  <c:v>44362</c:v>
                </c:pt>
                <c:pt idx="641">
                  <c:v>44363</c:v>
                </c:pt>
                <c:pt idx="642">
                  <c:v>44364</c:v>
                </c:pt>
                <c:pt idx="643">
                  <c:v>44365</c:v>
                </c:pt>
                <c:pt idx="644">
                  <c:v>44368</c:v>
                </c:pt>
                <c:pt idx="645">
                  <c:v>44369</c:v>
                </c:pt>
                <c:pt idx="646">
                  <c:v>44370</c:v>
                </c:pt>
                <c:pt idx="647">
                  <c:v>44371</c:v>
                </c:pt>
                <c:pt idx="648">
                  <c:v>44372</c:v>
                </c:pt>
                <c:pt idx="649">
                  <c:v>44375</c:v>
                </c:pt>
                <c:pt idx="650">
                  <c:v>44376</c:v>
                </c:pt>
                <c:pt idx="651">
                  <c:v>44377</c:v>
                </c:pt>
                <c:pt idx="652">
                  <c:v>44378</c:v>
                </c:pt>
                <c:pt idx="653">
                  <c:v>44379</c:v>
                </c:pt>
                <c:pt idx="654">
                  <c:v>44382</c:v>
                </c:pt>
                <c:pt idx="655">
                  <c:v>44383</c:v>
                </c:pt>
                <c:pt idx="656">
                  <c:v>44384</c:v>
                </c:pt>
                <c:pt idx="657">
                  <c:v>44385</c:v>
                </c:pt>
                <c:pt idx="658">
                  <c:v>44386</c:v>
                </c:pt>
                <c:pt idx="659">
                  <c:v>44389</c:v>
                </c:pt>
                <c:pt idx="660">
                  <c:v>44390</c:v>
                </c:pt>
                <c:pt idx="661">
                  <c:v>44391</c:v>
                </c:pt>
                <c:pt idx="662">
                  <c:v>44392</c:v>
                </c:pt>
                <c:pt idx="663">
                  <c:v>44393</c:v>
                </c:pt>
                <c:pt idx="664">
                  <c:v>44396</c:v>
                </c:pt>
                <c:pt idx="665">
                  <c:v>44397</c:v>
                </c:pt>
                <c:pt idx="666">
                  <c:v>44398</c:v>
                </c:pt>
                <c:pt idx="667">
                  <c:v>44399</c:v>
                </c:pt>
                <c:pt idx="668">
                  <c:v>44400</c:v>
                </c:pt>
                <c:pt idx="669">
                  <c:v>44403</c:v>
                </c:pt>
                <c:pt idx="670">
                  <c:v>44404</c:v>
                </c:pt>
                <c:pt idx="671">
                  <c:v>44405</c:v>
                </c:pt>
                <c:pt idx="672">
                  <c:v>44406</c:v>
                </c:pt>
                <c:pt idx="673">
                  <c:v>44407</c:v>
                </c:pt>
                <c:pt idx="674">
                  <c:v>44410</c:v>
                </c:pt>
                <c:pt idx="675">
                  <c:v>44411</c:v>
                </c:pt>
                <c:pt idx="676">
                  <c:v>44412</c:v>
                </c:pt>
                <c:pt idx="677">
                  <c:v>44413</c:v>
                </c:pt>
                <c:pt idx="678">
                  <c:v>44414</c:v>
                </c:pt>
                <c:pt idx="679">
                  <c:v>44417</c:v>
                </c:pt>
                <c:pt idx="680">
                  <c:v>44418</c:v>
                </c:pt>
                <c:pt idx="681">
                  <c:v>44419</c:v>
                </c:pt>
                <c:pt idx="682">
                  <c:v>44420</c:v>
                </c:pt>
                <c:pt idx="683">
                  <c:v>44421</c:v>
                </c:pt>
                <c:pt idx="684">
                  <c:v>44424</c:v>
                </c:pt>
                <c:pt idx="685">
                  <c:v>44425</c:v>
                </c:pt>
                <c:pt idx="686">
                  <c:v>44426</c:v>
                </c:pt>
                <c:pt idx="687">
                  <c:v>44427</c:v>
                </c:pt>
                <c:pt idx="688">
                  <c:v>44428</c:v>
                </c:pt>
                <c:pt idx="689">
                  <c:v>44431</c:v>
                </c:pt>
                <c:pt idx="690">
                  <c:v>44432</c:v>
                </c:pt>
                <c:pt idx="691">
                  <c:v>44433</c:v>
                </c:pt>
                <c:pt idx="692">
                  <c:v>44434</c:v>
                </c:pt>
                <c:pt idx="693">
                  <c:v>44435</c:v>
                </c:pt>
                <c:pt idx="694">
                  <c:v>44438</c:v>
                </c:pt>
                <c:pt idx="695">
                  <c:v>44439</c:v>
                </c:pt>
                <c:pt idx="696">
                  <c:v>44440</c:v>
                </c:pt>
                <c:pt idx="697">
                  <c:v>44441</c:v>
                </c:pt>
                <c:pt idx="698">
                  <c:v>44442</c:v>
                </c:pt>
                <c:pt idx="699">
                  <c:v>44445</c:v>
                </c:pt>
                <c:pt idx="700">
                  <c:v>44446</c:v>
                </c:pt>
                <c:pt idx="701">
                  <c:v>44447</c:v>
                </c:pt>
                <c:pt idx="702">
                  <c:v>44448</c:v>
                </c:pt>
                <c:pt idx="703">
                  <c:v>44449</c:v>
                </c:pt>
                <c:pt idx="704">
                  <c:v>44452</c:v>
                </c:pt>
                <c:pt idx="705">
                  <c:v>44453</c:v>
                </c:pt>
                <c:pt idx="706">
                  <c:v>44454</c:v>
                </c:pt>
                <c:pt idx="707">
                  <c:v>44455</c:v>
                </c:pt>
                <c:pt idx="708">
                  <c:v>44456</c:v>
                </c:pt>
                <c:pt idx="709">
                  <c:v>44459</c:v>
                </c:pt>
                <c:pt idx="710">
                  <c:v>44460</c:v>
                </c:pt>
                <c:pt idx="711">
                  <c:v>44461</c:v>
                </c:pt>
                <c:pt idx="712">
                  <c:v>44462</c:v>
                </c:pt>
                <c:pt idx="713">
                  <c:v>44463</c:v>
                </c:pt>
                <c:pt idx="714">
                  <c:v>44466</c:v>
                </c:pt>
                <c:pt idx="715">
                  <c:v>44467</c:v>
                </c:pt>
                <c:pt idx="716">
                  <c:v>44468</c:v>
                </c:pt>
                <c:pt idx="717">
                  <c:v>44469</c:v>
                </c:pt>
                <c:pt idx="718">
                  <c:v>44470</c:v>
                </c:pt>
                <c:pt idx="719">
                  <c:v>44473</c:v>
                </c:pt>
                <c:pt idx="720">
                  <c:v>44474</c:v>
                </c:pt>
                <c:pt idx="721">
                  <c:v>44475</c:v>
                </c:pt>
                <c:pt idx="722">
                  <c:v>44476</c:v>
                </c:pt>
                <c:pt idx="723">
                  <c:v>44477</c:v>
                </c:pt>
                <c:pt idx="724">
                  <c:v>44480</c:v>
                </c:pt>
                <c:pt idx="725">
                  <c:v>44481</c:v>
                </c:pt>
                <c:pt idx="726">
                  <c:v>44482</c:v>
                </c:pt>
                <c:pt idx="727">
                  <c:v>44483</c:v>
                </c:pt>
                <c:pt idx="728">
                  <c:v>44484</c:v>
                </c:pt>
                <c:pt idx="729">
                  <c:v>44487</c:v>
                </c:pt>
                <c:pt idx="730">
                  <c:v>44488</c:v>
                </c:pt>
                <c:pt idx="731">
                  <c:v>44489</c:v>
                </c:pt>
                <c:pt idx="732">
                  <c:v>44490</c:v>
                </c:pt>
                <c:pt idx="733">
                  <c:v>44491</c:v>
                </c:pt>
                <c:pt idx="734">
                  <c:v>44494</c:v>
                </c:pt>
                <c:pt idx="735">
                  <c:v>44495</c:v>
                </c:pt>
                <c:pt idx="736">
                  <c:v>44496</c:v>
                </c:pt>
                <c:pt idx="737">
                  <c:v>44497</c:v>
                </c:pt>
                <c:pt idx="738">
                  <c:v>44498</c:v>
                </c:pt>
                <c:pt idx="739">
                  <c:v>44501</c:v>
                </c:pt>
                <c:pt idx="740">
                  <c:v>44502</c:v>
                </c:pt>
                <c:pt idx="741">
                  <c:v>44503</c:v>
                </c:pt>
                <c:pt idx="742">
                  <c:v>44504</c:v>
                </c:pt>
                <c:pt idx="743">
                  <c:v>44505</c:v>
                </c:pt>
                <c:pt idx="744">
                  <c:v>44508</c:v>
                </c:pt>
                <c:pt idx="745">
                  <c:v>44509</c:v>
                </c:pt>
                <c:pt idx="746">
                  <c:v>44510</c:v>
                </c:pt>
                <c:pt idx="747">
                  <c:v>44511</c:v>
                </c:pt>
                <c:pt idx="748">
                  <c:v>44512</c:v>
                </c:pt>
                <c:pt idx="749">
                  <c:v>44515</c:v>
                </c:pt>
                <c:pt idx="750">
                  <c:v>44516</c:v>
                </c:pt>
                <c:pt idx="751">
                  <c:v>44517</c:v>
                </c:pt>
                <c:pt idx="752">
                  <c:v>44518</c:v>
                </c:pt>
                <c:pt idx="753">
                  <c:v>44519</c:v>
                </c:pt>
                <c:pt idx="754">
                  <c:v>44522</c:v>
                </c:pt>
                <c:pt idx="755">
                  <c:v>44523</c:v>
                </c:pt>
                <c:pt idx="756">
                  <c:v>44524</c:v>
                </c:pt>
                <c:pt idx="757">
                  <c:v>44525</c:v>
                </c:pt>
                <c:pt idx="758">
                  <c:v>44526</c:v>
                </c:pt>
                <c:pt idx="759">
                  <c:v>44529</c:v>
                </c:pt>
                <c:pt idx="760">
                  <c:v>44530</c:v>
                </c:pt>
                <c:pt idx="761">
                  <c:v>44531</c:v>
                </c:pt>
                <c:pt idx="762">
                  <c:v>44532</c:v>
                </c:pt>
                <c:pt idx="763">
                  <c:v>44533</c:v>
                </c:pt>
                <c:pt idx="764">
                  <c:v>44536</c:v>
                </c:pt>
                <c:pt idx="765">
                  <c:v>44537</c:v>
                </c:pt>
                <c:pt idx="766">
                  <c:v>44538</c:v>
                </c:pt>
                <c:pt idx="767">
                  <c:v>44539</c:v>
                </c:pt>
                <c:pt idx="768">
                  <c:v>44540</c:v>
                </c:pt>
                <c:pt idx="769">
                  <c:v>44543</c:v>
                </c:pt>
                <c:pt idx="770">
                  <c:v>44544</c:v>
                </c:pt>
                <c:pt idx="771">
                  <c:v>44545</c:v>
                </c:pt>
                <c:pt idx="772">
                  <c:v>44546</c:v>
                </c:pt>
                <c:pt idx="773">
                  <c:v>44547</c:v>
                </c:pt>
                <c:pt idx="774">
                  <c:v>44550</c:v>
                </c:pt>
                <c:pt idx="775">
                  <c:v>44551</c:v>
                </c:pt>
                <c:pt idx="776">
                  <c:v>44552</c:v>
                </c:pt>
                <c:pt idx="777">
                  <c:v>44553</c:v>
                </c:pt>
                <c:pt idx="778">
                  <c:v>44554</c:v>
                </c:pt>
                <c:pt idx="779">
                  <c:v>44557</c:v>
                </c:pt>
                <c:pt idx="780">
                  <c:v>44558</c:v>
                </c:pt>
                <c:pt idx="781">
                  <c:v>44559</c:v>
                </c:pt>
                <c:pt idx="782">
                  <c:v>44560</c:v>
                </c:pt>
                <c:pt idx="783">
                  <c:v>44561</c:v>
                </c:pt>
                <c:pt idx="784">
                  <c:v>44564</c:v>
                </c:pt>
                <c:pt idx="785">
                  <c:v>44565</c:v>
                </c:pt>
                <c:pt idx="786">
                  <c:v>44566</c:v>
                </c:pt>
                <c:pt idx="787">
                  <c:v>44567</c:v>
                </c:pt>
                <c:pt idx="788">
                  <c:v>44568</c:v>
                </c:pt>
                <c:pt idx="789">
                  <c:v>44571</c:v>
                </c:pt>
                <c:pt idx="790">
                  <c:v>44572</c:v>
                </c:pt>
                <c:pt idx="791">
                  <c:v>44573</c:v>
                </c:pt>
                <c:pt idx="792">
                  <c:v>44574</c:v>
                </c:pt>
                <c:pt idx="793">
                  <c:v>44575</c:v>
                </c:pt>
                <c:pt idx="794">
                  <c:v>44578</c:v>
                </c:pt>
                <c:pt idx="795">
                  <c:v>44579</c:v>
                </c:pt>
                <c:pt idx="796">
                  <c:v>44580</c:v>
                </c:pt>
                <c:pt idx="797">
                  <c:v>44581</c:v>
                </c:pt>
                <c:pt idx="798">
                  <c:v>44582</c:v>
                </c:pt>
                <c:pt idx="799">
                  <c:v>44585</c:v>
                </c:pt>
                <c:pt idx="800">
                  <c:v>44586</c:v>
                </c:pt>
                <c:pt idx="801">
                  <c:v>44587</c:v>
                </c:pt>
                <c:pt idx="802">
                  <c:v>44588</c:v>
                </c:pt>
                <c:pt idx="803">
                  <c:v>44589</c:v>
                </c:pt>
                <c:pt idx="804">
                  <c:v>44592</c:v>
                </c:pt>
                <c:pt idx="805">
                  <c:v>44593</c:v>
                </c:pt>
                <c:pt idx="806">
                  <c:v>44594</c:v>
                </c:pt>
                <c:pt idx="807">
                  <c:v>44595</c:v>
                </c:pt>
                <c:pt idx="808">
                  <c:v>44596</c:v>
                </c:pt>
                <c:pt idx="809">
                  <c:v>44599</c:v>
                </c:pt>
                <c:pt idx="810">
                  <c:v>44600</c:v>
                </c:pt>
                <c:pt idx="811">
                  <c:v>44601</c:v>
                </c:pt>
                <c:pt idx="812">
                  <c:v>44602</c:v>
                </c:pt>
                <c:pt idx="813">
                  <c:v>44603</c:v>
                </c:pt>
                <c:pt idx="814">
                  <c:v>44606</c:v>
                </c:pt>
                <c:pt idx="815">
                  <c:v>44607</c:v>
                </c:pt>
                <c:pt idx="816">
                  <c:v>44608</c:v>
                </c:pt>
                <c:pt idx="817">
                  <c:v>44609</c:v>
                </c:pt>
                <c:pt idx="818">
                  <c:v>44610</c:v>
                </c:pt>
                <c:pt idx="819">
                  <c:v>44613</c:v>
                </c:pt>
                <c:pt idx="820">
                  <c:v>44614</c:v>
                </c:pt>
                <c:pt idx="821">
                  <c:v>44615</c:v>
                </c:pt>
                <c:pt idx="822">
                  <c:v>44616</c:v>
                </c:pt>
                <c:pt idx="823">
                  <c:v>44617</c:v>
                </c:pt>
                <c:pt idx="824">
                  <c:v>44620</c:v>
                </c:pt>
                <c:pt idx="825">
                  <c:v>44621</c:v>
                </c:pt>
                <c:pt idx="826">
                  <c:v>44622</c:v>
                </c:pt>
                <c:pt idx="827">
                  <c:v>44623</c:v>
                </c:pt>
                <c:pt idx="828">
                  <c:v>44624</c:v>
                </c:pt>
                <c:pt idx="829">
                  <c:v>44627</c:v>
                </c:pt>
                <c:pt idx="830">
                  <c:v>44628</c:v>
                </c:pt>
                <c:pt idx="831">
                  <c:v>44629</c:v>
                </c:pt>
                <c:pt idx="832">
                  <c:v>44630</c:v>
                </c:pt>
                <c:pt idx="833">
                  <c:v>44631</c:v>
                </c:pt>
                <c:pt idx="834">
                  <c:v>44634</c:v>
                </c:pt>
                <c:pt idx="835">
                  <c:v>44635</c:v>
                </c:pt>
                <c:pt idx="836">
                  <c:v>44636</c:v>
                </c:pt>
                <c:pt idx="837">
                  <c:v>44637</c:v>
                </c:pt>
                <c:pt idx="838">
                  <c:v>44638</c:v>
                </c:pt>
                <c:pt idx="839">
                  <c:v>44641</c:v>
                </c:pt>
                <c:pt idx="840">
                  <c:v>44642</c:v>
                </c:pt>
                <c:pt idx="841">
                  <c:v>44643</c:v>
                </c:pt>
                <c:pt idx="842">
                  <c:v>44644</c:v>
                </c:pt>
                <c:pt idx="843">
                  <c:v>44645</c:v>
                </c:pt>
                <c:pt idx="844">
                  <c:v>44648</c:v>
                </c:pt>
                <c:pt idx="845">
                  <c:v>44649</c:v>
                </c:pt>
                <c:pt idx="846">
                  <c:v>44650</c:v>
                </c:pt>
                <c:pt idx="847">
                  <c:v>44651</c:v>
                </c:pt>
                <c:pt idx="848">
                  <c:v>44652</c:v>
                </c:pt>
                <c:pt idx="849">
                  <c:v>44655</c:v>
                </c:pt>
                <c:pt idx="850">
                  <c:v>44656</c:v>
                </c:pt>
                <c:pt idx="851">
                  <c:v>44657</c:v>
                </c:pt>
                <c:pt idx="852">
                  <c:v>44658</c:v>
                </c:pt>
                <c:pt idx="853">
                  <c:v>44659</c:v>
                </c:pt>
                <c:pt idx="854">
                  <c:v>44662</c:v>
                </c:pt>
                <c:pt idx="855">
                  <c:v>44663</c:v>
                </c:pt>
                <c:pt idx="856">
                  <c:v>44664</c:v>
                </c:pt>
                <c:pt idx="857">
                  <c:v>44665</c:v>
                </c:pt>
                <c:pt idx="858">
                  <c:v>44666</c:v>
                </c:pt>
                <c:pt idx="859">
                  <c:v>44669</c:v>
                </c:pt>
                <c:pt idx="860">
                  <c:v>44670</c:v>
                </c:pt>
                <c:pt idx="861">
                  <c:v>44671</c:v>
                </c:pt>
                <c:pt idx="862">
                  <c:v>44672</c:v>
                </c:pt>
                <c:pt idx="863">
                  <c:v>44673</c:v>
                </c:pt>
                <c:pt idx="864">
                  <c:v>44676</c:v>
                </c:pt>
                <c:pt idx="865">
                  <c:v>44677</c:v>
                </c:pt>
                <c:pt idx="866">
                  <c:v>44678</c:v>
                </c:pt>
                <c:pt idx="867">
                  <c:v>44679</c:v>
                </c:pt>
                <c:pt idx="868">
                  <c:v>44680</c:v>
                </c:pt>
                <c:pt idx="869">
                  <c:v>44683</c:v>
                </c:pt>
                <c:pt idx="870">
                  <c:v>44684</c:v>
                </c:pt>
                <c:pt idx="871">
                  <c:v>44685</c:v>
                </c:pt>
                <c:pt idx="872">
                  <c:v>44686</c:v>
                </c:pt>
                <c:pt idx="873">
                  <c:v>44687</c:v>
                </c:pt>
                <c:pt idx="874">
                  <c:v>44690</c:v>
                </c:pt>
                <c:pt idx="875">
                  <c:v>44691</c:v>
                </c:pt>
                <c:pt idx="876">
                  <c:v>44692</c:v>
                </c:pt>
                <c:pt idx="877">
                  <c:v>44693</c:v>
                </c:pt>
                <c:pt idx="878">
                  <c:v>44694</c:v>
                </c:pt>
                <c:pt idx="879">
                  <c:v>44697</c:v>
                </c:pt>
                <c:pt idx="880">
                  <c:v>44698</c:v>
                </c:pt>
                <c:pt idx="881">
                  <c:v>44699</c:v>
                </c:pt>
                <c:pt idx="882">
                  <c:v>44700</c:v>
                </c:pt>
                <c:pt idx="883">
                  <c:v>44701</c:v>
                </c:pt>
                <c:pt idx="884">
                  <c:v>44704</c:v>
                </c:pt>
                <c:pt idx="885">
                  <c:v>44705</c:v>
                </c:pt>
                <c:pt idx="886">
                  <c:v>44706</c:v>
                </c:pt>
                <c:pt idx="887">
                  <c:v>44707</c:v>
                </c:pt>
                <c:pt idx="888">
                  <c:v>44708</c:v>
                </c:pt>
                <c:pt idx="889">
                  <c:v>44711</c:v>
                </c:pt>
                <c:pt idx="890">
                  <c:v>44712</c:v>
                </c:pt>
                <c:pt idx="891">
                  <c:v>44713</c:v>
                </c:pt>
                <c:pt idx="892">
                  <c:v>44714</c:v>
                </c:pt>
                <c:pt idx="893">
                  <c:v>44715</c:v>
                </c:pt>
                <c:pt idx="894">
                  <c:v>44718</c:v>
                </c:pt>
                <c:pt idx="895">
                  <c:v>44719</c:v>
                </c:pt>
                <c:pt idx="896">
                  <c:v>44720</c:v>
                </c:pt>
                <c:pt idx="897">
                  <c:v>44721</c:v>
                </c:pt>
                <c:pt idx="898">
                  <c:v>44722</c:v>
                </c:pt>
                <c:pt idx="899">
                  <c:v>44725</c:v>
                </c:pt>
                <c:pt idx="900">
                  <c:v>44726</c:v>
                </c:pt>
                <c:pt idx="901">
                  <c:v>44727</c:v>
                </c:pt>
                <c:pt idx="902">
                  <c:v>44728</c:v>
                </c:pt>
                <c:pt idx="903">
                  <c:v>44729</c:v>
                </c:pt>
                <c:pt idx="904">
                  <c:v>44732</c:v>
                </c:pt>
                <c:pt idx="905">
                  <c:v>44733</c:v>
                </c:pt>
                <c:pt idx="906">
                  <c:v>44734</c:v>
                </c:pt>
                <c:pt idx="907">
                  <c:v>44735</c:v>
                </c:pt>
                <c:pt idx="908">
                  <c:v>44736</c:v>
                </c:pt>
                <c:pt idx="909">
                  <c:v>44739</c:v>
                </c:pt>
                <c:pt idx="910">
                  <c:v>44740</c:v>
                </c:pt>
                <c:pt idx="911">
                  <c:v>44741</c:v>
                </c:pt>
                <c:pt idx="912">
                  <c:v>44742</c:v>
                </c:pt>
                <c:pt idx="913">
                  <c:v>44743</c:v>
                </c:pt>
                <c:pt idx="914">
                  <c:v>44746</c:v>
                </c:pt>
                <c:pt idx="915">
                  <c:v>44747</c:v>
                </c:pt>
                <c:pt idx="916">
                  <c:v>44748</c:v>
                </c:pt>
                <c:pt idx="917">
                  <c:v>44749</c:v>
                </c:pt>
                <c:pt idx="918">
                  <c:v>44750</c:v>
                </c:pt>
                <c:pt idx="919">
                  <c:v>44753</c:v>
                </c:pt>
                <c:pt idx="920">
                  <c:v>44754</c:v>
                </c:pt>
                <c:pt idx="921">
                  <c:v>44755</c:v>
                </c:pt>
                <c:pt idx="922">
                  <c:v>44756</c:v>
                </c:pt>
                <c:pt idx="923">
                  <c:v>44757</c:v>
                </c:pt>
                <c:pt idx="924">
                  <c:v>44760</c:v>
                </c:pt>
                <c:pt idx="925">
                  <c:v>44761</c:v>
                </c:pt>
                <c:pt idx="926">
                  <c:v>44762</c:v>
                </c:pt>
                <c:pt idx="927">
                  <c:v>44763</c:v>
                </c:pt>
                <c:pt idx="928">
                  <c:v>44764</c:v>
                </c:pt>
                <c:pt idx="929">
                  <c:v>44767</c:v>
                </c:pt>
                <c:pt idx="930">
                  <c:v>44768</c:v>
                </c:pt>
                <c:pt idx="931">
                  <c:v>44769</c:v>
                </c:pt>
                <c:pt idx="932">
                  <c:v>44770</c:v>
                </c:pt>
                <c:pt idx="933">
                  <c:v>44771</c:v>
                </c:pt>
                <c:pt idx="934">
                  <c:v>44774</c:v>
                </c:pt>
                <c:pt idx="935">
                  <c:v>44775</c:v>
                </c:pt>
                <c:pt idx="936">
                  <c:v>44776</c:v>
                </c:pt>
                <c:pt idx="937">
                  <c:v>44777</c:v>
                </c:pt>
                <c:pt idx="938">
                  <c:v>44778</c:v>
                </c:pt>
                <c:pt idx="939">
                  <c:v>44781</c:v>
                </c:pt>
                <c:pt idx="940">
                  <c:v>44782</c:v>
                </c:pt>
                <c:pt idx="941">
                  <c:v>44783</c:v>
                </c:pt>
                <c:pt idx="942">
                  <c:v>44784</c:v>
                </c:pt>
                <c:pt idx="943">
                  <c:v>44785</c:v>
                </c:pt>
                <c:pt idx="944">
                  <c:v>44788</c:v>
                </c:pt>
                <c:pt idx="945">
                  <c:v>44789</c:v>
                </c:pt>
                <c:pt idx="946">
                  <c:v>44790</c:v>
                </c:pt>
                <c:pt idx="947">
                  <c:v>44791</c:v>
                </c:pt>
                <c:pt idx="948">
                  <c:v>44792</c:v>
                </c:pt>
                <c:pt idx="949">
                  <c:v>44795</c:v>
                </c:pt>
                <c:pt idx="950">
                  <c:v>44796</c:v>
                </c:pt>
                <c:pt idx="951">
                  <c:v>44797</c:v>
                </c:pt>
                <c:pt idx="952">
                  <c:v>44798</c:v>
                </c:pt>
                <c:pt idx="953">
                  <c:v>44799</c:v>
                </c:pt>
                <c:pt idx="954">
                  <c:v>44802</c:v>
                </c:pt>
                <c:pt idx="955">
                  <c:v>44803</c:v>
                </c:pt>
                <c:pt idx="956">
                  <c:v>44804</c:v>
                </c:pt>
                <c:pt idx="957">
                  <c:v>44805</c:v>
                </c:pt>
                <c:pt idx="958">
                  <c:v>44806</c:v>
                </c:pt>
                <c:pt idx="959">
                  <c:v>44809</c:v>
                </c:pt>
                <c:pt idx="960">
                  <c:v>44810</c:v>
                </c:pt>
                <c:pt idx="961">
                  <c:v>44811</c:v>
                </c:pt>
                <c:pt idx="962">
                  <c:v>44812</c:v>
                </c:pt>
                <c:pt idx="963">
                  <c:v>44813</c:v>
                </c:pt>
                <c:pt idx="964">
                  <c:v>44816</c:v>
                </c:pt>
                <c:pt idx="965">
                  <c:v>44817</c:v>
                </c:pt>
                <c:pt idx="966">
                  <c:v>44818</c:v>
                </c:pt>
                <c:pt idx="967">
                  <c:v>44819</c:v>
                </c:pt>
                <c:pt idx="968">
                  <c:v>44820</c:v>
                </c:pt>
                <c:pt idx="969">
                  <c:v>44823</c:v>
                </c:pt>
                <c:pt idx="970">
                  <c:v>44824</c:v>
                </c:pt>
                <c:pt idx="971">
                  <c:v>44825</c:v>
                </c:pt>
                <c:pt idx="972">
                  <c:v>44826</c:v>
                </c:pt>
                <c:pt idx="973">
                  <c:v>44827</c:v>
                </c:pt>
                <c:pt idx="974">
                  <c:v>44830</c:v>
                </c:pt>
                <c:pt idx="975">
                  <c:v>44831</c:v>
                </c:pt>
                <c:pt idx="976">
                  <c:v>44832</c:v>
                </c:pt>
                <c:pt idx="977">
                  <c:v>44833</c:v>
                </c:pt>
                <c:pt idx="978">
                  <c:v>44834</c:v>
                </c:pt>
                <c:pt idx="979">
                  <c:v>44837</c:v>
                </c:pt>
                <c:pt idx="980">
                  <c:v>44838</c:v>
                </c:pt>
                <c:pt idx="981">
                  <c:v>44839</c:v>
                </c:pt>
                <c:pt idx="982">
                  <c:v>44840</c:v>
                </c:pt>
                <c:pt idx="983">
                  <c:v>44841</c:v>
                </c:pt>
                <c:pt idx="984">
                  <c:v>44844</c:v>
                </c:pt>
                <c:pt idx="985">
                  <c:v>44845</c:v>
                </c:pt>
                <c:pt idx="986">
                  <c:v>44846</c:v>
                </c:pt>
                <c:pt idx="987">
                  <c:v>44847</c:v>
                </c:pt>
                <c:pt idx="988">
                  <c:v>44848</c:v>
                </c:pt>
                <c:pt idx="989">
                  <c:v>44851</c:v>
                </c:pt>
                <c:pt idx="990">
                  <c:v>44852</c:v>
                </c:pt>
                <c:pt idx="991">
                  <c:v>44853</c:v>
                </c:pt>
                <c:pt idx="992">
                  <c:v>44854</c:v>
                </c:pt>
                <c:pt idx="993">
                  <c:v>44855</c:v>
                </c:pt>
                <c:pt idx="994">
                  <c:v>44858</c:v>
                </c:pt>
                <c:pt idx="995">
                  <c:v>44859</c:v>
                </c:pt>
                <c:pt idx="996">
                  <c:v>44860</c:v>
                </c:pt>
                <c:pt idx="997">
                  <c:v>44861</c:v>
                </c:pt>
                <c:pt idx="998">
                  <c:v>44862</c:v>
                </c:pt>
                <c:pt idx="999">
                  <c:v>44865</c:v>
                </c:pt>
                <c:pt idx="1000">
                  <c:v>44866</c:v>
                </c:pt>
                <c:pt idx="1001">
                  <c:v>44867</c:v>
                </c:pt>
                <c:pt idx="1002">
                  <c:v>44868</c:v>
                </c:pt>
                <c:pt idx="1003">
                  <c:v>44869</c:v>
                </c:pt>
                <c:pt idx="1004">
                  <c:v>44872</c:v>
                </c:pt>
                <c:pt idx="1005">
                  <c:v>44873</c:v>
                </c:pt>
                <c:pt idx="1006">
                  <c:v>44874</c:v>
                </c:pt>
                <c:pt idx="1007">
                  <c:v>44875</c:v>
                </c:pt>
                <c:pt idx="1008">
                  <c:v>44876</c:v>
                </c:pt>
                <c:pt idx="1009">
                  <c:v>44879</c:v>
                </c:pt>
                <c:pt idx="1010">
                  <c:v>44880</c:v>
                </c:pt>
                <c:pt idx="1011">
                  <c:v>44881</c:v>
                </c:pt>
                <c:pt idx="1012">
                  <c:v>44882</c:v>
                </c:pt>
                <c:pt idx="1013">
                  <c:v>44883</c:v>
                </c:pt>
                <c:pt idx="1014">
                  <c:v>44886</c:v>
                </c:pt>
                <c:pt idx="1015">
                  <c:v>44887</c:v>
                </c:pt>
                <c:pt idx="1016">
                  <c:v>44888</c:v>
                </c:pt>
                <c:pt idx="1017">
                  <c:v>44889</c:v>
                </c:pt>
                <c:pt idx="1018">
                  <c:v>44890</c:v>
                </c:pt>
                <c:pt idx="1019">
                  <c:v>44893</c:v>
                </c:pt>
                <c:pt idx="1020">
                  <c:v>44894</c:v>
                </c:pt>
                <c:pt idx="1021">
                  <c:v>44895</c:v>
                </c:pt>
                <c:pt idx="1022">
                  <c:v>44896</c:v>
                </c:pt>
                <c:pt idx="1023">
                  <c:v>44897</c:v>
                </c:pt>
                <c:pt idx="1024">
                  <c:v>44900</c:v>
                </c:pt>
                <c:pt idx="1025">
                  <c:v>44901</c:v>
                </c:pt>
                <c:pt idx="1026">
                  <c:v>44902</c:v>
                </c:pt>
                <c:pt idx="1027">
                  <c:v>44903</c:v>
                </c:pt>
                <c:pt idx="1028">
                  <c:v>44904</c:v>
                </c:pt>
                <c:pt idx="1029">
                  <c:v>44907</c:v>
                </c:pt>
                <c:pt idx="1030">
                  <c:v>44908</c:v>
                </c:pt>
                <c:pt idx="1031">
                  <c:v>44909</c:v>
                </c:pt>
                <c:pt idx="1032">
                  <c:v>44910</c:v>
                </c:pt>
                <c:pt idx="1033">
                  <c:v>44911</c:v>
                </c:pt>
                <c:pt idx="1034">
                  <c:v>44914</c:v>
                </c:pt>
                <c:pt idx="1035">
                  <c:v>44915</c:v>
                </c:pt>
                <c:pt idx="1036">
                  <c:v>44916</c:v>
                </c:pt>
                <c:pt idx="1037">
                  <c:v>44917</c:v>
                </c:pt>
                <c:pt idx="1038">
                  <c:v>44918</c:v>
                </c:pt>
                <c:pt idx="1039">
                  <c:v>44921</c:v>
                </c:pt>
                <c:pt idx="1040">
                  <c:v>44922</c:v>
                </c:pt>
                <c:pt idx="1041">
                  <c:v>44923</c:v>
                </c:pt>
                <c:pt idx="1042">
                  <c:v>44924</c:v>
                </c:pt>
                <c:pt idx="1043">
                  <c:v>44925</c:v>
                </c:pt>
                <c:pt idx="1044">
                  <c:v>44928</c:v>
                </c:pt>
                <c:pt idx="1045">
                  <c:v>44929</c:v>
                </c:pt>
                <c:pt idx="1046">
                  <c:v>44930</c:v>
                </c:pt>
                <c:pt idx="1047">
                  <c:v>44931</c:v>
                </c:pt>
                <c:pt idx="1048">
                  <c:v>44932</c:v>
                </c:pt>
                <c:pt idx="1049">
                  <c:v>44935</c:v>
                </c:pt>
                <c:pt idx="1050">
                  <c:v>44936</c:v>
                </c:pt>
                <c:pt idx="1051">
                  <c:v>44937</c:v>
                </c:pt>
                <c:pt idx="1052">
                  <c:v>44938</c:v>
                </c:pt>
                <c:pt idx="1053">
                  <c:v>44939</c:v>
                </c:pt>
                <c:pt idx="1054">
                  <c:v>44942</c:v>
                </c:pt>
                <c:pt idx="1055">
                  <c:v>44943</c:v>
                </c:pt>
                <c:pt idx="1056">
                  <c:v>44944</c:v>
                </c:pt>
                <c:pt idx="1057">
                  <c:v>44945</c:v>
                </c:pt>
                <c:pt idx="1058">
                  <c:v>44946</c:v>
                </c:pt>
                <c:pt idx="1059">
                  <c:v>44949</c:v>
                </c:pt>
                <c:pt idx="1060">
                  <c:v>44950</c:v>
                </c:pt>
                <c:pt idx="1061">
                  <c:v>44951</c:v>
                </c:pt>
                <c:pt idx="1062">
                  <c:v>44952</c:v>
                </c:pt>
                <c:pt idx="1063">
                  <c:v>44953</c:v>
                </c:pt>
                <c:pt idx="1064">
                  <c:v>44956</c:v>
                </c:pt>
                <c:pt idx="1065">
                  <c:v>44957</c:v>
                </c:pt>
                <c:pt idx="1066">
                  <c:v>44958</c:v>
                </c:pt>
                <c:pt idx="1067">
                  <c:v>44959</c:v>
                </c:pt>
                <c:pt idx="1068">
                  <c:v>44960</c:v>
                </c:pt>
                <c:pt idx="1069">
                  <c:v>44963</c:v>
                </c:pt>
                <c:pt idx="1070">
                  <c:v>44964</c:v>
                </c:pt>
                <c:pt idx="1071">
                  <c:v>44965</c:v>
                </c:pt>
                <c:pt idx="1072">
                  <c:v>44966</c:v>
                </c:pt>
                <c:pt idx="1073">
                  <c:v>44967</c:v>
                </c:pt>
                <c:pt idx="1074">
                  <c:v>44970</c:v>
                </c:pt>
                <c:pt idx="1075">
                  <c:v>44971</c:v>
                </c:pt>
                <c:pt idx="1076">
                  <c:v>44972</c:v>
                </c:pt>
                <c:pt idx="1077">
                  <c:v>44973</c:v>
                </c:pt>
                <c:pt idx="1078">
                  <c:v>44974</c:v>
                </c:pt>
                <c:pt idx="1079">
                  <c:v>44977</c:v>
                </c:pt>
                <c:pt idx="1080">
                  <c:v>44978</c:v>
                </c:pt>
                <c:pt idx="1081">
                  <c:v>44979</c:v>
                </c:pt>
                <c:pt idx="1082">
                  <c:v>44980</c:v>
                </c:pt>
                <c:pt idx="1083">
                  <c:v>44981</c:v>
                </c:pt>
                <c:pt idx="1084">
                  <c:v>44984</c:v>
                </c:pt>
                <c:pt idx="1085">
                  <c:v>44985</c:v>
                </c:pt>
                <c:pt idx="1086">
                  <c:v>44986</c:v>
                </c:pt>
                <c:pt idx="1087">
                  <c:v>44987</c:v>
                </c:pt>
                <c:pt idx="1088">
                  <c:v>44988</c:v>
                </c:pt>
                <c:pt idx="1089">
                  <c:v>44991</c:v>
                </c:pt>
                <c:pt idx="1090">
                  <c:v>44992</c:v>
                </c:pt>
                <c:pt idx="1091">
                  <c:v>44993</c:v>
                </c:pt>
                <c:pt idx="1092">
                  <c:v>44994</c:v>
                </c:pt>
                <c:pt idx="1093">
                  <c:v>44995</c:v>
                </c:pt>
                <c:pt idx="1094">
                  <c:v>44998</c:v>
                </c:pt>
                <c:pt idx="1095">
                  <c:v>44999</c:v>
                </c:pt>
                <c:pt idx="1096">
                  <c:v>45000</c:v>
                </c:pt>
                <c:pt idx="1097">
                  <c:v>45001</c:v>
                </c:pt>
                <c:pt idx="1098">
                  <c:v>45002</c:v>
                </c:pt>
                <c:pt idx="1099">
                  <c:v>45005</c:v>
                </c:pt>
                <c:pt idx="1100">
                  <c:v>45006</c:v>
                </c:pt>
                <c:pt idx="1101">
                  <c:v>45007</c:v>
                </c:pt>
                <c:pt idx="1102">
                  <c:v>45008</c:v>
                </c:pt>
                <c:pt idx="1103">
                  <c:v>45009</c:v>
                </c:pt>
                <c:pt idx="1104">
                  <c:v>45012</c:v>
                </c:pt>
                <c:pt idx="1105">
                  <c:v>45013</c:v>
                </c:pt>
                <c:pt idx="1106">
                  <c:v>45014</c:v>
                </c:pt>
                <c:pt idx="1107">
                  <c:v>45015</c:v>
                </c:pt>
                <c:pt idx="1108">
                  <c:v>45016</c:v>
                </c:pt>
                <c:pt idx="1109">
                  <c:v>45019</c:v>
                </c:pt>
                <c:pt idx="1110">
                  <c:v>45020</c:v>
                </c:pt>
                <c:pt idx="1111">
                  <c:v>45021</c:v>
                </c:pt>
                <c:pt idx="1112">
                  <c:v>45022</c:v>
                </c:pt>
                <c:pt idx="1113">
                  <c:v>45023</c:v>
                </c:pt>
                <c:pt idx="1114">
                  <c:v>45026</c:v>
                </c:pt>
                <c:pt idx="1115">
                  <c:v>45027</c:v>
                </c:pt>
                <c:pt idx="1116">
                  <c:v>45028</c:v>
                </c:pt>
                <c:pt idx="1117">
                  <c:v>45029</c:v>
                </c:pt>
                <c:pt idx="1118">
                  <c:v>45030</c:v>
                </c:pt>
                <c:pt idx="1119">
                  <c:v>45033</c:v>
                </c:pt>
                <c:pt idx="1120">
                  <c:v>45034</c:v>
                </c:pt>
                <c:pt idx="1121">
                  <c:v>45035</c:v>
                </c:pt>
                <c:pt idx="1122">
                  <c:v>45036</c:v>
                </c:pt>
                <c:pt idx="1123">
                  <c:v>45037</c:v>
                </c:pt>
                <c:pt idx="1124">
                  <c:v>45040</c:v>
                </c:pt>
                <c:pt idx="1125">
                  <c:v>45041</c:v>
                </c:pt>
                <c:pt idx="1126">
                  <c:v>45042</c:v>
                </c:pt>
                <c:pt idx="1127">
                  <c:v>45043</c:v>
                </c:pt>
                <c:pt idx="1128">
                  <c:v>45044</c:v>
                </c:pt>
                <c:pt idx="1129">
                  <c:v>45047</c:v>
                </c:pt>
                <c:pt idx="1130">
                  <c:v>45048</c:v>
                </c:pt>
                <c:pt idx="1131">
                  <c:v>45049</c:v>
                </c:pt>
                <c:pt idx="1132">
                  <c:v>45050</c:v>
                </c:pt>
                <c:pt idx="1133">
                  <c:v>45051</c:v>
                </c:pt>
                <c:pt idx="1134">
                  <c:v>45054</c:v>
                </c:pt>
                <c:pt idx="1135">
                  <c:v>45055</c:v>
                </c:pt>
                <c:pt idx="1136">
                  <c:v>45056</c:v>
                </c:pt>
                <c:pt idx="1137">
                  <c:v>45057</c:v>
                </c:pt>
                <c:pt idx="1138">
                  <c:v>45058</c:v>
                </c:pt>
                <c:pt idx="1139">
                  <c:v>45061</c:v>
                </c:pt>
                <c:pt idx="1140">
                  <c:v>45062</c:v>
                </c:pt>
                <c:pt idx="1141">
                  <c:v>45063</c:v>
                </c:pt>
                <c:pt idx="1142">
                  <c:v>45064</c:v>
                </c:pt>
                <c:pt idx="1143">
                  <c:v>45065</c:v>
                </c:pt>
                <c:pt idx="1144">
                  <c:v>45068</c:v>
                </c:pt>
                <c:pt idx="1145">
                  <c:v>45069</c:v>
                </c:pt>
                <c:pt idx="1146">
                  <c:v>45070</c:v>
                </c:pt>
                <c:pt idx="1147">
                  <c:v>45071</c:v>
                </c:pt>
                <c:pt idx="1148">
                  <c:v>45072</c:v>
                </c:pt>
                <c:pt idx="1149">
                  <c:v>45075</c:v>
                </c:pt>
                <c:pt idx="1150">
                  <c:v>45076</c:v>
                </c:pt>
                <c:pt idx="1151">
                  <c:v>45077</c:v>
                </c:pt>
                <c:pt idx="1152">
                  <c:v>45078</c:v>
                </c:pt>
                <c:pt idx="1153">
                  <c:v>45079</c:v>
                </c:pt>
                <c:pt idx="1154">
                  <c:v>45082</c:v>
                </c:pt>
                <c:pt idx="1155">
                  <c:v>45083</c:v>
                </c:pt>
                <c:pt idx="1156">
                  <c:v>45084</c:v>
                </c:pt>
                <c:pt idx="1157">
                  <c:v>45085</c:v>
                </c:pt>
                <c:pt idx="1158">
                  <c:v>45086</c:v>
                </c:pt>
                <c:pt idx="1159">
                  <c:v>45089</c:v>
                </c:pt>
                <c:pt idx="1160">
                  <c:v>45090</c:v>
                </c:pt>
                <c:pt idx="1161">
                  <c:v>45091</c:v>
                </c:pt>
                <c:pt idx="1162">
                  <c:v>45092</c:v>
                </c:pt>
                <c:pt idx="1163">
                  <c:v>45093</c:v>
                </c:pt>
                <c:pt idx="1164">
                  <c:v>45096</c:v>
                </c:pt>
                <c:pt idx="1165">
                  <c:v>45097</c:v>
                </c:pt>
                <c:pt idx="1166">
                  <c:v>45098</c:v>
                </c:pt>
                <c:pt idx="1167">
                  <c:v>45099</c:v>
                </c:pt>
                <c:pt idx="1168">
                  <c:v>45100</c:v>
                </c:pt>
                <c:pt idx="1169">
                  <c:v>45103</c:v>
                </c:pt>
                <c:pt idx="1170">
                  <c:v>45104</c:v>
                </c:pt>
                <c:pt idx="1171">
                  <c:v>45105</c:v>
                </c:pt>
                <c:pt idx="1172">
                  <c:v>45106</c:v>
                </c:pt>
                <c:pt idx="1173">
                  <c:v>45107</c:v>
                </c:pt>
                <c:pt idx="1174">
                  <c:v>45110</c:v>
                </c:pt>
                <c:pt idx="1175">
                  <c:v>45111</c:v>
                </c:pt>
                <c:pt idx="1176">
                  <c:v>45112</c:v>
                </c:pt>
                <c:pt idx="1177">
                  <c:v>45113</c:v>
                </c:pt>
                <c:pt idx="1178">
                  <c:v>45114</c:v>
                </c:pt>
                <c:pt idx="1179">
                  <c:v>45117</c:v>
                </c:pt>
                <c:pt idx="1180">
                  <c:v>45118</c:v>
                </c:pt>
                <c:pt idx="1181">
                  <c:v>45119</c:v>
                </c:pt>
                <c:pt idx="1182">
                  <c:v>45120</c:v>
                </c:pt>
                <c:pt idx="1183">
                  <c:v>45121</c:v>
                </c:pt>
                <c:pt idx="1184">
                  <c:v>45124</c:v>
                </c:pt>
                <c:pt idx="1185">
                  <c:v>45125</c:v>
                </c:pt>
                <c:pt idx="1186">
                  <c:v>45126</c:v>
                </c:pt>
                <c:pt idx="1187">
                  <c:v>45127</c:v>
                </c:pt>
                <c:pt idx="1188">
                  <c:v>45128</c:v>
                </c:pt>
                <c:pt idx="1189">
                  <c:v>45131</c:v>
                </c:pt>
                <c:pt idx="1190">
                  <c:v>45132</c:v>
                </c:pt>
                <c:pt idx="1191">
                  <c:v>45133</c:v>
                </c:pt>
                <c:pt idx="1192">
                  <c:v>45134</c:v>
                </c:pt>
                <c:pt idx="1193">
                  <c:v>45135</c:v>
                </c:pt>
                <c:pt idx="1194">
                  <c:v>45138</c:v>
                </c:pt>
                <c:pt idx="1195">
                  <c:v>45139</c:v>
                </c:pt>
                <c:pt idx="1196">
                  <c:v>45140</c:v>
                </c:pt>
                <c:pt idx="1197">
                  <c:v>45141</c:v>
                </c:pt>
                <c:pt idx="1198">
                  <c:v>45142</c:v>
                </c:pt>
                <c:pt idx="1199">
                  <c:v>45145</c:v>
                </c:pt>
                <c:pt idx="1200">
                  <c:v>45146</c:v>
                </c:pt>
                <c:pt idx="1201">
                  <c:v>45147</c:v>
                </c:pt>
                <c:pt idx="1202">
                  <c:v>45148</c:v>
                </c:pt>
                <c:pt idx="1203">
                  <c:v>45149</c:v>
                </c:pt>
                <c:pt idx="1204">
                  <c:v>45152</c:v>
                </c:pt>
                <c:pt idx="1205">
                  <c:v>45153</c:v>
                </c:pt>
                <c:pt idx="1206">
                  <c:v>45154</c:v>
                </c:pt>
                <c:pt idx="1207">
                  <c:v>45155</c:v>
                </c:pt>
                <c:pt idx="1208">
                  <c:v>45156</c:v>
                </c:pt>
                <c:pt idx="1209">
                  <c:v>45159</c:v>
                </c:pt>
                <c:pt idx="1210">
                  <c:v>45160</c:v>
                </c:pt>
                <c:pt idx="1211">
                  <c:v>45161</c:v>
                </c:pt>
                <c:pt idx="1212">
                  <c:v>45162</c:v>
                </c:pt>
                <c:pt idx="1213">
                  <c:v>45163</c:v>
                </c:pt>
                <c:pt idx="1214">
                  <c:v>45166</c:v>
                </c:pt>
                <c:pt idx="1215">
                  <c:v>45167</c:v>
                </c:pt>
                <c:pt idx="1216">
                  <c:v>45168</c:v>
                </c:pt>
                <c:pt idx="1217">
                  <c:v>45169</c:v>
                </c:pt>
                <c:pt idx="1218">
                  <c:v>45170</c:v>
                </c:pt>
                <c:pt idx="1219">
                  <c:v>45173</c:v>
                </c:pt>
                <c:pt idx="1220">
                  <c:v>45174</c:v>
                </c:pt>
                <c:pt idx="1221">
                  <c:v>45175</c:v>
                </c:pt>
                <c:pt idx="1222">
                  <c:v>45176</c:v>
                </c:pt>
                <c:pt idx="1223">
                  <c:v>45177</c:v>
                </c:pt>
                <c:pt idx="1224">
                  <c:v>45180</c:v>
                </c:pt>
                <c:pt idx="1225">
                  <c:v>45181</c:v>
                </c:pt>
                <c:pt idx="1226">
                  <c:v>45182</c:v>
                </c:pt>
                <c:pt idx="1227">
                  <c:v>45183</c:v>
                </c:pt>
                <c:pt idx="1228">
                  <c:v>45184</c:v>
                </c:pt>
                <c:pt idx="1229">
                  <c:v>45187</c:v>
                </c:pt>
                <c:pt idx="1230">
                  <c:v>45188</c:v>
                </c:pt>
                <c:pt idx="1231">
                  <c:v>45189</c:v>
                </c:pt>
                <c:pt idx="1232">
                  <c:v>45190</c:v>
                </c:pt>
                <c:pt idx="1233">
                  <c:v>45191</c:v>
                </c:pt>
                <c:pt idx="1234">
                  <c:v>45194</c:v>
                </c:pt>
                <c:pt idx="1235">
                  <c:v>45195</c:v>
                </c:pt>
                <c:pt idx="1236">
                  <c:v>45196</c:v>
                </c:pt>
                <c:pt idx="1237">
                  <c:v>45197</c:v>
                </c:pt>
                <c:pt idx="1238">
                  <c:v>45198</c:v>
                </c:pt>
                <c:pt idx="1239">
                  <c:v>45201</c:v>
                </c:pt>
                <c:pt idx="1240">
                  <c:v>45202</c:v>
                </c:pt>
                <c:pt idx="1241">
                  <c:v>45203</c:v>
                </c:pt>
                <c:pt idx="1242">
                  <c:v>45204</c:v>
                </c:pt>
                <c:pt idx="1243">
                  <c:v>45205</c:v>
                </c:pt>
                <c:pt idx="1244">
                  <c:v>45208</c:v>
                </c:pt>
                <c:pt idx="1245">
                  <c:v>45209</c:v>
                </c:pt>
                <c:pt idx="1246">
                  <c:v>45210</c:v>
                </c:pt>
                <c:pt idx="1247">
                  <c:v>45211</c:v>
                </c:pt>
                <c:pt idx="1248">
                  <c:v>45212</c:v>
                </c:pt>
                <c:pt idx="1249">
                  <c:v>45215</c:v>
                </c:pt>
                <c:pt idx="1250">
                  <c:v>45216</c:v>
                </c:pt>
                <c:pt idx="1251">
                  <c:v>45217</c:v>
                </c:pt>
                <c:pt idx="1252">
                  <c:v>45218</c:v>
                </c:pt>
                <c:pt idx="1253">
                  <c:v>45219</c:v>
                </c:pt>
                <c:pt idx="1254">
                  <c:v>45222</c:v>
                </c:pt>
                <c:pt idx="1255">
                  <c:v>45223</c:v>
                </c:pt>
                <c:pt idx="1256">
                  <c:v>45224</c:v>
                </c:pt>
                <c:pt idx="1257">
                  <c:v>45225</c:v>
                </c:pt>
                <c:pt idx="1258">
                  <c:v>45226</c:v>
                </c:pt>
                <c:pt idx="1259">
                  <c:v>45229</c:v>
                </c:pt>
                <c:pt idx="1260">
                  <c:v>45230</c:v>
                </c:pt>
                <c:pt idx="1261">
                  <c:v>45231</c:v>
                </c:pt>
                <c:pt idx="1262">
                  <c:v>45232</c:v>
                </c:pt>
                <c:pt idx="1263">
                  <c:v>45233</c:v>
                </c:pt>
                <c:pt idx="1264">
                  <c:v>45236</c:v>
                </c:pt>
                <c:pt idx="1265">
                  <c:v>45237</c:v>
                </c:pt>
                <c:pt idx="1266">
                  <c:v>45238</c:v>
                </c:pt>
                <c:pt idx="1267">
                  <c:v>45239</c:v>
                </c:pt>
                <c:pt idx="1268">
                  <c:v>45240</c:v>
                </c:pt>
                <c:pt idx="1269">
                  <c:v>45243</c:v>
                </c:pt>
                <c:pt idx="1270">
                  <c:v>45244</c:v>
                </c:pt>
                <c:pt idx="1271">
                  <c:v>45245</c:v>
                </c:pt>
                <c:pt idx="1272">
                  <c:v>45246</c:v>
                </c:pt>
                <c:pt idx="1273">
                  <c:v>45247</c:v>
                </c:pt>
                <c:pt idx="1274">
                  <c:v>45250</c:v>
                </c:pt>
                <c:pt idx="1275">
                  <c:v>45251</c:v>
                </c:pt>
                <c:pt idx="1276">
                  <c:v>45252</c:v>
                </c:pt>
                <c:pt idx="1277">
                  <c:v>45253</c:v>
                </c:pt>
                <c:pt idx="1278">
                  <c:v>45254</c:v>
                </c:pt>
                <c:pt idx="1279">
                  <c:v>45257</c:v>
                </c:pt>
                <c:pt idx="1280">
                  <c:v>45258</c:v>
                </c:pt>
                <c:pt idx="1281">
                  <c:v>45259</c:v>
                </c:pt>
                <c:pt idx="1282">
                  <c:v>45260</c:v>
                </c:pt>
                <c:pt idx="1283">
                  <c:v>45261</c:v>
                </c:pt>
                <c:pt idx="1284">
                  <c:v>45264</c:v>
                </c:pt>
                <c:pt idx="1285">
                  <c:v>45265</c:v>
                </c:pt>
                <c:pt idx="1286">
                  <c:v>45266</c:v>
                </c:pt>
                <c:pt idx="1287">
                  <c:v>45267</c:v>
                </c:pt>
                <c:pt idx="1288">
                  <c:v>45268</c:v>
                </c:pt>
                <c:pt idx="1289">
                  <c:v>45271</c:v>
                </c:pt>
                <c:pt idx="1290">
                  <c:v>45272</c:v>
                </c:pt>
                <c:pt idx="1291">
                  <c:v>45273</c:v>
                </c:pt>
                <c:pt idx="1292">
                  <c:v>45274</c:v>
                </c:pt>
                <c:pt idx="1293">
                  <c:v>45275</c:v>
                </c:pt>
                <c:pt idx="1294">
                  <c:v>45278</c:v>
                </c:pt>
                <c:pt idx="1295">
                  <c:v>45279</c:v>
                </c:pt>
                <c:pt idx="1296">
                  <c:v>45280</c:v>
                </c:pt>
                <c:pt idx="1297">
                  <c:v>45281</c:v>
                </c:pt>
                <c:pt idx="1298">
                  <c:v>45282</c:v>
                </c:pt>
                <c:pt idx="1299">
                  <c:v>45285</c:v>
                </c:pt>
                <c:pt idx="1300">
                  <c:v>45286</c:v>
                </c:pt>
                <c:pt idx="1301">
                  <c:v>45287</c:v>
                </c:pt>
                <c:pt idx="1302">
                  <c:v>45288</c:v>
                </c:pt>
                <c:pt idx="1303">
                  <c:v>45289</c:v>
                </c:pt>
                <c:pt idx="1304">
                  <c:v>45292</c:v>
                </c:pt>
                <c:pt idx="1305">
                  <c:v>45293</c:v>
                </c:pt>
                <c:pt idx="1306">
                  <c:v>45294</c:v>
                </c:pt>
                <c:pt idx="1307">
                  <c:v>45295</c:v>
                </c:pt>
                <c:pt idx="1308">
                  <c:v>45296</c:v>
                </c:pt>
                <c:pt idx="1309">
                  <c:v>45299</c:v>
                </c:pt>
                <c:pt idx="1310">
                  <c:v>45300</c:v>
                </c:pt>
                <c:pt idx="1311">
                  <c:v>45301</c:v>
                </c:pt>
                <c:pt idx="1312">
                  <c:v>45302</c:v>
                </c:pt>
                <c:pt idx="1313">
                  <c:v>45303</c:v>
                </c:pt>
                <c:pt idx="1314">
                  <c:v>45306</c:v>
                </c:pt>
                <c:pt idx="1315">
                  <c:v>45307</c:v>
                </c:pt>
                <c:pt idx="1316">
                  <c:v>45308</c:v>
                </c:pt>
                <c:pt idx="1317">
                  <c:v>45309</c:v>
                </c:pt>
                <c:pt idx="1318">
                  <c:v>45310</c:v>
                </c:pt>
                <c:pt idx="1319">
                  <c:v>45313</c:v>
                </c:pt>
                <c:pt idx="1320">
                  <c:v>45314</c:v>
                </c:pt>
                <c:pt idx="1321">
                  <c:v>45315</c:v>
                </c:pt>
                <c:pt idx="1322">
                  <c:v>45316</c:v>
                </c:pt>
                <c:pt idx="1323">
                  <c:v>45317</c:v>
                </c:pt>
                <c:pt idx="1324">
                  <c:v>45320</c:v>
                </c:pt>
                <c:pt idx="1325">
                  <c:v>45321</c:v>
                </c:pt>
                <c:pt idx="1326">
                  <c:v>45322</c:v>
                </c:pt>
                <c:pt idx="1327">
                  <c:v>45323</c:v>
                </c:pt>
                <c:pt idx="1328">
                  <c:v>45324</c:v>
                </c:pt>
                <c:pt idx="1329">
                  <c:v>45327</c:v>
                </c:pt>
                <c:pt idx="1330">
                  <c:v>45328</c:v>
                </c:pt>
                <c:pt idx="1331">
                  <c:v>45329</c:v>
                </c:pt>
                <c:pt idx="1332">
                  <c:v>45330</c:v>
                </c:pt>
                <c:pt idx="1333">
                  <c:v>45331</c:v>
                </c:pt>
                <c:pt idx="1334">
                  <c:v>45334</c:v>
                </c:pt>
                <c:pt idx="1335">
                  <c:v>45335</c:v>
                </c:pt>
                <c:pt idx="1336">
                  <c:v>45336</c:v>
                </c:pt>
                <c:pt idx="1337">
                  <c:v>45337</c:v>
                </c:pt>
                <c:pt idx="1338">
                  <c:v>45338</c:v>
                </c:pt>
                <c:pt idx="1339">
                  <c:v>45341</c:v>
                </c:pt>
                <c:pt idx="1340">
                  <c:v>45342</c:v>
                </c:pt>
                <c:pt idx="1341">
                  <c:v>45343</c:v>
                </c:pt>
                <c:pt idx="1342">
                  <c:v>45344</c:v>
                </c:pt>
                <c:pt idx="1343">
                  <c:v>45345</c:v>
                </c:pt>
                <c:pt idx="1344">
                  <c:v>45348</c:v>
                </c:pt>
                <c:pt idx="1345">
                  <c:v>45349</c:v>
                </c:pt>
                <c:pt idx="1346">
                  <c:v>45350</c:v>
                </c:pt>
                <c:pt idx="1347">
                  <c:v>45351</c:v>
                </c:pt>
                <c:pt idx="1348">
                  <c:v>45352</c:v>
                </c:pt>
                <c:pt idx="1349">
                  <c:v>45355</c:v>
                </c:pt>
                <c:pt idx="1350">
                  <c:v>45356</c:v>
                </c:pt>
                <c:pt idx="1351">
                  <c:v>45357</c:v>
                </c:pt>
                <c:pt idx="1352">
                  <c:v>45358</c:v>
                </c:pt>
                <c:pt idx="1353">
                  <c:v>45359</c:v>
                </c:pt>
                <c:pt idx="1354">
                  <c:v>45362</c:v>
                </c:pt>
                <c:pt idx="1355">
                  <c:v>45363</c:v>
                </c:pt>
                <c:pt idx="1356">
                  <c:v>45364</c:v>
                </c:pt>
                <c:pt idx="1357">
                  <c:v>45365</c:v>
                </c:pt>
                <c:pt idx="1358">
                  <c:v>45366</c:v>
                </c:pt>
                <c:pt idx="1359">
                  <c:v>45369</c:v>
                </c:pt>
                <c:pt idx="1360">
                  <c:v>45370</c:v>
                </c:pt>
                <c:pt idx="1361">
                  <c:v>45371</c:v>
                </c:pt>
                <c:pt idx="1362">
                  <c:v>45372</c:v>
                </c:pt>
                <c:pt idx="1363">
                  <c:v>45373</c:v>
                </c:pt>
                <c:pt idx="1364">
                  <c:v>45376</c:v>
                </c:pt>
                <c:pt idx="1365">
                  <c:v>45377</c:v>
                </c:pt>
                <c:pt idx="1366">
                  <c:v>45378</c:v>
                </c:pt>
                <c:pt idx="1367">
                  <c:v>45379</c:v>
                </c:pt>
                <c:pt idx="1368">
                  <c:v>45380</c:v>
                </c:pt>
                <c:pt idx="1369">
                  <c:v>45383</c:v>
                </c:pt>
                <c:pt idx="1370">
                  <c:v>45384</c:v>
                </c:pt>
                <c:pt idx="1371">
                  <c:v>45385</c:v>
                </c:pt>
                <c:pt idx="1372">
                  <c:v>45386</c:v>
                </c:pt>
                <c:pt idx="1373">
                  <c:v>45387</c:v>
                </c:pt>
                <c:pt idx="1374">
                  <c:v>45390</c:v>
                </c:pt>
                <c:pt idx="1375">
                  <c:v>45391</c:v>
                </c:pt>
                <c:pt idx="1376">
                  <c:v>45392</c:v>
                </c:pt>
                <c:pt idx="1377">
                  <c:v>45393</c:v>
                </c:pt>
                <c:pt idx="1378">
                  <c:v>45394</c:v>
                </c:pt>
                <c:pt idx="1379">
                  <c:v>45397</c:v>
                </c:pt>
                <c:pt idx="1380">
                  <c:v>45398</c:v>
                </c:pt>
                <c:pt idx="1381">
                  <c:v>45399</c:v>
                </c:pt>
                <c:pt idx="1382">
                  <c:v>45400</c:v>
                </c:pt>
                <c:pt idx="1383">
                  <c:v>45401</c:v>
                </c:pt>
                <c:pt idx="1384">
                  <c:v>45404</c:v>
                </c:pt>
                <c:pt idx="1385">
                  <c:v>45405</c:v>
                </c:pt>
                <c:pt idx="1386">
                  <c:v>45406</c:v>
                </c:pt>
                <c:pt idx="1387">
                  <c:v>45407</c:v>
                </c:pt>
                <c:pt idx="1388">
                  <c:v>45408</c:v>
                </c:pt>
                <c:pt idx="1389">
                  <c:v>45411</c:v>
                </c:pt>
                <c:pt idx="1390">
                  <c:v>45412</c:v>
                </c:pt>
                <c:pt idx="1391">
                  <c:v>45413</c:v>
                </c:pt>
                <c:pt idx="1392">
                  <c:v>45414</c:v>
                </c:pt>
                <c:pt idx="1393">
                  <c:v>45415</c:v>
                </c:pt>
                <c:pt idx="1394">
                  <c:v>45418</c:v>
                </c:pt>
                <c:pt idx="1395">
                  <c:v>45419</c:v>
                </c:pt>
                <c:pt idx="1396">
                  <c:v>45420</c:v>
                </c:pt>
                <c:pt idx="1397">
                  <c:v>45421</c:v>
                </c:pt>
                <c:pt idx="1398">
                  <c:v>45422</c:v>
                </c:pt>
                <c:pt idx="1399">
                  <c:v>45425</c:v>
                </c:pt>
                <c:pt idx="1400">
                  <c:v>45426</c:v>
                </c:pt>
                <c:pt idx="1401">
                  <c:v>45427</c:v>
                </c:pt>
                <c:pt idx="1402">
                  <c:v>45428</c:v>
                </c:pt>
                <c:pt idx="1403">
                  <c:v>45429</c:v>
                </c:pt>
                <c:pt idx="1404">
                  <c:v>45432</c:v>
                </c:pt>
                <c:pt idx="1405">
                  <c:v>45433</c:v>
                </c:pt>
                <c:pt idx="1406">
                  <c:v>45434</c:v>
                </c:pt>
                <c:pt idx="1407">
                  <c:v>45435</c:v>
                </c:pt>
                <c:pt idx="1408">
                  <c:v>45436</c:v>
                </c:pt>
                <c:pt idx="1409">
                  <c:v>45439</c:v>
                </c:pt>
                <c:pt idx="1410">
                  <c:v>45440</c:v>
                </c:pt>
                <c:pt idx="1411">
                  <c:v>45441</c:v>
                </c:pt>
                <c:pt idx="1412">
                  <c:v>45442</c:v>
                </c:pt>
                <c:pt idx="1413">
                  <c:v>45443</c:v>
                </c:pt>
                <c:pt idx="1414">
                  <c:v>45446</c:v>
                </c:pt>
                <c:pt idx="1415">
                  <c:v>45447</c:v>
                </c:pt>
                <c:pt idx="1416">
                  <c:v>45448</c:v>
                </c:pt>
                <c:pt idx="1417">
                  <c:v>45449</c:v>
                </c:pt>
                <c:pt idx="1418">
                  <c:v>45450</c:v>
                </c:pt>
                <c:pt idx="1419">
                  <c:v>45453</c:v>
                </c:pt>
                <c:pt idx="1420">
                  <c:v>45454</c:v>
                </c:pt>
                <c:pt idx="1421">
                  <c:v>45455</c:v>
                </c:pt>
                <c:pt idx="1422">
                  <c:v>45456</c:v>
                </c:pt>
                <c:pt idx="1423">
                  <c:v>45457</c:v>
                </c:pt>
                <c:pt idx="1424">
                  <c:v>45460</c:v>
                </c:pt>
                <c:pt idx="1425">
                  <c:v>45461</c:v>
                </c:pt>
                <c:pt idx="1426">
                  <c:v>45462</c:v>
                </c:pt>
                <c:pt idx="1427">
                  <c:v>45463</c:v>
                </c:pt>
                <c:pt idx="1428">
                  <c:v>45464</c:v>
                </c:pt>
                <c:pt idx="1429">
                  <c:v>45467</c:v>
                </c:pt>
                <c:pt idx="1430">
                  <c:v>45468</c:v>
                </c:pt>
                <c:pt idx="1431">
                  <c:v>45469</c:v>
                </c:pt>
                <c:pt idx="1432">
                  <c:v>45470</c:v>
                </c:pt>
                <c:pt idx="1433">
                  <c:v>45471</c:v>
                </c:pt>
                <c:pt idx="1434">
                  <c:v>45474</c:v>
                </c:pt>
                <c:pt idx="1435">
                  <c:v>45475</c:v>
                </c:pt>
                <c:pt idx="1436">
                  <c:v>45476</c:v>
                </c:pt>
                <c:pt idx="1437">
                  <c:v>45477</c:v>
                </c:pt>
                <c:pt idx="1438">
                  <c:v>45478</c:v>
                </c:pt>
                <c:pt idx="1439">
                  <c:v>45481</c:v>
                </c:pt>
                <c:pt idx="1440">
                  <c:v>45482</c:v>
                </c:pt>
                <c:pt idx="1441">
                  <c:v>45483</c:v>
                </c:pt>
                <c:pt idx="1442">
                  <c:v>45484</c:v>
                </c:pt>
                <c:pt idx="1443">
                  <c:v>45485</c:v>
                </c:pt>
                <c:pt idx="1444">
                  <c:v>45488</c:v>
                </c:pt>
                <c:pt idx="1445">
                  <c:v>45489</c:v>
                </c:pt>
                <c:pt idx="1446">
                  <c:v>45490</c:v>
                </c:pt>
                <c:pt idx="1447">
                  <c:v>45491</c:v>
                </c:pt>
                <c:pt idx="1448">
                  <c:v>45492</c:v>
                </c:pt>
                <c:pt idx="1449">
                  <c:v>45495</c:v>
                </c:pt>
                <c:pt idx="1450">
                  <c:v>45496</c:v>
                </c:pt>
                <c:pt idx="1451">
                  <c:v>45497</c:v>
                </c:pt>
                <c:pt idx="1452">
                  <c:v>45498</c:v>
                </c:pt>
                <c:pt idx="1453">
                  <c:v>45499</c:v>
                </c:pt>
                <c:pt idx="1454">
                  <c:v>45502</c:v>
                </c:pt>
                <c:pt idx="1455">
                  <c:v>45503</c:v>
                </c:pt>
                <c:pt idx="1456">
                  <c:v>45504</c:v>
                </c:pt>
                <c:pt idx="1457">
                  <c:v>45505</c:v>
                </c:pt>
                <c:pt idx="1458">
                  <c:v>45506</c:v>
                </c:pt>
                <c:pt idx="1459">
                  <c:v>45509</c:v>
                </c:pt>
                <c:pt idx="1460">
                  <c:v>45510</c:v>
                </c:pt>
                <c:pt idx="1461">
                  <c:v>45511</c:v>
                </c:pt>
                <c:pt idx="1462">
                  <c:v>45512</c:v>
                </c:pt>
                <c:pt idx="1463">
                  <c:v>45513</c:v>
                </c:pt>
                <c:pt idx="1464">
                  <c:v>45516</c:v>
                </c:pt>
                <c:pt idx="1465">
                  <c:v>45517</c:v>
                </c:pt>
                <c:pt idx="1466">
                  <c:v>45518</c:v>
                </c:pt>
                <c:pt idx="1467">
                  <c:v>45519</c:v>
                </c:pt>
                <c:pt idx="1468">
                  <c:v>45520</c:v>
                </c:pt>
                <c:pt idx="1469">
                  <c:v>45523</c:v>
                </c:pt>
                <c:pt idx="1470">
                  <c:v>45524</c:v>
                </c:pt>
                <c:pt idx="1471">
                  <c:v>45525</c:v>
                </c:pt>
                <c:pt idx="1472">
                  <c:v>45526</c:v>
                </c:pt>
                <c:pt idx="1473">
                  <c:v>45527</c:v>
                </c:pt>
                <c:pt idx="1474">
                  <c:v>45530</c:v>
                </c:pt>
                <c:pt idx="1475">
                  <c:v>45531</c:v>
                </c:pt>
                <c:pt idx="1476">
                  <c:v>45532</c:v>
                </c:pt>
                <c:pt idx="1477">
                  <c:v>45533</c:v>
                </c:pt>
                <c:pt idx="1478">
                  <c:v>45534</c:v>
                </c:pt>
                <c:pt idx="1479">
                  <c:v>45537</c:v>
                </c:pt>
                <c:pt idx="1480">
                  <c:v>45538</c:v>
                </c:pt>
                <c:pt idx="1481">
                  <c:v>45539</c:v>
                </c:pt>
                <c:pt idx="1482">
                  <c:v>45540</c:v>
                </c:pt>
                <c:pt idx="1483">
                  <c:v>45541</c:v>
                </c:pt>
                <c:pt idx="1484">
                  <c:v>45544</c:v>
                </c:pt>
                <c:pt idx="1485">
                  <c:v>45545</c:v>
                </c:pt>
                <c:pt idx="1486">
                  <c:v>45546</c:v>
                </c:pt>
                <c:pt idx="1487">
                  <c:v>45547</c:v>
                </c:pt>
                <c:pt idx="1488">
                  <c:v>45548</c:v>
                </c:pt>
                <c:pt idx="1489">
                  <c:v>45551</c:v>
                </c:pt>
                <c:pt idx="1490">
                  <c:v>45552</c:v>
                </c:pt>
                <c:pt idx="1491">
                  <c:v>45553</c:v>
                </c:pt>
                <c:pt idx="1492">
                  <c:v>45554</c:v>
                </c:pt>
                <c:pt idx="1493">
                  <c:v>45555</c:v>
                </c:pt>
                <c:pt idx="1494">
                  <c:v>45558</c:v>
                </c:pt>
                <c:pt idx="1495">
                  <c:v>45559</c:v>
                </c:pt>
                <c:pt idx="1496">
                  <c:v>45560</c:v>
                </c:pt>
                <c:pt idx="1497">
                  <c:v>45561</c:v>
                </c:pt>
                <c:pt idx="1498">
                  <c:v>45562</c:v>
                </c:pt>
                <c:pt idx="1499">
                  <c:v>45565</c:v>
                </c:pt>
                <c:pt idx="1500">
                  <c:v>45566</c:v>
                </c:pt>
                <c:pt idx="1501">
                  <c:v>45567</c:v>
                </c:pt>
                <c:pt idx="1502">
                  <c:v>45568</c:v>
                </c:pt>
                <c:pt idx="1503">
                  <c:v>45569</c:v>
                </c:pt>
                <c:pt idx="1504">
                  <c:v>45572</c:v>
                </c:pt>
                <c:pt idx="1505">
                  <c:v>45573</c:v>
                </c:pt>
                <c:pt idx="1506">
                  <c:v>45574</c:v>
                </c:pt>
                <c:pt idx="1507">
                  <c:v>45575</c:v>
                </c:pt>
                <c:pt idx="1508">
                  <c:v>45576</c:v>
                </c:pt>
                <c:pt idx="1509">
                  <c:v>45579</c:v>
                </c:pt>
                <c:pt idx="1510">
                  <c:v>45580</c:v>
                </c:pt>
                <c:pt idx="1511">
                  <c:v>45581</c:v>
                </c:pt>
                <c:pt idx="1512">
                  <c:v>45582</c:v>
                </c:pt>
                <c:pt idx="1513">
                  <c:v>45583</c:v>
                </c:pt>
                <c:pt idx="1514">
                  <c:v>45586</c:v>
                </c:pt>
                <c:pt idx="1515">
                  <c:v>45587</c:v>
                </c:pt>
                <c:pt idx="1516">
                  <c:v>45588</c:v>
                </c:pt>
                <c:pt idx="1517">
                  <c:v>45589</c:v>
                </c:pt>
                <c:pt idx="1518">
                  <c:v>45590</c:v>
                </c:pt>
                <c:pt idx="1519">
                  <c:v>45593</c:v>
                </c:pt>
                <c:pt idx="1520">
                  <c:v>45594</c:v>
                </c:pt>
                <c:pt idx="1521">
                  <c:v>45595</c:v>
                </c:pt>
                <c:pt idx="1522">
                  <c:v>45596</c:v>
                </c:pt>
                <c:pt idx="1523">
                  <c:v>45597</c:v>
                </c:pt>
                <c:pt idx="1524">
                  <c:v>45600</c:v>
                </c:pt>
                <c:pt idx="1525">
                  <c:v>45601</c:v>
                </c:pt>
                <c:pt idx="1526">
                  <c:v>45602</c:v>
                </c:pt>
                <c:pt idx="1527">
                  <c:v>45603</c:v>
                </c:pt>
                <c:pt idx="1528">
                  <c:v>45604</c:v>
                </c:pt>
                <c:pt idx="1529">
                  <c:v>45607</c:v>
                </c:pt>
                <c:pt idx="1530">
                  <c:v>45608</c:v>
                </c:pt>
                <c:pt idx="1531">
                  <c:v>45609</c:v>
                </c:pt>
                <c:pt idx="1532">
                  <c:v>45610</c:v>
                </c:pt>
                <c:pt idx="1533">
                  <c:v>45611</c:v>
                </c:pt>
                <c:pt idx="1534">
                  <c:v>45614</c:v>
                </c:pt>
                <c:pt idx="1535">
                  <c:v>45615</c:v>
                </c:pt>
                <c:pt idx="1536">
                  <c:v>45616</c:v>
                </c:pt>
                <c:pt idx="1537">
                  <c:v>45617</c:v>
                </c:pt>
                <c:pt idx="1538">
                  <c:v>45618</c:v>
                </c:pt>
                <c:pt idx="1539">
                  <c:v>45621</c:v>
                </c:pt>
                <c:pt idx="1540">
                  <c:v>45622</c:v>
                </c:pt>
                <c:pt idx="1541">
                  <c:v>45623</c:v>
                </c:pt>
                <c:pt idx="1542">
                  <c:v>45624</c:v>
                </c:pt>
                <c:pt idx="1543">
                  <c:v>45625</c:v>
                </c:pt>
                <c:pt idx="1544">
                  <c:v>45628</c:v>
                </c:pt>
                <c:pt idx="1545">
                  <c:v>45629</c:v>
                </c:pt>
                <c:pt idx="1546">
                  <c:v>45630</c:v>
                </c:pt>
                <c:pt idx="1547">
                  <c:v>45631</c:v>
                </c:pt>
                <c:pt idx="1548">
                  <c:v>45632</c:v>
                </c:pt>
                <c:pt idx="1549">
                  <c:v>45635</c:v>
                </c:pt>
                <c:pt idx="1550">
                  <c:v>45636</c:v>
                </c:pt>
                <c:pt idx="1551">
                  <c:v>45637</c:v>
                </c:pt>
                <c:pt idx="1552">
                  <c:v>45638</c:v>
                </c:pt>
                <c:pt idx="1553">
                  <c:v>45639</c:v>
                </c:pt>
                <c:pt idx="1554">
                  <c:v>45642</c:v>
                </c:pt>
                <c:pt idx="1555">
                  <c:v>45643</c:v>
                </c:pt>
                <c:pt idx="1556">
                  <c:v>45644</c:v>
                </c:pt>
                <c:pt idx="1557">
                  <c:v>45645</c:v>
                </c:pt>
                <c:pt idx="1558">
                  <c:v>45646</c:v>
                </c:pt>
                <c:pt idx="1559">
                  <c:v>45649</c:v>
                </c:pt>
                <c:pt idx="1560">
                  <c:v>45650</c:v>
                </c:pt>
                <c:pt idx="1561">
                  <c:v>45651</c:v>
                </c:pt>
                <c:pt idx="1562">
                  <c:v>45652</c:v>
                </c:pt>
                <c:pt idx="1563">
                  <c:v>45653</c:v>
                </c:pt>
                <c:pt idx="1564">
                  <c:v>45656</c:v>
                </c:pt>
                <c:pt idx="1565">
                  <c:v>45657</c:v>
                </c:pt>
                <c:pt idx="1566">
                  <c:v>45658</c:v>
                </c:pt>
                <c:pt idx="1567">
                  <c:v>45659</c:v>
                </c:pt>
                <c:pt idx="1568">
                  <c:v>45660</c:v>
                </c:pt>
                <c:pt idx="1569">
                  <c:v>45663</c:v>
                </c:pt>
                <c:pt idx="1570">
                  <c:v>45664</c:v>
                </c:pt>
                <c:pt idx="1571">
                  <c:v>45665</c:v>
                </c:pt>
                <c:pt idx="1572">
                  <c:v>45666</c:v>
                </c:pt>
                <c:pt idx="1573">
                  <c:v>45667</c:v>
                </c:pt>
                <c:pt idx="1574">
                  <c:v>45670</c:v>
                </c:pt>
                <c:pt idx="1575">
                  <c:v>45671</c:v>
                </c:pt>
                <c:pt idx="1576">
                  <c:v>45672</c:v>
                </c:pt>
                <c:pt idx="1577">
                  <c:v>45673</c:v>
                </c:pt>
                <c:pt idx="1578">
                  <c:v>45674</c:v>
                </c:pt>
                <c:pt idx="1579">
                  <c:v>45677</c:v>
                </c:pt>
                <c:pt idx="1580">
                  <c:v>45678</c:v>
                </c:pt>
                <c:pt idx="1581">
                  <c:v>45679</c:v>
                </c:pt>
                <c:pt idx="1582">
                  <c:v>45680</c:v>
                </c:pt>
                <c:pt idx="1583">
                  <c:v>45681</c:v>
                </c:pt>
                <c:pt idx="1584">
                  <c:v>45684</c:v>
                </c:pt>
                <c:pt idx="1585">
                  <c:v>45685</c:v>
                </c:pt>
                <c:pt idx="1586">
                  <c:v>45686</c:v>
                </c:pt>
                <c:pt idx="1587">
                  <c:v>45687</c:v>
                </c:pt>
                <c:pt idx="1588">
                  <c:v>45688</c:v>
                </c:pt>
                <c:pt idx="1589">
                  <c:v>45691</c:v>
                </c:pt>
                <c:pt idx="1590">
                  <c:v>45692</c:v>
                </c:pt>
                <c:pt idx="1591">
                  <c:v>45693</c:v>
                </c:pt>
                <c:pt idx="1592">
                  <c:v>45694</c:v>
                </c:pt>
                <c:pt idx="1593">
                  <c:v>45695</c:v>
                </c:pt>
                <c:pt idx="1594">
                  <c:v>45698</c:v>
                </c:pt>
                <c:pt idx="1595">
                  <c:v>45699</c:v>
                </c:pt>
                <c:pt idx="1596">
                  <c:v>45700</c:v>
                </c:pt>
                <c:pt idx="1597">
                  <c:v>45701</c:v>
                </c:pt>
                <c:pt idx="1598">
                  <c:v>45702</c:v>
                </c:pt>
                <c:pt idx="1599">
                  <c:v>45705</c:v>
                </c:pt>
                <c:pt idx="1600">
                  <c:v>45706</c:v>
                </c:pt>
                <c:pt idx="1601">
                  <c:v>45707</c:v>
                </c:pt>
                <c:pt idx="1602">
                  <c:v>45708</c:v>
                </c:pt>
                <c:pt idx="1603">
                  <c:v>45709</c:v>
                </c:pt>
                <c:pt idx="1604">
                  <c:v>45712</c:v>
                </c:pt>
                <c:pt idx="1605">
                  <c:v>45713</c:v>
                </c:pt>
                <c:pt idx="1606">
                  <c:v>45714</c:v>
                </c:pt>
                <c:pt idx="1607">
                  <c:v>45715</c:v>
                </c:pt>
                <c:pt idx="1608">
                  <c:v>45716</c:v>
                </c:pt>
                <c:pt idx="1609">
                  <c:v>45719</c:v>
                </c:pt>
                <c:pt idx="1610">
                  <c:v>45720</c:v>
                </c:pt>
                <c:pt idx="1611">
                  <c:v>45721</c:v>
                </c:pt>
                <c:pt idx="1612">
                  <c:v>45722</c:v>
                </c:pt>
                <c:pt idx="1613">
                  <c:v>45723</c:v>
                </c:pt>
                <c:pt idx="1614">
                  <c:v>45726</c:v>
                </c:pt>
                <c:pt idx="1615">
                  <c:v>45727</c:v>
                </c:pt>
                <c:pt idx="1616">
                  <c:v>45728</c:v>
                </c:pt>
                <c:pt idx="1617">
                  <c:v>45729</c:v>
                </c:pt>
                <c:pt idx="1618">
                  <c:v>45730</c:v>
                </c:pt>
                <c:pt idx="1619">
                  <c:v>45733</c:v>
                </c:pt>
                <c:pt idx="1620">
                  <c:v>45734</c:v>
                </c:pt>
                <c:pt idx="1621">
                  <c:v>45735</c:v>
                </c:pt>
                <c:pt idx="1622">
                  <c:v>45736</c:v>
                </c:pt>
                <c:pt idx="1623">
                  <c:v>45737</c:v>
                </c:pt>
                <c:pt idx="1624">
                  <c:v>45740</c:v>
                </c:pt>
                <c:pt idx="1625">
                  <c:v>45741</c:v>
                </c:pt>
                <c:pt idx="1626">
                  <c:v>45742</c:v>
                </c:pt>
                <c:pt idx="1627">
                  <c:v>45743</c:v>
                </c:pt>
                <c:pt idx="1628">
                  <c:v>45744</c:v>
                </c:pt>
                <c:pt idx="1629">
                  <c:v>45747</c:v>
                </c:pt>
                <c:pt idx="1630">
                  <c:v>45748</c:v>
                </c:pt>
                <c:pt idx="1631">
                  <c:v>45749</c:v>
                </c:pt>
                <c:pt idx="1632">
                  <c:v>45750</c:v>
                </c:pt>
                <c:pt idx="1633">
                  <c:v>45751</c:v>
                </c:pt>
                <c:pt idx="1634">
                  <c:v>45754</c:v>
                </c:pt>
                <c:pt idx="1635">
                  <c:v>45755</c:v>
                </c:pt>
                <c:pt idx="1636">
                  <c:v>45756</c:v>
                </c:pt>
                <c:pt idx="1637">
                  <c:v>45757</c:v>
                </c:pt>
                <c:pt idx="1638">
                  <c:v>45758</c:v>
                </c:pt>
                <c:pt idx="1639">
                  <c:v>45761</c:v>
                </c:pt>
                <c:pt idx="1640">
                  <c:v>45762</c:v>
                </c:pt>
                <c:pt idx="1641">
                  <c:v>45763</c:v>
                </c:pt>
                <c:pt idx="1642">
                  <c:v>45764</c:v>
                </c:pt>
                <c:pt idx="1643">
                  <c:v>45765</c:v>
                </c:pt>
                <c:pt idx="1644">
                  <c:v>45768</c:v>
                </c:pt>
                <c:pt idx="1645">
                  <c:v>45769</c:v>
                </c:pt>
                <c:pt idx="1646">
                  <c:v>45770</c:v>
                </c:pt>
                <c:pt idx="1647">
                  <c:v>45771</c:v>
                </c:pt>
                <c:pt idx="1648">
                  <c:v>45772</c:v>
                </c:pt>
                <c:pt idx="1649">
                  <c:v>45775</c:v>
                </c:pt>
                <c:pt idx="1650">
                  <c:v>45776</c:v>
                </c:pt>
                <c:pt idx="1651">
                  <c:v>45777</c:v>
                </c:pt>
                <c:pt idx="1652">
                  <c:v>45778</c:v>
                </c:pt>
                <c:pt idx="1653">
                  <c:v>45779</c:v>
                </c:pt>
                <c:pt idx="1654">
                  <c:v>45782</c:v>
                </c:pt>
                <c:pt idx="1655">
                  <c:v>45783</c:v>
                </c:pt>
                <c:pt idx="1656">
                  <c:v>45784</c:v>
                </c:pt>
                <c:pt idx="1657">
                  <c:v>45785</c:v>
                </c:pt>
                <c:pt idx="1658">
                  <c:v>45786</c:v>
                </c:pt>
                <c:pt idx="1659">
                  <c:v>45789</c:v>
                </c:pt>
                <c:pt idx="1660">
                  <c:v>45790</c:v>
                </c:pt>
                <c:pt idx="1661">
                  <c:v>45791</c:v>
                </c:pt>
                <c:pt idx="1662">
                  <c:v>45792</c:v>
                </c:pt>
                <c:pt idx="1663">
                  <c:v>45793</c:v>
                </c:pt>
                <c:pt idx="1664">
                  <c:v>45796</c:v>
                </c:pt>
                <c:pt idx="1665">
                  <c:v>45797</c:v>
                </c:pt>
                <c:pt idx="1666">
                  <c:v>45798</c:v>
                </c:pt>
                <c:pt idx="1667">
                  <c:v>45799</c:v>
                </c:pt>
                <c:pt idx="1668">
                  <c:v>45800</c:v>
                </c:pt>
                <c:pt idx="1669">
                  <c:v>45803</c:v>
                </c:pt>
                <c:pt idx="1670">
                  <c:v>45804</c:v>
                </c:pt>
                <c:pt idx="1671">
                  <c:v>45805</c:v>
                </c:pt>
                <c:pt idx="1672">
                  <c:v>45806</c:v>
                </c:pt>
                <c:pt idx="1673">
                  <c:v>45807</c:v>
                </c:pt>
                <c:pt idx="1674">
                  <c:v>45810</c:v>
                </c:pt>
                <c:pt idx="1675">
                  <c:v>45811</c:v>
                </c:pt>
                <c:pt idx="1676">
                  <c:v>45812</c:v>
                </c:pt>
                <c:pt idx="1677">
                  <c:v>45813</c:v>
                </c:pt>
                <c:pt idx="1678">
                  <c:v>45814</c:v>
                </c:pt>
                <c:pt idx="1679">
                  <c:v>45817</c:v>
                </c:pt>
                <c:pt idx="1680">
                  <c:v>45818</c:v>
                </c:pt>
                <c:pt idx="1681">
                  <c:v>45819</c:v>
                </c:pt>
                <c:pt idx="1682">
                  <c:v>45820</c:v>
                </c:pt>
                <c:pt idx="1683">
                  <c:v>45821</c:v>
                </c:pt>
                <c:pt idx="1684">
                  <c:v>45824</c:v>
                </c:pt>
                <c:pt idx="1685">
                  <c:v>45825</c:v>
                </c:pt>
                <c:pt idx="1686">
                  <c:v>45826</c:v>
                </c:pt>
                <c:pt idx="1687">
                  <c:v>45827</c:v>
                </c:pt>
                <c:pt idx="1688">
                  <c:v>45828</c:v>
                </c:pt>
                <c:pt idx="1689">
                  <c:v>45831</c:v>
                </c:pt>
                <c:pt idx="1690">
                  <c:v>45832</c:v>
                </c:pt>
                <c:pt idx="1691">
                  <c:v>45833</c:v>
                </c:pt>
                <c:pt idx="1692">
                  <c:v>45834</c:v>
                </c:pt>
                <c:pt idx="1693">
                  <c:v>45835</c:v>
                </c:pt>
                <c:pt idx="1694">
                  <c:v>45838</c:v>
                </c:pt>
                <c:pt idx="1695">
                  <c:v>45839</c:v>
                </c:pt>
                <c:pt idx="1696">
                  <c:v>45840</c:v>
                </c:pt>
                <c:pt idx="1697">
                  <c:v>45841</c:v>
                </c:pt>
                <c:pt idx="1698">
                  <c:v>45842</c:v>
                </c:pt>
                <c:pt idx="1699">
                  <c:v>45845</c:v>
                </c:pt>
                <c:pt idx="1700">
                  <c:v>45846</c:v>
                </c:pt>
                <c:pt idx="1701">
                  <c:v>45847</c:v>
                </c:pt>
                <c:pt idx="1702">
                  <c:v>45848</c:v>
                </c:pt>
                <c:pt idx="1703">
                  <c:v>45849</c:v>
                </c:pt>
                <c:pt idx="1704">
                  <c:v>45852</c:v>
                </c:pt>
                <c:pt idx="1705">
                  <c:v>45853</c:v>
                </c:pt>
                <c:pt idx="1706">
                  <c:v>45854</c:v>
                </c:pt>
                <c:pt idx="1707">
                  <c:v>45855</c:v>
                </c:pt>
                <c:pt idx="1708">
                  <c:v>45856</c:v>
                </c:pt>
                <c:pt idx="1709">
                  <c:v>45859</c:v>
                </c:pt>
                <c:pt idx="1710">
                  <c:v>45860</c:v>
                </c:pt>
                <c:pt idx="1711">
                  <c:v>45861</c:v>
                </c:pt>
                <c:pt idx="1712">
                  <c:v>45862</c:v>
                </c:pt>
                <c:pt idx="1713">
                  <c:v>45863</c:v>
                </c:pt>
                <c:pt idx="1714">
                  <c:v>45866</c:v>
                </c:pt>
                <c:pt idx="1715">
                  <c:v>45867</c:v>
                </c:pt>
                <c:pt idx="1716">
                  <c:v>45868</c:v>
                </c:pt>
                <c:pt idx="1717">
                  <c:v>45869</c:v>
                </c:pt>
                <c:pt idx="1718">
                  <c:v>45870</c:v>
                </c:pt>
                <c:pt idx="1719">
                  <c:v>45873</c:v>
                </c:pt>
                <c:pt idx="1720">
                  <c:v>45874</c:v>
                </c:pt>
                <c:pt idx="1721">
                  <c:v>45875</c:v>
                </c:pt>
                <c:pt idx="1722">
                  <c:v>45876</c:v>
                </c:pt>
                <c:pt idx="1723">
                  <c:v>45877</c:v>
                </c:pt>
                <c:pt idx="1724">
                  <c:v>45880</c:v>
                </c:pt>
                <c:pt idx="1725">
                  <c:v>45881</c:v>
                </c:pt>
                <c:pt idx="1726">
                  <c:v>45882</c:v>
                </c:pt>
                <c:pt idx="1727">
                  <c:v>45883</c:v>
                </c:pt>
                <c:pt idx="1728">
                  <c:v>45884</c:v>
                </c:pt>
                <c:pt idx="1729">
                  <c:v>45887</c:v>
                </c:pt>
                <c:pt idx="1730">
                  <c:v>45888</c:v>
                </c:pt>
                <c:pt idx="1731">
                  <c:v>45889</c:v>
                </c:pt>
                <c:pt idx="1732">
                  <c:v>45890</c:v>
                </c:pt>
                <c:pt idx="1733">
                  <c:v>45891</c:v>
                </c:pt>
                <c:pt idx="1734">
                  <c:v>45894</c:v>
                </c:pt>
                <c:pt idx="1735">
                  <c:v>45895</c:v>
                </c:pt>
                <c:pt idx="1736">
                  <c:v>45896</c:v>
                </c:pt>
                <c:pt idx="1737">
                  <c:v>45897</c:v>
                </c:pt>
                <c:pt idx="1738">
                  <c:v>45898</c:v>
                </c:pt>
                <c:pt idx="1739">
                  <c:v>45901</c:v>
                </c:pt>
                <c:pt idx="1740">
                  <c:v>45902</c:v>
                </c:pt>
                <c:pt idx="1741">
                  <c:v>45903</c:v>
                </c:pt>
                <c:pt idx="1742">
                  <c:v>45904</c:v>
                </c:pt>
                <c:pt idx="1743">
                  <c:v>45905</c:v>
                </c:pt>
                <c:pt idx="1744">
                  <c:v>45908</c:v>
                </c:pt>
                <c:pt idx="1745">
                  <c:v>45909</c:v>
                </c:pt>
                <c:pt idx="1746">
                  <c:v>45910</c:v>
                </c:pt>
                <c:pt idx="1747">
                  <c:v>45911</c:v>
                </c:pt>
                <c:pt idx="1748">
                  <c:v>45912</c:v>
                </c:pt>
                <c:pt idx="1749">
                  <c:v>45915</c:v>
                </c:pt>
                <c:pt idx="1750">
                  <c:v>45916</c:v>
                </c:pt>
                <c:pt idx="1751">
                  <c:v>45917</c:v>
                </c:pt>
                <c:pt idx="1752">
                  <c:v>45918</c:v>
                </c:pt>
                <c:pt idx="1753">
                  <c:v>45919</c:v>
                </c:pt>
                <c:pt idx="1754">
                  <c:v>45922</c:v>
                </c:pt>
                <c:pt idx="1755">
                  <c:v>45923</c:v>
                </c:pt>
                <c:pt idx="1756">
                  <c:v>45924</c:v>
                </c:pt>
                <c:pt idx="1757">
                  <c:v>45925</c:v>
                </c:pt>
                <c:pt idx="1758">
                  <c:v>45926</c:v>
                </c:pt>
                <c:pt idx="1759">
                  <c:v>45929</c:v>
                </c:pt>
                <c:pt idx="1760">
                  <c:v>45930</c:v>
                </c:pt>
                <c:pt idx="1761">
                  <c:v>45931</c:v>
                </c:pt>
                <c:pt idx="1762">
                  <c:v>45932</c:v>
                </c:pt>
                <c:pt idx="1763">
                  <c:v>45933</c:v>
                </c:pt>
                <c:pt idx="1764">
                  <c:v>45936</c:v>
                </c:pt>
                <c:pt idx="1765">
                  <c:v>45937</c:v>
                </c:pt>
                <c:pt idx="1766">
                  <c:v>45938</c:v>
                </c:pt>
                <c:pt idx="1767">
                  <c:v>45939</c:v>
                </c:pt>
                <c:pt idx="1768">
                  <c:v>45940</c:v>
                </c:pt>
                <c:pt idx="1769">
                  <c:v>45943</c:v>
                </c:pt>
                <c:pt idx="1770">
                  <c:v>45944</c:v>
                </c:pt>
                <c:pt idx="1771">
                  <c:v>45945</c:v>
                </c:pt>
                <c:pt idx="1772">
                  <c:v>45946</c:v>
                </c:pt>
                <c:pt idx="1773">
                  <c:v>45947</c:v>
                </c:pt>
                <c:pt idx="1774">
                  <c:v>45950</c:v>
                </c:pt>
                <c:pt idx="1775">
                  <c:v>45951</c:v>
                </c:pt>
                <c:pt idx="1776">
                  <c:v>45952</c:v>
                </c:pt>
                <c:pt idx="1777">
                  <c:v>45953</c:v>
                </c:pt>
                <c:pt idx="1778">
                  <c:v>45954</c:v>
                </c:pt>
                <c:pt idx="1779">
                  <c:v>45957</c:v>
                </c:pt>
                <c:pt idx="1780">
                  <c:v>45958</c:v>
                </c:pt>
                <c:pt idx="1781">
                  <c:v>45959</c:v>
                </c:pt>
                <c:pt idx="1782">
                  <c:v>45960</c:v>
                </c:pt>
                <c:pt idx="1783">
                  <c:v>45961</c:v>
                </c:pt>
                <c:pt idx="1784">
                  <c:v>45964</c:v>
                </c:pt>
                <c:pt idx="1785">
                  <c:v>45965</c:v>
                </c:pt>
                <c:pt idx="1786">
                  <c:v>45966</c:v>
                </c:pt>
                <c:pt idx="1787">
                  <c:v>45967</c:v>
                </c:pt>
                <c:pt idx="1788">
                  <c:v>45968</c:v>
                </c:pt>
                <c:pt idx="1789">
                  <c:v>45971</c:v>
                </c:pt>
                <c:pt idx="1790">
                  <c:v>45972</c:v>
                </c:pt>
                <c:pt idx="1791">
                  <c:v>45973</c:v>
                </c:pt>
                <c:pt idx="1792">
                  <c:v>45974</c:v>
                </c:pt>
                <c:pt idx="1793">
                  <c:v>45975</c:v>
                </c:pt>
                <c:pt idx="1794">
                  <c:v>45978</c:v>
                </c:pt>
                <c:pt idx="1795">
                  <c:v>45979</c:v>
                </c:pt>
                <c:pt idx="1796">
                  <c:v>45980</c:v>
                </c:pt>
                <c:pt idx="1797">
                  <c:v>45981</c:v>
                </c:pt>
                <c:pt idx="1798">
                  <c:v>45982</c:v>
                </c:pt>
                <c:pt idx="1799">
                  <c:v>45985</c:v>
                </c:pt>
                <c:pt idx="1800">
                  <c:v>45986</c:v>
                </c:pt>
                <c:pt idx="1801">
                  <c:v>45987</c:v>
                </c:pt>
                <c:pt idx="1802">
                  <c:v>45988</c:v>
                </c:pt>
                <c:pt idx="1803">
                  <c:v>45989</c:v>
                </c:pt>
                <c:pt idx="1804">
                  <c:v>45992</c:v>
                </c:pt>
                <c:pt idx="1805">
                  <c:v>45993</c:v>
                </c:pt>
                <c:pt idx="1806">
                  <c:v>45994</c:v>
                </c:pt>
                <c:pt idx="1807">
                  <c:v>45995</c:v>
                </c:pt>
                <c:pt idx="1808">
                  <c:v>45996</c:v>
                </c:pt>
                <c:pt idx="1809">
                  <c:v>45999</c:v>
                </c:pt>
                <c:pt idx="1810">
                  <c:v>46000</c:v>
                </c:pt>
                <c:pt idx="1811">
                  <c:v>46001</c:v>
                </c:pt>
                <c:pt idx="1812">
                  <c:v>46002</c:v>
                </c:pt>
                <c:pt idx="1813">
                  <c:v>46003</c:v>
                </c:pt>
                <c:pt idx="1814">
                  <c:v>46006</c:v>
                </c:pt>
                <c:pt idx="1815">
                  <c:v>46007</c:v>
                </c:pt>
                <c:pt idx="1816">
                  <c:v>46008</c:v>
                </c:pt>
                <c:pt idx="1817">
                  <c:v>46009</c:v>
                </c:pt>
                <c:pt idx="1818">
                  <c:v>46010</c:v>
                </c:pt>
                <c:pt idx="1819">
                  <c:v>46013</c:v>
                </c:pt>
                <c:pt idx="1820">
                  <c:v>46014</c:v>
                </c:pt>
                <c:pt idx="1821">
                  <c:v>46015</c:v>
                </c:pt>
                <c:pt idx="1822">
                  <c:v>46020</c:v>
                </c:pt>
                <c:pt idx="1823">
                  <c:v>46021</c:v>
                </c:pt>
                <c:pt idx="1824">
                  <c:v>46022</c:v>
                </c:pt>
                <c:pt idx="1825">
                  <c:v>46024</c:v>
                </c:pt>
                <c:pt idx="1826">
                  <c:v>46027</c:v>
                </c:pt>
                <c:pt idx="1827">
                  <c:v>46028</c:v>
                </c:pt>
                <c:pt idx="1828">
                  <c:v>46029</c:v>
                </c:pt>
                <c:pt idx="1829">
                  <c:v>46030</c:v>
                </c:pt>
                <c:pt idx="1830">
                  <c:v>46031</c:v>
                </c:pt>
                <c:pt idx="1831">
                  <c:v>46034</c:v>
                </c:pt>
                <c:pt idx="1832">
                  <c:v>46035</c:v>
                </c:pt>
                <c:pt idx="1833">
                  <c:v>46036</c:v>
                </c:pt>
                <c:pt idx="1834">
                  <c:v>46037</c:v>
                </c:pt>
                <c:pt idx="1835">
                  <c:v>46041</c:v>
                </c:pt>
                <c:pt idx="1836">
                  <c:v>46042</c:v>
                </c:pt>
                <c:pt idx="1837">
                  <c:v>46043</c:v>
                </c:pt>
                <c:pt idx="1838">
                  <c:v>46044</c:v>
                </c:pt>
                <c:pt idx="1839">
                  <c:v>46045</c:v>
                </c:pt>
                <c:pt idx="1840">
                  <c:v>46048</c:v>
                </c:pt>
                <c:pt idx="1841">
                  <c:v>46049</c:v>
                </c:pt>
                <c:pt idx="1842">
                  <c:v>46050</c:v>
                </c:pt>
                <c:pt idx="1843">
                  <c:v>46051</c:v>
                </c:pt>
                <c:pt idx="1844">
                  <c:v>46052</c:v>
                </c:pt>
                <c:pt idx="1845">
                  <c:v>46055</c:v>
                </c:pt>
                <c:pt idx="1846">
                  <c:v>46056</c:v>
                </c:pt>
                <c:pt idx="1847">
                  <c:v>46057</c:v>
                </c:pt>
                <c:pt idx="1848">
                  <c:v>46058</c:v>
                </c:pt>
                <c:pt idx="1849">
                  <c:v>46059</c:v>
                </c:pt>
                <c:pt idx="1850">
                  <c:v>46062</c:v>
                </c:pt>
                <c:pt idx="1851">
                  <c:v>46063</c:v>
                </c:pt>
                <c:pt idx="1852">
                  <c:v>46064</c:v>
                </c:pt>
                <c:pt idx="1853">
                  <c:v>46065</c:v>
                </c:pt>
                <c:pt idx="1854">
                  <c:v>46066</c:v>
                </c:pt>
                <c:pt idx="1855">
                  <c:v>46071</c:v>
                </c:pt>
                <c:pt idx="1856">
                  <c:v>46072</c:v>
                </c:pt>
                <c:pt idx="1857">
                  <c:v>46073</c:v>
                </c:pt>
                <c:pt idx="1858">
                  <c:v>46076</c:v>
                </c:pt>
                <c:pt idx="1859">
                  <c:v>46077</c:v>
                </c:pt>
                <c:pt idx="1860">
                  <c:v>46078</c:v>
                </c:pt>
                <c:pt idx="1861">
                  <c:v>46079</c:v>
                </c:pt>
                <c:pt idx="1862">
                  <c:v>46080</c:v>
                </c:pt>
                <c:pt idx="1863">
                  <c:v>46083</c:v>
                </c:pt>
                <c:pt idx="1864">
                  <c:v>46084</c:v>
                </c:pt>
                <c:pt idx="1865">
                  <c:v>46085</c:v>
                </c:pt>
                <c:pt idx="1866">
                  <c:v>46086</c:v>
                </c:pt>
                <c:pt idx="1867">
                  <c:v>46087</c:v>
                </c:pt>
                <c:pt idx="1868">
                  <c:v>46090</c:v>
                </c:pt>
                <c:pt idx="1869">
                  <c:v>46091</c:v>
                </c:pt>
                <c:pt idx="1870">
                  <c:v>46092</c:v>
                </c:pt>
                <c:pt idx="1871">
                  <c:v>46093</c:v>
                </c:pt>
                <c:pt idx="1872">
                  <c:v>46094</c:v>
                </c:pt>
                <c:pt idx="1873">
                  <c:v>46097</c:v>
                </c:pt>
                <c:pt idx="1874">
                  <c:v>46098</c:v>
                </c:pt>
                <c:pt idx="1875">
                  <c:v>46106</c:v>
                </c:pt>
                <c:pt idx="1876">
                  <c:v>46107</c:v>
                </c:pt>
                <c:pt idx="1877">
                  <c:v>46108</c:v>
                </c:pt>
                <c:pt idx="1878">
                  <c:v>46111</c:v>
                </c:pt>
                <c:pt idx="1879">
                  <c:v>46112</c:v>
                </c:pt>
                <c:pt idx="1880">
                  <c:v>46113</c:v>
                </c:pt>
                <c:pt idx="1881">
                  <c:v>46114</c:v>
                </c:pt>
                <c:pt idx="1882">
                  <c:v>46118</c:v>
                </c:pt>
                <c:pt idx="1883">
                  <c:v>46119</c:v>
                </c:pt>
                <c:pt idx="1884">
                  <c:v>46120</c:v>
                </c:pt>
                <c:pt idx="1885">
                  <c:v>46121</c:v>
                </c:pt>
                <c:pt idx="1886">
                  <c:v>46122</c:v>
                </c:pt>
                <c:pt idx="1887">
                  <c:v>46125</c:v>
                </c:pt>
                <c:pt idx="1888">
                  <c:v>46126</c:v>
                </c:pt>
                <c:pt idx="1889">
                  <c:v>46127</c:v>
                </c:pt>
                <c:pt idx="1890">
                  <c:v>46128</c:v>
                </c:pt>
                <c:pt idx="1891">
                  <c:v>46129</c:v>
                </c:pt>
                <c:pt idx="1892">
                  <c:v>46132</c:v>
                </c:pt>
                <c:pt idx="1893">
                  <c:v>46133</c:v>
                </c:pt>
                <c:pt idx="1894">
                  <c:v>46134</c:v>
                </c:pt>
                <c:pt idx="1895">
                  <c:v>46135</c:v>
                </c:pt>
                <c:pt idx="1896">
                  <c:v>46136</c:v>
                </c:pt>
                <c:pt idx="1897">
                  <c:v>46139</c:v>
                </c:pt>
                <c:pt idx="1898">
                  <c:v>46140</c:v>
                </c:pt>
                <c:pt idx="1899">
                  <c:v>46141</c:v>
                </c:pt>
                <c:pt idx="1900">
                  <c:v>46142</c:v>
                </c:pt>
                <c:pt idx="1901">
                  <c:v>46146</c:v>
                </c:pt>
                <c:pt idx="1902">
                  <c:v>46147</c:v>
                </c:pt>
                <c:pt idx="1903">
                  <c:v>46148</c:v>
                </c:pt>
                <c:pt idx="1904">
                  <c:v>46149</c:v>
                </c:pt>
                <c:pt idx="1905">
                  <c:v>46150</c:v>
                </c:pt>
                <c:pt idx="1906">
                  <c:v>46153</c:v>
                </c:pt>
                <c:pt idx="1907">
                  <c:v>46154</c:v>
                </c:pt>
                <c:pt idx="1908">
                  <c:v>46155</c:v>
                </c:pt>
                <c:pt idx="1909">
                  <c:v>46160</c:v>
                </c:pt>
                <c:pt idx="1910">
                  <c:v>46161</c:v>
                </c:pt>
                <c:pt idx="1911">
                  <c:v>46162</c:v>
                </c:pt>
                <c:pt idx="1912">
                  <c:v>46163</c:v>
                </c:pt>
                <c:pt idx="1913">
                  <c:v>46164</c:v>
                </c:pt>
                <c:pt idx="1914">
                  <c:v>46167</c:v>
                </c:pt>
                <c:pt idx="1915">
                  <c:v>46168</c:v>
                </c:pt>
                <c:pt idx="1916">
                  <c:v>46171</c:v>
                </c:pt>
                <c:pt idx="1917">
                  <c:v>46174</c:v>
                </c:pt>
                <c:pt idx="1918">
                  <c:v>46175</c:v>
                </c:pt>
                <c:pt idx="1919">
                  <c:v>46176</c:v>
                </c:pt>
                <c:pt idx="1920">
                  <c:v>46177</c:v>
                </c:pt>
                <c:pt idx="1921">
                  <c:v>46178</c:v>
                </c:pt>
                <c:pt idx="1922">
                  <c:v>46181</c:v>
                </c:pt>
                <c:pt idx="1923">
                  <c:v>46182</c:v>
                </c:pt>
                <c:pt idx="1924">
                  <c:v>46183</c:v>
                </c:pt>
                <c:pt idx="1925">
                  <c:v>46184</c:v>
                </c:pt>
                <c:pt idx="1926">
                  <c:v>46185</c:v>
                </c:pt>
                <c:pt idx="1927">
                  <c:v>46188</c:v>
                </c:pt>
                <c:pt idx="1928">
                  <c:v>46190</c:v>
                </c:pt>
                <c:pt idx="1929">
                  <c:v>46191</c:v>
                </c:pt>
                <c:pt idx="1930">
                  <c:v>46192</c:v>
                </c:pt>
                <c:pt idx="1931">
                  <c:v>46195</c:v>
                </c:pt>
                <c:pt idx="1932">
                  <c:v>46196</c:v>
                </c:pt>
                <c:pt idx="1933">
                  <c:v>46197</c:v>
                </c:pt>
                <c:pt idx="1934">
                  <c:v>46198</c:v>
                </c:pt>
                <c:pt idx="1935">
                  <c:v>46199</c:v>
                </c:pt>
                <c:pt idx="1936">
                  <c:v>46202</c:v>
                </c:pt>
                <c:pt idx="1937">
                  <c:v>46203</c:v>
                </c:pt>
                <c:pt idx="1938">
                  <c:v>46204</c:v>
                </c:pt>
                <c:pt idx="1939">
                  <c:v>46205</c:v>
                </c:pt>
                <c:pt idx="1940">
                  <c:v>46206</c:v>
                </c:pt>
                <c:pt idx="1941">
                  <c:v>46209</c:v>
                </c:pt>
                <c:pt idx="1942">
                  <c:v>46210</c:v>
                </c:pt>
                <c:pt idx="1943">
                  <c:v>46211</c:v>
                </c:pt>
                <c:pt idx="1944">
                  <c:v>46212</c:v>
                </c:pt>
                <c:pt idx="1945">
                  <c:v>46213</c:v>
                </c:pt>
                <c:pt idx="1946">
                  <c:v>46216</c:v>
                </c:pt>
                <c:pt idx="1947">
                  <c:v>46217</c:v>
                </c:pt>
                <c:pt idx="1948">
                  <c:v>46218</c:v>
                </c:pt>
                <c:pt idx="1949">
                  <c:v>46219</c:v>
                </c:pt>
                <c:pt idx="1950">
                  <c:v>46220</c:v>
                </c:pt>
                <c:pt idx="1951">
                  <c:v>46223</c:v>
                </c:pt>
                <c:pt idx="1952">
                  <c:v>46224</c:v>
                </c:pt>
                <c:pt idx="1953">
                  <c:v>46225</c:v>
                </c:pt>
                <c:pt idx="1954">
                  <c:v>46226</c:v>
                </c:pt>
                <c:pt idx="1955">
                  <c:v>46227</c:v>
                </c:pt>
                <c:pt idx="1956">
                  <c:v>46230</c:v>
                </c:pt>
                <c:pt idx="1957">
                  <c:v>46231</c:v>
                </c:pt>
                <c:pt idx="1958">
                  <c:v>46232</c:v>
                </c:pt>
                <c:pt idx="1959">
                  <c:v>46233</c:v>
                </c:pt>
                <c:pt idx="1960">
                  <c:v>46234</c:v>
                </c:pt>
                <c:pt idx="1961">
                  <c:v>46237</c:v>
                </c:pt>
                <c:pt idx="1962">
                  <c:v>46238</c:v>
                </c:pt>
                <c:pt idx="1963">
                  <c:v>46239</c:v>
                </c:pt>
                <c:pt idx="1964">
                  <c:v>46240</c:v>
                </c:pt>
                <c:pt idx="1965">
                  <c:v>46241</c:v>
                </c:pt>
                <c:pt idx="1966">
                  <c:v>46244</c:v>
                </c:pt>
                <c:pt idx="1967">
                  <c:v>46245</c:v>
                </c:pt>
                <c:pt idx="1968">
                  <c:v>46246</c:v>
                </c:pt>
                <c:pt idx="1969">
                  <c:v>46247</c:v>
                </c:pt>
                <c:pt idx="1970">
                  <c:v>46248</c:v>
                </c:pt>
                <c:pt idx="1971">
                  <c:v>46252</c:v>
                </c:pt>
                <c:pt idx="1972">
                  <c:v>46253</c:v>
                </c:pt>
                <c:pt idx="1973">
                  <c:v>46254</c:v>
                </c:pt>
                <c:pt idx="1974">
                  <c:v>46255</c:v>
                </c:pt>
                <c:pt idx="1975">
                  <c:v>46258</c:v>
                </c:pt>
                <c:pt idx="1976">
                  <c:v>46260</c:v>
                </c:pt>
                <c:pt idx="1977">
                  <c:v>46261</c:v>
                </c:pt>
                <c:pt idx="1978">
                  <c:v>46262</c:v>
                </c:pt>
                <c:pt idx="1979">
                  <c:v>46265</c:v>
                </c:pt>
                <c:pt idx="1980">
                  <c:v>46266</c:v>
                </c:pt>
                <c:pt idx="1981">
                  <c:v>46267</c:v>
                </c:pt>
                <c:pt idx="1982">
                  <c:v>46268</c:v>
                </c:pt>
                <c:pt idx="1983">
                  <c:v>46269</c:v>
                </c:pt>
                <c:pt idx="1984">
                  <c:v>46272</c:v>
                </c:pt>
                <c:pt idx="1985">
                  <c:v>46273</c:v>
                </c:pt>
                <c:pt idx="1986">
                  <c:v>46274</c:v>
                </c:pt>
                <c:pt idx="1987">
                  <c:v>46275</c:v>
                </c:pt>
                <c:pt idx="1988">
                  <c:v>46276</c:v>
                </c:pt>
                <c:pt idx="1989">
                  <c:v>46279</c:v>
                </c:pt>
                <c:pt idx="1990">
                  <c:v>46280</c:v>
                </c:pt>
                <c:pt idx="1991">
                  <c:v>46281</c:v>
                </c:pt>
                <c:pt idx="1992">
                  <c:v>46282</c:v>
                </c:pt>
                <c:pt idx="1993">
                  <c:v>46283</c:v>
                </c:pt>
                <c:pt idx="1994">
                  <c:v>46286</c:v>
                </c:pt>
                <c:pt idx="1995">
                  <c:v>46287</c:v>
                </c:pt>
                <c:pt idx="1996">
                  <c:v>46288</c:v>
                </c:pt>
                <c:pt idx="1997">
                  <c:v>46289</c:v>
                </c:pt>
                <c:pt idx="1998">
                  <c:v>46290</c:v>
                </c:pt>
                <c:pt idx="1999">
                  <c:v>46293</c:v>
                </c:pt>
              </c:numCache>
            </c:numRef>
          </c:cat>
          <c:val>
            <c:numRef>
              <c:f>Sheet1!#REF!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E58-415E-89C3-1E905CB773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5754624"/>
        <c:axId val="185738624"/>
      </c:lineChart>
      <c:dateAx>
        <c:axId val="185754624"/>
        <c:scaling>
          <c:orientation val="minMax"/>
          <c:min val="45522"/>
        </c:scaling>
        <c:delete val="0"/>
        <c:axPos val="b"/>
        <c:numFmt formatCode="[$-409]mmm\-yy;@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85738624"/>
        <c:crosses val="autoZero"/>
        <c:auto val="1"/>
        <c:lblOffset val="100"/>
        <c:baseTimeUnit val="days"/>
        <c:majorUnit val="4"/>
        <c:majorTimeUnit val="months"/>
      </c:dateAx>
      <c:valAx>
        <c:axId val="185738624"/>
        <c:scaling>
          <c:orientation val="minMax"/>
          <c:max val="18300"/>
          <c:min val="15000"/>
        </c:scaling>
        <c:delete val="0"/>
        <c:axPos val="l"/>
        <c:numFmt formatCode="_(* #,##0_);_(* \(#,##0\);_(* &quot;-&quot;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85754624"/>
        <c:crossesAt val="32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2"/>
        <c:delete val="1"/>
      </c:legendEntry>
      <c:layout>
        <c:manualLayout>
          <c:xMode val="edge"/>
          <c:yMode val="edge"/>
          <c:x val="0.14764317222829096"/>
          <c:y val="0.10774906670730787"/>
          <c:w val="0.6901850605538965"/>
          <c:h val="4.88956376185529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 err="1">
                <a:solidFill>
                  <a:schemeClr val="tx1"/>
                </a:solidFill>
              </a:rPr>
              <a:t>Koridor</a:t>
            </a:r>
            <a:r>
              <a:rPr lang="en-US" b="1">
                <a:solidFill>
                  <a:schemeClr val="tx1"/>
                </a:solidFill>
              </a:rPr>
              <a:t> Suku Bunga </a:t>
            </a:r>
            <a:r>
              <a:rPr lang="en-US" b="1" err="1">
                <a:solidFill>
                  <a:schemeClr val="tx1"/>
                </a:solidFill>
              </a:rPr>
              <a:t>Kebijakan</a:t>
            </a:r>
            <a:r>
              <a:rPr lang="en-US" b="1">
                <a:solidFill>
                  <a:schemeClr val="tx1"/>
                </a:solidFill>
              </a:rPr>
              <a:t> Bank Indonesia dan Suku Bunga Pasar Uang </a:t>
            </a:r>
            <a:r>
              <a:rPr lang="en-US" b="1" err="1">
                <a:solidFill>
                  <a:schemeClr val="tx1"/>
                </a:solidFill>
              </a:rPr>
              <a:t>Antarbank</a:t>
            </a:r>
            <a:endParaRPr lang="en-US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</a:t>
            </a:r>
            <a:r>
              <a:rPr lang="en-US" err="1">
                <a:solidFill>
                  <a:schemeClr val="tx1"/>
                </a:solidFill>
              </a:rPr>
              <a:t>persen</a:t>
            </a:r>
            <a:r>
              <a:rPr lang="en-US">
                <a:solidFill>
                  <a:schemeClr val="tx1"/>
                </a:solidFill>
              </a:rPr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9835162669990004E-2"/>
          <c:y val="0.20418348246595497"/>
          <c:w val="0.77717990549126414"/>
          <c:h val="0.6743715741824681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BI-Rate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2083"/>
              <c:layout>
                <c:manualLayout>
                  <c:x val="2.8089008114544227E-2"/>
                  <c:y val="1.24579641803120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F01-44F8-9B43-0940E65ED090}"/>
                </c:ext>
              </c:extLst>
            </c:dLbl>
            <c:spPr>
              <a:solidFill>
                <a:srgbClr val="F0A22E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Sheet1!$A$2:$A$2162</c:f>
              <c:numCache>
                <c:formatCode>d\-mmm\-yy</c:formatCode>
                <c:ptCount val="2161"/>
                <c:pt idx="0">
                  <c:v>43102</c:v>
                </c:pt>
                <c:pt idx="1">
                  <c:v>43103</c:v>
                </c:pt>
                <c:pt idx="2">
                  <c:v>43104</c:v>
                </c:pt>
                <c:pt idx="3">
                  <c:v>43105</c:v>
                </c:pt>
                <c:pt idx="4">
                  <c:v>43108</c:v>
                </c:pt>
                <c:pt idx="5">
                  <c:v>43109</c:v>
                </c:pt>
                <c:pt idx="6">
                  <c:v>43110</c:v>
                </c:pt>
                <c:pt idx="7">
                  <c:v>43111</c:v>
                </c:pt>
                <c:pt idx="8">
                  <c:v>43112</c:v>
                </c:pt>
                <c:pt idx="9">
                  <c:v>43115</c:v>
                </c:pt>
                <c:pt idx="10">
                  <c:v>43116</c:v>
                </c:pt>
                <c:pt idx="11">
                  <c:v>43117</c:v>
                </c:pt>
                <c:pt idx="12">
                  <c:v>43118</c:v>
                </c:pt>
                <c:pt idx="13">
                  <c:v>43119</c:v>
                </c:pt>
                <c:pt idx="14">
                  <c:v>43122</c:v>
                </c:pt>
                <c:pt idx="15">
                  <c:v>43123</c:v>
                </c:pt>
                <c:pt idx="16">
                  <c:v>43124</c:v>
                </c:pt>
                <c:pt idx="17">
                  <c:v>43125</c:v>
                </c:pt>
                <c:pt idx="18">
                  <c:v>43126</c:v>
                </c:pt>
                <c:pt idx="19">
                  <c:v>43129</c:v>
                </c:pt>
                <c:pt idx="20">
                  <c:v>43130</c:v>
                </c:pt>
                <c:pt idx="21">
                  <c:v>43131</c:v>
                </c:pt>
                <c:pt idx="22">
                  <c:v>43132</c:v>
                </c:pt>
                <c:pt idx="23">
                  <c:v>43133</c:v>
                </c:pt>
                <c:pt idx="24">
                  <c:v>43136</c:v>
                </c:pt>
                <c:pt idx="25">
                  <c:v>43137</c:v>
                </c:pt>
                <c:pt idx="26">
                  <c:v>43138</c:v>
                </c:pt>
                <c:pt idx="27">
                  <c:v>43139</c:v>
                </c:pt>
                <c:pt idx="28">
                  <c:v>43140</c:v>
                </c:pt>
                <c:pt idx="29">
                  <c:v>43143</c:v>
                </c:pt>
                <c:pt idx="30">
                  <c:v>43144</c:v>
                </c:pt>
                <c:pt idx="31">
                  <c:v>43145</c:v>
                </c:pt>
                <c:pt idx="32">
                  <c:v>43146</c:v>
                </c:pt>
                <c:pt idx="33">
                  <c:v>43150</c:v>
                </c:pt>
                <c:pt idx="34">
                  <c:v>43151</c:v>
                </c:pt>
                <c:pt idx="35">
                  <c:v>43152</c:v>
                </c:pt>
                <c:pt idx="36">
                  <c:v>43153</c:v>
                </c:pt>
                <c:pt idx="37">
                  <c:v>43154</c:v>
                </c:pt>
                <c:pt idx="38">
                  <c:v>43157</c:v>
                </c:pt>
                <c:pt idx="39">
                  <c:v>43158</c:v>
                </c:pt>
                <c:pt idx="40">
                  <c:v>43159</c:v>
                </c:pt>
                <c:pt idx="41">
                  <c:v>43160</c:v>
                </c:pt>
                <c:pt idx="42">
                  <c:v>43161</c:v>
                </c:pt>
                <c:pt idx="43">
                  <c:v>43164</c:v>
                </c:pt>
                <c:pt idx="44">
                  <c:v>43165</c:v>
                </c:pt>
                <c:pt idx="45">
                  <c:v>43166</c:v>
                </c:pt>
                <c:pt idx="46">
                  <c:v>43167</c:v>
                </c:pt>
                <c:pt idx="47">
                  <c:v>43168</c:v>
                </c:pt>
                <c:pt idx="48">
                  <c:v>43171</c:v>
                </c:pt>
                <c:pt idx="49">
                  <c:v>43172</c:v>
                </c:pt>
                <c:pt idx="50">
                  <c:v>43173</c:v>
                </c:pt>
                <c:pt idx="51">
                  <c:v>43174</c:v>
                </c:pt>
                <c:pt idx="52">
                  <c:v>43175</c:v>
                </c:pt>
                <c:pt idx="53">
                  <c:v>43178</c:v>
                </c:pt>
                <c:pt idx="54">
                  <c:v>43179</c:v>
                </c:pt>
                <c:pt idx="55">
                  <c:v>43180</c:v>
                </c:pt>
                <c:pt idx="56">
                  <c:v>43181</c:v>
                </c:pt>
                <c:pt idx="57">
                  <c:v>43182</c:v>
                </c:pt>
                <c:pt idx="58">
                  <c:v>43185</c:v>
                </c:pt>
                <c:pt idx="59">
                  <c:v>43186</c:v>
                </c:pt>
                <c:pt idx="60">
                  <c:v>43187</c:v>
                </c:pt>
                <c:pt idx="61">
                  <c:v>43188</c:v>
                </c:pt>
                <c:pt idx="62">
                  <c:v>43192</c:v>
                </c:pt>
                <c:pt idx="63">
                  <c:v>43193</c:v>
                </c:pt>
                <c:pt idx="64">
                  <c:v>43194</c:v>
                </c:pt>
                <c:pt idx="65">
                  <c:v>43195</c:v>
                </c:pt>
                <c:pt idx="66">
                  <c:v>43196</c:v>
                </c:pt>
                <c:pt idx="67">
                  <c:v>43199</c:v>
                </c:pt>
                <c:pt idx="68">
                  <c:v>43200</c:v>
                </c:pt>
                <c:pt idx="69">
                  <c:v>43201</c:v>
                </c:pt>
                <c:pt idx="70">
                  <c:v>43202</c:v>
                </c:pt>
                <c:pt idx="71">
                  <c:v>43203</c:v>
                </c:pt>
                <c:pt idx="72">
                  <c:v>43206</c:v>
                </c:pt>
                <c:pt idx="73">
                  <c:v>43207</c:v>
                </c:pt>
                <c:pt idx="74">
                  <c:v>43208</c:v>
                </c:pt>
                <c:pt idx="75">
                  <c:v>43209</c:v>
                </c:pt>
                <c:pt idx="76">
                  <c:v>43210</c:v>
                </c:pt>
                <c:pt idx="77">
                  <c:v>43213</c:v>
                </c:pt>
                <c:pt idx="78">
                  <c:v>43214</c:v>
                </c:pt>
                <c:pt idx="79">
                  <c:v>43215</c:v>
                </c:pt>
                <c:pt idx="80">
                  <c:v>43216</c:v>
                </c:pt>
                <c:pt idx="81">
                  <c:v>43217</c:v>
                </c:pt>
                <c:pt idx="82">
                  <c:v>43220</c:v>
                </c:pt>
                <c:pt idx="83">
                  <c:v>43222</c:v>
                </c:pt>
                <c:pt idx="84">
                  <c:v>43223</c:v>
                </c:pt>
                <c:pt idx="85">
                  <c:v>43224</c:v>
                </c:pt>
                <c:pt idx="86">
                  <c:v>43227</c:v>
                </c:pt>
                <c:pt idx="87">
                  <c:v>43228</c:v>
                </c:pt>
                <c:pt idx="88">
                  <c:v>43229</c:v>
                </c:pt>
                <c:pt idx="89">
                  <c:v>43231</c:v>
                </c:pt>
                <c:pt idx="90">
                  <c:v>43234</c:v>
                </c:pt>
                <c:pt idx="91">
                  <c:v>43235</c:v>
                </c:pt>
                <c:pt idx="92">
                  <c:v>43236</c:v>
                </c:pt>
                <c:pt idx="93">
                  <c:v>43237</c:v>
                </c:pt>
                <c:pt idx="94">
                  <c:v>43238</c:v>
                </c:pt>
                <c:pt idx="95">
                  <c:v>43241</c:v>
                </c:pt>
                <c:pt idx="96">
                  <c:v>43242</c:v>
                </c:pt>
                <c:pt idx="97">
                  <c:v>43243</c:v>
                </c:pt>
                <c:pt idx="98">
                  <c:v>43244</c:v>
                </c:pt>
                <c:pt idx="99">
                  <c:v>43245</c:v>
                </c:pt>
                <c:pt idx="100">
                  <c:v>43248</c:v>
                </c:pt>
                <c:pt idx="101">
                  <c:v>43250</c:v>
                </c:pt>
                <c:pt idx="102">
                  <c:v>43251</c:v>
                </c:pt>
                <c:pt idx="103">
                  <c:v>43255</c:v>
                </c:pt>
                <c:pt idx="104">
                  <c:v>43256</c:v>
                </c:pt>
                <c:pt idx="105">
                  <c:v>43257</c:v>
                </c:pt>
                <c:pt idx="106">
                  <c:v>43258</c:v>
                </c:pt>
                <c:pt idx="107">
                  <c:v>43259</c:v>
                </c:pt>
                <c:pt idx="108">
                  <c:v>43272</c:v>
                </c:pt>
                <c:pt idx="109">
                  <c:v>43273</c:v>
                </c:pt>
                <c:pt idx="110">
                  <c:v>43276</c:v>
                </c:pt>
                <c:pt idx="111">
                  <c:v>43277</c:v>
                </c:pt>
                <c:pt idx="112">
                  <c:v>43279</c:v>
                </c:pt>
                <c:pt idx="113">
                  <c:v>43280</c:v>
                </c:pt>
                <c:pt idx="114">
                  <c:v>43283</c:v>
                </c:pt>
                <c:pt idx="115">
                  <c:v>43284</c:v>
                </c:pt>
                <c:pt idx="116">
                  <c:v>43285</c:v>
                </c:pt>
                <c:pt idx="117">
                  <c:v>43286</c:v>
                </c:pt>
                <c:pt idx="118">
                  <c:v>43287</c:v>
                </c:pt>
                <c:pt idx="119">
                  <c:v>43290</c:v>
                </c:pt>
                <c:pt idx="120">
                  <c:v>43291</c:v>
                </c:pt>
                <c:pt idx="121">
                  <c:v>43292</c:v>
                </c:pt>
                <c:pt idx="122">
                  <c:v>43293</c:v>
                </c:pt>
                <c:pt idx="123">
                  <c:v>43294</c:v>
                </c:pt>
                <c:pt idx="124">
                  <c:v>43297</c:v>
                </c:pt>
                <c:pt idx="125">
                  <c:v>43298</c:v>
                </c:pt>
                <c:pt idx="126">
                  <c:v>43299</c:v>
                </c:pt>
                <c:pt idx="127">
                  <c:v>43300</c:v>
                </c:pt>
                <c:pt idx="128">
                  <c:v>43301</c:v>
                </c:pt>
                <c:pt idx="129">
                  <c:v>43304</c:v>
                </c:pt>
                <c:pt idx="130">
                  <c:v>43305</c:v>
                </c:pt>
                <c:pt idx="131">
                  <c:v>43306</c:v>
                </c:pt>
                <c:pt idx="132">
                  <c:v>43307</c:v>
                </c:pt>
                <c:pt idx="133">
                  <c:v>43308</c:v>
                </c:pt>
                <c:pt idx="134">
                  <c:v>43311</c:v>
                </c:pt>
                <c:pt idx="135">
                  <c:v>43312</c:v>
                </c:pt>
                <c:pt idx="136">
                  <c:v>43313</c:v>
                </c:pt>
                <c:pt idx="137">
                  <c:v>43314</c:v>
                </c:pt>
                <c:pt idx="138">
                  <c:v>43315</c:v>
                </c:pt>
                <c:pt idx="139">
                  <c:v>43318</c:v>
                </c:pt>
                <c:pt idx="140">
                  <c:v>43319</c:v>
                </c:pt>
                <c:pt idx="141">
                  <c:v>43320</c:v>
                </c:pt>
                <c:pt idx="142">
                  <c:v>43321</c:v>
                </c:pt>
                <c:pt idx="143">
                  <c:v>43322</c:v>
                </c:pt>
                <c:pt idx="144">
                  <c:v>43325</c:v>
                </c:pt>
                <c:pt idx="145">
                  <c:v>43326</c:v>
                </c:pt>
                <c:pt idx="146">
                  <c:v>43327</c:v>
                </c:pt>
                <c:pt idx="147">
                  <c:v>43328</c:v>
                </c:pt>
                <c:pt idx="148">
                  <c:v>43332</c:v>
                </c:pt>
                <c:pt idx="149">
                  <c:v>43333</c:v>
                </c:pt>
                <c:pt idx="150">
                  <c:v>43335</c:v>
                </c:pt>
                <c:pt idx="151">
                  <c:v>43336</c:v>
                </c:pt>
                <c:pt idx="152">
                  <c:v>43339</c:v>
                </c:pt>
                <c:pt idx="153">
                  <c:v>43340</c:v>
                </c:pt>
                <c:pt idx="154">
                  <c:v>43341</c:v>
                </c:pt>
                <c:pt idx="155">
                  <c:v>43342</c:v>
                </c:pt>
                <c:pt idx="156">
                  <c:v>43343</c:v>
                </c:pt>
                <c:pt idx="157">
                  <c:v>43346</c:v>
                </c:pt>
                <c:pt idx="158">
                  <c:v>43347</c:v>
                </c:pt>
                <c:pt idx="159">
                  <c:v>43348</c:v>
                </c:pt>
                <c:pt idx="160">
                  <c:v>43349</c:v>
                </c:pt>
                <c:pt idx="161">
                  <c:v>43350</c:v>
                </c:pt>
                <c:pt idx="162">
                  <c:v>43353</c:v>
                </c:pt>
                <c:pt idx="163">
                  <c:v>43355</c:v>
                </c:pt>
                <c:pt idx="164">
                  <c:v>43356</c:v>
                </c:pt>
                <c:pt idx="165">
                  <c:v>43357</c:v>
                </c:pt>
                <c:pt idx="166">
                  <c:v>43360</c:v>
                </c:pt>
                <c:pt idx="167">
                  <c:v>43361</c:v>
                </c:pt>
                <c:pt idx="168">
                  <c:v>43362</c:v>
                </c:pt>
                <c:pt idx="169">
                  <c:v>43363</c:v>
                </c:pt>
                <c:pt idx="170">
                  <c:v>43364</c:v>
                </c:pt>
                <c:pt idx="171">
                  <c:v>43367</c:v>
                </c:pt>
                <c:pt idx="172">
                  <c:v>43368</c:v>
                </c:pt>
                <c:pt idx="173">
                  <c:v>43369</c:v>
                </c:pt>
                <c:pt idx="174">
                  <c:v>43370</c:v>
                </c:pt>
                <c:pt idx="175">
                  <c:v>43371</c:v>
                </c:pt>
                <c:pt idx="176">
                  <c:v>43374</c:v>
                </c:pt>
                <c:pt idx="177">
                  <c:v>43375</c:v>
                </c:pt>
                <c:pt idx="178">
                  <c:v>43376</c:v>
                </c:pt>
                <c:pt idx="179">
                  <c:v>43377</c:v>
                </c:pt>
                <c:pt idx="180">
                  <c:v>43378</c:v>
                </c:pt>
                <c:pt idx="181">
                  <c:v>43381</c:v>
                </c:pt>
                <c:pt idx="182">
                  <c:v>43382</c:v>
                </c:pt>
                <c:pt idx="183">
                  <c:v>43383</c:v>
                </c:pt>
                <c:pt idx="184">
                  <c:v>43384</c:v>
                </c:pt>
                <c:pt idx="185">
                  <c:v>43385</c:v>
                </c:pt>
                <c:pt idx="186">
                  <c:v>43388</c:v>
                </c:pt>
                <c:pt idx="187">
                  <c:v>43389</c:v>
                </c:pt>
                <c:pt idx="188">
                  <c:v>43390</c:v>
                </c:pt>
                <c:pt idx="189">
                  <c:v>43391</c:v>
                </c:pt>
                <c:pt idx="190">
                  <c:v>43392</c:v>
                </c:pt>
                <c:pt idx="191">
                  <c:v>43395</c:v>
                </c:pt>
                <c:pt idx="192">
                  <c:v>43396</c:v>
                </c:pt>
                <c:pt idx="193">
                  <c:v>43397</c:v>
                </c:pt>
                <c:pt idx="194">
                  <c:v>43398</c:v>
                </c:pt>
                <c:pt idx="195">
                  <c:v>43399</c:v>
                </c:pt>
                <c:pt idx="196">
                  <c:v>43402</c:v>
                </c:pt>
                <c:pt idx="197">
                  <c:v>43403</c:v>
                </c:pt>
                <c:pt idx="198">
                  <c:v>43404</c:v>
                </c:pt>
                <c:pt idx="199">
                  <c:v>43405</c:v>
                </c:pt>
                <c:pt idx="200">
                  <c:v>43406</c:v>
                </c:pt>
                <c:pt idx="201">
                  <c:v>43409</c:v>
                </c:pt>
                <c:pt idx="202">
                  <c:v>43410</c:v>
                </c:pt>
                <c:pt idx="203">
                  <c:v>43411</c:v>
                </c:pt>
                <c:pt idx="204">
                  <c:v>43412</c:v>
                </c:pt>
                <c:pt idx="205">
                  <c:v>43413</c:v>
                </c:pt>
                <c:pt idx="206">
                  <c:v>43416</c:v>
                </c:pt>
                <c:pt idx="207">
                  <c:v>43417</c:v>
                </c:pt>
                <c:pt idx="208">
                  <c:v>43418</c:v>
                </c:pt>
                <c:pt idx="209">
                  <c:v>43419</c:v>
                </c:pt>
                <c:pt idx="210">
                  <c:v>43420</c:v>
                </c:pt>
                <c:pt idx="211">
                  <c:v>43423</c:v>
                </c:pt>
                <c:pt idx="212">
                  <c:v>43425</c:v>
                </c:pt>
                <c:pt idx="213">
                  <c:v>43426</c:v>
                </c:pt>
                <c:pt idx="214">
                  <c:v>43427</c:v>
                </c:pt>
                <c:pt idx="215">
                  <c:v>43430</c:v>
                </c:pt>
                <c:pt idx="216">
                  <c:v>43431</c:v>
                </c:pt>
                <c:pt idx="217">
                  <c:v>43432</c:v>
                </c:pt>
                <c:pt idx="218">
                  <c:v>43433</c:v>
                </c:pt>
                <c:pt idx="219">
                  <c:v>43434</c:v>
                </c:pt>
                <c:pt idx="220">
                  <c:v>43437</c:v>
                </c:pt>
                <c:pt idx="221">
                  <c:v>43438</c:v>
                </c:pt>
                <c:pt idx="222">
                  <c:v>43439</c:v>
                </c:pt>
                <c:pt idx="223">
                  <c:v>43440</c:v>
                </c:pt>
                <c:pt idx="224">
                  <c:v>43441</c:v>
                </c:pt>
                <c:pt idx="225">
                  <c:v>43444</c:v>
                </c:pt>
                <c:pt idx="226">
                  <c:v>43445</c:v>
                </c:pt>
                <c:pt idx="227">
                  <c:v>43446</c:v>
                </c:pt>
                <c:pt idx="228">
                  <c:v>43447</c:v>
                </c:pt>
                <c:pt idx="229">
                  <c:v>43448</c:v>
                </c:pt>
                <c:pt idx="230">
                  <c:v>43451</c:v>
                </c:pt>
                <c:pt idx="231">
                  <c:v>43452</c:v>
                </c:pt>
                <c:pt idx="232">
                  <c:v>43453</c:v>
                </c:pt>
                <c:pt idx="233">
                  <c:v>43454</c:v>
                </c:pt>
                <c:pt idx="234">
                  <c:v>43455</c:v>
                </c:pt>
                <c:pt idx="235">
                  <c:v>43460</c:v>
                </c:pt>
                <c:pt idx="236">
                  <c:v>43461</c:v>
                </c:pt>
                <c:pt idx="237">
                  <c:v>43462</c:v>
                </c:pt>
                <c:pt idx="238">
                  <c:v>43465</c:v>
                </c:pt>
                <c:pt idx="239">
                  <c:v>43467</c:v>
                </c:pt>
                <c:pt idx="240">
                  <c:v>43468</c:v>
                </c:pt>
                <c:pt idx="241">
                  <c:v>43469</c:v>
                </c:pt>
                <c:pt idx="242">
                  <c:v>43472</c:v>
                </c:pt>
                <c:pt idx="243">
                  <c:v>43473</c:v>
                </c:pt>
                <c:pt idx="244">
                  <c:v>43474</c:v>
                </c:pt>
                <c:pt idx="245">
                  <c:v>43475</c:v>
                </c:pt>
                <c:pt idx="246">
                  <c:v>43476</c:v>
                </c:pt>
                <c:pt idx="247">
                  <c:v>43479</c:v>
                </c:pt>
                <c:pt idx="248">
                  <c:v>43480</c:v>
                </c:pt>
                <c:pt idx="249">
                  <c:v>43481</c:v>
                </c:pt>
                <c:pt idx="250">
                  <c:v>43482</c:v>
                </c:pt>
                <c:pt idx="251">
                  <c:v>43483</c:v>
                </c:pt>
                <c:pt idx="252">
                  <c:v>43486</c:v>
                </c:pt>
                <c:pt idx="253">
                  <c:v>43487</c:v>
                </c:pt>
                <c:pt idx="254">
                  <c:v>43488</c:v>
                </c:pt>
                <c:pt idx="255">
                  <c:v>43489</c:v>
                </c:pt>
                <c:pt idx="256">
                  <c:v>43490</c:v>
                </c:pt>
                <c:pt idx="257">
                  <c:v>43493</c:v>
                </c:pt>
                <c:pt idx="258">
                  <c:v>43494</c:v>
                </c:pt>
                <c:pt idx="259">
                  <c:v>43495</c:v>
                </c:pt>
                <c:pt idx="260">
                  <c:v>43496</c:v>
                </c:pt>
                <c:pt idx="261">
                  <c:v>43497</c:v>
                </c:pt>
                <c:pt idx="262">
                  <c:v>43500</c:v>
                </c:pt>
                <c:pt idx="263">
                  <c:v>43502</c:v>
                </c:pt>
                <c:pt idx="264">
                  <c:v>43503</c:v>
                </c:pt>
                <c:pt idx="265">
                  <c:v>43504</c:v>
                </c:pt>
                <c:pt idx="266">
                  <c:v>43507</c:v>
                </c:pt>
                <c:pt idx="267">
                  <c:v>43508</c:v>
                </c:pt>
                <c:pt idx="268">
                  <c:v>43509</c:v>
                </c:pt>
                <c:pt idx="269">
                  <c:v>43510</c:v>
                </c:pt>
                <c:pt idx="270">
                  <c:v>43511</c:v>
                </c:pt>
                <c:pt idx="271">
                  <c:v>43514</c:v>
                </c:pt>
                <c:pt idx="272">
                  <c:v>43515</c:v>
                </c:pt>
                <c:pt idx="273">
                  <c:v>43516</c:v>
                </c:pt>
                <c:pt idx="274">
                  <c:v>43517</c:v>
                </c:pt>
                <c:pt idx="275">
                  <c:v>43518</c:v>
                </c:pt>
                <c:pt idx="276">
                  <c:v>43521</c:v>
                </c:pt>
                <c:pt idx="277">
                  <c:v>43522</c:v>
                </c:pt>
                <c:pt idx="278">
                  <c:v>43523</c:v>
                </c:pt>
                <c:pt idx="279">
                  <c:v>43524</c:v>
                </c:pt>
                <c:pt idx="280">
                  <c:v>43525</c:v>
                </c:pt>
                <c:pt idx="281">
                  <c:v>43528</c:v>
                </c:pt>
                <c:pt idx="282">
                  <c:v>43529</c:v>
                </c:pt>
                <c:pt idx="283">
                  <c:v>43530</c:v>
                </c:pt>
                <c:pt idx="284">
                  <c:v>43532</c:v>
                </c:pt>
                <c:pt idx="285">
                  <c:v>43535</c:v>
                </c:pt>
                <c:pt idx="286">
                  <c:v>43536</c:v>
                </c:pt>
                <c:pt idx="287">
                  <c:v>43537</c:v>
                </c:pt>
                <c:pt idx="288">
                  <c:v>43538</c:v>
                </c:pt>
                <c:pt idx="289">
                  <c:v>43539</c:v>
                </c:pt>
                <c:pt idx="290">
                  <c:v>43542</c:v>
                </c:pt>
                <c:pt idx="291">
                  <c:v>43543</c:v>
                </c:pt>
                <c:pt idx="292">
                  <c:v>43544</c:v>
                </c:pt>
                <c:pt idx="293">
                  <c:v>43545</c:v>
                </c:pt>
                <c:pt idx="294">
                  <c:v>43546</c:v>
                </c:pt>
                <c:pt idx="295">
                  <c:v>43549</c:v>
                </c:pt>
                <c:pt idx="296">
                  <c:v>43550</c:v>
                </c:pt>
                <c:pt idx="297">
                  <c:v>43551</c:v>
                </c:pt>
                <c:pt idx="298">
                  <c:v>43552</c:v>
                </c:pt>
                <c:pt idx="299">
                  <c:v>43553</c:v>
                </c:pt>
                <c:pt idx="300">
                  <c:v>43556</c:v>
                </c:pt>
                <c:pt idx="301">
                  <c:v>43557</c:v>
                </c:pt>
                <c:pt idx="302">
                  <c:v>43559</c:v>
                </c:pt>
                <c:pt idx="303">
                  <c:v>43560</c:v>
                </c:pt>
                <c:pt idx="304">
                  <c:v>43563</c:v>
                </c:pt>
                <c:pt idx="305">
                  <c:v>43564</c:v>
                </c:pt>
                <c:pt idx="306">
                  <c:v>43565</c:v>
                </c:pt>
                <c:pt idx="307">
                  <c:v>43566</c:v>
                </c:pt>
                <c:pt idx="308">
                  <c:v>43567</c:v>
                </c:pt>
                <c:pt idx="309">
                  <c:v>43570</c:v>
                </c:pt>
                <c:pt idx="310">
                  <c:v>43571</c:v>
                </c:pt>
                <c:pt idx="311">
                  <c:v>43573</c:v>
                </c:pt>
                <c:pt idx="312">
                  <c:v>43577</c:v>
                </c:pt>
                <c:pt idx="313">
                  <c:v>43578</c:v>
                </c:pt>
                <c:pt idx="314">
                  <c:v>43579</c:v>
                </c:pt>
                <c:pt idx="315">
                  <c:v>43580</c:v>
                </c:pt>
                <c:pt idx="316">
                  <c:v>43581</c:v>
                </c:pt>
                <c:pt idx="317">
                  <c:v>43584</c:v>
                </c:pt>
                <c:pt idx="318">
                  <c:v>43585</c:v>
                </c:pt>
                <c:pt idx="319">
                  <c:v>43587</c:v>
                </c:pt>
                <c:pt idx="320">
                  <c:v>43588</c:v>
                </c:pt>
                <c:pt idx="321">
                  <c:v>43591</c:v>
                </c:pt>
                <c:pt idx="322">
                  <c:v>43592</c:v>
                </c:pt>
                <c:pt idx="323">
                  <c:v>43593</c:v>
                </c:pt>
                <c:pt idx="324">
                  <c:v>43594</c:v>
                </c:pt>
                <c:pt idx="325">
                  <c:v>43595</c:v>
                </c:pt>
                <c:pt idx="326">
                  <c:v>43598</c:v>
                </c:pt>
                <c:pt idx="327">
                  <c:v>43599</c:v>
                </c:pt>
                <c:pt idx="328">
                  <c:v>43600</c:v>
                </c:pt>
                <c:pt idx="329">
                  <c:v>43601</c:v>
                </c:pt>
                <c:pt idx="330">
                  <c:v>43602</c:v>
                </c:pt>
                <c:pt idx="331">
                  <c:v>43605</c:v>
                </c:pt>
                <c:pt idx="332">
                  <c:v>43606</c:v>
                </c:pt>
                <c:pt idx="333">
                  <c:v>43607</c:v>
                </c:pt>
                <c:pt idx="334">
                  <c:v>43608</c:v>
                </c:pt>
                <c:pt idx="335">
                  <c:v>43609</c:v>
                </c:pt>
                <c:pt idx="336">
                  <c:v>43612</c:v>
                </c:pt>
                <c:pt idx="337">
                  <c:v>43613</c:v>
                </c:pt>
                <c:pt idx="338">
                  <c:v>43614</c:v>
                </c:pt>
                <c:pt idx="339">
                  <c:v>43616</c:v>
                </c:pt>
                <c:pt idx="340">
                  <c:v>43626</c:v>
                </c:pt>
                <c:pt idx="341">
                  <c:v>43627</c:v>
                </c:pt>
                <c:pt idx="342">
                  <c:v>43628</c:v>
                </c:pt>
                <c:pt idx="343">
                  <c:v>43629</c:v>
                </c:pt>
                <c:pt idx="344">
                  <c:v>43630</c:v>
                </c:pt>
                <c:pt idx="345">
                  <c:v>43633</c:v>
                </c:pt>
                <c:pt idx="346">
                  <c:v>43634</c:v>
                </c:pt>
                <c:pt idx="347">
                  <c:v>43635</c:v>
                </c:pt>
                <c:pt idx="348">
                  <c:v>43636</c:v>
                </c:pt>
                <c:pt idx="349">
                  <c:v>43637</c:v>
                </c:pt>
                <c:pt idx="350">
                  <c:v>43640</c:v>
                </c:pt>
                <c:pt idx="351">
                  <c:v>43641</c:v>
                </c:pt>
                <c:pt idx="352">
                  <c:v>43642</c:v>
                </c:pt>
                <c:pt idx="353">
                  <c:v>43643</c:v>
                </c:pt>
                <c:pt idx="354">
                  <c:v>43644</c:v>
                </c:pt>
                <c:pt idx="355">
                  <c:v>43647</c:v>
                </c:pt>
                <c:pt idx="356">
                  <c:v>43648</c:v>
                </c:pt>
                <c:pt idx="357">
                  <c:v>43649</c:v>
                </c:pt>
                <c:pt idx="358">
                  <c:v>43650</c:v>
                </c:pt>
                <c:pt idx="359">
                  <c:v>43651</c:v>
                </c:pt>
                <c:pt idx="360">
                  <c:v>43654</c:v>
                </c:pt>
                <c:pt idx="361">
                  <c:v>43655</c:v>
                </c:pt>
                <c:pt idx="362">
                  <c:v>43656</c:v>
                </c:pt>
                <c:pt idx="363">
                  <c:v>43657</c:v>
                </c:pt>
                <c:pt idx="364">
                  <c:v>43658</c:v>
                </c:pt>
                <c:pt idx="365">
                  <c:v>43661</c:v>
                </c:pt>
                <c:pt idx="366">
                  <c:v>43662</c:v>
                </c:pt>
                <c:pt idx="367">
                  <c:v>43663</c:v>
                </c:pt>
                <c:pt idx="368">
                  <c:v>43664</c:v>
                </c:pt>
                <c:pt idx="369">
                  <c:v>43665</c:v>
                </c:pt>
                <c:pt idx="370">
                  <c:v>43668</c:v>
                </c:pt>
                <c:pt idx="371">
                  <c:v>43669</c:v>
                </c:pt>
                <c:pt idx="372">
                  <c:v>43670</c:v>
                </c:pt>
                <c:pt idx="373">
                  <c:v>43671</c:v>
                </c:pt>
                <c:pt idx="374">
                  <c:v>43672</c:v>
                </c:pt>
                <c:pt idx="375">
                  <c:v>43675</c:v>
                </c:pt>
                <c:pt idx="376">
                  <c:v>43676</c:v>
                </c:pt>
                <c:pt idx="377">
                  <c:v>43677</c:v>
                </c:pt>
                <c:pt idx="378">
                  <c:v>43678</c:v>
                </c:pt>
                <c:pt idx="379">
                  <c:v>43679</c:v>
                </c:pt>
                <c:pt idx="380">
                  <c:v>43682</c:v>
                </c:pt>
                <c:pt idx="381">
                  <c:v>43683</c:v>
                </c:pt>
                <c:pt idx="382">
                  <c:v>43684</c:v>
                </c:pt>
                <c:pt idx="383">
                  <c:v>43685</c:v>
                </c:pt>
                <c:pt idx="384">
                  <c:v>43686</c:v>
                </c:pt>
                <c:pt idx="385">
                  <c:v>43689</c:v>
                </c:pt>
                <c:pt idx="386">
                  <c:v>43690</c:v>
                </c:pt>
                <c:pt idx="387">
                  <c:v>43691</c:v>
                </c:pt>
                <c:pt idx="388">
                  <c:v>43692</c:v>
                </c:pt>
                <c:pt idx="389">
                  <c:v>43693</c:v>
                </c:pt>
                <c:pt idx="390">
                  <c:v>43696</c:v>
                </c:pt>
                <c:pt idx="391">
                  <c:v>43697</c:v>
                </c:pt>
                <c:pt idx="392">
                  <c:v>43698</c:v>
                </c:pt>
                <c:pt idx="393">
                  <c:v>43699</c:v>
                </c:pt>
                <c:pt idx="394">
                  <c:v>43700</c:v>
                </c:pt>
                <c:pt idx="395">
                  <c:v>43703</c:v>
                </c:pt>
                <c:pt idx="396">
                  <c:v>43704</c:v>
                </c:pt>
                <c:pt idx="397">
                  <c:v>43705</c:v>
                </c:pt>
                <c:pt idx="398">
                  <c:v>43706</c:v>
                </c:pt>
                <c:pt idx="399">
                  <c:v>43707</c:v>
                </c:pt>
                <c:pt idx="400">
                  <c:v>43710</c:v>
                </c:pt>
                <c:pt idx="401">
                  <c:v>43711</c:v>
                </c:pt>
                <c:pt idx="402">
                  <c:v>43712</c:v>
                </c:pt>
                <c:pt idx="403">
                  <c:v>43713</c:v>
                </c:pt>
                <c:pt idx="404">
                  <c:v>43714</c:v>
                </c:pt>
                <c:pt idx="405">
                  <c:v>43717</c:v>
                </c:pt>
                <c:pt idx="406">
                  <c:v>43718</c:v>
                </c:pt>
                <c:pt idx="407">
                  <c:v>43719</c:v>
                </c:pt>
                <c:pt idx="408">
                  <c:v>43720</c:v>
                </c:pt>
                <c:pt idx="409">
                  <c:v>43721</c:v>
                </c:pt>
                <c:pt idx="410">
                  <c:v>43724</c:v>
                </c:pt>
                <c:pt idx="411">
                  <c:v>43725</c:v>
                </c:pt>
                <c:pt idx="412">
                  <c:v>43726</c:v>
                </c:pt>
                <c:pt idx="413">
                  <c:v>43727</c:v>
                </c:pt>
                <c:pt idx="414">
                  <c:v>43728</c:v>
                </c:pt>
                <c:pt idx="415">
                  <c:v>43731</c:v>
                </c:pt>
                <c:pt idx="416">
                  <c:v>43732</c:v>
                </c:pt>
                <c:pt idx="417">
                  <c:v>43733</c:v>
                </c:pt>
                <c:pt idx="418">
                  <c:v>43734</c:v>
                </c:pt>
                <c:pt idx="419">
                  <c:v>43735</c:v>
                </c:pt>
                <c:pt idx="420">
                  <c:v>43738</c:v>
                </c:pt>
                <c:pt idx="421">
                  <c:v>43739</c:v>
                </c:pt>
                <c:pt idx="422">
                  <c:v>43740</c:v>
                </c:pt>
                <c:pt idx="423">
                  <c:v>43741</c:v>
                </c:pt>
                <c:pt idx="424">
                  <c:v>43742</c:v>
                </c:pt>
                <c:pt idx="425">
                  <c:v>43745</c:v>
                </c:pt>
                <c:pt idx="426">
                  <c:v>43746</c:v>
                </c:pt>
                <c:pt idx="427">
                  <c:v>43747</c:v>
                </c:pt>
                <c:pt idx="428">
                  <c:v>43748</c:v>
                </c:pt>
                <c:pt idx="429">
                  <c:v>43749</c:v>
                </c:pt>
                <c:pt idx="430">
                  <c:v>43752</c:v>
                </c:pt>
                <c:pt idx="431">
                  <c:v>43753</c:v>
                </c:pt>
                <c:pt idx="432">
                  <c:v>43754</c:v>
                </c:pt>
                <c:pt idx="433">
                  <c:v>43755</c:v>
                </c:pt>
                <c:pt idx="434">
                  <c:v>43756</c:v>
                </c:pt>
                <c:pt idx="435">
                  <c:v>43759</c:v>
                </c:pt>
                <c:pt idx="436">
                  <c:v>43760</c:v>
                </c:pt>
                <c:pt idx="437">
                  <c:v>43761</c:v>
                </c:pt>
                <c:pt idx="438">
                  <c:v>43762</c:v>
                </c:pt>
                <c:pt idx="439">
                  <c:v>43763</c:v>
                </c:pt>
                <c:pt idx="440">
                  <c:v>43766</c:v>
                </c:pt>
                <c:pt idx="441">
                  <c:v>43767</c:v>
                </c:pt>
                <c:pt idx="442">
                  <c:v>43768</c:v>
                </c:pt>
                <c:pt idx="443">
                  <c:v>43769</c:v>
                </c:pt>
                <c:pt idx="444">
                  <c:v>43770</c:v>
                </c:pt>
                <c:pt idx="445">
                  <c:v>43773</c:v>
                </c:pt>
                <c:pt idx="446">
                  <c:v>43774</c:v>
                </c:pt>
                <c:pt idx="447">
                  <c:v>43775</c:v>
                </c:pt>
                <c:pt idx="448">
                  <c:v>43776</c:v>
                </c:pt>
                <c:pt idx="449">
                  <c:v>43777</c:v>
                </c:pt>
                <c:pt idx="450">
                  <c:v>43780</c:v>
                </c:pt>
                <c:pt idx="451">
                  <c:v>43781</c:v>
                </c:pt>
                <c:pt idx="452">
                  <c:v>43782</c:v>
                </c:pt>
                <c:pt idx="453">
                  <c:v>43783</c:v>
                </c:pt>
                <c:pt idx="454">
                  <c:v>43784</c:v>
                </c:pt>
                <c:pt idx="455">
                  <c:v>43787</c:v>
                </c:pt>
                <c:pt idx="456">
                  <c:v>43788</c:v>
                </c:pt>
                <c:pt idx="457">
                  <c:v>43789</c:v>
                </c:pt>
                <c:pt idx="458">
                  <c:v>43790</c:v>
                </c:pt>
                <c:pt idx="459">
                  <c:v>43791</c:v>
                </c:pt>
                <c:pt idx="460">
                  <c:v>43794</c:v>
                </c:pt>
                <c:pt idx="461">
                  <c:v>43795</c:v>
                </c:pt>
                <c:pt idx="462">
                  <c:v>43796</c:v>
                </c:pt>
                <c:pt idx="463">
                  <c:v>43797</c:v>
                </c:pt>
                <c:pt idx="464">
                  <c:v>43798</c:v>
                </c:pt>
                <c:pt idx="465">
                  <c:v>43801</c:v>
                </c:pt>
                <c:pt idx="466">
                  <c:v>43802</c:v>
                </c:pt>
                <c:pt idx="467">
                  <c:v>43803</c:v>
                </c:pt>
                <c:pt idx="468">
                  <c:v>43804</c:v>
                </c:pt>
                <c:pt idx="469">
                  <c:v>43805</c:v>
                </c:pt>
                <c:pt idx="470">
                  <c:v>43808</c:v>
                </c:pt>
                <c:pt idx="471">
                  <c:v>43809</c:v>
                </c:pt>
                <c:pt idx="472">
                  <c:v>43810</c:v>
                </c:pt>
                <c:pt idx="473">
                  <c:v>43811</c:v>
                </c:pt>
                <c:pt idx="474">
                  <c:v>43812</c:v>
                </c:pt>
                <c:pt idx="475">
                  <c:v>43815</c:v>
                </c:pt>
                <c:pt idx="476">
                  <c:v>43816</c:v>
                </c:pt>
                <c:pt idx="477">
                  <c:v>43817</c:v>
                </c:pt>
                <c:pt idx="478">
                  <c:v>43818</c:v>
                </c:pt>
                <c:pt idx="479">
                  <c:v>43819</c:v>
                </c:pt>
                <c:pt idx="480">
                  <c:v>43822</c:v>
                </c:pt>
                <c:pt idx="481">
                  <c:v>43825</c:v>
                </c:pt>
                <c:pt idx="482">
                  <c:v>43826</c:v>
                </c:pt>
                <c:pt idx="483">
                  <c:v>43829</c:v>
                </c:pt>
                <c:pt idx="484">
                  <c:v>43830</c:v>
                </c:pt>
                <c:pt idx="485">
                  <c:v>43832</c:v>
                </c:pt>
                <c:pt idx="486">
                  <c:v>43833</c:v>
                </c:pt>
                <c:pt idx="487">
                  <c:v>43836</c:v>
                </c:pt>
                <c:pt idx="488">
                  <c:v>43837</c:v>
                </c:pt>
                <c:pt idx="489">
                  <c:v>43838</c:v>
                </c:pt>
                <c:pt idx="490">
                  <c:v>43839</c:v>
                </c:pt>
                <c:pt idx="491">
                  <c:v>43840</c:v>
                </c:pt>
                <c:pt idx="492">
                  <c:v>43843</c:v>
                </c:pt>
                <c:pt idx="493">
                  <c:v>43844</c:v>
                </c:pt>
                <c:pt idx="494">
                  <c:v>43845</c:v>
                </c:pt>
                <c:pt idx="495">
                  <c:v>43846</c:v>
                </c:pt>
                <c:pt idx="496">
                  <c:v>43847</c:v>
                </c:pt>
                <c:pt idx="497">
                  <c:v>43850</c:v>
                </c:pt>
                <c:pt idx="498">
                  <c:v>43851</c:v>
                </c:pt>
                <c:pt idx="499">
                  <c:v>43852</c:v>
                </c:pt>
                <c:pt idx="500">
                  <c:v>43853</c:v>
                </c:pt>
                <c:pt idx="501">
                  <c:v>43854</c:v>
                </c:pt>
                <c:pt idx="502">
                  <c:v>43857</c:v>
                </c:pt>
                <c:pt idx="503">
                  <c:v>43858</c:v>
                </c:pt>
                <c:pt idx="504">
                  <c:v>43859</c:v>
                </c:pt>
                <c:pt idx="505">
                  <c:v>43860</c:v>
                </c:pt>
                <c:pt idx="506">
                  <c:v>43861</c:v>
                </c:pt>
                <c:pt idx="507">
                  <c:v>43864</c:v>
                </c:pt>
                <c:pt idx="508">
                  <c:v>43865</c:v>
                </c:pt>
                <c:pt idx="509">
                  <c:v>43866</c:v>
                </c:pt>
                <c:pt idx="510">
                  <c:v>43867</c:v>
                </c:pt>
                <c:pt idx="511">
                  <c:v>43868</c:v>
                </c:pt>
                <c:pt idx="512">
                  <c:v>43871</c:v>
                </c:pt>
                <c:pt idx="513">
                  <c:v>43872</c:v>
                </c:pt>
                <c:pt idx="514">
                  <c:v>43873</c:v>
                </c:pt>
                <c:pt idx="515">
                  <c:v>43874</c:v>
                </c:pt>
                <c:pt idx="516">
                  <c:v>43875</c:v>
                </c:pt>
                <c:pt idx="517">
                  <c:v>43878</c:v>
                </c:pt>
                <c:pt idx="518">
                  <c:v>43879</c:v>
                </c:pt>
                <c:pt idx="519">
                  <c:v>43880</c:v>
                </c:pt>
                <c:pt idx="520">
                  <c:v>43881</c:v>
                </c:pt>
                <c:pt idx="521">
                  <c:v>43882</c:v>
                </c:pt>
                <c:pt idx="522">
                  <c:v>43885</c:v>
                </c:pt>
                <c:pt idx="523">
                  <c:v>43886</c:v>
                </c:pt>
                <c:pt idx="524">
                  <c:v>43887</c:v>
                </c:pt>
                <c:pt idx="525">
                  <c:v>43888</c:v>
                </c:pt>
                <c:pt idx="526">
                  <c:v>43889</c:v>
                </c:pt>
                <c:pt idx="527">
                  <c:v>43892</c:v>
                </c:pt>
                <c:pt idx="528">
                  <c:v>43893</c:v>
                </c:pt>
                <c:pt idx="529">
                  <c:v>43894</c:v>
                </c:pt>
                <c:pt idx="530">
                  <c:v>43895</c:v>
                </c:pt>
                <c:pt idx="531">
                  <c:v>43896</c:v>
                </c:pt>
                <c:pt idx="532">
                  <c:v>43899</c:v>
                </c:pt>
                <c:pt idx="533">
                  <c:v>43900</c:v>
                </c:pt>
                <c:pt idx="534">
                  <c:v>43901</c:v>
                </c:pt>
                <c:pt idx="535">
                  <c:v>43902</c:v>
                </c:pt>
                <c:pt idx="536">
                  <c:v>43903</c:v>
                </c:pt>
                <c:pt idx="537">
                  <c:v>43906</c:v>
                </c:pt>
                <c:pt idx="538">
                  <c:v>43907</c:v>
                </c:pt>
                <c:pt idx="539">
                  <c:v>43908</c:v>
                </c:pt>
                <c:pt idx="540">
                  <c:v>43909</c:v>
                </c:pt>
                <c:pt idx="541">
                  <c:v>43910</c:v>
                </c:pt>
                <c:pt idx="542">
                  <c:v>43913</c:v>
                </c:pt>
                <c:pt idx="543">
                  <c:v>43914</c:v>
                </c:pt>
                <c:pt idx="544">
                  <c:v>43916</c:v>
                </c:pt>
                <c:pt idx="545">
                  <c:v>43917</c:v>
                </c:pt>
                <c:pt idx="546">
                  <c:v>43920</c:v>
                </c:pt>
                <c:pt idx="547">
                  <c:v>43921</c:v>
                </c:pt>
                <c:pt idx="548">
                  <c:v>43922</c:v>
                </c:pt>
                <c:pt idx="549">
                  <c:v>43923</c:v>
                </c:pt>
                <c:pt idx="550">
                  <c:v>43924</c:v>
                </c:pt>
                <c:pt idx="551">
                  <c:v>43927</c:v>
                </c:pt>
                <c:pt idx="552">
                  <c:v>43928</c:v>
                </c:pt>
                <c:pt idx="553">
                  <c:v>43929</c:v>
                </c:pt>
                <c:pt idx="554">
                  <c:v>43930</c:v>
                </c:pt>
                <c:pt idx="555">
                  <c:v>43934</c:v>
                </c:pt>
                <c:pt idx="556">
                  <c:v>43935</c:v>
                </c:pt>
                <c:pt idx="557">
                  <c:v>43936</c:v>
                </c:pt>
                <c:pt idx="558">
                  <c:v>43937</c:v>
                </c:pt>
                <c:pt idx="559">
                  <c:v>43938</c:v>
                </c:pt>
                <c:pt idx="560">
                  <c:v>43941</c:v>
                </c:pt>
                <c:pt idx="561">
                  <c:v>43942</c:v>
                </c:pt>
                <c:pt idx="562">
                  <c:v>43943</c:v>
                </c:pt>
                <c:pt idx="563">
                  <c:v>43944</c:v>
                </c:pt>
                <c:pt idx="564">
                  <c:v>43945</c:v>
                </c:pt>
                <c:pt idx="565">
                  <c:v>43948</c:v>
                </c:pt>
                <c:pt idx="566">
                  <c:v>43949</c:v>
                </c:pt>
                <c:pt idx="567">
                  <c:v>43950</c:v>
                </c:pt>
                <c:pt idx="568">
                  <c:v>43951</c:v>
                </c:pt>
                <c:pt idx="569">
                  <c:v>43955</c:v>
                </c:pt>
                <c:pt idx="570">
                  <c:v>43956</c:v>
                </c:pt>
                <c:pt idx="571">
                  <c:v>43957</c:v>
                </c:pt>
                <c:pt idx="572">
                  <c:v>43959</c:v>
                </c:pt>
                <c:pt idx="573">
                  <c:v>43962</c:v>
                </c:pt>
                <c:pt idx="574">
                  <c:v>43963</c:v>
                </c:pt>
                <c:pt idx="575">
                  <c:v>43964</c:v>
                </c:pt>
                <c:pt idx="576">
                  <c:v>43965</c:v>
                </c:pt>
                <c:pt idx="577">
                  <c:v>43966</c:v>
                </c:pt>
                <c:pt idx="578">
                  <c:v>43969</c:v>
                </c:pt>
                <c:pt idx="579">
                  <c:v>43970</c:v>
                </c:pt>
                <c:pt idx="580">
                  <c:v>43971</c:v>
                </c:pt>
                <c:pt idx="581">
                  <c:v>43973</c:v>
                </c:pt>
                <c:pt idx="582">
                  <c:v>43977</c:v>
                </c:pt>
                <c:pt idx="583">
                  <c:v>43978</c:v>
                </c:pt>
                <c:pt idx="584">
                  <c:v>43979</c:v>
                </c:pt>
                <c:pt idx="585">
                  <c:v>43980</c:v>
                </c:pt>
                <c:pt idx="586">
                  <c:v>43984</c:v>
                </c:pt>
                <c:pt idx="587">
                  <c:v>43985</c:v>
                </c:pt>
                <c:pt idx="588">
                  <c:v>43986</c:v>
                </c:pt>
                <c:pt idx="589">
                  <c:v>43987</c:v>
                </c:pt>
                <c:pt idx="590">
                  <c:v>43990</c:v>
                </c:pt>
                <c:pt idx="591">
                  <c:v>43991</c:v>
                </c:pt>
                <c:pt idx="592">
                  <c:v>43992</c:v>
                </c:pt>
                <c:pt idx="593">
                  <c:v>43993</c:v>
                </c:pt>
                <c:pt idx="594">
                  <c:v>43994</c:v>
                </c:pt>
                <c:pt idx="595">
                  <c:v>43997</c:v>
                </c:pt>
                <c:pt idx="596">
                  <c:v>43998</c:v>
                </c:pt>
                <c:pt idx="597">
                  <c:v>43999</c:v>
                </c:pt>
                <c:pt idx="598">
                  <c:v>44000</c:v>
                </c:pt>
                <c:pt idx="599">
                  <c:v>44001</c:v>
                </c:pt>
                <c:pt idx="600">
                  <c:v>44004</c:v>
                </c:pt>
                <c:pt idx="601">
                  <c:v>44005</c:v>
                </c:pt>
                <c:pt idx="602">
                  <c:v>44006</c:v>
                </c:pt>
                <c:pt idx="603">
                  <c:v>44007</c:v>
                </c:pt>
                <c:pt idx="604">
                  <c:v>44008</c:v>
                </c:pt>
                <c:pt idx="605">
                  <c:v>44011</c:v>
                </c:pt>
                <c:pt idx="606">
                  <c:v>44012</c:v>
                </c:pt>
                <c:pt idx="607">
                  <c:v>44013</c:v>
                </c:pt>
                <c:pt idx="608">
                  <c:v>44014</c:v>
                </c:pt>
                <c:pt idx="609">
                  <c:v>44015</c:v>
                </c:pt>
                <c:pt idx="610">
                  <c:v>44018</c:v>
                </c:pt>
                <c:pt idx="611">
                  <c:v>44019</c:v>
                </c:pt>
                <c:pt idx="612">
                  <c:v>44020</c:v>
                </c:pt>
                <c:pt idx="613">
                  <c:v>44021</c:v>
                </c:pt>
                <c:pt idx="614">
                  <c:v>44022</c:v>
                </c:pt>
                <c:pt idx="615">
                  <c:v>44025</c:v>
                </c:pt>
                <c:pt idx="616">
                  <c:v>44026</c:v>
                </c:pt>
                <c:pt idx="617">
                  <c:v>44027</c:v>
                </c:pt>
                <c:pt idx="618">
                  <c:v>44028</c:v>
                </c:pt>
                <c:pt idx="619">
                  <c:v>44029</c:v>
                </c:pt>
                <c:pt idx="620">
                  <c:v>44032</c:v>
                </c:pt>
                <c:pt idx="621">
                  <c:v>44033</c:v>
                </c:pt>
                <c:pt idx="622">
                  <c:v>44034</c:v>
                </c:pt>
                <c:pt idx="623">
                  <c:v>44035</c:v>
                </c:pt>
                <c:pt idx="624">
                  <c:v>44036</c:v>
                </c:pt>
                <c:pt idx="625">
                  <c:v>44039</c:v>
                </c:pt>
                <c:pt idx="626">
                  <c:v>44040</c:v>
                </c:pt>
                <c:pt idx="627">
                  <c:v>44041</c:v>
                </c:pt>
                <c:pt idx="628">
                  <c:v>44042</c:v>
                </c:pt>
                <c:pt idx="629">
                  <c:v>44046</c:v>
                </c:pt>
                <c:pt idx="630">
                  <c:v>44047</c:v>
                </c:pt>
                <c:pt idx="631">
                  <c:v>44048</c:v>
                </c:pt>
                <c:pt idx="632">
                  <c:v>44049</c:v>
                </c:pt>
                <c:pt idx="633">
                  <c:v>44050</c:v>
                </c:pt>
                <c:pt idx="634">
                  <c:v>44053</c:v>
                </c:pt>
                <c:pt idx="635">
                  <c:v>44054</c:v>
                </c:pt>
                <c:pt idx="636">
                  <c:v>44055</c:v>
                </c:pt>
                <c:pt idx="637">
                  <c:v>44056</c:v>
                </c:pt>
                <c:pt idx="638">
                  <c:v>44057</c:v>
                </c:pt>
                <c:pt idx="639">
                  <c:v>44061</c:v>
                </c:pt>
                <c:pt idx="640">
                  <c:v>44062</c:v>
                </c:pt>
                <c:pt idx="641">
                  <c:v>44067</c:v>
                </c:pt>
                <c:pt idx="642">
                  <c:v>44068</c:v>
                </c:pt>
                <c:pt idx="643">
                  <c:v>44069</c:v>
                </c:pt>
                <c:pt idx="644">
                  <c:v>44070</c:v>
                </c:pt>
                <c:pt idx="645">
                  <c:v>44071</c:v>
                </c:pt>
                <c:pt idx="646">
                  <c:v>44074</c:v>
                </c:pt>
                <c:pt idx="647">
                  <c:v>44075</c:v>
                </c:pt>
                <c:pt idx="648">
                  <c:v>44076</c:v>
                </c:pt>
                <c:pt idx="649">
                  <c:v>44077</c:v>
                </c:pt>
                <c:pt idx="650">
                  <c:v>44078</c:v>
                </c:pt>
                <c:pt idx="651">
                  <c:v>44081</c:v>
                </c:pt>
                <c:pt idx="652">
                  <c:v>44082</c:v>
                </c:pt>
                <c:pt idx="653">
                  <c:v>44083</c:v>
                </c:pt>
                <c:pt idx="654">
                  <c:v>44084</c:v>
                </c:pt>
                <c:pt idx="655">
                  <c:v>44085</c:v>
                </c:pt>
                <c:pt idx="656">
                  <c:v>44088</c:v>
                </c:pt>
                <c:pt idx="657">
                  <c:v>44089</c:v>
                </c:pt>
                <c:pt idx="658">
                  <c:v>44090</c:v>
                </c:pt>
                <c:pt idx="659">
                  <c:v>44091</c:v>
                </c:pt>
                <c:pt idx="660">
                  <c:v>44092</c:v>
                </c:pt>
                <c:pt idx="661">
                  <c:v>44095</c:v>
                </c:pt>
                <c:pt idx="662">
                  <c:v>44096</c:v>
                </c:pt>
                <c:pt idx="663">
                  <c:v>44097</c:v>
                </c:pt>
                <c:pt idx="664">
                  <c:v>44098</c:v>
                </c:pt>
                <c:pt idx="665">
                  <c:v>44099</c:v>
                </c:pt>
                <c:pt idx="666">
                  <c:v>44102</c:v>
                </c:pt>
                <c:pt idx="667">
                  <c:v>44103</c:v>
                </c:pt>
                <c:pt idx="668">
                  <c:v>44104</c:v>
                </c:pt>
                <c:pt idx="669">
                  <c:v>44105</c:v>
                </c:pt>
                <c:pt idx="670">
                  <c:v>44106</c:v>
                </c:pt>
                <c:pt idx="671">
                  <c:v>44109</c:v>
                </c:pt>
                <c:pt idx="672">
                  <c:v>44110</c:v>
                </c:pt>
                <c:pt idx="673">
                  <c:v>44111</c:v>
                </c:pt>
                <c:pt idx="674">
                  <c:v>44112</c:v>
                </c:pt>
                <c:pt idx="675">
                  <c:v>44113</c:v>
                </c:pt>
                <c:pt idx="676">
                  <c:v>44116</c:v>
                </c:pt>
                <c:pt idx="677">
                  <c:v>44117</c:v>
                </c:pt>
                <c:pt idx="678">
                  <c:v>44118</c:v>
                </c:pt>
                <c:pt idx="679">
                  <c:v>44119</c:v>
                </c:pt>
                <c:pt idx="680">
                  <c:v>44120</c:v>
                </c:pt>
                <c:pt idx="681">
                  <c:v>44123</c:v>
                </c:pt>
                <c:pt idx="682">
                  <c:v>44124</c:v>
                </c:pt>
                <c:pt idx="683">
                  <c:v>44125</c:v>
                </c:pt>
                <c:pt idx="684">
                  <c:v>44126</c:v>
                </c:pt>
                <c:pt idx="685">
                  <c:v>44127</c:v>
                </c:pt>
                <c:pt idx="686">
                  <c:v>44130</c:v>
                </c:pt>
                <c:pt idx="687">
                  <c:v>44131</c:v>
                </c:pt>
                <c:pt idx="688">
                  <c:v>44137</c:v>
                </c:pt>
                <c:pt idx="689">
                  <c:v>44138</c:v>
                </c:pt>
                <c:pt idx="690">
                  <c:v>44139</c:v>
                </c:pt>
                <c:pt idx="691">
                  <c:v>44140</c:v>
                </c:pt>
                <c:pt idx="692">
                  <c:v>44141</c:v>
                </c:pt>
                <c:pt idx="693">
                  <c:v>44144</c:v>
                </c:pt>
                <c:pt idx="694">
                  <c:v>44145</c:v>
                </c:pt>
                <c:pt idx="695">
                  <c:v>44146</c:v>
                </c:pt>
                <c:pt idx="696">
                  <c:v>44147</c:v>
                </c:pt>
                <c:pt idx="697">
                  <c:v>44148</c:v>
                </c:pt>
                <c:pt idx="698">
                  <c:v>44151</c:v>
                </c:pt>
                <c:pt idx="699">
                  <c:v>44152</c:v>
                </c:pt>
                <c:pt idx="700">
                  <c:v>44153</c:v>
                </c:pt>
                <c:pt idx="701">
                  <c:v>44154</c:v>
                </c:pt>
                <c:pt idx="702">
                  <c:v>44155</c:v>
                </c:pt>
                <c:pt idx="703">
                  <c:v>44158</c:v>
                </c:pt>
                <c:pt idx="704">
                  <c:v>44159</c:v>
                </c:pt>
                <c:pt idx="705">
                  <c:v>44160</c:v>
                </c:pt>
                <c:pt idx="706">
                  <c:v>44161</c:v>
                </c:pt>
                <c:pt idx="707">
                  <c:v>44162</c:v>
                </c:pt>
                <c:pt idx="708">
                  <c:v>44165</c:v>
                </c:pt>
                <c:pt idx="709">
                  <c:v>44166</c:v>
                </c:pt>
                <c:pt idx="710">
                  <c:v>44167</c:v>
                </c:pt>
                <c:pt idx="711">
                  <c:v>44168</c:v>
                </c:pt>
                <c:pt idx="712">
                  <c:v>44169</c:v>
                </c:pt>
                <c:pt idx="713">
                  <c:v>44172</c:v>
                </c:pt>
                <c:pt idx="714">
                  <c:v>44173</c:v>
                </c:pt>
                <c:pt idx="715">
                  <c:v>44175</c:v>
                </c:pt>
                <c:pt idx="716">
                  <c:v>44176</c:v>
                </c:pt>
                <c:pt idx="717">
                  <c:v>44179</c:v>
                </c:pt>
                <c:pt idx="718">
                  <c:v>44180</c:v>
                </c:pt>
                <c:pt idx="719">
                  <c:v>44181</c:v>
                </c:pt>
                <c:pt idx="720">
                  <c:v>44182</c:v>
                </c:pt>
                <c:pt idx="721">
                  <c:v>44183</c:v>
                </c:pt>
                <c:pt idx="722">
                  <c:v>44186</c:v>
                </c:pt>
                <c:pt idx="723">
                  <c:v>44187</c:v>
                </c:pt>
                <c:pt idx="724">
                  <c:v>44188</c:v>
                </c:pt>
                <c:pt idx="725">
                  <c:v>44193</c:v>
                </c:pt>
                <c:pt idx="726">
                  <c:v>44194</c:v>
                </c:pt>
                <c:pt idx="727">
                  <c:v>44195</c:v>
                </c:pt>
                <c:pt idx="728">
                  <c:v>44200</c:v>
                </c:pt>
                <c:pt idx="729">
                  <c:v>44201</c:v>
                </c:pt>
                <c:pt idx="730">
                  <c:v>44202</c:v>
                </c:pt>
                <c:pt idx="731">
                  <c:v>44203</c:v>
                </c:pt>
                <c:pt idx="732">
                  <c:v>44204</c:v>
                </c:pt>
                <c:pt idx="733">
                  <c:v>44207</c:v>
                </c:pt>
                <c:pt idx="734">
                  <c:v>44208</c:v>
                </c:pt>
                <c:pt idx="735">
                  <c:v>44209</c:v>
                </c:pt>
                <c:pt idx="736">
                  <c:v>44210</c:v>
                </c:pt>
                <c:pt idx="737">
                  <c:v>44211</c:v>
                </c:pt>
                <c:pt idx="738">
                  <c:v>44214</c:v>
                </c:pt>
                <c:pt idx="739">
                  <c:v>44215</c:v>
                </c:pt>
                <c:pt idx="740">
                  <c:v>44216</c:v>
                </c:pt>
                <c:pt idx="741">
                  <c:v>44217</c:v>
                </c:pt>
                <c:pt idx="742">
                  <c:v>44218</c:v>
                </c:pt>
                <c:pt idx="743">
                  <c:v>44221</c:v>
                </c:pt>
                <c:pt idx="744">
                  <c:v>44222</c:v>
                </c:pt>
                <c:pt idx="745">
                  <c:v>44223</c:v>
                </c:pt>
                <c:pt idx="746">
                  <c:v>44224</c:v>
                </c:pt>
                <c:pt idx="747">
                  <c:v>44225</c:v>
                </c:pt>
                <c:pt idx="748">
                  <c:v>44228</c:v>
                </c:pt>
                <c:pt idx="749">
                  <c:v>44229</c:v>
                </c:pt>
                <c:pt idx="750">
                  <c:v>44230</c:v>
                </c:pt>
                <c:pt idx="751">
                  <c:v>44231</c:v>
                </c:pt>
                <c:pt idx="752">
                  <c:v>44232</c:v>
                </c:pt>
                <c:pt idx="753">
                  <c:v>44235</c:v>
                </c:pt>
                <c:pt idx="754">
                  <c:v>44236</c:v>
                </c:pt>
                <c:pt idx="755">
                  <c:v>44237</c:v>
                </c:pt>
                <c:pt idx="756">
                  <c:v>44238</c:v>
                </c:pt>
                <c:pt idx="757">
                  <c:v>44242</c:v>
                </c:pt>
                <c:pt idx="758">
                  <c:v>44243</c:v>
                </c:pt>
                <c:pt idx="759">
                  <c:v>44244</c:v>
                </c:pt>
                <c:pt idx="760">
                  <c:v>44245</c:v>
                </c:pt>
                <c:pt idx="761">
                  <c:v>44246</c:v>
                </c:pt>
                <c:pt idx="762">
                  <c:v>44249</c:v>
                </c:pt>
                <c:pt idx="763">
                  <c:v>44250</c:v>
                </c:pt>
                <c:pt idx="764">
                  <c:v>44251</c:v>
                </c:pt>
                <c:pt idx="765">
                  <c:v>44252</c:v>
                </c:pt>
                <c:pt idx="766">
                  <c:v>44253</c:v>
                </c:pt>
                <c:pt idx="767">
                  <c:v>44256</c:v>
                </c:pt>
                <c:pt idx="768">
                  <c:v>44257</c:v>
                </c:pt>
                <c:pt idx="769">
                  <c:v>44258</c:v>
                </c:pt>
                <c:pt idx="770">
                  <c:v>44259</c:v>
                </c:pt>
                <c:pt idx="771">
                  <c:v>44260</c:v>
                </c:pt>
                <c:pt idx="772">
                  <c:v>44263</c:v>
                </c:pt>
                <c:pt idx="773">
                  <c:v>44264</c:v>
                </c:pt>
                <c:pt idx="774">
                  <c:v>44265</c:v>
                </c:pt>
                <c:pt idx="775">
                  <c:v>44267</c:v>
                </c:pt>
                <c:pt idx="776">
                  <c:v>44270</c:v>
                </c:pt>
                <c:pt idx="777">
                  <c:v>44271</c:v>
                </c:pt>
                <c:pt idx="778">
                  <c:v>44272</c:v>
                </c:pt>
                <c:pt idx="779">
                  <c:v>44273</c:v>
                </c:pt>
                <c:pt idx="780">
                  <c:v>44274</c:v>
                </c:pt>
                <c:pt idx="781">
                  <c:v>44277</c:v>
                </c:pt>
                <c:pt idx="782">
                  <c:v>44278</c:v>
                </c:pt>
                <c:pt idx="783">
                  <c:v>44279</c:v>
                </c:pt>
                <c:pt idx="784">
                  <c:v>44280</c:v>
                </c:pt>
                <c:pt idx="785">
                  <c:v>44281</c:v>
                </c:pt>
                <c:pt idx="786">
                  <c:v>44284</c:v>
                </c:pt>
                <c:pt idx="787">
                  <c:v>44285</c:v>
                </c:pt>
                <c:pt idx="788">
                  <c:v>44286</c:v>
                </c:pt>
                <c:pt idx="789">
                  <c:v>44287</c:v>
                </c:pt>
                <c:pt idx="790">
                  <c:v>44291</c:v>
                </c:pt>
                <c:pt idx="791">
                  <c:v>44292</c:v>
                </c:pt>
                <c:pt idx="792">
                  <c:v>44293</c:v>
                </c:pt>
                <c:pt idx="793">
                  <c:v>44294</c:v>
                </c:pt>
                <c:pt idx="794">
                  <c:v>44295</c:v>
                </c:pt>
                <c:pt idx="795">
                  <c:v>44298</c:v>
                </c:pt>
                <c:pt idx="796">
                  <c:v>44299</c:v>
                </c:pt>
                <c:pt idx="797">
                  <c:v>44300</c:v>
                </c:pt>
                <c:pt idx="798">
                  <c:v>44301</c:v>
                </c:pt>
                <c:pt idx="799">
                  <c:v>44302</c:v>
                </c:pt>
                <c:pt idx="800">
                  <c:v>44305</c:v>
                </c:pt>
                <c:pt idx="801">
                  <c:v>44306</c:v>
                </c:pt>
                <c:pt idx="802">
                  <c:v>44307</c:v>
                </c:pt>
                <c:pt idx="803">
                  <c:v>44308</c:v>
                </c:pt>
                <c:pt idx="804">
                  <c:v>44309</c:v>
                </c:pt>
                <c:pt idx="805">
                  <c:v>44312</c:v>
                </c:pt>
                <c:pt idx="806">
                  <c:v>44313</c:v>
                </c:pt>
                <c:pt idx="807">
                  <c:v>44314</c:v>
                </c:pt>
                <c:pt idx="808">
                  <c:v>44315</c:v>
                </c:pt>
                <c:pt idx="809">
                  <c:v>44316</c:v>
                </c:pt>
                <c:pt idx="810">
                  <c:v>44319</c:v>
                </c:pt>
                <c:pt idx="811">
                  <c:v>44320</c:v>
                </c:pt>
                <c:pt idx="812">
                  <c:v>44321</c:v>
                </c:pt>
                <c:pt idx="813">
                  <c:v>44322</c:v>
                </c:pt>
                <c:pt idx="814">
                  <c:v>44323</c:v>
                </c:pt>
                <c:pt idx="815">
                  <c:v>44326</c:v>
                </c:pt>
                <c:pt idx="816">
                  <c:v>44327</c:v>
                </c:pt>
                <c:pt idx="817">
                  <c:v>44333</c:v>
                </c:pt>
                <c:pt idx="818">
                  <c:v>44334</c:v>
                </c:pt>
                <c:pt idx="819">
                  <c:v>44335</c:v>
                </c:pt>
                <c:pt idx="820">
                  <c:v>44336</c:v>
                </c:pt>
                <c:pt idx="821">
                  <c:v>44337</c:v>
                </c:pt>
                <c:pt idx="822">
                  <c:v>44340</c:v>
                </c:pt>
                <c:pt idx="823">
                  <c:v>44341</c:v>
                </c:pt>
                <c:pt idx="824">
                  <c:v>44343</c:v>
                </c:pt>
                <c:pt idx="825">
                  <c:v>44344</c:v>
                </c:pt>
                <c:pt idx="826">
                  <c:v>44347</c:v>
                </c:pt>
                <c:pt idx="827">
                  <c:v>44349</c:v>
                </c:pt>
                <c:pt idx="828">
                  <c:v>44350</c:v>
                </c:pt>
                <c:pt idx="829">
                  <c:v>44351</c:v>
                </c:pt>
                <c:pt idx="830">
                  <c:v>44354</c:v>
                </c:pt>
                <c:pt idx="831">
                  <c:v>44355</c:v>
                </c:pt>
                <c:pt idx="832">
                  <c:v>44356</c:v>
                </c:pt>
                <c:pt idx="833">
                  <c:v>44357</c:v>
                </c:pt>
                <c:pt idx="834">
                  <c:v>44358</c:v>
                </c:pt>
                <c:pt idx="835">
                  <c:v>44361</c:v>
                </c:pt>
                <c:pt idx="836">
                  <c:v>44362</c:v>
                </c:pt>
                <c:pt idx="837">
                  <c:v>44363</c:v>
                </c:pt>
                <c:pt idx="838">
                  <c:v>44364</c:v>
                </c:pt>
                <c:pt idx="839">
                  <c:v>44365</c:v>
                </c:pt>
                <c:pt idx="840">
                  <c:v>44368</c:v>
                </c:pt>
                <c:pt idx="841">
                  <c:v>44369</c:v>
                </c:pt>
                <c:pt idx="842">
                  <c:v>44370</c:v>
                </c:pt>
                <c:pt idx="843">
                  <c:v>44371</c:v>
                </c:pt>
                <c:pt idx="844">
                  <c:v>44372</c:v>
                </c:pt>
                <c:pt idx="845">
                  <c:v>44375</c:v>
                </c:pt>
                <c:pt idx="846">
                  <c:v>44376</c:v>
                </c:pt>
                <c:pt idx="847">
                  <c:v>44377</c:v>
                </c:pt>
                <c:pt idx="848">
                  <c:v>44378</c:v>
                </c:pt>
                <c:pt idx="849">
                  <c:v>44379</c:v>
                </c:pt>
                <c:pt idx="850">
                  <c:v>44382</c:v>
                </c:pt>
                <c:pt idx="851">
                  <c:v>44383</c:v>
                </c:pt>
                <c:pt idx="852">
                  <c:v>44384</c:v>
                </c:pt>
                <c:pt idx="853">
                  <c:v>44385</c:v>
                </c:pt>
                <c:pt idx="854">
                  <c:v>44386</c:v>
                </c:pt>
                <c:pt idx="855">
                  <c:v>44389</c:v>
                </c:pt>
                <c:pt idx="856">
                  <c:v>44390</c:v>
                </c:pt>
                <c:pt idx="857">
                  <c:v>44391</c:v>
                </c:pt>
                <c:pt idx="858">
                  <c:v>44392</c:v>
                </c:pt>
                <c:pt idx="859">
                  <c:v>44393</c:v>
                </c:pt>
                <c:pt idx="860">
                  <c:v>44396</c:v>
                </c:pt>
                <c:pt idx="861">
                  <c:v>44398</c:v>
                </c:pt>
                <c:pt idx="862">
                  <c:v>44399</c:v>
                </c:pt>
                <c:pt idx="863">
                  <c:v>44400</c:v>
                </c:pt>
                <c:pt idx="864">
                  <c:v>44403</c:v>
                </c:pt>
                <c:pt idx="865">
                  <c:v>44404</c:v>
                </c:pt>
                <c:pt idx="866">
                  <c:v>44405</c:v>
                </c:pt>
                <c:pt idx="867">
                  <c:v>44406</c:v>
                </c:pt>
                <c:pt idx="868">
                  <c:v>44407</c:v>
                </c:pt>
                <c:pt idx="869">
                  <c:v>44410</c:v>
                </c:pt>
                <c:pt idx="870">
                  <c:v>44411</c:v>
                </c:pt>
                <c:pt idx="871">
                  <c:v>44412</c:v>
                </c:pt>
                <c:pt idx="872">
                  <c:v>44413</c:v>
                </c:pt>
                <c:pt idx="873">
                  <c:v>44414</c:v>
                </c:pt>
                <c:pt idx="874">
                  <c:v>44417</c:v>
                </c:pt>
                <c:pt idx="875">
                  <c:v>44418</c:v>
                </c:pt>
                <c:pt idx="876">
                  <c:v>44420</c:v>
                </c:pt>
                <c:pt idx="877">
                  <c:v>44421</c:v>
                </c:pt>
                <c:pt idx="878">
                  <c:v>44424</c:v>
                </c:pt>
                <c:pt idx="879">
                  <c:v>44426</c:v>
                </c:pt>
                <c:pt idx="880">
                  <c:v>44427</c:v>
                </c:pt>
                <c:pt idx="881">
                  <c:v>44428</c:v>
                </c:pt>
                <c:pt idx="882">
                  <c:v>44431</c:v>
                </c:pt>
                <c:pt idx="883">
                  <c:v>44432</c:v>
                </c:pt>
                <c:pt idx="884">
                  <c:v>44433</c:v>
                </c:pt>
                <c:pt idx="885">
                  <c:v>44434</c:v>
                </c:pt>
                <c:pt idx="886">
                  <c:v>44435</c:v>
                </c:pt>
                <c:pt idx="887">
                  <c:v>44438</c:v>
                </c:pt>
                <c:pt idx="888">
                  <c:v>44439</c:v>
                </c:pt>
                <c:pt idx="889">
                  <c:v>44440</c:v>
                </c:pt>
                <c:pt idx="890">
                  <c:v>44441</c:v>
                </c:pt>
                <c:pt idx="891">
                  <c:v>44442</c:v>
                </c:pt>
                <c:pt idx="892">
                  <c:v>44445</c:v>
                </c:pt>
                <c:pt idx="893">
                  <c:v>44446</c:v>
                </c:pt>
                <c:pt idx="894">
                  <c:v>44447</c:v>
                </c:pt>
                <c:pt idx="895">
                  <c:v>44448</c:v>
                </c:pt>
                <c:pt idx="896">
                  <c:v>44449</c:v>
                </c:pt>
                <c:pt idx="897">
                  <c:v>44452</c:v>
                </c:pt>
                <c:pt idx="898">
                  <c:v>44453</c:v>
                </c:pt>
                <c:pt idx="899">
                  <c:v>44454</c:v>
                </c:pt>
                <c:pt idx="900">
                  <c:v>44455</c:v>
                </c:pt>
                <c:pt idx="901">
                  <c:v>44456</c:v>
                </c:pt>
                <c:pt idx="902">
                  <c:v>44459</c:v>
                </c:pt>
                <c:pt idx="903">
                  <c:v>44460</c:v>
                </c:pt>
                <c:pt idx="904">
                  <c:v>44461</c:v>
                </c:pt>
                <c:pt idx="905">
                  <c:v>44462</c:v>
                </c:pt>
                <c:pt idx="906">
                  <c:v>44463</c:v>
                </c:pt>
                <c:pt idx="907">
                  <c:v>44466</c:v>
                </c:pt>
                <c:pt idx="908">
                  <c:v>44467</c:v>
                </c:pt>
                <c:pt idx="909">
                  <c:v>44468</c:v>
                </c:pt>
                <c:pt idx="910">
                  <c:v>44469</c:v>
                </c:pt>
                <c:pt idx="911">
                  <c:v>44470</c:v>
                </c:pt>
                <c:pt idx="912">
                  <c:v>44473</c:v>
                </c:pt>
                <c:pt idx="913">
                  <c:v>44474</c:v>
                </c:pt>
                <c:pt idx="914">
                  <c:v>44475</c:v>
                </c:pt>
                <c:pt idx="915">
                  <c:v>44476</c:v>
                </c:pt>
                <c:pt idx="916">
                  <c:v>44477</c:v>
                </c:pt>
                <c:pt idx="917">
                  <c:v>44480</c:v>
                </c:pt>
                <c:pt idx="918">
                  <c:v>44481</c:v>
                </c:pt>
                <c:pt idx="919">
                  <c:v>44482</c:v>
                </c:pt>
                <c:pt idx="920">
                  <c:v>44483</c:v>
                </c:pt>
                <c:pt idx="921">
                  <c:v>44484</c:v>
                </c:pt>
                <c:pt idx="922">
                  <c:v>44487</c:v>
                </c:pt>
                <c:pt idx="923">
                  <c:v>44488</c:v>
                </c:pt>
                <c:pt idx="924">
                  <c:v>44490</c:v>
                </c:pt>
                <c:pt idx="925">
                  <c:v>44491</c:v>
                </c:pt>
                <c:pt idx="926">
                  <c:v>44494</c:v>
                </c:pt>
                <c:pt idx="927">
                  <c:v>44495</c:v>
                </c:pt>
                <c:pt idx="928">
                  <c:v>44496</c:v>
                </c:pt>
                <c:pt idx="929">
                  <c:v>44497</c:v>
                </c:pt>
                <c:pt idx="930">
                  <c:v>44498</c:v>
                </c:pt>
                <c:pt idx="931">
                  <c:v>44501</c:v>
                </c:pt>
                <c:pt idx="932">
                  <c:v>44502</c:v>
                </c:pt>
                <c:pt idx="933">
                  <c:v>44503</c:v>
                </c:pt>
                <c:pt idx="934">
                  <c:v>44504</c:v>
                </c:pt>
                <c:pt idx="935">
                  <c:v>44505</c:v>
                </c:pt>
                <c:pt idx="936">
                  <c:v>44508</c:v>
                </c:pt>
                <c:pt idx="937">
                  <c:v>44509</c:v>
                </c:pt>
                <c:pt idx="938">
                  <c:v>44510</c:v>
                </c:pt>
                <c:pt idx="939">
                  <c:v>44511</c:v>
                </c:pt>
                <c:pt idx="940">
                  <c:v>44512</c:v>
                </c:pt>
                <c:pt idx="941">
                  <c:v>44515</c:v>
                </c:pt>
                <c:pt idx="942">
                  <c:v>44516</c:v>
                </c:pt>
                <c:pt idx="943">
                  <c:v>44517</c:v>
                </c:pt>
                <c:pt idx="944">
                  <c:v>44518</c:v>
                </c:pt>
                <c:pt idx="945">
                  <c:v>44519</c:v>
                </c:pt>
                <c:pt idx="946">
                  <c:v>44522</c:v>
                </c:pt>
                <c:pt idx="947">
                  <c:v>44523</c:v>
                </c:pt>
                <c:pt idx="948">
                  <c:v>44524</c:v>
                </c:pt>
                <c:pt idx="949">
                  <c:v>44525</c:v>
                </c:pt>
                <c:pt idx="950">
                  <c:v>44526</c:v>
                </c:pt>
                <c:pt idx="951">
                  <c:v>44529</c:v>
                </c:pt>
                <c:pt idx="952">
                  <c:v>44530</c:v>
                </c:pt>
                <c:pt idx="953">
                  <c:v>44531</c:v>
                </c:pt>
                <c:pt idx="954">
                  <c:v>44532</c:v>
                </c:pt>
                <c:pt idx="955">
                  <c:v>44533</c:v>
                </c:pt>
                <c:pt idx="956">
                  <c:v>44536</c:v>
                </c:pt>
                <c:pt idx="957">
                  <c:v>44537</c:v>
                </c:pt>
                <c:pt idx="958">
                  <c:v>44538</c:v>
                </c:pt>
                <c:pt idx="959">
                  <c:v>44539</c:v>
                </c:pt>
                <c:pt idx="960">
                  <c:v>44540</c:v>
                </c:pt>
                <c:pt idx="961">
                  <c:v>44543</c:v>
                </c:pt>
                <c:pt idx="962">
                  <c:v>44544</c:v>
                </c:pt>
                <c:pt idx="963">
                  <c:v>44545</c:v>
                </c:pt>
                <c:pt idx="964">
                  <c:v>44546</c:v>
                </c:pt>
                <c:pt idx="965">
                  <c:v>44547</c:v>
                </c:pt>
                <c:pt idx="966">
                  <c:v>44550</c:v>
                </c:pt>
                <c:pt idx="967">
                  <c:v>44551</c:v>
                </c:pt>
                <c:pt idx="968">
                  <c:v>44552</c:v>
                </c:pt>
                <c:pt idx="969">
                  <c:v>44553</c:v>
                </c:pt>
                <c:pt idx="970">
                  <c:v>44554</c:v>
                </c:pt>
                <c:pt idx="971">
                  <c:v>44557</c:v>
                </c:pt>
                <c:pt idx="972">
                  <c:v>44558</c:v>
                </c:pt>
                <c:pt idx="973">
                  <c:v>44559</c:v>
                </c:pt>
                <c:pt idx="974">
                  <c:v>44560</c:v>
                </c:pt>
                <c:pt idx="975">
                  <c:v>44561</c:v>
                </c:pt>
                <c:pt idx="976">
                  <c:v>44564</c:v>
                </c:pt>
                <c:pt idx="977">
                  <c:v>44565</c:v>
                </c:pt>
                <c:pt idx="978">
                  <c:v>44566</c:v>
                </c:pt>
                <c:pt idx="979">
                  <c:v>44567</c:v>
                </c:pt>
                <c:pt idx="980">
                  <c:v>44568</c:v>
                </c:pt>
                <c:pt idx="981">
                  <c:v>44571</c:v>
                </c:pt>
                <c:pt idx="982">
                  <c:v>44572</c:v>
                </c:pt>
                <c:pt idx="983">
                  <c:v>44573</c:v>
                </c:pt>
                <c:pt idx="984">
                  <c:v>44574</c:v>
                </c:pt>
                <c:pt idx="985">
                  <c:v>44575</c:v>
                </c:pt>
                <c:pt idx="986">
                  <c:v>44578</c:v>
                </c:pt>
                <c:pt idx="987">
                  <c:v>44579</c:v>
                </c:pt>
                <c:pt idx="988">
                  <c:v>44580</c:v>
                </c:pt>
                <c:pt idx="989">
                  <c:v>44581</c:v>
                </c:pt>
                <c:pt idx="990">
                  <c:v>44582</c:v>
                </c:pt>
                <c:pt idx="991">
                  <c:v>44585</c:v>
                </c:pt>
                <c:pt idx="992">
                  <c:v>44586</c:v>
                </c:pt>
                <c:pt idx="993">
                  <c:v>44587</c:v>
                </c:pt>
                <c:pt idx="994">
                  <c:v>44588</c:v>
                </c:pt>
                <c:pt idx="995">
                  <c:v>44589</c:v>
                </c:pt>
                <c:pt idx="996">
                  <c:v>44592</c:v>
                </c:pt>
                <c:pt idx="997">
                  <c:v>44594</c:v>
                </c:pt>
                <c:pt idx="998">
                  <c:v>44595</c:v>
                </c:pt>
                <c:pt idx="999">
                  <c:v>44596</c:v>
                </c:pt>
                <c:pt idx="1000">
                  <c:v>44599</c:v>
                </c:pt>
                <c:pt idx="1001">
                  <c:v>44600</c:v>
                </c:pt>
                <c:pt idx="1002">
                  <c:v>44601</c:v>
                </c:pt>
                <c:pt idx="1003">
                  <c:v>44602</c:v>
                </c:pt>
                <c:pt idx="1004">
                  <c:v>44603</c:v>
                </c:pt>
                <c:pt idx="1005">
                  <c:v>44606</c:v>
                </c:pt>
                <c:pt idx="1006">
                  <c:v>44607</c:v>
                </c:pt>
                <c:pt idx="1007">
                  <c:v>44608</c:v>
                </c:pt>
                <c:pt idx="1008">
                  <c:v>44609</c:v>
                </c:pt>
                <c:pt idx="1009">
                  <c:v>44610</c:v>
                </c:pt>
                <c:pt idx="1010">
                  <c:v>44613</c:v>
                </c:pt>
                <c:pt idx="1011">
                  <c:v>44614</c:v>
                </c:pt>
                <c:pt idx="1012">
                  <c:v>44615</c:v>
                </c:pt>
                <c:pt idx="1013">
                  <c:v>44616</c:v>
                </c:pt>
                <c:pt idx="1014">
                  <c:v>44617</c:v>
                </c:pt>
                <c:pt idx="1015">
                  <c:v>44621</c:v>
                </c:pt>
                <c:pt idx="1016">
                  <c:v>44622</c:v>
                </c:pt>
                <c:pt idx="1017">
                  <c:v>44624</c:v>
                </c:pt>
                <c:pt idx="1018">
                  <c:v>44627</c:v>
                </c:pt>
                <c:pt idx="1019">
                  <c:v>44628</c:v>
                </c:pt>
                <c:pt idx="1020">
                  <c:v>44629</c:v>
                </c:pt>
                <c:pt idx="1021">
                  <c:v>44630</c:v>
                </c:pt>
                <c:pt idx="1022">
                  <c:v>44631</c:v>
                </c:pt>
                <c:pt idx="1023">
                  <c:v>44634</c:v>
                </c:pt>
                <c:pt idx="1024">
                  <c:v>44635</c:v>
                </c:pt>
                <c:pt idx="1025">
                  <c:v>44636</c:v>
                </c:pt>
                <c:pt idx="1026">
                  <c:v>44637</c:v>
                </c:pt>
                <c:pt idx="1027">
                  <c:v>44638</c:v>
                </c:pt>
                <c:pt idx="1028">
                  <c:v>44641</c:v>
                </c:pt>
                <c:pt idx="1029">
                  <c:v>44642</c:v>
                </c:pt>
                <c:pt idx="1030">
                  <c:v>44643</c:v>
                </c:pt>
                <c:pt idx="1031">
                  <c:v>44644</c:v>
                </c:pt>
                <c:pt idx="1032">
                  <c:v>44645</c:v>
                </c:pt>
                <c:pt idx="1033">
                  <c:v>44648</c:v>
                </c:pt>
                <c:pt idx="1034">
                  <c:v>44649</c:v>
                </c:pt>
                <c:pt idx="1035">
                  <c:v>44650</c:v>
                </c:pt>
                <c:pt idx="1036">
                  <c:v>44651</c:v>
                </c:pt>
                <c:pt idx="1037">
                  <c:v>44652</c:v>
                </c:pt>
                <c:pt idx="1038">
                  <c:v>44655</c:v>
                </c:pt>
                <c:pt idx="1039">
                  <c:v>44656</c:v>
                </c:pt>
                <c:pt idx="1040">
                  <c:v>44657</c:v>
                </c:pt>
                <c:pt idx="1041">
                  <c:v>44658</c:v>
                </c:pt>
                <c:pt idx="1042">
                  <c:v>44659</c:v>
                </c:pt>
                <c:pt idx="1043">
                  <c:v>44662</c:v>
                </c:pt>
                <c:pt idx="1044">
                  <c:v>44663</c:v>
                </c:pt>
                <c:pt idx="1045">
                  <c:v>44664</c:v>
                </c:pt>
                <c:pt idx="1046">
                  <c:v>44665</c:v>
                </c:pt>
                <c:pt idx="1047">
                  <c:v>44669</c:v>
                </c:pt>
                <c:pt idx="1048">
                  <c:v>44670</c:v>
                </c:pt>
                <c:pt idx="1049">
                  <c:v>44671</c:v>
                </c:pt>
                <c:pt idx="1050">
                  <c:v>44672</c:v>
                </c:pt>
                <c:pt idx="1051">
                  <c:v>44673</c:v>
                </c:pt>
                <c:pt idx="1052">
                  <c:v>44676</c:v>
                </c:pt>
                <c:pt idx="1053">
                  <c:v>44677</c:v>
                </c:pt>
                <c:pt idx="1054">
                  <c:v>44678</c:v>
                </c:pt>
                <c:pt idx="1055">
                  <c:v>44679</c:v>
                </c:pt>
                <c:pt idx="1056">
                  <c:v>44690</c:v>
                </c:pt>
                <c:pt idx="1057">
                  <c:v>44691</c:v>
                </c:pt>
                <c:pt idx="1058">
                  <c:v>44692</c:v>
                </c:pt>
                <c:pt idx="1059">
                  <c:v>44693</c:v>
                </c:pt>
                <c:pt idx="1060">
                  <c:v>44694</c:v>
                </c:pt>
                <c:pt idx="1061">
                  <c:v>44698</c:v>
                </c:pt>
                <c:pt idx="1062">
                  <c:v>44699</c:v>
                </c:pt>
                <c:pt idx="1063">
                  <c:v>44700</c:v>
                </c:pt>
                <c:pt idx="1064">
                  <c:v>44701</c:v>
                </c:pt>
                <c:pt idx="1065">
                  <c:v>44704</c:v>
                </c:pt>
                <c:pt idx="1066">
                  <c:v>44705</c:v>
                </c:pt>
                <c:pt idx="1067">
                  <c:v>44706</c:v>
                </c:pt>
                <c:pt idx="1068">
                  <c:v>44708</c:v>
                </c:pt>
                <c:pt idx="1069">
                  <c:v>44711</c:v>
                </c:pt>
                <c:pt idx="1070">
                  <c:v>44712</c:v>
                </c:pt>
                <c:pt idx="1071">
                  <c:v>44714</c:v>
                </c:pt>
                <c:pt idx="1072">
                  <c:v>44715</c:v>
                </c:pt>
                <c:pt idx="1073">
                  <c:v>44718</c:v>
                </c:pt>
                <c:pt idx="1074">
                  <c:v>44719</c:v>
                </c:pt>
                <c:pt idx="1075">
                  <c:v>44720</c:v>
                </c:pt>
                <c:pt idx="1076">
                  <c:v>44721</c:v>
                </c:pt>
                <c:pt idx="1077">
                  <c:v>44722</c:v>
                </c:pt>
                <c:pt idx="1078">
                  <c:v>44725</c:v>
                </c:pt>
                <c:pt idx="1079">
                  <c:v>44726</c:v>
                </c:pt>
                <c:pt idx="1080">
                  <c:v>44727</c:v>
                </c:pt>
                <c:pt idx="1081">
                  <c:v>44728</c:v>
                </c:pt>
                <c:pt idx="1082">
                  <c:v>44729</c:v>
                </c:pt>
                <c:pt idx="1083">
                  <c:v>44732</c:v>
                </c:pt>
                <c:pt idx="1084">
                  <c:v>44733</c:v>
                </c:pt>
                <c:pt idx="1085">
                  <c:v>44734</c:v>
                </c:pt>
                <c:pt idx="1086">
                  <c:v>44735</c:v>
                </c:pt>
                <c:pt idx="1087">
                  <c:v>44736</c:v>
                </c:pt>
                <c:pt idx="1088">
                  <c:v>44739</c:v>
                </c:pt>
                <c:pt idx="1089">
                  <c:v>44740</c:v>
                </c:pt>
                <c:pt idx="1090">
                  <c:v>44741</c:v>
                </c:pt>
                <c:pt idx="1091">
                  <c:v>44742</c:v>
                </c:pt>
                <c:pt idx="1092">
                  <c:v>44743</c:v>
                </c:pt>
                <c:pt idx="1093">
                  <c:v>44746</c:v>
                </c:pt>
                <c:pt idx="1094">
                  <c:v>44747</c:v>
                </c:pt>
                <c:pt idx="1095">
                  <c:v>44748</c:v>
                </c:pt>
                <c:pt idx="1096">
                  <c:v>44749</c:v>
                </c:pt>
                <c:pt idx="1097">
                  <c:v>44750</c:v>
                </c:pt>
                <c:pt idx="1098">
                  <c:v>44753</c:v>
                </c:pt>
                <c:pt idx="1099">
                  <c:v>44754</c:v>
                </c:pt>
                <c:pt idx="1100">
                  <c:v>44755</c:v>
                </c:pt>
                <c:pt idx="1101">
                  <c:v>44756</c:v>
                </c:pt>
                <c:pt idx="1102">
                  <c:v>44757</c:v>
                </c:pt>
                <c:pt idx="1103">
                  <c:v>44760</c:v>
                </c:pt>
                <c:pt idx="1104">
                  <c:v>44761</c:v>
                </c:pt>
                <c:pt idx="1105">
                  <c:v>44762</c:v>
                </c:pt>
                <c:pt idx="1106">
                  <c:v>44763</c:v>
                </c:pt>
                <c:pt idx="1107">
                  <c:v>44764</c:v>
                </c:pt>
                <c:pt idx="1108">
                  <c:v>44767</c:v>
                </c:pt>
                <c:pt idx="1109">
                  <c:v>44768</c:v>
                </c:pt>
                <c:pt idx="1110">
                  <c:v>44769</c:v>
                </c:pt>
                <c:pt idx="1111">
                  <c:v>44770</c:v>
                </c:pt>
                <c:pt idx="1112">
                  <c:v>44771</c:v>
                </c:pt>
                <c:pt idx="1113">
                  <c:v>44774</c:v>
                </c:pt>
                <c:pt idx="1114">
                  <c:v>44775</c:v>
                </c:pt>
                <c:pt idx="1115">
                  <c:v>44776</c:v>
                </c:pt>
                <c:pt idx="1116">
                  <c:v>44777</c:v>
                </c:pt>
                <c:pt idx="1117">
                  <c:v>44778</c:v>
                </c:pt>
                <c:pt idx="1118">
                  <c:v>44781</c:v>
                </c:pt>
                <c:pt idx="1119">
                  <c:v>44782</c:v>
                </c:pt>
                <c:pt idx="1120">
                  <c:v>44783</c:v>
                </c:pt>
                <c:pt idx="1121">
                  <c:v>44784</c:v>
                </c:pt>
                <c:pt idx="1122">
                  <c:v>44785</c:v>
                </c:pt>
                <c:pt idx="1123">
                  <c:v>44788</c:v>
                </c:pt>
                <c:pt idx="1124">
                  <c:v>44789</c:v>
                </c:pt>
                <c:pt idx="1125">
                  <c:v>44791</c:v>
                </c:pt>
                <c:pt idx="1126">
                  <c:v>44792</c:v>
                </c:pt>
                <c:pt idx="1127">
                  <c:v>44795</c:v>
                </c:pt>
                <c:pt idx="1128">
                  <c:v>44796</c:v>
                </c:pt>
                <c:pt idx="1129">
                  <c:v>44797</c:v>
                </c:pt>
                <c:pt idx="1130">
                  <c:v>44798</c:v>
                </c:pt>
                <c:pt idx="1131">
                  <c:v>44799</c:v>
                </c:pt>
                <c:pt idx="1132">
                  <c:v>44802</c:v>
                </c:pt>
                <c:pt idx="1133">
                  <c:v>44803</c:v>
                </c:pt>
                <c:pt idx="1134">
                  <c:v>44804</c:v>
                </c:pt>
                <c:pt idx="1135">
                  <c:v>44805</c:v>
                </c:pt>
                <c:pt idx="1136">
                  <c:v>44806</c:v>
                </c:pt>
                <c:pt idx="1137">
                  <c:v>44809</c:v>
                </c:pt>
                <c:pt idx="1138">
                  <c:v>44810</c:v>
                </c:pt>
                <c:pt idx="1139">
                  <c:v>44811</c:v>
                </c:pt>
                <c:pt idx="1140">
                  <c:v>44812</c:v>
                </c:pt>
                <c:pt idx="1141">
                  <c:v>44813</c:v>
                </c:pt>
                <c:pt idx="1142">
                  <c:v>44816</c:v>
                </c:pt>
                <c:pt idx="1143">
                  <c:v>44817</c:v>
                </c:pt>
                <c:pt idx="1144">
                  <c:v>44818</c:v>
                </c:pt>
                <c:pt idx="1145">
                  <c:v>44819</c:v>
                </c:pt>
                <c:pt idx="1146">
                  <c:v>44820</c:v>
                </c:pt>
                <c:pt idx="1147">
                  <c:v>44823</c:v>
                </c:pt>
                <c:pt idx="1148">
                  <c:v>44824</c:v>
                </c:pt>
                <c:pt idx="1149">
                  <c:v>44825</c:v>
                </c:pt>
                <c:pt idx="1150">
                  <c:v>44826</c:v>
                </c:pt>
                <c:pt idx="1151">
                  <c:v>44827</c:v>
                </c:pt>
                <c:pt idx="1152">
                  <c:v>44830</c:v>
                </c:pt>
                <c:pt idx="1153">
                  <c:v>44831</c:v>
                </c:pt>
                <c:pt idx="1154">
                  <c:v>44832</c:v>
                </c:pt>
                <c:pt idx="1155">
                  <c:v>44833</c:v>
                </c:pt>
                <c:pt idx="1156">
                  <c:v>44834</c:v>
                </c:pt>
                <c:pt idx="1157">
                  <c:v>44837</c:v>
                </c:pt>
                <c:pt idx="1158">
                  <c:v>44838</c:v>
                </c:pt>
                <c:pt idx="1159">
                  <c:v>44839</c:v>
                </c:pt>
                <c:pt idx="1160">
                  <c:v>44840</c:v>
                </c:pt>
                <c:pt idx="1161">
                  <c:v>44841</c:v>
                </c:pt>
                <c:pt idx="1162">
                  <c:v>44844</c:v>
                </c:pt>
                <c:pt idx="1163">
                  <c:v>44845</c:v>
                </c:pt>
                <c:pt idx="1164">
                  <c:v>44846</c:v>
                </c:pt>
                <c:pt idx="1165">
                  <c:v>44847</c:v>
                </c:pt>
                <c:pt idx="1166">
                  <c:v>44848</c:v>
                </c:pt>
                <c:pt idx="1167">
                  <c:v>44851</c:v>
                </c:pt>
                <c:pt idx="1168">
                  <c:v>44852</c:v>
                </c:pt>
                <c:pt idx="1169">
                  <c:v>44853</c:v>
                </c:pt>
                <c:pt idx="1170">
                  <c:v>44854</c:v>
                </c:pt>
                <c:pt idx="1171">
                  <c:v>44855</c:v>
                </c:pt>
                <c:pt idx="1172">
                  <c:v>44858</c:v>
                </c:pt>
                <c:pt idx="1173">
                  <c:v>44859</c:v>
                </c:pt>
                <c:pt idx="1174">
                  <c:v>44860</c:v>
                </c:pt>
                <c:pt idx="1175">
                  <c:v>44861</c:v>
                </c:pt>
                <c:pt idx="1176">
                  <c:v>44862</c:v>
                </c:pt>
                <c:pt idx="1177">
                  <c:v>44865</c:v>
                </c:pt>
                <c:pt idx="1178">
                  <c:v>44866</c:v>
                </c:pt>
                <c:pt idx="1179">
                  <c:v>44867</c:v>
                </c:pt>
                <c:pt idx="1180">
                  <c:v>44868</c:v>
                </c:pt>
                <c:pt idx="1181">
                  <c:v>44869</c:v>
                </c:pt>
                <c:pt idx="1182">
                  <c:v>44872</c:v>
                </c:pt>
                <c:pt idx="1183">
                  <c:v>44873</c:v>
                </c:pt>
                <c:pt idx="1184">
                  <c:v>44874</c:v>
                </c:pt>
                <c:pt idx="1185">
                  <c:v>44875</c:v>
                </c:pt>
                <c:pt idx="1186">
                  <c:v>44876</c:v>
                </c:pt>
                <c:pt idx="1187">
                  <c:v>44879</c:v>
                </c:pt>
                <c:pt idx="1188">
                  <c:v>44880</c:v>
                </c:pt>
                <c:pt idx="1189">
                  <c:v>44881</c:v>
                </c:pt>
                <c:pt idx="1190">
                  <c:v>44882</c:v>
                </c:pt>
                <c:pt idx="1191">
                  <c:v>44883</c:v>
                </c:pt>
                <c:pt idx="1192">
                  <c:v>44886</c:v>
                </c:pt>
                <c:pt idx="1193">
                  <c:v>44887</c:v>
                </c:pt>
                <c:pt idx="1194">
                  <c:v>44888</c:v>
                </c:pt>
                <c:pt idx="1195">
                  <c:v>44889</c:v>
                </c:pt>
                <c:pt idx="1196">
                  <c:v>44890</c:v>
                </c:pt>
                <c:pt idx="1197">
                  <c:v>44893</c:v>
                </c:pt>
                <c:pt idx="1198">
                  <c:v>44894</c:v>
                </c:pt>
                <c:pt idx="1199">
                  <c:v>44895</c:v>
                </c:pt>
                <c:pt idx="1200">
                  <c:v>44896</c:v>
                </c:pt>
                <c:pt idx="1201">
                  <c:v>44897</c:v>
                </c:pt>
                <c:pt idx="1202">
                  <c:v>44900</c:v>
                </c:pt>
                <c:pt idx="1203">
                  <c:v>44901</c:v>
                </c:pt>
                <c:pt idx="1204">
                  <c:v>44902</c:v>
                </c:pt>
                <c:pt idx="1205">
                  <c:v>44903</c:v>
                </c:pt>
                <c:pt idx="1206">
                  <c:v>44904</c:v>
                </c:pt>
                <c:pt idx="1207">
                  <c:v>44907</c:v>
                </c:pt>
                <c:pt idx="1208">
                  <c:v>44908</c:v>
                </c:pt>
                <c:pt idx="1209">
                  <c:v>44909</c:v>
                </c:pt>
                <c:pt idx="1210">
                  <c:v>44910</c:v>
                </c:pt>
                <c:pt idx="1211">
                  <c:v>44911</c:v>
                </c:pt>
                <c:pt idx="1212">
                  <c:v>44914</c:v>
                </c:pt>
                <c:pt idx="1213">
                  <c:v>44915</c:v>
                </c:pt>
                <c:pt idx="1214">
                  <c:v>44916</c:v>
                </c:pt>
                <c:pt idx="1215">
                  <c:v>44917</c:v>
                </c:pt>
                <c:pt idx="1216">
                  <c:v>44918</c:v>
                </c:pt>
                <c:pt idx="1217">
                  <c:v>44921</c:v>
                </c:pt>
                <c:pt idx="1218">
                  <c:v>44922</c:v>
                </c:pt>
                <c:pt idx="1219">
                  <c:v>44923</c:v>
                </c:pt>
                <c:pt idx="1220">
                  <c:v>44924</c:v>
                </c:pt>
                <c:pt idx="1221">
                  <c:v>44925</c:v>
                </c:pt>
                <c:pt idx="1222">
                  <c:v>44928</c:v>
                </c:pt>
                <c:pt idx="1223">
                  <c:v>44929</c:v>
                </c:pt>
                <c:pt idx="1224">
                  <c:v>44930</c:v>
                </c:pt>
                <c:pt idx="1225">
                  <c:v>44931</c:v>
                </c:pt>
                <c:pt idx="1226">
                  <c:v>44932</c:v>
                </c:pt>
                <c:pt idx="1227">
                  <c:v>44935</c:v>
                </c:pt>
                <c:pt idx="1228">
                  <c:v>44936</c:v>
                </c:pt>
                <c:pt idx="1229">
                  <c:v>44937</c:v>
                </c:pt>
                <c:pt idx="1230">
                  <c:v>44938</c:v>
                </c:pt>
                <c:pt idx="1231">
                  <c:v>44939</c:v>
                </c:pt>
                <c:pt idx="1232">
                  <c:v>44942</c:v>
                </c:pt>
                <c:pt idx="1233">
                  <c:v>44943</c:v>
                </c:pt>
                <c:pt idx="1234">
                  <c:v>44944</c:v>
                </c:pt>
                <c:pt idx="1235">
                  <c:v>44945</c:v>
                </c:pt>
                <c:pt idx="1236">
                  <c:v>44946</c:v>
                </c:pt>
                <c:pt idx="1237">
                  <c:v>44950</c:v>
                </c:pt>
                <c:pt idx="1238">
                  <c:v>44951</c:v>
                </c:pt>
                <c:pt idx="1239">
                  <c:v>44952</c:v>
                </c:pt>
                <c:pt idx="1240">
                  <c:v>44953</c:v>
                </c:pt>
                <c:pt idx="1241">
                  <c:v>44956</c:v>
                </c:pt>
                <c:pt idx="1242">
                  <c:v>44957</c:v>
                </c:pt>
                <c:pt idx="1243">
                  <c:v>44958</c:v>
                </c:pt>
                <c:pt idx="1244">
                  <c:v>44959</c:v>
                </c:pt>
                <c:pt idx="1245">
                  <c:v>44960</c:v>
                </c:pt>
                <c:pt idx="1246">
                  <c:v>44963</c:v>
                </c:pt>
                <c:pt idx="1247">
                  <c:v>44964</c:v>
                </c:pt>
                <c:pt idx="1248">
                  <c:v>44965</c:v>
                </c:pt>
                <c:pt idx="1249">
                  <c:v>44966</c:v>
                </c:pt>
                <c:pt idx="1250">
                  <c:v>44967</c:v>
                </c:pt>
                <c:pt idx="1251">
                  <c:v>44970</c:v>
                </c:pt>
                <c:pt idx="1252">
                  <c:v>44971</c:v>
                </c:pt>
                <c:pt idx="1253">
                  <c:v>44972</c:v>
                </c:pt>
                <c:pt idx="1254">
                  <c:v>44973</c:v>
                </c:pt>
                <c:pt idx="1255">
                  <c:v>44974</c:v>
                </c:pt>
                <c:pt idx="1256">
                  <c:v>44977</c:v>
                </c:pt>
                <c:pt idx="1257">
                  <c:v>44978</c:v>
                </c:pt>
                <c:pt idx="1258">
                  <c:v>44979</c:v>
                </c:pt>
                <c:pt idx="1259">
                  <c:v>44980</c:v>
                </c:pt>
                <c:pt idx="1260">
                  <c:v>44981</c:v>
                </c:pt>
                <c:pt idx="1261">
                  <c:v>44984</c:v>
                </c:pt>
                <c:pt idx="1262">
                  <c:v>44985</c:v>
                </c:pt>
                <c:pt idx="1263">
                  <c:v>44986</c:v>
                </c:pt>
                <c:pt idx="1264">
                  <c:v>44987</c:v>
                </c:pt>
                <c:pt idx="1265">
                  <c:v>44988</c:v>
                </c:pt>
                <c:pt idx="1266">
                  <c:v>44991</c:v>
                </c:pt>
                <c:pt idx="1267">
                  <c:v>44992</c:v>
                </c:pt>
                <c:pt idx="1268">
                  <c:v>44993</c:v>
                </c:pt>
                <c:pt idx="1269">
                  <c:v>44994</c:v>
                </c:pt>
                <c:pt idx="1270">
                  <c:v>44995</c:v>
                </c:pt>
                <c:pt idx="1271">
                  <c:v>44998</c:v>
                </c:pt>
                <c:pt idx="1272">
                  <c:v>44999</c:v>
                </c:pt>
                <c:pt idx="1273">
                  <c:v>45000</c:v>
                </c:pt>
                <c:pt idx="1274">
                  <c:v>45001</c:v>
                </c:pt>
                <c:pt idx="1275">
                  <c:v>45002</c:v>
                </c:pt>
                <c:pt idx="1276">
                  <c:v>45005</c:v>
                </c:pt>
                <c:pt idx="1277">
                  <c:v>45006</c:v>
                </c:pt>
                <c:pt idx="1278">
                  <c:v>45009</c:v>
                </c:pt>
                <c:pt idx="1279">
                  <c:v>45012</c:v>
                </c:pt>
                <c:pt idx="1280">
                  <c:v>45013</c:v>
                </c:pt>
                <c:pt idx="1281">
                  <c:v>45014</c:v>
                </c:pt>
                <c:pt idx="1282">
                  <c:v>45015</c:v>
                </c:pt>
                <c:pt idx="1283">
                  <c:v>45016</c:v>
                </c:pt>
                <c:pt idx="1284">
                  <c:v>45019</c:v>
                </c:pt>
                <c:pt idx="1285">
                  <c:v>45020</c:v>
                </c:pt>
                <c:pt idx="1286">
                  <c:v>45021</c:v>
                </c:pt>
                <c:pt idx="1287">
                  <c:v>45022</c:v>
                </c:pt>
                <c:pt idx="1288">
                  <c:v>45026</c:v>
                </c:pt>
                <c:pt idx="1289">
                  <c:v>45027</c:v>
                </c:pt>
                <c:pt idx="1290">
                  <c:v>45028</c:v>
                </c:pt>
                <c:pt idx="1291">
                  <c:v>45029</c:v>
                </c:pt>
                <c:pt idx="1292">
                  <c:v>45030</c:v>
                </c:pt>
                <c:pt idx="1293">
                  <c:v>45033</c:v>
                </c:pt>
                <c:pt idx="1294">
                  <c:v>45034</c:v>
                </c:pt>
                <c:pt idx="1295">
                  <c:v>45042</c:v>
                </c:pt>
                <c:pt idx="1296">
                  <c:v>45043</c:v>
                </c:pt>
                <c:pt idx="1297">
                  <c:v>45044</c:v>
                </c:pt>
                <c:pt idx="1298">
                  <c:v>45048</c:v>
                </c:pt>
                <c:pt idx="1299">
                  <c:v>45049</c:v>
                </c:pt>
                <c:pt idx="1300">
                  <c:v>45050</c:v>
                </c:pt>
                <c:pt idx="1301">
                  <c:v>45051</c:v>
                </c:pt>
                <c:pt idx="1302">
                  <c:v>45054</c:v>
                </c:pt>
                <c:pt idx="1303">
                  <c:v>45055</c:v>
                </c:pt>
                <c:pt idx="1304">
                  <c:v>45056</c:v>
                </c:pt>
                <c:pt idx="1305">
                  <c:v>45057</c:v>
                </c:pt>
                <c:pt idx="1306">
                  <c:v>45058</c:v>
                </c:pt>
                <c:pt idx="1307">
                  <c:v>45061</c:v>
                </c:pt>
                <c:pt idx="1308">
                  <c:v>45062</c:v>
                </c:pt>
                <c:pt idx="1309">
                  <c:v>45063</c:v>
                </c:pt>
                <c:pt idx="1310">
                  <c:v>45065</c:v>
                </c:pt>
                <c:pt idx="1311">
                  <c:v>45068</c:v>
                </c:pt>
                <c:pt idx="1312">
                  <c:v>45069</c:v>
                </c:pt>
                <c:pt idx="1313">
                  <c:v>45070</c:v>
                </c:pt>
                <c:pt idx="1314">
                  <c:v>45071</c:v>
                </c:pt>
                <c:pt idx="1315">
                  <c:v>45072</c:v>
                </c:pt>
                <c:pt idx="1316">
                  <c:v>45075</c:v>
                </c:pt>
                <c:pt idx="1317">
                  <c:v>45076</c:v>
                </c:pt>
                <c:pt idx="1318">
                  <c:v>45077</c:v>
                </c:pt>
                <c:pt idx="1319">
                  <c:v>45082</c:v>
                </c:pt>
                <c:pt idx="1320">
                  <c:v>45083</c:v>
                </c:pt>
                <c:pt idx="1321">
                  <c:v>45084</c:v>
                </c:pt>
                <c:pt idx="1322">
                  <c:v>45085</c:v>
                </c:pt>
                <c:pt idx="1323">
                  <c:v>45086</c:v>
                </c:pt>
                <c:pt idx="1324">
                  <c:v>45089</c:v>
                </c:pt>
                <c:pt idx="1325">
                  <c:v>45090</c:v>
                </c:pt>
                <c:pt idx="1326">
                  <c:v>45091</c:v>
                </c:pt>
                <c:pt idx="1327">
                  <c:v>45092</c:v>
                </c:pt>
                <c:pt idx="1328">
                  <c:v>45093</c:v>
                </c:pt>
                <c:pt idx="1329">
                  <c:v>45096</c:v>
                </c:pt>
                <c:pt idx="1330">
                  <c:v>45097</c:v>
                </c:pt>
                <c:pt idx="1331">
                  <c:v>45098</c:v>
                </c:pt>
                <c:pt idx="1332">
                  <c:v>45099</c:v>
                </c:pt>
                <c:pt idx="1333">
                  <c:v>45100</c:v>
                </c:pt>
                <c:pt idx="1334">
                  <c:v>45103</c:v>
                </c:pt>
                <c:pt idx="1335">
                  <c:v>45104</c:v>
                </c:pt>
                <c:pt idx="1336">
                  <c:v>45110</c:v>
                </c:pt>
                <c:pt idx="1337">
                  <c:v>45111</c:v>
                </c:pt>
                <c:pt idx="1338">
                  <c:v>45112</c:v>
                </c:pt>
                <c:pt idx="1339">
                  <c:v>45113</c:v>
                </c:pt>
                <c:pt idx="1340">
                  <c:v>45114</c:v>
                </c:pt>
                <c:pt idx="1341">
                  <c:v>45117</c:v>
                </c:pt>
                <c:pt idx="1342">
                  <c:v>45118</c:v>
                </c:pt>
                <c:pt idx="1343">
                  <c:v>45119</c:v>
                </c:pt>
                <c:pt idx="1344">
                  <c:v>45120</c:v>
                </c:pt>
                <c:pt idx="1345">
                  <c:v>45121</c:v>
                </c:pt>
                <c:pt idx="1346">
                  <c:v>45124</c:v>
                </c:pt>
                <c:pt idx="1347">
                  <c:v>45125</c:v>
                </c:pt>
                <c:pt idx="1348">
                  <c:v>45127</c:v>
                </c:pt>
                <c:pt idx="1349">
                  <c:v>45128</c:v>
                </c:pt>
                <c:pt idx="1350">
                  <c:v>45131</c:v>
                </c:pt>
                <c:pt idx="1351">
                  <c:v>45132</c:v>
                </c:pt>
                <c:pt idx="1352">
                  <c:v>45133</c:v>
                </c:pt>
                <c:pt idx="1353">
                  <c:v>45134</c:v>
                </c:pt>
                <c:pt idx="1354">
                  <c:v>45135</c:v>
                </c:pt>
                <c:pt idx="1355">
                  <c:v>45138</c:v>
                </c:pt>
                <c:pt idx="1356">
                  <c:v>45139</c:v>
                </c:pt>
                <c:pt idx="1357">
                  <c:v>45140</c:v>
                </c:pt>
                <c:pt idx="1358">
                  <c:v>45141</c:v>
                </c:pt>
                <c:pt idx="1359">
                  <c:v>45142</c:v>
                </c:pt>
                <c:pt idx="1360">
                  <c:v>45145</c:v>
                </c:pt>
                <c:pt idx="1361">
                  <c:v>45146</c:v>
                </c:pt>
                <c:pt idx="1362">
                  <c:v>45147</c:v>
                </c:pt>
                <c:pt idx="1363">
                  <c:v>45148</c:v>
                </c:pt>
                <c:pt idx="1364">
                  <c:v>45149</c:v>
                </c:pt>
                <c:pt idx="1365">
                  <c:v>45152</c:v>
                </c:pt>
                <c:pt idx="1366">
                  <c:v>45153</c:v>
                </c:pt>
                <c:pt idx="1367">
                  <c:v>45154</c:v>
                </c:pt>
                <c:pt idx="1368">
                  <c:v>45156</c:v>
                </c:pt>
                <c:pt idx="1369">
                  <c:v>45159</c:v>
                </c:pt>
                <c:pt idx="1370">
                  <c:v>45160</c:v>
                </c:pt>
                <c:pt idx="1371">
                  <c:v>45161</c:v>
                </c:pt>
                <c:pt idx="1372">
                  <c:v>45162</c:v>
                </c:pt>
                <c:pt idx="1373">
                  <c:v>45163</c:v>
                </c:pt>
                <c:pt idx="1374">
                  <c:v>45166</c:v>
                </c:pt>
                <c:pt idx="1375">
                  <c:v>45167</c:v>
                </c:pt>
                <c:pt idx="1376">
                  <c:v>45168</c:v>
                </c:pt>
                <c:pt idx="1377">
                  <c:v>45169</c:v>
                </c:pt>
                <c:pt idx="1378">
                  <c:v>45170</c:v>
                </c:pt>
                <c:pt idx="1379">
                  <c:v>45173</c:v>
                </c:pt>
                <c:pt idx="1380">
                  <c:v>45174</c:v>
                </c:pt>
                <c:pt idx="1381">
                  <c:v>45175</c:v>
                </c:pt>
                <c:pt idx="1382">
                  <c:v>45176</c:v>
                </c:pt>
                <c:pt idx="1383">
                  <c:v>45177</c:v>
                </c:pt>
                <c:pt idx="1384">
                  <c:v>45180</c:v>
                </c:pt>
                <c:pt idx="1385">
                  <c:v>45181</c:v>
                </c:pt>
                <c:pt idx="1386">
                  <c:v>45182</c:v>
                </c:pt>
                <c:pt idx="1387">
                  <c:v>45183</c:v>
                </c:pt>
                <c:pt idx="1388">
                  <c:v>45184</c:v>
                </c:pt>
                <c:pt idx="1389">
                  <c:v>45187</c:v>
                </c:pt>
                <c:pt idx="1390">
                  <c:v>45188</c:v>
                </c:pt>
                <c:pt idx="1391">
                  <c:v>45189</c:v>
                </c:pt>
                <c:pt idx="1392">
                  <c:v>45190</c:v>
                </c:pt>
                <c:pt idx="1393">
                  <c:v>45191</c:v>
                </c:pt>
                <c:pt idx="1394">
                  <c:v>45194</c:v>
                </c:pt>
                <c:pt idx="1395">
                  <c:v>45195</c:v>
                </c:pt>
                <c:pt idx="1396">
                  <c:v>45196</c:v>
                </c:pt>
                <c:pt idx="1397">
                  <c:v>45198</c:v>
                </c:pt>
                <c:pt idx="1398">
                  <c:v>45201</c:v>
                </c:pt>
                <c:pt idx="1399">
                  <c:v>45202</c:v>
                </c:pt>
                <c:pt idx="1400">
                  <c:v>45203</c:v>
                </c:pt>
                <c:pt idx="1401">
                  <c:v>45204</c:v>
                </c:pt>
                <c:pt idx="1402">
                  <c:v>45205</c:v>
                </c:pt>
                <c:pt idx="1403">
                  <c:v>45208</c:v>
                </c:pt>
                <c:pt idx="1404">
                  <c:v>45209</c:v>
                </c:pt>
                <c:pt idx="1405">
                  <c:v>45210</c:v>
                </c:pt>
                <c:pt idx="1406">
                  <c:v>45211</c:v>
                </c:pt>
                <c:pt idx="1407">
                  <c:v>45212</c:v>
                </c:pt>
                <c:pt idx="1408">
                  <c:v>45215</c:v>
                </c:pt>
                <c:pt idx="1409">
                  <c:v>45216</c:v>
                </c:pt>
                <c:pt idx="1410">
                  <c:v>45217</c:v>
                </c:pt>
                <c:pt idx="1411">
                  <c:v>45218</c:v>
                </c:pt>
                <c:pt idx="1412">
                  <c:v>45219</c:v>
                </c:pt>
                <c:pt idx="1413">
                  <c:v>45222</c:v>
                </c:pt>
                <c:pt idx="1414">
                  <c:v>45223</c:v>
                </c:pt>
                <c:pt idx="1415">
                  <c:v>45224</c:v>
                </c:pt>
                <c:pt idx="1416">
                  <c:v>45225</c:v>
                </c:pt>
                <c:pt idx="1417">
                  <c:v>45226</c:v>
                </c:pt>
                <c:pt idx="1418">
                  <c:v>45229</c:v>
                </c:pt>
                <c:pt idx="1419">
                  <c:v>45230</c:v>
                </c:pt>
                <c:pt idx="1420">
                  <c:v>45231</c:v>
                </c:pt>
                <c:pt idx="1421">
                  <c:v>45232</c:v>
                </c:pt>
                <c:pt idx="1422">
                  <c:v>45233</c:v>
                </c:pt>
                <c:pt idx="1423">
                  <c:v>45236</c:v>
                </c:pt>
                <c:pt idx="1424">
                  <c:v>45237</c:v>
                </c:pt>
                <c:pt idx="1425">
                  <c:v>45238</c:v>
                </c:pt>
                <c:pt idx="1426">
                  <c:v>45239</c:v>
                </c:pt>
                <c:pt idx="1427">
                  <c:v>45240</c:v>
                </c:pt>
                <c:pt idx="1428">
                  <c:v>45243</c:v>
                </c:pt>
                <c:pt idx="1429">
                  <c:v>45244</c:v>
                </c:pt>
                <c:pt idx="1430">
                  <c:v>45245</c:v>
                </c:pt>
                <c:pt idx="1431">
                  <c:v>45246</c:v>
                </c:pt>
                <c:pt idx="1432">
                  <c:v>45247</c:v>
                </c:pt>
                <c:pt idx="1433">
                  <c:v>45250</c:v>
                </c:pt>
                <c:pt idx="1434">
                  <c:v>45251</c:v>
                </c:pt>
                <c:pt idx="1435">
                  <c:v>45252</c:v>
                </c:pt>
                <c:pt idx="1436">
                  <c:v>45253</c:v>
                </c:pt>
                <c:pt idx="1437">
                  <c:v>45254</c:v>
                </c:pt>
                <c:pt idx="1438">
                  <c:v>45257</c:v>
                </c:pt>
                <c:pt idx="1439">
                  <c:v>45258</c:v>
                </c:pt>
                <c:pt idx="1440">
                  <c:v>45259</c:v>
                </c:pt>
                <c:pt idx="1441">
                  <c:v>45260</c:v>
                </c:pt>
                <c:pt idx="1442">
                  <c:v>45261</c:v>
                </c:pt>
                <c:pt idx="1443">
                  <c:v>45264</c:v>
                </c:pt>
                <c:pt idx="1444">
                  <c:v>45265</c:v>
                </c:pt>
                <c:pt idx="1445">
                  <c:v>45266</c:v>
                </c:pt>
                <c:pt idx="1446">
                  <c:v>45267</c:v>
                </c:pt>
                <c:pt idx="1447">
                  <c:v>45268</c:v>
                </c:pt>
                <c:pt idx="1448">
                  <c:v>45271</c:v>
                </c:pt>
                <c:pt idx="1449">
                  <c:v>45272</c:v>
                </c:pt>
                <c:pt idx="1450">
                  <c:v>45273</c:v>
                </c:pt>
                <c:pt idx="1451">
                  <c:v>45274</c:v>
                </c:pt>
                <c:pt idx="1452">
                  <c:v>45275</c:v>
                </c:pt>
                <c:pt idx="1453">
                  <c:v>45278</c:v>
                </c:pt>
                <c:pt idx="1454">
                  <c:v>45279</c:v>
                </c:pt>
                <c:pt idx="1455">
                  <c:v>45280</c:v>
                </c:pt>
                <c:pt idx="1456">
                  <c:v>45281</c:v>
                </c:pt>
                <c:pt idx="1457">
                  <c:v>45282</c:v>
                </c:pt>
                <c:pt idx="1458">
                  <c:v>45287</c:v>
                </c:pt>
                <c:pt idx="1459">
                  <c:v>45288</c:v>
                </c:pt>
                <c:pt idx="1460">
                  <c:v>45289</c:v>
                </c:pt>
                <c:pt idx="1461">
                  <c:v>45293</c:v>
                </c:pt>
                <c:pt idx="1462">
                  <c:v>45294</c:v>
                </c:pt>
                <c:pt idx="1463">
                  <c:v>45295</c:v>
                </c:pt>
                <c:pt idx="1464">
                  <c:v>45296</c:v>
                </c:pt>
                <c:pt idx="1465">
                  <c:v>45299</c:v>
                </c:pt>
                <c:pt idx="1466">
                  <c:v>45300</c:v>
                </c:pt>
                <c:pt idx="1467">
                  <c:v>45301</c:v>
                </c:pt>
                <c:pt idx="1468">
                  <c:v>45302</c:v>
                </c:pt>
                <c:pt idx="1469">
                  <c:v>45303</c:v>
                </c:pt>
                <c:pt idx="1470">
                  <c:v>45306</c:v>
                </c:pt>
                <c:pt idx="1471">
                  <c:v>45307</c:v>
                </c:pt>
                <c:pt idx="1472">
                  <c:v>45308</c:v>
                </c:pt>
                <c:pt idx="1473">
                  <c:v>45309</c:v>
                </c:pt>
                <c:pt idx="1474">
                  <c:v>45310</c:v>
                </c:pt>
                <c:pt idx="1475">
                  <c:v>45313</c:v>
                </c:pt>
                <c:pt idx="1476">
                  <c:v>45314</c:v>
                </c:pt>
                <c:pt idx="1477">
                  <c:v>45315</c:v>
                </c:pt>
                <c:pt idx="1478">
                  <c:v>45316</c:v>
                </c:pt>
                <c:pt idx="1479">
                  <c:v>45317</c:v>
                </c:pt>
                <c:pt idx="1480">
                  <c:v>45320</c:v>
                </c:pt>
                <c:pt idx="1481">
                  <c:v>45321</c:v>
                </c:pt>
                <c:pt idx="1482">
                  <c:v>45322</c:v>
                </c:pt>
                <c:pt idx="1483">
                  <c:v>45323</c:v>
                </c:pt>
                <c:pt idx="1484">
                  <c:v>45324</c:v>
                </c:pt>
                <c:pt idx="1485">
                  <c:v>45327</c:v>
                </c:pt>
                <c:pt idx="1486">
                  <c:v>45328</c:v>
                </c:pt>
                <c:pt idx="1487">
                  <c:v>45329</c:v>
                </c:pt>
                <c:pt idx="1488">
                  <c:v>45334</c:v>
                </c:pt>
                <c:pt idx="1489">
                  <c:v>45335</c:v>
                </c:pt>
                <c:pt idx="1490">
                  <c:v>45337</c:v>
                </c:pt>
                <c:pt idx="1491">
                  <c:v>45338</c:v>
                </c:pt>
                <c:pt idx="1492">
                  <c:v>45341</c:v>
                </c:pt>
                <c:pt idx="1493">
                  <c:v>45342</c:v>
                </c:pt>
                <c:pt idx="1494">
                  <c:v>45343</c:v>
                </c:pt>
                <c:pt idx="1495">
                  <c:v>45344</c:v>
                </c:pt>
                <c:pt idx="1496">
                  <c:v>45345</c:v>
                </c:pt>
                <c:pt idx="1497">
                  <c:v>45348</c:v>
                </c:pt>
                <c:pt idx="1498">
                  <c:v>45349</c:v>
                </c:pt>
                <c:pt idx="1499">
                  <c:v>45350</c:v>
                </c:pt>
                <c:pt idx="1500">
                  <c:v>45351</c:v>
                </c:pt>
                <c:pt idx="1501">
                  <c:v>45352</c:v>
                </c:pt>
                <c:pt idx="1502">
                  <c:v>45355</c:v>
                </c:pt>
                <c:pt idx="1503">
                  <c:v>45356</c:v>
                </c:pt>
                <c:pt idx="1504">
                  <c:v>45357</c:v>
                </c:pt>
                <c:pt idx="1505">
                  <c:v>45358</c:v>
                </c:pt>
                <c:pt idx="1506">
                  <c:v>45359</c:v>
                </c:pt>
                <c:pt idx="1507">
                  <c:v>45364</c:v>
                </c:pt>
                <c:pt idx="1508">
                  <c:v>45365</c:v>
                </c:pt>
                <c:pt idx="1509">
                  <c:v>45366</c:v>
                </c:pt>
                <c:pt idx="1510">
                  <c:v>45369</c:v>
                </c:pt>
                <c:pt idx="1511">
                  <c:v>45370</c:v>
                </c:pt>
                <c:pt idx="1512">
                  <c:v>45371</c:v>
                </c:pt>
                <c:pt idx="1513">
                  <c:v>45372</c:v>
                </c:pt>
                <c:pt idx="1514">
                  <c:v>45373</c:v>
                </c:pt>
                <c:pt idx="1515">
                  <c:v>45376</c:v>
                </c:pt>
                <c:pt idx="1516">
                  <c:v>45377</c:v>
                </c:pt>
                <c:pt idx="1517">
                  <c:v>45378</c:v>
                </c:pt>
                <c:pt idx="1518">
                  <c:v>45379</c:v>
                </c:pt>
                <c:pt idx="1519">
                  <c:v>45383</c:v>
                </c:pt>
                <c:pt idx="1520">
                  <c:v>45384</c:v>
                </c:pt>
                <c:pt idx="1521">
                  <c:v>45385</c:v>
                </c:pt>
                <c:pt idx="1522">
                  <c:v>45386</c:v>
                </c:pt>
                <c:pt idx="1523">
                  <c:v>45387</c:v>
                </c:pt>
                <c:pt idx="1524">
                  <c:v>45398</c:v>
                </c:pt>
                <c:pt idx="1525">
                  <c:v>45399</c:v>
                </c:pt>
                <c:pt idx="1526">
                  <c:v>45400</c:v>
                </c:pt>
                <c:pt idx="1527">
                  <c:v>45401</c:v>
                </c:pt>
                <c:pt idx="1528">
                  <c:v>45404</c:v>
                </c:pt>
                <c:pt idx="1529">
                  <c:v>45405</c:v>
                </c:pt>
                <c:pt idx="1530">
                  <c:v>45406</c:v>
                </c:pt>
                <c:pt idx="1531">
                  <c:v>45407</c:v>
                </c:pt>
                <c:pt idx="1532">
                  <c:v>45408</c:v>
                </c:pt>
                <c:pt idx="1533">
                  <c:v>45411</c:v>
                </c:pt>
                <c:pt idx="1534">
                  <c:v>45412</c:v>
                </c:pt>
                <c:pt idx="1535">
                  <c:v>45414</c:v>
                </c:pt>
                <c:pt idx="1536">
                  <c:v>45415</c:v>
                </c:pt>
                <c:pt idx="1537">
                  <c:v>45418</c:v>
                </c:pt>
                <c:pt idx="1538">
                  <c:v>45419</c:v>
                </c:pt>
                <c:pt idx="1539">
                  <c:v>45420</c:v>
                </c:pt>
                <c:pt idx="1540">
                  <c:v>45425</c:v>
                </c:pt>
                <c:pt idx="1541">
                  <c:v>45426</c:v>
                </c:pt>
                <c:pt idx="1542">
                  <c:v>45427</c:v>
                </c:pt>
                <c:pt idx="1543">
                  <c:v>45428</c:v>
                </c:pt>
                <c:pt idx="1544">
                  <c:v>45429</c:v>
                </c:pt>
                <c:pt idx="1545">
                  <c:v>45432</c:v>
                </c:pt>
                <c:pt idx="1546">
                  <c:v>45433</c:v>
                </c:pt>
                <c:pt idx="1547">
                  <c:v>45434</c:v>
                </c:pt>
                <c:pt idx="1548">
                  <c:v>45439</c:v>
                </c:pt>
                <c:pt idx="1549">
                  <c:v>45440</c:v>
                </c:pt>
                <c:pt idx="1550">
                  <c:v>45441</c:v>
                </c:pt>
                <c:pt idx="1551">
                  <c:v>45442</c:v>
                </c:pt>
                <c:pt idx="1552">
                  <c:v>45443</c:v>
                </c:pt>
                <c:pt idx="1553">
                  <c:v>45446</c:v>
                </c:pt>
                <c:pt idx="1554">
                  <c:v>45447</c:v>
                </c:pt>
                <c:pt idx="1555">
                  <c:v>45448</c:v>
                </c:pt>
                <c:pt idx="1556">
                  <c:v>45449</c:v>
                </c:pt>
                <c:pt idx="1557">
                  <c:v>45450</c:v>
                </c:pt>
                <c:pt idx="1558">
                  <c:v>45453</c:v>
                </c:pt>
                <c:pt idx="1559">
                  <c:v>45454</c:v>
                </c:pt>
                <c:pt idx="1560">
                  <c:v>45455</c:v>
                </c:pt>
                <c:pt idx="1561">
                  <c:v>45456</c:v>
                </c:pt>
                <c:pt idx="1562">
                  <c:v>45457</c:v>
                </c:pt>
                <c:pt idx="1563">
                  <c:v>45462</c:v>
                </c:pt>
                <c:pt idx="1564">
                  <c:v>45463</c:v>
                </c:pt>
                <c:pt idx="1565">
                  <c:v>45464</c:v>
                </c:pt>
                <c:pt idx="1566">
                  <c:v>45467</c:v>
                </c:pt>
                <c:pt idx="1567">
                  <c:v>45468</c:v>
                </c:pt>
                <c:pt idx="1568">
                  <c:v>45469</c:v>
                </c:pt>
                <c:pt idx="1569">
                  <c:v>45470</c:v>
                </c:pt>
                <c:pt idx="1570">
                  <c:v>45471</c:v>
                </c:pt>
                <c:pt idx="1571">
                  <c:v>45474</c:v>
                </c:pt>
                <c:pt idx="1572">
                  <c:v>45475</c:v>
                </c:pt>
                <c:pt idx="1573">
                  <c:v>45476</c:v>
                </c:pt>
                <c:pt idx="1574">
                  <c:v>45477</c:v>
                </c:pt>
                <c:pt idx="1575">
                  <c:v>45478</c:v>
                </c:pt>
                <c:pt idx="1576">
                  <c:v>45481</c:v>
                </c:pt>
                <c:pt idx="1577">
                  <c:v>45482</c:v>
                </c:pt>
                <c:pt idx="1578">
                  <c:v>45483</c:v>
                </c:pt>
                <c:pt idx="1579">
                  <c:v>45484</c:v>
                </c:pt>
                <c:pt idx="1580">
                  <c:v>45485</c:v>
                </c:pt>
                <c:pt idx="1581">
                  <c:v>45488</c:v>
                </c:pt>
                <c:pt idx="1582">
                  <c:v>45489</c:v>
                </c:pt>
                <c:pt idx="1583">
                  <c:v>45490</c:v>
                </c:pt>
                <c:pt idx="1584">
                  <c:v>45491</c:v>
                </c:pt>
                <c:pt idx="1585">
                  <c:v>45492</c:v>
                </c:pt>
                <c:pt idx="1586">
                  <c:v>45495</c:v>
                </c:pt>
                <c:pt idx="1587">
                  <c:v>45496</c:v>
                </c:pt>
                <c:pt idx="1588">
                  <c:v>45497</c:v>
                </c:pt>
                <c:pt idx="1589">
                  <c:v>45498</c:v>
                </c:pt>
                <c:pt idx="1590">
                  <c:v>45499</c:v>
                </c:pt>
                <c:pt idx="1591">
                  <c:v>45502</c:v>
                </c:pt>
                <c:pt idx="1592">
                  <c:v>45503</c:v>
                </c:pt>
                <c:pt idx="1593">
                  <c:v>45504</c:v>
                </c:pt>
                <c:pt idx="1594">
                  <c:v>45505</c:v>
                </c:pt>
                <c:pt idx="1595">
                  <c:v>45506</c:v>
                </c:pt>
                <c:pt idx="1596">
                  <c:v>45509</c:v>
                </c:pt>
                <c:pt idx="1597">
                  <c:v>45510</c:v>
                </c:pt>
                <c:pt idx="1598">
                  <c:v>45511</c:v>
                </c:pt>
                <c:pt idx="1599">
                  <c:v>45512</c:v>
                </c:pt>
                <c:pt idx="1600">
                  <c:v>45513</c:v>
                </c:pt>
                <c:pt idx="1601">
                  <c:v>45516</c:v>
                </c:pt>
                <c:pt idx="1602">
                  <c:v>45517</c:v>
                </c:pt>
                <c:pt idx="1603">
                  <c:v>45518</c:v>
                </c:pt>
                <c:pt idx="1604">
                  <c:v>45519</c:v>
                </c:pt>
                <c:pt idx="1605">
                  <c:v>45520</c:v>
                </c:pt>
                <c:pt idx="1606">
                  <c:v>45523</c:v>
                </c:pt>
                <c:pt idx="1607">
                  <c:v>45524</c:v>
                </c:pt>
                <c:pt idx="1608">
                  <c:v>45525</c:v>
                </c:pt>
                <c:pt idx="1609">
                  <c:v>45526</c:v>
                </c:pt>
                <c:pt idx="1610">
                  <c:v>45527</c:v>
                </c:pt>
                <c:pt idx="1611">
                  <c:v>45530</c:v>
                </c:pt>
                <c:pt idx="1612">
                  <c:v>45531</c:v>
                </c:pt>
                <c:pt idx="1613">
                  <c:v>45532</c:v>
                </c:pt>
                <c:pt idx="1614">
                  <c:v>45533</c:v>
                </c:pt>
                <c:pt idx="1615">
                  <c:v>45534</c:v>
                </c:pt>
                <c:pt idx="1616">
                  <c:v>45537</c:v>
                </c:pt>
                <c:pt idx="1617">
                  <c:v>45538</c:v>
                </c:pt>
                <c:pt idx="1618">
                  <c:v>45539</c:v>
                </c:pt>
                <c:pt idx="1619">
                  <c:v>45540</c:v>
                </c:pt>
                <c:pt idx="1620">
                  <c:v>45541</c:v>
                </c:pt>
                <c:pt idx="1621">
                  <c:v>45544</c:v>
                </c:pt>
                <c:pt idx="1622">
                  <c:v>45545</c:v>
                </c:pt>
                <c:pt idx="1623">
                  <c:v>45546</c:v>
                </c:pt>
                <c:pt idx="1624">
                  <c:v>45547</c:v>
                </c:pt>
                <c:pt idx="1625">
                  <c:v>45548</c:v>
                </c:pt>
                <c:pt idx="1626">
                  <c:v>45552</c:v>
                </c:pt>
                <c:pt idx="1627">
                  <c:v>45553</c:v>
                </c:pt>
                <c:pt idx="1628">
                  <c:v>45554</c:v>
                </c:pt>
                <c:pt idx="1629">
                  <c:v>45555</c:v>
                </c:pt>
                <c:pt idx="1630">
                  <c:v>45558</c:v>
                </c:pt>
                <c:pt idx="1631">
                  <c:v>45559</c:v>
                </c:pt>
                <c:pt idx="1632">
                  <c:v>45560</c:v>
                </c:pt>
                <c:pt idx="1633">
                  <c:v>45561</c:v>
                </c:pt>
                <c:pt idx="1634">
                  <c:v>45562</c:v>
                </c:pt>
                <c:pt idx="1635">
                  <c:v>45565</c:v>
                </c:pt>
                <c:pt idx="1636">
                  <c:v>45566</c:v>
                </c:pt>
                <c:pt idx="1637">
                  <c:v>45567</c:v>
                </c:pt>
                <c:pt idx="1638">
                  <c:v>45568</c:v>
                </c:pt>
                <c:pt idx="1639">
                  <c:v>45569</c:v>
                </c:pt>
                <c:pt idx="1640">
                  <c:v>45572</c:v>
                </c:pt>
                <c:pt idx="1641">
                  <c:v>45573</c:v>
                </c:pt>
                <c:pt idx="1642">
                  <c:v>45574</c:v>
                </c:pt>
                <c:pt idx="1643">
                  <c:v>45575</c:v>
                </c:pt>
                <c:pt idx="1644">
                  <c:v>45576</c:v>
                </c:pt>
                <c:pt idx="1645">
                  <c:v>45579</c:v>
                </c:pt>
                <c:pt idx="1646">
                  <c:v>45580</c:v>
                </c:pt>
                <c:pt idx="1647">
                  <c:v>45581</c:v>
                </c:pt>
                <c:pt idx="1648">
                  <c:v>45582</c:v>
                </c:pt>
                <c:pt idx="1649">
                  <c:v>45583</c:v>
                </c:pt>
                <c:pt idx="1650">
                  <c:v>45586</c:v>
                </c:pt>
                <c:pt idx="1651">
                  <c:v>45587</c:v>
                </c:pt>
                <c:pt idx="1652">
                  <c:v>45588</c:v>
                </c:pt>
                <c:pt idx="1653">
                  <c:v>45589</c:v>
                </c:pt>
                <c:pt idx="1654">
                  <c:v>45590</c:v>
                </c:pt>
                <c:pt idx="1655">
                  <c:v>45593</c:v>
                </c:pt>
                <c:pt idx="1656">
                  <c:v>45594</c:v>
                </c:pt>
                <c:pt idx="1657">
                  <c:v>45595</c:v>
                </c:pt>
                <c:pt idx="1658">
                  <c:v>45596</c:v>
                </c:pt>
                <c:pt idx="1659">
                  <c:v>45597</c:v>
                </c:pt>
                <c:pt idx="1660">
                  <c:v>45600</c:v>
                </c:pt>
                <c:pt idx="1661">
                  <c:v>45601</c:v>
                </c:pt>
                <c:pt idx="1662">
                  <c:v>45602</c:v>
                </c:pt>
                <c:pt idx="1663">
                  <c:v>45603</c:v>
                </c:pt>
                <c:pt idx="1664">
                  <c:v>45604</c:v>
                </c:pt>
                <c:pt idx="1665">
                  <c:v>45607</c:v>
                </c:pt>
                <c:pt idx="1666">
                  <c:v>45608</c:v>
                </c:pt>
                <c:pt idx="1667">
                  <c:v>45609</c:v>
                </c:pt>
                <c:pt idx="1668">
                  <c:v>45610</c:v>
                </c:pt>
                <c:pt idx="1669">
                  <c:v>45611</c:v>
                </c:pt>
                <c:pt idx="1670">
                  <c:v>45614</c:v>
                </c:pt>
                <c:pt idx="1671">
                  <c:v>45615</c:v>
                </c:pt>
                <c:pt idx="1672">
                  <c:v>45616</c:v>
                </c:pt>
                <c:pt idx="1673">
                  <c:v>45617</c:v>
                </c:pt>
                <c:pt idx="1674">
                  <c:v>45618</c:v>
                </c:pt>
                <c:pt idx="1675">
                  <c:v>45621</c:v>
                </c:pt>
                <c:pt idx="1676">
                  <c:v>45622</c:v>
                </c:pt>
                <c:pt idx="1677">
                  <c:v>45623</c:v>
                </c:pt>
                <c:pt idx="1678">
                  <c:v>45624</c:v>
                </c:pt>
                <c:pt idx="1679">
                  <c:v>45625</c:v>
                </c:pt>
                <c:pt idx="1680">
                  <c:v>45628</c:v>
                </c:pt>
                <c:pt idx="1681">
                  <c:v>45629</c:v>
                </c:pt>
                <c:pt idx="1682">
                  <c:v>45630</c:v>
                </c:pt>
                <c:pt idx="1683">
                  <c:v>45631</c:v>
                </c:pt>
                <c:pt idx="1684">
                  <c:v>45632</c:v>
                </c:pt>
                <c:pt idx="1685">
                  <c:v>45635</c:v>
                </c:pt>
                <c:pt idx="1686">
                  <c:v>45636</c:v>
                </c:pt>
                <c:pt idx="1687">
                  <c:v>45637</c:v>
                </c:pt>
                <c:pt idx="1688">
                  <c:v>45638</c:v>
                </c:pt>
                <c:pt idx="1689">
                  <c:v>45639</c:v>
                </c:pt>
                <c:pt idx="1690">
                  <c:v>45642</c:v>
                </c:pt>
                <c:pt idx="1691">
                  <c:v>45643</c:v>
                </c:pt>
                <c:pt idx="1692">
                  <c:v>45644</c:v>
                </c:pt>
                <c:pt idx="1693">
                  <c:v>45645</c:v>
                </c:pt>
                <c:pt idx="1694">
                  <c:v>45646</c:v>
                </c:pt>
                <c:pt idx="1695">
                  <c:v>45649</c:v>
                </c:pt>
                <c:pt idx="1696">
                  <c:v>45650</c:v>
                </c:pt>
                <c:pt idx="1697">
                  <c:v>45651</c:v>
                </c:pt>
                <c:pt idx="1698">
                  <c:v>45652</c:v>
                </c:pt>
                <c:pt idx="1699">
                  <c:v>45653</c:v>
                </c:pt>
                <c:pt idx="1700">
                  <c:v>45656</c:v>
                </c:pt>
                <c:pt idx="1701">
                  <c:v>45657</c:v>
                </c:pt>
                <c:pt idx="1702">
                  <c:v>45658</c:v>
                </c:pt>
                <c:pt idx="1703">
                  <c:v>45659</c:v>
                </c:pt>
                <c:pt idx="1704">
                  <c:v>45660</c:v>
                </c:pt>
                <c:pt idx="1705">
                  <c:v>45663</c:v>
                </c:pt>
                <c:pt idx="1706">
                  <c:v>45664</c:v>
                </c:pt>
                <c:pt idx="1707">
                  <c:v>45665</c:v>
                </c:pt>
                <c:pt idx="1708">
                  <c:v>45666</c:v>
                </c:pt>
                <c:pt idx="1709">
                  <c:v>45667</c:v>
                </c:pt>
                <c:pt idx="1710">
                  <c:v>45670</c:v>
                </c:pt>
                <c:pt idx="1711">
                  <c:v>45671</c:v>
                </c:pt>
                <c:pt idx="1712">
                  <c:v>45672</c:v>
                </c:pt>
                <c:pt idx="1713">
                  <c:v>45673</c:v>
                </c:pt>
                <c:pt idx="1714">
                  <c:v>45674</c:v>
                </c:pt>
                <c:pt idx="1715">
                  <c:v>45677</c:v>
                </c:pt>
                <c:pt idx="1716">
                  <c:v>45678</c:v>
                </c:pt>
                <c:pt idx="1717">
                  <c:v>45679</c:v>
                </c:pt>
                <c:pt idx="1718">
                  <c:v>45680</c:v>
                </c:pt>
                <c:pt idx="1719">
                  <c:v>45681</c:v>
                </c:pt>
                <c:pt idx="1720">
                  <c:v>45684</c:v>
                </c:pt>
                <c:pt idx="1721">
                  <c:v>45685</c:v>
                </c:pt>
                <c:pt idx="1722">
                  <c:v>45686</c:v>
                </c:pt>
                <c:pt idx="1723">
                  <c:v>45687</c:v>
                </c:pt>
                <c:pt idx="1724">
                  <c:v>45688</c:v>
                </c:pt>
                <c:pt idx="1725">
                  <c:v>45691</c:v>
                </c:pt>
                <c:pt idx="1726">
                  <c:v>45692</c:v>
                </c:pt>
                <c:pt idx="1727">
                  <c:v>45693</c:v>
                </c:pt>
                <c:pt idx="1728">
                  <c:v>45694</c:v>
                </c:pt>
                <c:pt idx="1729">
                  <c:v>45695</c:v>
                </c:pt>
                <c:pt idx="1730">
                  <c:v>45698</c:v>
                </c:pt>
                <c:pt idx="1731">
                  <c:v>45699</c:v>
                </c:pt>
                <c:pt idx="1732">
                  <c:v>45700</c:v>
                </c:pt>
                <c:pt idx="1733">
                  <c:v>45701</c:v>
                </c:pt>
                <c:pt idx="1734">
                  <c:v>45702</c:v>
                </c:pt>
                <c:pt idx="1735">
                  <c:v>45705</c:v>
                </c:pt>
                <c:pt idx="1736">
                  <c:v>45706</c:v>
                </c:pt>
                <c:pt idx="1737">
                  <c:v>45707</c:v>
                </c:pt>
                <c:pt idx="1738">
                  <c:v>45708</c:v>
                </c:pt>
                <c:pt idx="1739">
                  <c:v>45709</c:v>
                </c:pt>
                <c:pt idx="1740">
                  <c:v>45712</c:v>
                </c:pt>
                <c:pt idx="1741">
                  <c:v>45713</c:v>
                </c:pt>
                <c:pt idx="1742">
                  <c:v>45714</c:v>
                </c:pt>
                <c:pt idx="1743">
                  <c:v>45715</c:v>
                </c:pt>
                <c:pt idx="1744">
                  <c:v>45716</c:v>
                </c:pt>
                <c:pt idx="1745">
                  <c:v>45719</c:v>
                </c:pt>
                <c:pt idx="1746">
                  <c:v>45720</c:v>
                </c:pt>
                <c:pt idx="1747">
                  <c:v>45721</c:v>
                </c:pt>
                <c:pt idx="1748">
                  <c:v>45722</c:v>
                </c:pt>
                <c:pt idx="1749">
                  <c:v>45723</c:v>
                </c:pt>
                <c:pt idx="1750">
                  <c:v>45726</c:v>
                </c:pt>
                <c:pt idx="1751">
                  <c:v>45727</c:v>
                </c:pt>
                <c:pt idx="1752">
                  <c:v>45728</c:v>
                </c:pt>
                <c:pt idx="1753">
                  <c:v>45729</c:v>
                </c:pt>
                <c:pt idx="1754">
                  <c:v>45730</c:v>
                </c:pt>
                <c:pt idx="1755">
                  <c:v>45733</c:v>
                </c:pt>
                <c:pt idx="1756">
                  <c:v>45734</c:v>
                </c:pt>
                <c:pt idx="1757">
                  <c:v>45735</c:v>
                </c:pt>
                <c:pt idx="1758">
                  <c:v>45736</c:v>
                </c:pt>
                <c:pt idx="1759">
                  <c:v>45737</c:v>
                </c:pt>
                <c:pt idx="1760">
                  <c:v>45740</c:v>
                </c:pt>
                <c:pt idx="1761">
                  <c:v>45741</c:v>
                </c:pt>
                <c:pt idx="1762">
                  <c:v>45742</c:v>
                </c:pt>
                <c:pt idx="1763">
                  <c:v>45743</c:v>
                </c:pt>
                <c:pt idx="1764">
                  <c:v>45755</c:v>
                </c:pt>
                <c:pt idx="1765">
                  <c:v>45756</c:v>
                </c:pt>
                <c:pt idx="1766">
                  <c:v>45757</c:v>
                </c:pt>
                <c:pt idx="1767">
                  <c:v>45758</c:v>
                </c:pt>
                <c:pt idx="1768">
                  <c:v>45761</c:v>
                </c:pt>
                <c:pt idx="1769">
                  <c:v>45762</c:v>
                </c:pt>
                <c:pt idx="1770">
                  <c:v>45763</c:v>
                </c:pt>
                <c:pt idx="1771">
                  <c:v>45764</c:v>
                </c:pt>
                <c:pt idx="1772">
                  <c:v>45765</c:v>
                </c:pt>
                <c:pt idx="1773">
                  <c:v>45768</c:v>
                </c:pt>
                <c:pt idx="1774">
                  <c:v>45769</c:v>
                </c:pt>
                <c:pt idx="1775">
                  <c:v>45770</c:v>
                </c:pt>
                <c:pt idx="1776">
                  <c:v>45771</c:v>
                </c:pt>
                <c:pt idx="1777">
                  <c:v>45772</c:v>
                </c:pt>
                <c:pt idx="1778">
                  <c:v>45775</c:v>
                </c:pt>
                <c:pt idx="1779">
                  <c:v>45776</c:v>
                </c:pt>
                <c:pt idx="1780">
                  <c:v>45777</c:v>
                </c:pt>
                <c:pt idx="1781">
                  <c:v>45778</c:v>
                </c:pt>
                <c:pt idx="1782">
                  <c:v>45779</c:v>
                </c:pt>
                <c:pt idx="1783">
                  <c:v>45782</c:v>
                </c:pt>
                <c:pt idx="1784">
                  <c:v>45783</c:v>
                </c:pt>
                <c:pt idx="1785">
                  <c:v>45784</c:v>
                </c:pt>
                <c:pt idx="1786">
                  <c:v>45785</c:v>
                </c:pt>
                <c:pt idx="1787">
                  <c:v>45786</c:v>
                </c:pt>
                <c:pt idx="1788">
                  <c:v>45789</c:v>
                </c:pt>
                <c:pt idx="1789">
                  <c:v>45790</c:v>
                </c:pt>
                <c:pt idx="1790">
                  <c:v>45791</c:v>
                </c:pt>
                <c:pt idx="1791">
                  <c:v>45792</c:v>
                </c:pt>
                <c:pt idx="1792">
                  <c:v>45793</c:v>
                </c:pt>
                <c:pt idx="1793">
                  <c:v>45796</c:v>
                </c:pt>
                <c:pt idx="1794">
                  <c:v>45797</c:v>
                </c:pt>
                <c:pt idx="1795">
                  <c:v>45798</c:v>
                </c:pt>
                <c:pt idx="1796">
                  <c:v>45799</c:v>
                </c:pt>
                <c:pt idx="1797">
                  <c:v>45800</c:v>
                </c:pt>
                <c:pt idx="1798">
                  <c:v>45803</c:v>
                </c:pt>
                <c:pt idx="1799">
                  <c:v>45804</c:v>
                </c:pt>
                <c:pt idx="1800">
                  <c:v>45805</c:v>
                </c:pt>
                <c:pt idx="1801">
                  <c:v>45806</c:v>
                </c:pt>
                <c:pt idx="1802">
                  <c:v>45807</c:v>
                </c:pt>
                <c:pt idx="1803">
                  <c:v>45810</c:v>
                </c:pt>
                <c:pt idx="1804">
                  <c:v>45811</c:v>
                </c:pt>
                <c:pt idx="1805">
                  <c:v>45812</c:v>
                </c:pt>
                <c:pt idx="1806">
                  <c:v>45813</c:v>
                </c:pt>
                <c:pt idx="1807">
                  <c:v>45814</c:v>
                </c:pt>
                <c:pt idx="1808">
                  <c:v>45817</c:v>
                </c:pt>
                <c:pt idx="1809">
                  <c:v>45818</c:v>
                </c:pt>
                <c:pt idx="1810">
                  <c:v>45819</c:v>
                </c:pt>
                <c:pt idx="1811">
                  <c:v>45820</c:v>
                </c:pt>
                <c:pt idx="1812">
                  <c:v>45821</c:v>
                </c:pt>
                <c:pt idx="1813">
                  <c:v>45824</c:v>
                </c:pt>
                <c:pt idx="1814">
                  <c:v>45825</c:v>
                </c:pt>
                <c:pt idx="1815">
                  <c:v>45826</c:v>
                </c:pt>
                <c:pt idx="1816">
                  <c:v>45827</c:v>
                </c:pt>
                <c:pt idx="1817">
                  <c:v>45828</c:v>
                </c:pt>
                <c:pt idx="1818">
                  <c:v>45831</c:v>
                </c:pt>
                <c:pt idx="1819">
                  <c:v>45832</c:v>
                </c:pt>
                <c:pt idx="1820">
                  <c:v>45833</c:v>
                </c:pt>
                <c:pt idx="1821">
                  <c:v>45834</c:v>
                </c:pt>
                <c:pt idx="1822">
                  <c:v>45835</c:v>
                </c:pt>
                <c:pt idx="1823">
                  <c:v>45838</c:v>
                </c:pt>
                <c:pt idx="1824">
                  <c:v>45839</c:v>
                </c:pt>
                <c:pt idx="1825">
                  <c:v>45840</c:v>
                </c:pt>
                <c:pt idx="1826">
                  <c:v>45841</c:v>
                </c:pt>
                <c:pt idx="1827">
                  <c:v>45842</c:v>
                </c:pt>
                <c:pt idx="1828">
                  <c:v>45845</c:v>
                </c:pt>
                <c:pt idx="1829">
                  <c:v>45846</c:v>
                </c:pt>
                <c:pt idx="1830">
                  <c:v>45847</c:v>
                </c:pt>
                <c:pt idx="1831">
                  <c:v>45848</c:v>
                </c:pt>
                <c:pt idx="1832">
                  <c:v>45849</c:v>
                </c:pt>
                <c:pt idx="1833">
                  <c:v>45852</c:v>
                </c:pt>
                <c:pt idx="1834">
                  <c:v>45853</c:v>
                </c:pt>
                <c:pt idx="1835">
                  <c:v>45854</c:v>
                </c:pt>
                <c:pt idx="1836">
                  <c:v>45855</c:v>
                </c:pt>
                <c:pt idx="1837">
                  <c:v>45856</c:v>
                </c:pt>
                <c:pt idx="1838">
                  <c:v>45859</c:v>
                </c:pt>
                <c:pt idx="1839">
                  <c:v>45860</c:v>
                </c:pt>
                <c:pt idx="1840">
                  <c:v>45861</c:v>
                </c:pt>
                <c:pt idx="1841">
                  <c:v>45862</c:v>
                </c:pt>
                <c:pt idx="1842">
                  <c:v>45863</c:v>
                </c:pt>
                <c:pt idx="1843">
                  <c:v>45866</c:v>
                </c:pt>
                <c:pt idx="1844">
                  <c:v>45867</c:v>
                </c:pt>
                <c:pt idx="1845">
                  <c:v>45868</c:v>
                </c:pt>
                <c:pt idx="1846">
                  <c:v>45869</c:v>
                </c:pt>
                <c:pt idx="1847">
                  <c:v>45870</c:v>
                </c:pt>
                <c:pt idx="1848">
                  <c:v>45873</c:v>
                </c:pt>
                <c:pt idx="1849">
                  <c:v>45874</c:v>
                </c:pt>
                <c:pt idx="1850">
                  <c:v>45875</c:v>
                </c:pt>
                <c:pt idx="1851">
                  <c:v>45876</c:v>
                </c:pt>
                <c:pt idx="1852">
                  <c:v>45877</c:v>
                </c:pt>
                <c:pt idx="1853">
                  <c:v>45880</c:v>
                </c:pt>
                <c:pt idx="1854">
                  <c:v>45881</c:v>
                </c:pt>
                <c:pt idx="1855">
                  <c:v>45882</c:v>
                </c:pt>
                <c:pt idx="1856">
                  <c:v>45883</c:v>
                </c:pt>
                <c:pt idx="1857">
                  <c:v>45884</c:v>
                </c:pt>
                <c:pt idx="1858">
                  <c:v>45887</c:v>
                </c:pt>
                <c:pt idx="1859">
                  <c:v>45888</c:v>
                </c:pt>
                <c:pt idx="1860">
                  <c:v>45889</c:v>
                </c:pt>
                <c:pt idx="1861">
                  <c:v>45890</c:v>
                </c:pt>
                <c:pt idx="1862">
                  <c:v>45891</c:v>
                </c:pt>
                <c:pt idx="1863">
                  <c:v>45894</c:v>
                </c:pt>
                <c:pt idx="1864">
                  <c:v>45895</c:v>
                </c:pt>
                <c:pt idx="1865">
                  <c:v>45896</c:v>
                </c:pt>
                <c:pt idx="1866">
                  <c:v>45897</c:v>
                </c:pt>
                <c:pt idx="1867">
                  <c:v>45898</c:v>
                </c:pt>
                <c:pt idx="1868">
                  <c:v>45901</c:v>
                </c:pt>
                <c:pt idx="1869">
                  <c:v>45902</c:v>
                </c:pt>
                <c:pt idx="1870">
                  <c:v>45903</c:v>
                </c:pt>
                <c:pt idx="1871">
                  <c:v>45904</c:v>
                </c:pt>
                <c:pt idx="1872">
                  <c:v>45905</c:v>
                </c:pt>
                <c:pt idx="1873">
                  <c:v>45908</c:v>
                </c:pt>
                <c:pt idx="1874">
                  <c:v>45909</c:v>
                </c:pt>
                <c:pt idx="1875">
                  <c:v>45910</c:v>
                </c:pt>
                <c:pt idx="1876">
                  <c:v>45911</c:v>
                </c:pt>
                <c:pt idx="1877">
                  <c:v>45912</c:v>
                </c:pt>
                <c:pt idx="1878">
                  <c:v>45915</c:v>
                </c:pt>
                <c:pt idx="1879">
                  <c:v>45916</c:v>
                </c:pt>
                <c:pt idx="1880">
                  <c:v>45917</c:v>
                </c:pt>
                <c:pt idx="1881">
                  <c:v>45918</c:v>
                </c:pt>
                <c:pt idx="1882">
                  <c:v>45919</c:v>
                </c:pt>
                <c:pt idx="1883">
                  <c:v>45922</c:v>
                </c:pt>
                <c:pt idx="1884">
                  <c:v>45923</c:v>
                </c:pt>
                <c:pt idx="1885">
                  <c:v>45924</c:v>
                </c:pt>
                <c:pt idx="1886">
                  <c:v>45925</c:v>
                </c:pt>
                <c:pt idx="1887">
                  <c:v>45926</c:v>
                </c:pt>
                <c:pt idx="1888">
                  <c:v>45929</c:v>
                </c:pt>
                <c:pt idx="1889">
                  <c:v>45930</c:v>
                </c:pt>
                <c:pt idx="1890">
                  <c:v>45931</c:v>
                </c:pt>
                <c:pt idx="1891">
                  <c:v>45932</c:v>
                </c:pt>
                <c:pt idx="1892">
                  <c:v>45933</c:v>
                </c:pt>
                <c:pt idx="1893">
                  <c:v>45936</c:v>
                </c:pt>
                <c:pt idx="1894">
                  <c:v>45937</c:v>
                </c:pt>
                <c:pt idx="1895">
                  <c:v>45938</c:v>
                </c:pt>
                <c:pt idx="1896">
                  <c:v>45939</c:v>
                </c:pt>
                <c:pt idx="1897">
                  <c:v>45940</c:v>
                </c:pt>
                <c:pt idx="1898">
                  <c:v>45943</c:v>
                </c:pt>
                <c:pt idx="1899">
                  <c:v>45944</c:v>
                </c:pt>
                <c:pt idx="1900">
                  <c:v>45945</c:v>
                </c:pt>
                <c:pt idx="1901">
                  <c:v>45946</c:v>
                </c:pt>
                <c:pt idx="1902">
                  <c:v>45947</c:v>
                </c:pt>
                <c:pt idx="1903">
                  <c:v>45950</c:v>
                </c:pt>
                <c:pt idx="1904">
                  <c:v>45951</c:v>
                </c:pt>
                <c:pt idx="1905">
                  <c:v>45952</c:v>
                </c:pt>
                <c:pt idx="1906">
                  <c:v>45953</c:v>
                </c:pt>
                <c:pt idx="1907">
                  <c:v>45954</c:v>
                </c:pt>
                <c:pt idx="1908">
                  <c:v>45957</c:v>
                </c:pt>
                <c:pt idx="1909">
                  <c:v>45958</c:v>
                </c:pt>
                <c:pt idx="1910">
                  <c:v>45959</c:v>
                </c:pt>
                <c:pt idx="1911">
                  <c:v>45960</c:v>
                </c:pt>
                <c:pt idx="1912">
                  <c:v>45961</c:v>
                </c:pt>
                <c:pt idx="1913">
                  <c:v>45964</c:v>
                </c:pt>
                <c:pt idx="1914">
                  <c:v>45965</c:v>
                </c:pt>
                <c:pt idx="1915">
                  <c:v>45966</c:v>
                </c:pt>
                <c:pt idx="1916">
                  <c:v>45967</c:v>
                </c:pt>
                <c:pt idx="1917">
                  <c:v>45968</c:v>
                </c:pt>
                <c:pt idx="1918">
                  <c:v>45971</c:v>
                </c:pt>
                <c:pt idx="1919">
                  <c:v>45972</c:v>
                </c:pt>
                <c:pt idx="1920">
                  <c:v>45973</c:v>
                </c:pt>
                <c:pt idx="1921">
                  <c:v>45974</c:v>
                </c:pt>
                <c:pt idx="1922">
                  <c:v>45975</c:v>
                </c:pt>
                <c:pt idx="1923">
                  <c:v>45978</c:v>
                </c:pt>
                <c:pt idx="1924">
                  <c:v>45979</c:v>
                </c:pt>
                <c:pt idx="1925">
                  <c:v>45980</c:v>
                </c:pt>
                <c:pt idx="1926">
                  <c:v>45981</c:v>
                </c:pt>
                <c:pt idx="1927">
                  <c:v>45982</c:v>
                </c:pt>
                <c:pt idx="1928">
                  <c:v>45985</c:v>
                </c:pt>
                <c:pt idx="1929">
                  <c:v>45986</c:v>
                </c:pt>
                <c:pt idx="1930">
                  <c:v>45987</c:v>
                </c:pt>
                <c:pt idx="1931">
                  <c:v>45988</c:v>
                </c:pt>
                <c:pt idx="1932">
                  <c:v>45989</c:v>
                </c:pt>
                <c:pt idx="1933">
                  <c:v>45992</c:v>
                </c:pt>
                <c:pt idx="1934">
                  <c:v>45993</c:v>
                </c:pt>
                <c:pt idx="1935">
                  <c:v>45994</c:v>
                </c:pt>
                <c:pt idx="1936">
                  <c:v>45995</c:v>
                </c:pt>
                <c:pt idx="1937">
                  <c:v>45996</c:v>
                </c:pt>
                <c:pt idx="1938">
                  <c:v>45999</c:v>
                </c:pt>
                <c:pt idx="1939">
                  <c:v>46000</c:v>
                </c:pt>
                <c:pt idx="1940">
                  <c:v>46001</c:v>
                </c:pt>
                <c:pt idx="1941">
                  <c:v>46002</c:v>
                </c:pt>
                <c:pt idx="1942">
                  <c:v>46003</c:v>
                </c:pt>
                <c:pt idx="1943">
                  <c:v>46006</c:v>
                </c:pt>
                <c:pt idx="1944">
                  <c:v>46007</c:v>
                </c:pt>
                <c:pt idx="1945">
                  <c:v>46008</c:v>
                </c:pt>
                <c:pt idx="1946">
                  <c:v>46009</c:v>
                </c:pt>
                <c:pt idx="1947">
                  <c:v>46010</c:v>
                </c:pt>
                <c:pt idx="1948">
                  <c:v>46013</c:v>
                </c:pt>
                <c:pt idx="1949">
                  <c:v>46014</c:v>
                </c:pt>
                <c:pt idx="1950">
                  <c:v>46015</c:v>
                </c:pt>
                <c:pt idx="1951">
                  <c:v>46016</c:v>
                </c:pt>
                <c:pt idx="1952">
                  <c:v>46017</c:v>
                </c:pt>
                <c:pt idx="1953">
                  <c:v>46020</c:v>
                </c:pt>
                <c:pt idx="1954">
                  <c:v>46021</c:v>
                </c:pt>
                <c:pt idx="1955">
                  <c:v>46022</c:v>
                </c:pt>
                <c:pt idx="1956">
                  <c:v>46023</c:v>
                </c:pt>
                <c:pt idx="1957">
                  <c:v>46024</c:v>
                </c:pt>
                <c:pt idx="1958">
                  <c:v>46027</c:v>
                </c:pt>
                <c:pt idx="1959">
                  <c:v>46028</c:v>
                </c:pt>
                <c:pt idx="1960">
                  <c:v>46029</c:v>
                </c:pt>
                <c:pt idx="1961">
                  <c:v>46030</c:v>
                </c:pt>
                <c:pt idx="1962">
                  <c:v>46031</c:v>
                </c:pt>
                <c:pt idx="1963">
                  <c:v>46034</c:v>
                </c:pt>
                <c:pt idx="1964">
                  <c:v>46035</c:v>
                </c:pt>
                <c:pt idx="1965">
                  <c:v>46036</c:v>
                </c:pt>
                <c:pt idx="1966">
                  <c:v>46037</c:v>
                </c:pt>
                <c:pt idx="1967">
                  <c:v>46038</c:v>
                </c:pt>
                <c:pt idx="1968">
                  <c:v>46041</c:v>
                </c:pt>
                <c:pt idx="1969">
                  <c:v>46042</c:v>
                </c:pt>
                <c:pt idx="1970">
                  <c:v>46043</c:v>
                </c:pt>
                <c:pt idx="1971">
                  <c:v>46044</c:v>
                </c:pt>
                <c:pt idx="1972">
                  <c:v>46045</c:v>
                </c:pt>
                <c:pt idx="1973">
                  <c:v>46048</c:v>
                </c:pt>
                <c:pt idx="1974">
                  <c:v>46049</c:v>
                </c:pt>
                <c:pt idx="1975">
                  <c:v>46050</c:v>
                </c:pt>
                <c:pt idx="1976">
                  <c:v>46051</c:v>
                </c:pt>
                <c:pt idx="1977">
                  <c:v>46052</c:v>
                </c:pt>
                <c:pt idx="1978">
                  <c:v>46055</c:v>
                </c:pt>
                <c:pt idx="1979">
                  <c:v>46056</c:v>
                </c:pt>
                <c:pt idx="1980">
                  <c:v>46057</c:v>
                </c:pt>
                <c:pt idx="1981">
                  <c:v>46058</c:v>
                </c:pt>
                <c:pt idx="1982">
                  <c:v>46059</c:v>
                </c:pt>
                <c:pt idx="1983">
                  <c:v>46062</c:v>
                </c:pt>
                <c:pt idx="1984">
                  <c:v>46063</c:v>
                </c:pt>
                <c:pt idx="1985">
                  <c:v>46064</c:v>
                </c:pt>
                <c:pt idx="1986">
                  <c:v>46065</c:v>
                </c:pt>
                <c:pt idx="1987">
                  <c:v>46066</c:v>
                </c:pt>
                <c:pt idx="1988">
                  <c:v>46069</c:v>
                </c:pt>
                <c:pt idx="1989">
                  <c:v>46070</c:v>
                </c:pt>
                <c:pt idx="1990">
                  <c:v>46071</c:v>
                </c:pt>
                <c:pt idx="1991">
                  <c:v>46072</c:v>
                </c:pt>
                <c:pt idx="1992">
                  <c:v>46073</c:v>
                </c:pt>
                <c:pt idx="1993">
                  <c:v>46076</c:v>
                </c:pt>
                <c:pt idx="1994">
                  <c:v>46077</c:v>
                </c:pt>
                <c:pt idx="1995">
                  <c:v>46078</c:v>
                </c:pt>
                <c:pt idx="1996">
                  <c:v>46079</c:v>
                </c:pt>
                <c:pt idx="1997">
                  <c:v>46080</c:v>
                </c:pt>
                <c:pt idx="1998">
                  <c:v>46083</c:v>
                </c:pt>
                <c:pt idx="1999">
                  <c:v>46084</c:v>
                </c:pt>
                <c:pt idx="2000">
                  <c:v>46085</c:v>
                </c:pt>
                <c:pt idx="2001">
                  <c:v>46086</c:v>
                </c:pt>
                <c:pt idx="2002">
                  <c:v>46087</c:v>
                </c:pt>
                <c:pt idx="2003">
                  <c:v>46090</c:v>
                </c:pt>
                <c:pt idx="2004">
                  <c:v>46091</c:v>
                </c:pt>
                <c:pt idx="2005">
                  <c:v>46092</c:v>
                </c:pt>
                <c:pt idx="2006">
                  <c:v>46093</c:v>
                </c:pt>
                <c:pt idx="2007">
                  <c:v>46094</c:v>
                </c:pt>
                <c:pt idx="2008">
                  <c:v>46097</c:v>
                </c:pt>
                <c:pt idx="2009">
                  <c:v>46098</c:v>
                </c:pt>
                <c:pt idx="2010">
                  <c:v>46099</c:v>
                </c:pt>
                <c:pt idx="2011">
                  <c:v>46100</c:v>
                </c:pt>
                <c:pt idx="2012">
                  <c:v>46101</c:v>
                </c:pt>
                <c:pt idx="2013">
                  <c:v>46104</c:v>
                </c:pt>
                <c:pt idx="2014">
                  <c:v>46105</c:v>
                </c:pt>
                <c:pt idx="2015">
                  <c:v>46106</c:v>
                </c:pt>
                <c:pt idx="2016">
                  <c:v>46107</c:v>
                </c:pt>
                <c:pt idx="2017">
                  <c:v>46108</c:v>
                </c:pt>
                <c:pt idx="2018">
                  <c:v>46111</c:v>
                </c:pt>
                <c:pt idx="2019">
                  <c:v>46112</c:v>
                </c:pt>
                <c:pt idx="2020">
                  <c:v>46113</c:v>
                </c:pt>
                <c:pt idx="2021">
                  <c:v>46114</c:v>
                </c:pt>
                <c:pt idx="2022">
                  <c:v>46115</c:v>
                </c:pt>
                <c:pt idx="2023">
                  <c:v>46118</c:v>
                </c:pt>
                <c:pt idx="2024">
                  <c:v>46119</c:v>
                </c:pt>
                <c:pt idx="2025">
                  <c:v>46120</c:v>
                </c:pt>
                <c:pt idx="2026">
                  <c:v>46121</c:v>
                </c:pt>
                <c:pt idx="2027">
                  <c:v>46122</c:v>
                </c:pt>
                <c:pt idx="2028">
                  <c:v>46125</c:v>
                </c:pt>
                <c:pt idx="2029">
                  <c:v>46126</c:v>
                </c:pt>
                <c:pt idx="2030">
                  <c:v>46127</c:v>
                </c:pt>
                <c:pt idx="2031">
                  <c:v>46128</c:v>
                </c:pt>
                <c:pt idx="2032">
                  <c:v>46129</c:v>
                </c:pt>
                <c:pt idx="2033">
                  <c:v>46132</c:v>
                </c:pt>
                <c:pt idx="2034">
                  <c:v>46133</c:v>
                </c:pt>
                <c:pt idx="2035">
                  <c:v>46134</c:v>
                </c:pt>
                <c:pt idx="2036">
                  <c:v>46135</c:v>
                </c:pt>
                <c:pt idx="2037">
                  <c:v>46136</c:v>
                </c:pt>
                <c:pt idx="2038">
                  <c:v>46139</c:v>
                </c:pt>
                <c:pt idx="2039">
                  <c:v>46140</c:v>
                </c:pt>
                <c:pt idx="2040">
                  <c:v>46141</c:v>
                </c:pt>
                <c:pt idx="2041">
                  <c:v>46142</c:v>
                </c:pt>
                <c:pt idx="2042">
                  <c:v>46143</c:v>
                </c:pt>
                <c:pt idx="2043">
                  <c:v>46146</c:v>
                </c:pt>
                <c:pt idx="2044">
                  <c:v>46147</c:v>
                </c:pt>
                <c:pt idx="2045">
                  <c:v>46148</c:v>
                </c:pt>
                <c:pt idx="2046">
                  <c:v>46149</c:v>
                </c:pt>
                <c:pt idx="2047">
                  <c:v>46150</c:v>
                </c:pt>
                <c:pt idx="2048">
                  <c:v>46153</c:v>
                </c:pt>
                <c:pt idx="2049">
                  <c:v>46154</c:v>
                </c:pt>
                <c:pt idx="2050">
                  <c:v>46155</c:v>
                </c:pt>
                <c:pt idx="2051">
                  <c:v>46156</c:v>
                </c:pt>
                <c:pt idx="2052">
                  <c:v>46157</c:v>
                </c:pt>
                <c:pt idx="2053">
                  <c:v>46160</c:v>
                </c:pt>
                <c:pt idx="2054">
                  <c:v>46161</c:v>
                </c:pt>
                <c:pt idx="2055">
                  <c:v>46162</c:v>
                </c:pt>
                <c:pt idx="2056">
                  <c:v>46163</c:v>
                </c:pt>
                <c:pt idx="2057">
                  <c:v>46164</c:v>
                </c:pt>
                <c:pt idx="2058">
                  <c:v>46167</c:v>
                </c:pt>
                <c:pt idx="2059">
                  <c:v>46168</c:v>
                </c:pt>
                <c:pt idx="2060">
                  <c:v>46169</c:v>
                </c:pt>
                <c:pt idx="2061">
                  <c:v>46170</c:v>
                </c:pt>
                <c:pt idx="2062">
                  <c:v>46171</c:v>
                </c:pt>
                <c:pt idx="2063">
                  <c:v>46174</c:v>
                </c:pt>
                <c:pt idx="2064">
                  <c:v>46175</c:v>
                </c:pt>
                <c:pt idx="2065">
                  <c:v>46176</c:v>
                </c:pt>
                <c:pt idx="2066">
                  <c:v>46177</c:v>
                </c:pt>
                <c:pt idx="2067">
                  <c:v>46178</c:v>
                </c:pt>
                <c:pt idx="2068">
                  <c:v>46181</c:v>
                </c:pt>
                <c:pt idx="2069">
                  <c:v>46182</c:v>
                </c:pt>
                <c:pt idx="2070">
                  <c:v>46183</c:v>
                </c:pt>
                <c:pt idx="2071">
                  <c:v>46184</c:v>
                </c:pt>
                <c:pt idx="2072">
                  <c:v>46185</c:v>
                </c:pt>
                <c:pt idx="2073">
                  <c:v>46188</c:v>
                </c:pt>
                <c:pt idx="2074">
                  <c:v>46189</c:v>
                </c:pt>
                <c:pt idx="2075">
                  <c:v>46190</c:v>
                </c:pt>
                <c:pt idx="2076">
                  <c:v>46191</c:v>
                </c:pt>
                <c:pt idx="2077">
                  <c:v>46192</c:v>
                </c:pt>
                <c:pt idx="2078">
                  <c:v>46195</c:v>
                </c:pt>
                <c:pt idx="2079">
                  <c:v>46196</c:v>
                </c:pt>
                <c:pt idx="2080">
                  <c:v>46197</c:v>
                </c:pt>
                <c:pt idx="2081">
                  <c:v>46198</c:v>
                </c:pt>
                <c:pt idx="2082">
                  <c:v>46199</c:v>
                </c:pt>
                <c:pt idx="2083">
                  <c:v>46202</c:v>
                </c:pt>
                <c:pt idx="2084">
                  <c:v>46203</c:v>
                </c:pt>
                <c:pt idx="2085">
                  <c:v>46204</c:v>
                </c:pt>
                <c:pt idx="2086">
                  <c:v>46205</c:v>
                </c:pt>
                <c:pt idx="2087">
                  <c:v>46206</c:v>
                </c:pt>
                <c:pt idx="2088">
                  <c:v>46207</c:v>
                </c:pt>
                <c:pt idx="2089">
                  <c:v>46208</c:v>
                </c:pt>
                <c:pt idx="2090">
                  <c:v>46209</c:v>
                </c:pt>
                <c:pt idx="2091">
                  <c:v>46210</c:v>
                </c:pt>
                <c:pt idx="2092">
                  <c:v>46211</c:v>
                </c:pt>
                <c:pt idx="2093">
                  <c:v>46212</c:v>
                </c:pt>
                <c:pt idx="2094">
                  <c:v>46213</c:v>
                </c:pt>
                <c:pt idx="2095">
                  <c:v>46214</c:v>
                </c:pt>
                <c:pt idx="2096">
                  <c:v>46215</c:v>
                </c:pt>
                <c:pt idx="2097">
                  <c:v>46216</c:v>
                </c:pt>
                <c:pt idx="2098">
                  <c:v>46217</c:v>
                </c:pt>
                <c:pt idx="2099">
                  <c:v>46218</c:v>
                </c:pt>
                <c:pt idx="2100">
                  <c:v>46219</c:v>
                </c:pt>
                <c:pt idx="2101">
                  <c:v>46220</c:v>
                </c:pt>
                <c:pt idx="2102">
                  <c:v>46221</c:v>
                </c:pt>
                <c:pt idx="2103">
                  <c:v>46222</c:v>
                </c:pt>
                <c:pt idx="2104">
                  <c:v>46223</c:v>
                </c:pt>
                <c:pt idx="2105">
                  <c:v>46224</c:v>
                </c:pt>
                <c:pt idx="2106">
                  <c:v>46225</c:v>
                </c:pt>
                <c:pt idx="2107">
                  <c:v>46226</c:v>
                </c:pt>
                <c:pt idx="2108">
                  <c:v>46227</c:v>
                </c:pt>
                <c:pt idx="2109">
                  <c:v>46228</c:v>
                </c:pt>
                <c:pt idx="2110">
                  <c:v>46229</c:v>
                </c:pt>
                <c:pt idx="2111">
                  <c:v>46230</c:v>
                </c:pt>
                <c:pt idx="2112">
                  <c:v>46231</c:v>
                </c:pt>
                <c:pt idx="2113">
                  <c:v>46232</c:v>
                </c:pt>
                <c:pt idx="2114">
                  <c:v>46233</c:v>
                </c:pt>
                <c:pt idx="2115">
                  <c:v>46234</c:v>
                </c:pt>
                <c:pt idx="2116">
                  <c:v>46235</c:v>
                </c:pt>
                <c:pt idx="2117">
                  <c:v>46236</c:v>
                </c:pt>
                <c:pt idx="2118">
                  <c:v>46237</c:v>
                </c:pt>
                <c:pt idx="2119">
                  <c:v>46238</c:v>
                </c:pt>
                <c:pt idx="2120">
                  <c:v>46239</c:v>
                </c:pt>
                <c:pt idx="2121">
                  <c:v>46240</c:v>
                </c:pt>
                <c:pt idx="2122">
                  <c:v>46241</c:v>
                </c:pt>
                <c:pt idx="2123">
                  <c:v>46242</c:v>
                </c:pt>
                <c:pt idx="2124">
                  <c:v>46243</c:v>
                </c:pt>
                <c:pt idx="2125">
                  <c:v>46244</c:v>
                </c:pt>
                <c:pt idx="2126">
                  <c:v>46245</c:v>
                </c:pt>
                <c:pt idx="2127">
                  <c:v>46246</c:v>
                </c:pt>
                <c:pt idx="2128">
                  <c:v>46247</c:v>
                </c:pt>
                <c:pt idx="2129">
                  <c:v>46248</c:v>
                </c:pt>
                <c:pt idx="2130">
                  <c:v>46249</c:v>
                </c:pt>
                <c:pt idx="2131">
                  <c:v>46250</c:v>
                </c:pt>
                <c:pt idx="2132">
                  <c:v>46251</c:v>
                </c:pt>
                <c:pt idx="2133">
                  <c:v>46252</c:v>
                </c:pt>
                <c:pt idx="2134">
                  <c:v>46253</c:v>
                </c:pt>
                <c:pt idx="2135">
                  <c:v>46254</c:v>
                </c:pt>
                <c:pt idx="2136">
                  <c:v>46255</c:v>
                </c:pt>
                <c:pt idx="2137">
                  <c:v>46256</c:v>
                </c:pt>
                <c:pt idx="2138">
                  <c:v>46257</c:v>
                </c:pt>
                <c:pt idx="2139">
                  <c:v>46258</c:v>
                </c:pt>
                <c:pt idx="2140">
                  <c:v>46259</c:v>
                </c:pt>
                <c:pt idx="2141">
                  <c:v>46260</c:v>
                </c:pt>
                <c:pt idx="2142">
                  <c:v>46261</c:v>
                </c:pt>
                <c:pt idx="2143">
                  <c:v>46262</c:v>
                </c:pt>
                <c:pt idx="2144">
                  <c:v>46265</c:v>
                </c:pt>
                <c:pt idx="2145">
                  <c:v>46266</c:v>
                </c:pt>
                <c:pt idx="2146">
                  <c:v>46267</c:v>
                </c:pt>
                <c:pt idx="2147">
                  <c:v>46268</c:v>
                </c:pt>
                <c:pt idx="2148">
                  <c:v>46269</c:v>
                </c:pt>
                <c:pt idx="2149">
                  <c:v>46272</c:v>
                </c:pt>
                <c:pt idx="2150">
                  <c:v>46273</c:v>
                </c:pt>
                <c:pt idx="2151">
                  <c:v>46274</c:v>
                </c:pt>
                <c:pt idx="2152">
                  <c:v>46275</c:v>
                </c:pt>
                <c:pt idx="2153">
                  <c:v>46276</c:v>
                </c:pt>
                <c:pt idx="2154">
                  <c:v>46279</c:v>
                </c:pt>
                <c:pt idx="2155">
                  <c:v>46280</c:v>
                </c:pt>
                <c:pt idx="2156">
                  <c:v>46281</c:v>
                </c:pt>
                <c:pt idx="2157">
                  <c:v>46282</c:v>
                </c:pt>
                <c:pt idx="2158">
                  <c:v>46283</c:v>
                </c:pt>
                <c:pt idx="2159">
                  <c:v>46286</c:v>
                </c:pt>
                <c:pt idx="2160">
                  <c:v>46287</c:v>
                </c:pt>
              </c:numCache>
            </c:numRef>
          </c:cat>
          <c:val>
            <c:numRef>
              <c:f>Sheet1!$B$2:$B$2162</c:f>
              <c:numCache>
                <c:formatCode>_(* #,##0.00_);_(* \(#,##0.00\);_(* "-"_);_(@_)</c:formatCode>
                <c:ptCount val="2161"/>
                <c:pt idx="0">
                  <c:v>4.25</c:v>
                </c:pt>
                <c:pt idx="1">
                  <c:v>4.25</c:v>
                </c:pt>
                <c:pt idx="2">
                  <c:v>4.25</c:v>
                </c:pt>
                <c:pt idx="3">
                  <c:v>4.25</c:v>
                </c:pt>
                <c:pt idx="4">
                  <c:v>4.25</c:v>
                </c:pt>
                <c:pt idx="5">
                  <c:v>4.25</c:v>
                </c:pt>
                <c:pt idx="6">
                  <c:v>4.25</c:v>
                </c:pt>
                <c:pt idx="7">
                  <c:v>4.25</c:v>
                </c:pt>
                <c:pt idx="8">
                  <c:v>4.25</c:v>
                </c:pt>
                <c:pt idx="9">
                  <c:v>4.25</c:v>
                </c:pt>
                <c:pt idx="10">
                  <c:v>4.25</c:v>
                </c:pt>
                <c:pt idx="11">
                  <c:v>4.25</c:v>
                </c:pt>
                <c:pt idx="12">
                  <c:v>4.25</c:v>
                </c:pt>
                <c:pt idx="13">
                  <c:v>4.25</c:v>
                </c:pt>
                <c:pt idx="14">
                  <c:v>4.25</c:v>
                </c:pt>
                <c:pt idx="15">
                  <c:v>4.25</c:v>
                </c:pt>
                <c:pt idx="16">
                  <c:v>4.25</c:v>
                </c:pt>
                <c:pt idx="17">
                  <c:v>4.25</c:v>
                </c:pt>
                <c:pt idx="18">
                  <c:v>4.25</c:v>
                </c:pt>
                <c:pt idx="19">
                  <c:v>4.25</c:v>
                </c:pt>
                <c:pt idx="20">
                  <c:v>4.25</c:v>
                </c:pt>
                <c:pt idx="21">
                  <c:v>4.25</c:v>
                </c:pt>
                <c:pt idx="22">
                  <c:v>4.25</c:v>
                </c:pt>
                <c:pt idx="23">
                  <c:v>4.25</c:v>
                </c:pt>
                <c:pt idx="24">
                  <c:v>4.25</c:v>
                </c:pt>
                <c:pt idx="25">
                  <c:v>4.25</c:v>
                </c:pt>
                <c:pt idx="26">
                  <c:v>4.25</c:v>
                </c:pt>
                <c:pt idx="27">
                  <c:v>4.25</c:v>
                </c:pt>
                <c:pt idx="28">
                  <c:v>4.25</c:v>
                </c:pt>
                <c:pt idx="29">
                  <c:v>4.25</c:v>
                </c:pt>
                <c:pt idx="30">
                  <c:v>4.25</c:v>
                </c:pt>
                <c:pt idx="31">
                  <c:v>4.25</c:v>
                </c:pt>
                <c:pt idx="32">
                  <c:v>4.25</c:v>
                </c:pt>
                <c:pt idx="33">
                  <c:v>4.25</c:v>
                </c:pt>
                <c:pt idx="34">
                  <c:v>4.25</c:v>
                </c:pt>
                <c:pt idx="35">
                  <c:v>4.25</c:v>
                </c:pt>
                <c:pt idx="36">
                  <c:v>4.25</c:v>
                </c:pt>
                <c:pt idx="37">
                  <c:v>4.25</c:v>
                </c:pt>
                <c:pt idx="38">
                  <c:v>4.25</c:v>
                </c:pt>
                <c:pt idx="39">
                  <c:v>4.25</c:v>
                </c:pt>
                <c:pt idx="40">
                  <c:v>4.25</c:v>
                </c:pt>
                <c:pt idx="41">
                  <c:v>4.25</c:v>
                </c:pt>
                <c:pt idx="42">
                  <c:v>4.25</c:v>
                </c:pt>
                <c:pt idx="43">
                  <c:v>4.25</c:v>
                </c:pt>
                <c:pt idx="44">
                  <c:v>4.25</c:v>
                </c:pt>
                <c:pt idx="45">
                  <c:v>4.25</c:v>
                </c:pt>
                <c:pt idx="46">
                  <c:v>4.25</c:v>
                </c:pt>
                <c:pt idx="47">
                  <c:v>4.25</c:v>
                </c:pt>
                <c:pt idx="48">
                  <c:v>4.25</c:v>
                </c:pt>
                <c:pt idx="49">
                  <c:v>4.25</c:v>
                </c:pt>
                <c:pt idx="50">
                  <c:v>4.25</c:v>
                </c:pt>
                <c:pt idx="51">
                  <c:v>4.25</c:v>
                </c:pt>
                <c:pt idx="52">
                  <c:v>4.25</c:v>
                </c:pt>
                <c:pt idx="53">
                  <c:v>4.25</c:v>
                </c:pt>
                <c:pt idx="54">
                  <c:v>4.25</c:v>
                </c:pt>
                <c:pt idx="55">
                  <c:v>4.25</c:v>
                </c:pt>
                <c:pt idx="56">
                  <c:v>4.25</c:v>
                </c:pt>
                <c:pt idx="57">
                  <c:v>4.25</c:v>
                </c:pt>
                <c:pt idx="58">
                  <c:v>4.25</c:v>
                </c:pt>
                <c:pt idx="59">
                  <c:v>4.25</c:v>
                </c:pt>
                <c:pt idx="60">
                  <c:v>4.25</c:v>
                </c:pt>
                <c:pt idx="61">
                  <c:v>4.25</c:v>
                </c:pt>
                <c:pt idx="62">
                  <c:v>4.25</c:v>
                </c:pt>
                <c:pt idx="63">
                  <c:v>4.25</c:v>
                </c:pt>
                <c:pt idx="64">
                  <c:v>4.25</c:v>
                </c:pt>
                <c:pt idx="65">
                  <c:v>4.25</c:v>
                </c:pt>
                <c:pt idx="66">
                  <c:v>4.25</c:v>
                </c:pt>
                <c:pt idx="67">
                  <c:v>4.25</c:v>
                </c:pt>
                <c:pt idx="68">
                  <c:v>4.25</c:v>
                </c:pt>
                <c:pt idx="69">
                  <c:v>4.25</c:v>
                </c:pt>
                <c:pt idx="70">
                  <c:v>4.25</c:v>
                </c:pt>
                <c:pt idx="71">
                  <c:v>4.25</c:v>
                </c:pt>
                <c:pt idx="72">
                  <c:v>4.25</c:v>
                </c:pt>
                <c:pt idx="73">
                  <c:v>4.25</c:v>
                </c:pt>
                <c:pt idx="74">
                  <c:v>4.25</c:v>
                </c:pt>
                <c:pt idx="75">
                  <c:v>4.25</c:v>
                </c:pt>
                <c:pt idx="76">
                  <c:v>4.25</c:v>
                </c:pt>
                <c:pt idx="77">
                  <c:v>4.25</c:v>
                </c:pt>
                <c:pt idx="78">
                  <c:v>4.25</c:v>
                </c:pt>
                <c:pt idx="79">
                  <c:v>4.25</c:v>
                </c:pt>
                <c:pt idx="80">
                  <c:v>4.25</c:v>
                </c:pt>
                <c:pt idx="81">
                  <c:v>4.25</c:v>
                </c:pt>
                <c:pt idx="82">
                  <c:v>4.25</c:v>
                </c:pt>
                <c:pt idx="83">
                  <c:v>4.25</c:v>
                </c:pt>
                <c:pt idx="84">
                  <c:v>4.25</c:v>
                </c:pt>
                <c:pt idx="85">
                  <c:v>4.25</c:v>
                </c:pt>
                <c:pt idx="86">
                  <c:v>4.25</c:v>
                </c:pt>
                <c:pt idx="87">
                  <c:v>4.25</c:v>
                </c:pt>
                <c:pt idx="88">
                  <c:v>4.25</c:v>
                </c:pt>
                <c:pt idx="89">
                  <c:v>4.25</c:v>
                </c:pt>
                <c:pt idx="90">
                  <c:v>4.25</c:v>
                </c:pt>
                <c:pt idx="91">
                  <c:v>4.25</c:v>
                </c:pt>
                <c:pt idx="92">
                  <c:v>4.25</c:v>
                </c:pt>
                <c:pt idx="93">
                  <c:v>4.25</c:v>
                </c:pt>
                <c:pt idx="94">
                  <c:v>4.5</c:v>
                </c:pt>
                <c:pt idx="95">
                  <c:v>4.5</c:v>
                </c:pt>
                <c:pt idx="96">
                  <c:v>4.5</c:v>
                </c:pt>
                <c:pt idx="97">
                  <c:v>4.5</c:v>
                </c:pt>
                <c:pt idx="98">
                  <c:v>4.5</c:v>
                </c:pt>
                <c:pt idx="99">
                  <c:v>4.5</c:v>
                </c:pt>
                <c:pt idx="100">
                  <c:v>4.5</c:v>
                </c:pt>
                <c:pt idx="101">
                  <c:v>4.5</c:v>
                </c:pt>
                <c:pt idx="102">
                  <c:v>4.75</c:v>
                </c:pt>
                <c:pt idx="103">
                  <c:v>4.75</c:v>
                </c:pt>
                <c:pt idx="104">
                  <c:v>4.75</c:v>
                </c:pt>
                <c:pt idx="105">
                  <c:v>4.75</c:v>
                </c:pt>
                <c:pt idx="106">
                  <c:v>4.75</c:v>
                </c:pt>
                <c:pt idx="107">
                  <c:v>4.75</c:v>
                </c:pt>
                <c:pt idx="108">
                  <c:v>4.75</c:v>
                </c:pt>
                <c:pt idx="109">
                  <c:v>4.75</c:v>
                </c:pt>
                <c:pt idx="110">
                  <c:v>4.75</c:v>
                </c:pt>
                <c:pt idx="111">
                  <c:v>4.75</c:v>
                </c:pt>
                <c:pt idx="112">
                  <c:v>4.75</c:v>
                </c:pt>
                <c:pt idx="113">
                  <c:v>5.25</c:v>
                </c:pt>
                <c:pt idx="114">
                  <c:v>5.25</c:v>
                </c:pt>
                <c:pt idx="115">
                  <c:v>5.25</c:v>
                </c:pt>
                <c:pt idx="116">
                  <c:v>5.25</c:v>
                </c:pt>
                <c:pt idx="117">
                  <c:v>5.25</c:v>
                </c:pt>
                <c:pt idx="118">
                  <c:v>5.25</c:v>
                </c:pt>
                <c:pt idx="119">
                  <c:v>5.25</c:v>
                </c:pt>
                <c:pt idx="120">
                  <c:v>5.25</c:v>
                </c:pt>
                <c:pt idx="121">
                  <c:v>5.25</c:v>
                </c:pt>
                <c:pt idx="122">
                  <c:v>5.25</c:v>
                </c:pt>
                <c:pt idx="123">
                  <c:v>5.25</c:v>
                </c:pt>
                <c:pt idx="124">
                  <c:v>5.25</c:v>
                </c:pt>
                <c:pt idx="125">
                  <c:v>5.25</c:v>
                </c:pt>
                <c:pt idx="126">
                  <c:v>5.25</c:v>
                </c:pt>
                <c:pt idx="127">
                  <c:v>5.25</c:v>
                </c:pt>
                <c:pt idx="128">
                  <c:v>5.25</c:v>
                </c:pt>
                <c:pt idx="129">
                  <c:v>5.25</c:v>
                </c:pt>
                <c:pt idx="130">
                  <c:v>5.25</c:v>
                </c:pt>
                <c:pt idx="131">
                  <c:v>5.25</c:v>
                </c:pt>
                <c:pt idx="132">
                  <c:v>5.25</c:v>
                </c:pt>
                <c:pt idx="133">
                  <c:v>5.25</c:v>
                </c:pt>
                <c:pt idx="134">
                  <c:v>5.25</c:v>
                </c:pt>
                <c:pt idx="135">
                  <c:v>5.25</c:v>
                </c:pt>
                <c:pt idx="136">
                  <c:v>5.25</c:v>
                </c:pt>
                <c:pt idx="137">
                  <c:v>5.25</c:v>
                </c:pt>
                <c:pt idx="138">
                  <c:v>5.25</c:v>
                </c:pt>
                <c:pt idx="139">
                  <c:v>5.25</c:v>
                </c:pt>
                <c:pt idx="140">
                  <c:v>5.25</c:v>
                </c:pt>
                <c:pt idx="141">
                  <c:v>5.25</c:v>
                </c:pt>
                <c:pt idx="142">
                  <c:v>5.25</c:v>
                </c:pt>
                <c:pt idx="143">
                  <c:v>5.25</c:v>
                </c:pt>
                <c:pt idx="144">
                  <c:v>5.25</c:v>
                </c:pt>
                <c:pt idx="145">
                  <c:v>5.25</c:v>
                </c:pt>
                <c:pt idx="146">
                  <c:v>5.5</c:v>
                </c:pt>
                <c:pt idx="147">
                  <c:v>5.5</c:v>
                </c:pt>
                <c:pt idx="148">
                  <c:v>5.5</c:v>
                </c:pt>
                <c:pt idx="149">
                  <c:v>5.5</c:v>
                </c:pt>
                <c:pt idx="150">
                  <c:v>5.5</c:v>
                </c:pt>
                <c:pt idx="151">
                  <c:v>5.5</c:v>
                </c:pt>
                <c:pt idx="152">
                  <c:v>5.5</c:v>
                </c:pt>
                <c:pt idx="153">
                  <c:v>5.5</c:v>
                </c:pt>
                <c:pt idx="154">
                  <c:v>5.5</c:v>
                </c:pt>
                <c:pt idx="155">
                  <c:v>5.5</c:v>
                </c:pt>
                <c:pt idx="156">
                  <c:v>5.5</c:v>
                </c:pt>
                <c:pt idx="157">
                  <c:v>5.5</c:v>
                </c:pt>
                <c:pt idx="158">
                  <c:v>5.5</c:v>
                </c:pt>
                <c:pt idx="159">
                  <c:v>5.5</c:v>
                </c:pt>
                <c:pt idx="160">
                  <c:v>5.5</c:v>
                </c:pt>
                <c:pt idx="161">
                  <c:v>5.5</c:v>
                </c:pt>
                <c:pt idx="162">
                  <c:v>5.5</c:v>
                </c:pt>
                <c:pt idx="163">
                  <c:v>5.5</c:v>
                </c:pt>
                <c:pt idx="164">
                  <c:v>5.5</c:v>
                </c:pt>
                <c:pt idx="165">
                  <c:v>5.5</c:v>
                </c:pt>
                <c:pt idx="166">
                  <c:v>5.5</c:v>
                </c:pt>
                <c:pt idx="167">
                  <c:v>5.5</c:v>
                </c:pt>
                <c:pt idx="168">
                  <c:v>5.5</c:v>
                </c:pt>
                <c:pt idx="169">
                  <c:v>5.5</c:v>
                </c:pt>
                <c:pt idx="170">
                  <c:v>5.5</c:v>
                </c:pt>
                <c:pt idx="171">
                  <c:v>5.5</c:v>
                </c:pt>
                <c:pt idx="172">
                  <c:v>5.5</c:v>
                </c:pt>
                <c:pt idx="173">
                  <c:v>5.5</c:v>
                </c:pt>
                <c:pt idx="174">
                  <c:v>5.75</c:v>
                </c:pt>
                <c:pt idx="175">
                  <c:v>5.75</c:v>
                </c:pt>
                <c:pt idx="176">
                  <c:v>5.75</c:v>
                </c:pt>
                <c:pt idx="177">
                  <c:v>5.75</c:v>
                </c:pt>
                <c:pt idx="178">
                  <c:v>5.75</c:v>
                </c:pt>
                <c:pt idx="179">
                  <c:v>5.75</c:v>
                </c:pt>
                <c:pt idx="180">
                  <c:v>5.75</c:v>
                </c:pt>
                <c:pt idx="181">
                  <c:v>5.75</c:v>
                </c:pt>
                <c:pt idx="182">
                  <c:v>5.75</c:v>
                </c:pt>
                <c:pt idx="183">
                  <c:v>5.75</c:v>
                </c:pt>
                <c:pt idx="184">
                  <c:v>5.75</c:v>
                </c:pt>
                <c:pt idx="185">
                  <c:v>5.75</c:v>
                </c:pt>
                <c:pt idx="186">
                  <c:v>5.75</c:v>
                </c:pt>
                <c:pt idx="187">
                  <c:v>5.75</c:v>
                </c:pt>
                <c:pt idx="188">
                  <c:v>5.75</c:v>
                </c:pt>
                <c:pt idx="189">
                  <c:v>5.75</c:v>
                </c:pt>
                <c:pt idx="190">
                  <c:v>5.75</c:v>
                </c:pt>
                <c:pt idx="191">
                  <c:v>5.75</c:v>
                </c:pt>
                <c:pt idx="192">
                  <c:v>5.75</c:v>
                </c:pt>
                <c:pt idx="193">
                  <c:v>5.75</c:v>
                </c:pt>
                <c:pt idx="194">
                  <c:v>5.75</c:v>
                </c:pt>
                <c:pt idx="195">
                  <c:v>5.75</c:v>
                </c:pt>
                <c:pt idx="196">
                  <c:v>5.75</c:v>
                </c:pt>
                <c:pt idx="197">
                  <c:v>5.75</c:v>
                </c:pt>
                <c:pt idx="198">
                  <c:v>5.75</c:v>
                </c:pt>
                <c:pt idx="199">
                  <c:v>5.75</c:v>
                </c:pt>
                <c:pt idx="200">
                  <c:v>5.75</c:v>
                </c:pt>
                <c:pt idx="201">
                  <c:v>5.75</c:v>
                </c:pt>
                <c:pt idx="202">
                  <c:v>5.75</c:v>
                </c:pt>
                <c:pt idx="203">
                  <c:v>5.75</c:v>
                </c:pt>
                <c:pt idx="204">
                  <c:v>5.75</c:v>
                </c:pt>
                <c:pt idx="205">
                  <c:v>5.75</c:v>
                </c:pt>
                <c:pt idx="206">
                  <c:v>5.75</c:v>
                </c:pt>
                <c:pt idx="207">
                  <c:v>5.75</c:v>
                </c:pt>
                <c:pt idx="208">
                  <c:v>5.75</c:v>
                </c:pt>
                <c:pt idx="209">
                  <c:v>6</c:v>
                </c:pt>
                <c:pt idx="210">
                  <c:v>6</c:v>
                </c:pt>
                <c:pt idx="211">
                  <c:v>6</c:v>
                </c:pt>
                <c:pt idx="212">
                  <c:v>6</c:v>
                </c:pt>
                <c:pt idx="213">
                  <c:v>6</c:v>
                </c:pt>
                <c:pt idx="214">
                  <c:v>6</c:v>
                </c:pt>
                <c:pt idx="215">
                  <c:v>6</c:v>
                </c:pt>
                <c:pt idx="216">
                  <c:v>6</c:v>
                </c:pt>
                <c:pt idx="217">
                  <c:v>6</c:v>
                </c:pt>
                <c:pt idx="218">
                  <c:v>6</c:v>
                </c:pt>
                <c:pt idx="219">
                  <c:v>6</c:v>
                </c:pt>
                <c:pt idx="220">
                  <c:v>6</c:v>
                </c:pt>
                <c:pt idx="221">
                  <c:v>6</c:v>
                </c:pt>
                <c:pt idx="222">
                  <c:v>6</c:v>
                </c:pt>
                <c:pt idx="223">
                  <c:v>6</c:v>
                </c:pt>
                <c:pt idx="224">
                  <c:v>6</c:v>
                </c:pt>
                <c:pt idx="225">
                  <c:v>6</c:v>
                </c:pt>
                <c:pt idx="226">
                  <c:v>6</c:v>
                </c:pt>
                <c:pt idx="227">
                  <c:v>6</c:v>
                </c:pt>
                <c:pt idx="228">
                  <c:v>6</c:v>
                </c:pt>
                <c:pt idx="229">
                  <c:v>6</c:v>
                </c:pt>
                <c:pt idx="230">
                  <c:v>6</c:v>
                </c:pt>
                <c:pt idx="231">
                  <c:v>6</c:v>
                </c:pt>
                <c:pt idx="232">
                  <c:v>6</c:v>
                </c:pt>
                <c:pt idx="233">
                  <c:v>6</c:v>
                </c:pt>
                <c:pt idx="234">
                  <c:v>6</c:v>
                </c:pt>
                <c:pt idx="235">
                  <c:v>6</c:v>
                </c:pt>
                <c:pt idx="236">
                  <c:v>6</c:v>
                </c:pt>
                <c:pt idx="237">
                  <c:v>6</c:v>
                </c:pt>
                <c:pt idx="238">
                  <c:v>6</c:v>
                </c:pt>
                <c:pt idx="239">
                  <c:v>6</c:v>
                </c:pt>
                <c:pt idx="240">
                  <c:v>6</c:v>
                </c:pt>
                <c:pt idx="241">
                  <c:v>6</c:v>
                </c:pt>
                <c:pt idx="242">
                  <c:v>6</c:v>
                </c:pt>
                <c:pt idx="243">
                  <c:v>6</c:v>
                </c:pt>
                <c:pt idx="244">
                  <c:v>6</c:v>
                </c:pt>
                <c:pt idx="245">
                  <c:v>6</c:v>
                </c:pt>
                <c:pt idx="246">
                  <c:v>6</c:v>
                </c:pt>
                <c:pt idx="247">
                  <c:v>6</c:v>
                </c:pt>
                <c:pt idx="248">
                  <c:v>6</c:v>
                </c:pt>
                <c:pt idx="249">
                  <c:v>6</c:v>
                </c:pt>
                <c:pt idx="250">
                  <c:v>6</c:v>
                </c:pt>
                <c:pt idx="251">
                  <c:v>6</c:v>
                </c:pt>
                <c:pt idx="252">
                  <c:v>6</c:v>
                </c:pt>
                <c:pt idx="253">
                  <c:v>6</c:v>
                </c:pt>
                <c:pt idx="254">
                  <c:v>6</c:v>
                </c:pt>
                <c:pt idx="255">
                  <c:v>6</c:v>
                </c:pt>
                <c:pt idx="256">
                  <c:v>6</c:v>
                </c:pt>
                <c:pt idx="257">
                  <c:v>6</c:v>
                </c:pt>
                <c:pt idx="258">
                  <c:v>6</c:v>
                </c:pt>
                <c:pt idx="259">
                  <c:v>6</c:v>
                </c:pt>
                <c:pt idx="260">
                  <c:v>6</c:v>
                </c:pt>
                <c:pt idx="261">
                  <c:v>6</c:v>
                </c:pt>
                <c:pt idx="262">
                  <c:v>6</c:v>
                </c:pt>
                <c:pt idx="263">
                  <c:v>6</c:v>
                </c:pt>
                <c:pt idx="264">
                  <c:v>6</c:v>
                </c:pt>
                <c:pt idx="265">
                  <c:v>6</c:v>
                </c:pt>
                <c:pt idx="266">
                  <c:v>6</c:v>
                </c:pt>
                <c:pt idx="267">
                  <c:v>6</c:v>
                </c:pt>
                <c:pt idx="268">
                  <c:v>6</c:v>
                </c:pt>
                <c:pt idx="269">
                  <c:v>6</c:v>
                </c:pt>
                <c:pt idx="270">
                  <c:v>6</c:v>
                </c:pt>
                <c:pt idx="271">
                  <c:v>6</c:v>
                </c:pt>
                <c:pt idx="272">
                  <c:v>6</c:v>
                </c:pt>
                <c:pt idx="273">
                  <c:v>6</c:v>
                </c:pt>
                <c:pt idx="274">
                  <c:v>6</c:v>
                </c:pt>
                <c:pt idx="275">
                  <c:v>6</c:v>
                </c:pt>
                <c:pt idx="276">
                  <c:v>6</c:v>
                </c:pt>
                <c:pt idx="277">
                  <c:v>6</c:v>
                </c:pt>
                <c:pt idx="278">
                  <c:v>6</c:v>
                </c:pt>
                <c:pt idx="279">
                  <c:v>6</c:v>
                </c:pt>
                <c:pt idx="280">
                  <c:v>6</c:v>
                </c:pt>
                <c:pt idx="281">
                  <c:v>6</c:v>
                </c:pt>
                <c:pt idx="282">
                  <c:v>6</c:v>
                </c:pt>
                <c:pt idx="283">
                  <c:v>6</c:v>
                </c:pt>
                <c:pt idx="284">
                  <c:v>6</c:v>
                </c:pt>
                <c:pt idx="285">
                  <c:v>6</c:v>
                </c:pt>
                <c:pt idx="286">
                  <c:v>6</c:v>
                </c:pt>
                <c:pt idx="287">
                  <c:v>6</c:v>
                </c:pt>
                <c:pt idx="288">
                  <c:v>6</c:v>
                </c:pt>
                <c:pt idx="289">
                  <c:v>6</c:v>
                </c:pt>
                <c:pt idx="290">
                  <c:v>6</c:v>
                </c:pt>
                <c:pt idx="291">
                  <c:v>6</c:v>
                </c:pt>
                <c:pt idx="292">
                  <c:v>6</c:v>
                </c:pt>
                <c:pt idx="293">
                  <c:v>6</c:v>
                </c:pt>
                <c:pt idx="294">
                  <c:v>6</c:v>
                </c:pt>
                <c:pt idx="295">
                  <c:v>6</c:v>
                </c:pt>
                <c:pt idx="296">
                  <c:v>6</c:v>
                </c:pt>
                <c:pt idx="297">
                  <c:v>6</c:v>
                </c:pt>
                <c:pt idx="298">
                  <c:v>6</c:v>
                </c:pt>
                <c:pt idx="299">
                  <c:v>6</c:v>
                </c:pt>
                <c:pt idx="300">
                  <c:v>6</c:v>
                </c:pt>
                <c:pt idx="301">
                  <c:v>6</c:v>
                </c:pt>
                <c:pt idx="302">
                  <c:v>6</c:v>
                </c:pt>
                <c:pt idx="303">
                  <c:v>6</c:v>
                </c:pt>
                <c:pt idx="304">
                  <c:v>6</c:v>
                </c:pt>
                <c:pt idx="305">
                  <c:v>6</c:v>
                </c:pt>
                <c:pt idx="306">
                  <c:v>6</c:v>
                </c:pt>
                <c:pt idx="307">
                  <c:v>6</c:v>
                </c:pt>
                <c:pt idx="308">
                  <c:v>6</c:v>
                </c:pt>
                <c:pt idx="309">
                  <c:v>6</c:v>
                </c:pt>
                <c:pt idx="310">
                  <c:v>6</c:v>
                </c:pt>
                <c:pt idx="311">
                  <c:v>6</c:v>
                </c:pt>
                <c:pt idx="312">
                  <c:v>6</c:v>
                </c:pt>
                <c:pt idx="313">
                  <c:v>6</c:v>
                </c:pt>
                <c:pt idx="314">
                  <c:v>6</c:v>
                </c:pt>
                <c:pt idx="315">
                  <c:v>6</c:v>
                </c:pt>
                <c:pt idx="316">
                  <c:v>6</c:v>
                </c:pt>
                <c:pt idx="317">
                  <c:v>6</c:v>
                </c:pt>
                <c:pt idx="318">
                  <c:v>6</c:v>
                </c:pt>
                <c:pt idx="319">
                  <c:v>6</c:v>
                </c:pt>
                <c:pt idx="320">
                  <c:v>6</c:v>
                </c:pt>
                <c:pt idx="321">
                  <c:v>6</c:v>
                </c:pt>
                <c:pt idx="322">
                  <c:v>6</c:v>
                </c:pt>
                <c:pt idx="323">
                  <c:v>6</c:v>
                </c:pt>
                <c:pt idx="324">
                  <c:v>6</c:v>
                </c:pt>
                <c:pt idx="325">
                  <c:v>6</c:v>
                </c:pt>
                <c:pt idx="326">
                  <c:v>6</c:v>
                </c:pt>
                <c:pt idx="327">
                  <c:v>6</c:v>
                </c:pt>
                <c:pt idx="328">
                  <c:v>6</c:v>
                </c:pt>
                <c:pt idx="329">
                  <c:v>6</c:v>
                </c:pt>
                <c:pt idx="330">
                  <c:v>6</c:v>
                </c:pt>
                <c:pt idx="331">
                  <c:v>6</c:v>
                </c:pt>
                <c:pt idx="332">
                  <c:v>6</c:v>
                </c:pt>
                <c:pt idx="333">
                  <c:v>6</c:v>
                </c:pt>
                <c:pt idx="334">
                  <c:v>6</c:v>
                </c:pt>
                <c:pt idx="335">
                  <c:v>6</c:v>
                </c:pt>
                <c:pt idx="336">
                  <c:v>6</c:v>
                </c:pt>
                <c:pt idx="337">
                  <c:v>6</c:v>
                </c:pt>
                <c:pt idx="338">
                  <c:v>6</c:v>
                </c:pt>
                <c:pt idx="339">
                  <c:v>6</c:v>
                </c:pt>
                <c:pt idx="340">
                  <c:v>6</c:v>
                </c:pt>
                <c:pt idx="341">
                  <c:v>6</c:v>
                </c:pt>
                <c:pt idx="342">
                  <c:v>6</c:v>
                </c:pt>
                <c:pt idx="343">
                  <c:v>6</c:v>
                </c:pt>
                <c:pt idx="344">
                  <c:v>6</c:v>
                </c:pt>
                <c:pt idx="345">
                  <c:v>6</c:v>
                </c:pt>
                <c:pt idx="346">
                  <c:v>6</c:v>
                </c:pt>
                <c:pt idx="347">
                  <c:v>6</c:v>
                </c:pt>
                <c:pt idx="348">
                  <c:v>6</c:v>
                </c:pt>
                <c:pt idx="349">
                  <c:v>6</c:v>
                </c:pt>
                <c:pt idx="350">
                  <c:v>6</c:v>
                </c:pt>
                <c:pt idx="351">
                  <c:v>6</c:v>
                </c:pt>
                <c:pt idx="352">
                  <c:v>6</c:v>
                </c:pt>
                <c:pt idx="353">
                  <c:v>6</c:v>
                </c:pt>
                <c:pt idx="354">
                  <c:v>6</c:v>
                </c:pt>
                <c:pt idx="355">
                  <c:v>6</c:v>
                </c:pt>
                <c:pt idx="356">
                  <c:v>6</c:v>
                </c:pt>
                <c:pt idx="357">
                  <c:v>6</c:v>
                </c:pt>
                <c:pt idx="358">
                  <c:v>6</c:v>
                </c:pt>
                <c:pt idx="359">
                  <c:v>6</c:v>
                </c:pt>
                <c:pt idx="360">
                  <c:v>6</c:v>
                </c:pt>
                <c:pt idx="361">
                  <c:v>6</c:v>
                </c:pt>
                <c:pt idx="362">
                  <c:v>6</c:v>
                </c:pt>
                <c:pt idx="363">
                  <c:v>6</c:v>
                </c:pt>
                <c:pt idx="364">
                  <c:v>6</c:v>
                </c:pt>
                <c:pt idx="365">
                  <c:v>6</c:v>
                </c:pt>
                <c:pt idx="366">
                  <c:v>6</c:v>
                </c:pt>
                <c:pt idx="367">
                  <c:v>6</c:v>
                </c:pt>
                <c:pt idx="368">
                  <c:v>5.75</c:v>
                </c:pt>
                <c:pt idx="369">
                  <c:v>5.75</c:v>
                </c:pt>
                <c:pt idx="370">
                  <c:v>5.75</c:v>
                </c:pt>
                <c:pt idx="371">
                  <c:v>5.75</c:v>
                </c:pt>
                <c:pt idx="372">
                  <c:v>5.75</c:v>
                </c:pt>
                <c:pt idx="373">
                  <c:v>5.75</c:v>
                </c:pt>
                <c:pt idx="374">
                  <c:v>5.75</c:v>
                </c:pt>
                <c:pt idx="375">
                  <c:v>5.75</c:v>
                </c:pt>
                <c:pt idx="376">
                  <c:v>5.75</c:v>
                </c:pt>
                <c:pt idx="377">
                  <c:v>5.75</c:v>
                </c:pt>
                <c:pt idx="378">
                  <c:v>5.75</c:v>
                </c:pt>
                <c:pt idx="379">
                  <c:v>5.75</c:v>
                </c:pt>
                <c:pt idx="380">
                  <c:v>5.75</c:v>
                </c:pt>
                <c:pt idx="381">
                  <c:v>5.75</c:v>
                </c:pt>
                <c:pt idx="382">
                  <c:v>5.75</c:v>
                </c:pt>
                <c:pt idx="383">
                  <c:v>5.75</c:v>
                </c:pt>
                <c:pt idx="384">
                  <c:v>5.75</c:v>
                </c:pt>
                <c:pt idx="385">
                  <c:v>5.75</c:v>
                </c:pt>
                <c:pt idx="386">
                  <c:v>5.75</c:v>
                </c:pt>
                <c:pt idx="387">
                  <c:v>5.75</c:v>
                </c:pt>
                <c:pt idx="388">
                  <c:v>5.75</c:v>
                </c:pt>
                <c:pt idx="389">
                  <c:v>5.75</c:v>
                </c:pt>
                <c:pt idx="390">
                  <c:v>5.75</c:v>
                </c:pt>
                <c:pt idx="391">
                  <c:v>5.75</c:v>
                </c:pt>
                <c:pt idx="392">
                  <c:v>5.75</c:v>
                </c:pt>
                <c:pt idx="393">
                  <c:v>5.5</c:v>
                </c:pt>
                <c:pt idx="394">
                  <c:v>5.5</c:v>
                </c:pt>
                <c:pt idx="395">
                  <c:v>5.5</c:v>
                </c:pt>
                <c:pt idx="396">
                  <c:v>5.5</c:v>
                </c:pt>
                <c:pt idx="397">
                  <c:v>5.5</c:v>
                </c:pt>
                <c:pt idx="398">
                  <c:v>5.5</c:v>
                </c:pt>
                <c:pt idx="399">
                  <c:v>5.5</c:v>
                </c:pt>
                <c:pt idx="400">
                  <c:v>5.5</c:v>
                </c:pt>
                <c:pt idx="401">
                  <c:v>5.5</c:v>
                </c:pt>
                <c:pt idx="402">
                  <c:v>5.5</c:v>
                </c:pt>
                <c:pt idx="403">
                  <c:v>5.5</c:v>
                </c:pt>
                <c:pt idx="404">
                  <c:v>5.5</c:v>
                </c:pt>
                <c:pt idx="405">
                  <c:v>5.5</c:v>
                </c:pt>
                <c:pt idx="406">
                  <c:v>5.5</c:v>
                </c:pt>
                <c:pt idx="407">
                  <c:v>5.5</c:v>
                </c:pt>
                <c:pt idx="408">
                  <c:v>5.5</c:v>
                </c:pt>
                <c:pt idx="409">
                  <c:v>5.5</c:v>
                </c:pt>
                <c:pt idx="410">
                  <c:v>5.5</c:v>
                </c:pt>
                <c:pt idx="411">
                  <c:v>5.5</c:v>
                </c:pt>
                <c:pt idx="412">
                  <c:v>5.5</c:v>
                </c:pt>
                <c:pt idx="413">
                  <c:v>5.25</c:v>
                </c:pt>
                <c:pt idx="414">
                  <c:v>5.25</c:v>
                </c:pt>
                <c:pt idx="415">
                  <c:v>5.25</c:v>
                </c:pt>
                <c:pt idx="416">
                  <c:v>5.25</c:v>
                </c:pt>
                <c:pt idx="417">
                  <c:v>5.25</c:v>
                </c:pt>
                <c:pt idx="418">
                  <c:v>5.25</c:v>
                </c:pt>
                <c:pt idx="419">
                  <c:v>5.25</c:v>
                </c:pt>
                <c:pt idx="420">
                  <c:v>5.25</c:v>
                </c:pt>
                <c:pt idx="421">
                  <c:v>5.25</c:v>
                </c:pt>
                <c:pt idx="422">
                  <c:v>5.25</c:v>
                </c:pt>
                <c:pt idx="423">
                  <c:v>5.25</c:v>
                </c:pt>
                <c:pt idx="424">
                  <c:v>5.25</c:v>
                </c:pt>
                <c:pt idx="425">
                  <c:v>5.25</c:v>
                </c:pt>
                <c:pt idx="426">
                  <c:v>5.25</c:v>
                </c:pt>
                <c:pt idx="427">
                  <c:v>5.25</c:v>
                </c:pt>
                <c:pt idx="428">
                  <c:v>5.25</c:v>
                </c:pt>
                <c:pt idx="429">
                  <c:v>5.25</c:v>
                </c:pt>
                <c:pt idx="430">
                  <c:v>5.25</c:v>
                </c:pt>
                <c:pt idx="431">
                  <c:v>5.25</c:v>
                </c:pt>
                <c:pt idx="432">
                  <c:v>5.25</c:v>
                </c:pt>
                <c:pt idx="433">
                  <c:v>5.25</c:v>
                </c:pt>
                <c:pt idx="434">
                  <c:v>5.25</c:v>
                </c:pt>
                <c:pt idx="435">
                  <c:v>5.25</c:v>
                </c:pt>
                <c:pt idx="436">
                  <c:v>5.25</c:v>
                </c:pt>
                <c:pt idx="437">
                  <c:v>5.25</c:v>
                </c:pt>
                <c:pt idx="438">
                  <c:v>5</c:v>
                </c:pt>
                <c:pt idx="439">
                  <c:v>5</c:v>
                </c:pt>
                <c:pt idx="440">
                  <c:v>5</c:v>
                </c:pt>
                <c:pt idx="441">
                  <c:v>5</c:v>
                </c:pt>
                <c:pt idx="442">
                  <c:v>5</c:v>
                </c:pt>
                <c:pt idx="443">
                  <c:v>5</c:v>
                </c:pt>
                <c:pt idx="444">
                  <c:v>5</c:v>
                </c:pt>
                <c:pt idx="445">
                  <c:v>5</c:v>
                </c:pt>
                <c:pt idx="446">
                  <c:v>5</c:v>
                </c:pt>
                <c:pt idx="447">
                  <c:v>5</c:v>
                </c:pt>
                <c:pt idx="448">
                  <c:v>5</c:v>
                </c:pt>
                <c:pt idx="449">
                  <c:v>5</c:v>
                </c:pt>
                <c:pt idx="450">
                  <c:v>5</c:v>
                </c:pt>
                <c:pt idx="451">
                  <c:v>5</c:v>
                </c:pt>
                <c:pt idx="452">
                  <c:v>5</c:v>
                </c:pt>
                <c:pt idx="453">
                  <c:v>5</c:v>
                </c:pt>
                <c:pt idx="454">
                  <c:v>5</c:v>
                </c:pt>
                <c:pt idx="455">
                  <c:v>5</c:v>
                </c:pt>
                <c:pt idx="456">
                  <c:v>5</c:v>
                </c:pt>
                <c:pt idx="457">
                  <c:v>5</c:v>
                </c:pt>
                <c:pt idx="458">
                  <c:v>5</c:v>
                </c:pt>
                <c:pt idx="459">
                  <c:v>5</c:v>
                </c:pt>
                <c:pt idx="460">
                  <c:v>5</c:v>
                </c:pt>
                <c:pt idx="461">
                  <c:v>5</c:v>
                </c:pt>
                <c:pt idx="462">
                  <c:v>5</c:v>
                </c:pt>
                <c:pt idx="463">
                  <c:v>5</c:v>
                </c:pt>
                <c:pt idx="464">
                  <c:v>5</c:v>
                </c:pt>
                <c:pt idx="465">
                  <c:v>5</c:v>
                </c:pt>
                <c:pt idx="466">
                  <c:v>5</c:v>
                </c:pt>
                <c:pt idx="467">
                  <c:v>5</c:v>
                </c:pt>
                <c:pt idx="468">
                  <c:v>5</c:v>
                </c:pt>
                <c:pt idx="469">
                  <c:v>5</c:v>
                </c:pt>
                <c:pt idx="470">
                  <c:v>5</c:v>
                </c:pt>
                <c:pt idx="471">
                  <c:v>5</c:v>
                </c:pt>
                <c:pt idx="472">
                  <c:v>5</c:v>
                </c:pt>
                <c:pt idx="473">
                  <c:v>5</c:v>
                </c:pt>
                <c:pt idx="474">
                  <c:v>5</c:v>
                </c:pt>
                <c:pt idx="475">
                  <c:v>5</c:v>
                </c:pt>
                <c:pt idx="476">
                  <c:v>5</c:v>
                </c:pt>
                <c:pt idx="477">
                  <c:v>5</c:v>
                </c:pt>
                <c:pt idx="478">
                  <c:v>5</c:v>
                </c:pt>
                <c:pt idx="479">
                  <c:v>5</c:v>
                </c:pt>
                <c:pt idx="480">
                  <c:v>5</c:v>
                </c:pt>
                <c:pt idx="481">
                  <c:v>5</c:v>
                </c:pt>
                <c:pt idx="482">
                  <c:v>5</c:v>
                </c:pt>
                <c:pt idx="483">
                  <c:v>5</c:v>
                </c:pt>
                <c:pt idx="484">
                  <c:v>5</c:v>
                </c:pt>
                <c:pt idx="485">
                  <c:v>5</c:v>
                </c:pt>
                <c:pt idx="486">
                  <c:v>5</c:v>
                </c:pt>
                <c:pt idx="487">
                  <c:v>5</c:v>
                </c:pt>
                <c:pt idx="488">
                  <c:v>5</c:v>
                </c:pt>
                <c:pt idx="489">
                  <c:v>5</c:v>
                </c:pt>
                <c:pt idx="490">
                  <c:v>5</c:v>
                </c:pt>
                <c:pt idx="491">
                  <c:v>5</c:v>
                </c:pt>
                <c:pt idx="492">
                  <c:v>5</c:v>
                </c:pt>
                <c:pt idx="493">
                  <c:v>5</c:v>
                </c:pt>
                <c:pt idx="494">
                  <c:v>5</c:v>
                </c:pt>
                <c:pt idx="495">
                  <c:v>5</c:v>
                </c:pt>
                <c:pt idx="496">
                  <c:v>5</c:v>
                </c:pt>
                <c:pt idx="497">
                  <c:v>5</c:v>
                </c:pt>
                <c:pt idx="498">
                  <c:v>5</c:v>
                </c:pt>
                <c:pt idx="499">
                  <c:v>5</c:v>
                </c:pt>
                <c:pt idx="500">
                  <c:v>5</c:v>
                </c:pt>
                <c:pt idx="501">
                  <c:v>5</c:v>
                </c:pt>
                <c:pt idx="502">
                  <c:v>5</c:v>
                </c:pt>
                <c:pt idx="503">
                  <c:v>5</c:v>
                </c:pt>
                <c:pt idx="504">
                  <c:v>5</c:v>
                </c:pt>
                <c:pt idx="505">
                  <c:v>5</c:v>
                </c:pt>
                <c:pt idx="506">
                  <c:v>5</c:v>
                </c:pt>
                <c:pt idx="507">
                  <c:v>5</c:v>
                </c:pt>
                <c:pt idx="508">
                  <c:v>5</c:v>
                </c:pt>
                <c:pt idx="509">
                  <c:v>5</c:v>
                </c:pt>
                <c:pt idx="510">
                  <c:v>5</c:v>
                </c:pt>
                <c:pt idx="511">
                  <c:v>5</c:v>
                </c:pt>
                <c:pt idx="512">
                  <c:v>5</c:v>
                </c:pt>
                <c:pt idx="513">
                  <c:v>5</c:v>
                </c:pt>
                <c:pt idx="514">
                  <c:v>5</c:v>
                </c:pt>
                <c:pt idx="515">
                  <c:v>5</c:v>
                </c:pt>
                <c:pt idx="516">
                  <c:v>5</c:v>
                </c:pt>
                <c:pt idx="517">
                  <c:v>5</c:v>
                </c:pt>
                <c:pt idx="518">
                  <c:v>5</c:v>
                </c:pt>
                <c:pt idx="519">
                  <c:v>5</c:v>
                </c:pt>
                <c:pt idx="520">
                  <c:v>4.75</c:v>
                </c:pt>
                <c:pt idx="521">
                  <c:v>4.75</c:v>
                </c:pt>
                <c:pt idx="522">
                  <c:v>4.75</c:v>
                </c:pt>
                <c:pt idx="523">
                  <c:v>4.75</c:v>
                </c:pt>
                <c:pt idx="524">
                  <c:v>4.75</c:v>
                </c:pt>
                <c:pt idx="525">
                  <c:v>4.75</c:v>
                </c:pt>
                <c:pt idx="526">
                  <c:v>4.75</c:v>
                </c:pt>
                <c:pt idx="527">
                  <c:v>4.75</c:v>
                </c:pt>
                <c:pt idx="528">
                  <c:v>4.75</c:v>
                </c:pt>
                <c:pt idx="529">
                  <c:v>4.75</c:v>
                </c:pt>
                <c:pt idx="530">
                  <c:v>4.75</c:v>
                </c:pt>
                <c:pt idx="531">
                  <c:v>4.75</c:v>
                </c:pt>
                <c:pt idx="532">
                  <c:v>4.75</c:v>
                </c:pt>
                <c:pt idx="533">
                  <c:v>4.75</c:v>
                </c:pt>
                <c:pt idx="534">
                  <c:v>4.75</c:v>
                </c:pt>
                <c:pt idx="535">
                  <c:v>4.75</c:v>
                </c:pt>
                <c:pt idx="536">
                  <c:v>4.75</c:v>
                </c:pt>
                <c:pt idx="537">
                  <c:v>4.75</c:v>
                </c:pt>
                <c:pt idx="538">
                  <c:v>4.75</c:v>
                </c:pt>
                <c:pt idx="539">
                  <c:v>4.75</c:v>
                </c:pt>
                <c:pt idx="540">
                  <c:v>4.5</c:v>
                </c:pt>
                <c:pt idx="541">
                  <c:v>4.5</c:v>
                </c:pt>
                <c:pt idx="542">
                  <c:v>4.5</c:v>
                </c:pt>
                <c:pt idx="543">
                  <c:v>4.5</c:v>
                </c:pt>
                <c:pt idx="544">
                  <c:v>4.5</c:v>
                </c:pt>
                <c:pt idx="545">
                  <c:v>4.5</c:v>
                </c:pt>
                <c:pt idx="546">
                  <c:v>4.5</c:v>
                </c:pt>
                <c:pt idx="547">
                  <c:v>4.5</c:v>
                </c:pt>
                <c:pt idx="548">
                  <c:v>4.5</c:v>
                </c:pt>
                <c:pt idx="549">
                  <c:v>4.5</c:v>
                </c:pt>
                <c:pt idx="550">
                  <c:v>4.5</c:v>
                </c:pt>
                <c:pt idx="551">
                  <c:v>4.5</c:v>
                </c:pt>
                <c:pt idx="552">
                  <c:v>4.5</c:v>
                </c:pt>
                <c:pt idx="553">
                  <c:v>4.5</c:v>
                </c:pt>
                <c:pt idx="554">
                  <c:v>4.5</c:v>
                </c:pt>
                <c:pt idx="555">
                  <c:v>4.5</c:v>
                </c:pt>
                <c:pt idx="556">
                  <c:v>4.5</c:v>
                </c:pt>
                <c:pt idx="557">
                  <c:v>4.5</c:v>
                </c:pt>
                <c:pt idx="558">
                  <c:v>4.5</c:v>
                </c:pt>
                <c:pt idx="559">
                  <c:v>4.5</c:v>
                </c:pt>
                <c:pt idx="560">
                  <c:v>4.5</c:v>
                </c:pt>
                <c:pt idx="561">
                  <c:v>4.5</c:v>
                </c:pt>
                <c:pt idx="562">
                  <c:v>4.5</c:v>
                </c:pt>
                <c:pt idx="563">
                  <c:v>4.5</c:v>
                </c:pt>
                <c:pt idx="564">
                  <c:v>4.5</c:v>
                </c:pt>
                <c:pt idx="565">
                  <c:v>4.5</c:v>
                </c:pt>
                <c:pt idx="566">
                  <c:v>4.5</c:v>
                </c:pt>
                <c:pt idx="567">
                  <c:v>4.5</c:v>
                </c:pt>
                <c:pt idx="568">
                  <c:v>4.5</c:v>
                </c:pt>
                <c:pt idx="569">
                  <c:v>4.5</c:v>
                </c:pt>
                <c:pt idx="570">
                  <c:v>4.5</c:v>
                </c:pt>
                <c:pt idx="571">
                  <c:v>4.5</c:v>
                </c:pt>
                <c:pt idx="572">
                  <c:v>4.5</c:v>
                </c:pt>
                <c:pt idx="573">
                  <c:v>4.5</c:v>
                </c:pt>
                <c:pt idx="574">
                  <c:v>4.5</c:v>
                </c:pt>
                <c:pt idx="575">
                  <c:v>4.5</c:v>
                </c:pt>
                <c:pt idx="576">
                  <c:v>4.5</c:v>
                </c:pt>
                <c:pt idx="577">
                  <c:v>4.5</c:v>
                </c:pt>
                <c:pt idx="578">
                  <c:v>4.5</c:v>
                </c:pt>
                <c:pt idx="579">
                  <c:v>4.5</c:v>
                </c:pt>
                <c:pt idx="580">
                  <c:v>4.5</c:v>
                </c:pt>
                <c:pt idx="581">
                  <c:v>4.5</c:v>
                </c:pt>
                <c:pt idx="582">
                  <c:v>4.5</c:v>
                </c:pt>
                <c:pt idx="583">
                  <c:v>4.5</c:v>
                </c:pt>
                <c:pt idx="584">
                  <c:v>4.5</c:v>
                </c:pt>
                <c:pt idx="585">
                  <c:v>4.5</c:v>
                </c:pt>
                <c:pt idx="586">
                  <c:v>4.5</c:v>
                </c:pt>
                <c:pt idx="587">
                  <c:v>4.5</c:v>
                </c:pt>
                <c:pt idx="588">
                  <c:v>4.5</c:v>
                </c:pt>
                <c:pt idx="589">
                  <c:v>4.5</c:v>
                </c:pt>
                <c:pt idx="590">
                  <c:v>4.5</c:v>
                </c:pt>
                <c:pt idx="591">
                  <c:v>4.5</c:v>
                </c:pt>
                <c:pt idx="592">
                  <c:v>4.5</c:v>
                </c:pt>
                <c:pt idx="593">
                  <c:v>4.5</c:v>
                </c:pt>
                <c:pt idx="594">
                  <c:v>4.5</c:v>
                </c:pt>
                <c:pt idx="595">
                  <c:v>4.5</c:v>
                </c:pt>
                <c:pt idx="596">
                  <c:v>4.5</c:v>
                </c:pt>
                <c:pt idx="597">
                  <c:v>4.5</c:v>
                </c:pt>
                <c:pt idx="598">
                  <c:v>4.25</c:v>
                </c:pt>
                <c:pt idx="599">
                  <c:v>4.25</c:v>
                </c:pt>
                <c:pt idx="600">
                  <c:v>4.25</c:v>
                </c:pt>
                <c:pt idx="601">
                  <c:v>4.25</c:v>
                </c:pt>
                <c:pt idx="602">
                  <c:v>4.25</c:v>
                </c:pt>
                <c:pt idx="603">
                  <c:v>4.25</c:v>
                </c:pt>
                <c:pt idx="604">
                  <c:v>4.25</c:v>
                </c:pt>
                <c:pt idx="605">
                  <c:v>4.25</c:v>
                </c:pt>
                <c:pt idx="606">
                  <c:v>4.25</c:v>
                </c:pt>
                <c:pt idx="607">
                  <c:v>4.25</c:v>
                </c:pt>
                <c:pt idx="608">
                  <c:v>4.25</c:v>
                </c:pt>
                <c:pt idx="609">
                  <c:v>4.25</c:v>
                </c:pt>
                <c:pt idx="610">
                  <c:v>4.25</c:v>
                </c:pt>
                <c:pt idx="611">
                  <c:v>4.25</c:v>
                </c:pt>
                <c:pt idx="612">
                  <c:v>4.25</c:v>
                </c:pt>
                <c:pt idx="613">
                  <c:v>4.25</c:v>
                </c:pt>
                <c:pt idx="614">
                  <c:v>4.25</c:v>
                </c:pt>
                <c:pt idx="615">
                  <c:v>4.25</c:v>
                </c:pt>
                <c:pt idx="616">
                  <c:v>4.25</c:v>
                </c:pt>
                <c:pt idx="617">
                  <c:v>4.25</c:v>
                </c:pt>
                <c:pt idx="618">
                  <c:v>4</c:v>
                </c:pt>
                <c:pt idx="619">
                  <c:v>4</c:v>
                </c:pt>
                <c:pt idx="620">
                  <c:v>4</c:v>
                </c:pt>
                <c:pt idx="621">
                  <c:v>4</c:v>
                </c:pt>
                <c:pt idx="622">
                  <c:v>4</c:v>
                </c:pt>
                <c:pt idx="623">
                  <c:v>4</c:v>
                </c:pt>
                <c:pt idx="624">
                  <c:v>4</c:v>
                </c:pt>
                <c:pt idx="625">
                  <c:v>4</c:v>
                </c:pt>
                <c:pt idx="626">
                  <c:v>4</c:v>
                </c:pt>
                <c:pt idx="627">
                  <c:v>4</c:v>
                </c:pt>
                <c:pt idx="628">
                  <c:v>4</c:v>
                </c:pt>
                <c:pt idx="629">
                  <c:v>4</c:v>
                </c:pt>
                <c:pt idx="630">
                  <c:v>4</c:v>
                </c:pt>
                <c:pt idx="631">
                  <c:v>4</c:v>
                </c:pt>
                <c:pt idx="632">
                  <c:v>4</c:v>
                </c:pt>
                <c:pt idx="633">
                  <c:v>4</c:v>
                </c:pt>
                <c:pt idx="634">
                  <c:v>4</c:v>
                </c:pt>
                <c:pt idx="635">
                  <c:v>4</c:v>
                </c:pt>
                <c:pt idx="636">
                  <c:v>4</c:v>
                </c:pt>
                <c:pt idx="637">
                  <c:v>4</c:v>
                </c:pt>
                <c:pt idx="638">
                  <c:v>4</c:v>
                </c:pt>
                <c:pt idx="639">
                  <c:v>4</c:v>
                </c:pt>
                <c:pt idx="640">
                  <c:v>4</c:v>
                </c:pt>
                <c:pt idx="641">
                  <c:v>4</c:v>
                </c:pt>
                <c:pt idx="642">
                  <c:v>4</c:v>
                </c:pt>
                <c:pt idx="643">
                  <c:v>4</c:v>
                </c:pt>
                <c:pt idx="644">
                  <c:v>4</c:v>
                </c:pt>
                <c:pt idx="645">
                  <c:v>4</c:v>
                </c:pt>
                <c:pt idx="646">
                  <c:v>4</c:v>
                </c:pt>
                <c:pt idx="647">
                  <c:v>4</c:v>
                </c:pt>
                <c:pt idx="648">
                  <c:v>4</c:v>
                </c:pt>
                <c:pt idx="649">
                  <c:v>4</c:v>
                </c:pt>
                <c:pt idx="650">
                  <c:v>4</c:v>
                </c:pt>
                <c:pt idx="651">
                  <c:v>4</c:v>
                </c:pt>
                <c:pt idx="652">
                  <c:v>4</c:v>
                </c:pt>
                <c:pt idx="653">
                  <c:v>4</c:v>
                </c:pt>
                <c:pt idx="654">
                  <c:v>4</c:v>
                </c:pt>
                <c:pt idx="655">
                  <c:v>4</c:v>
                </c:pt>
                <c:pt idx="656">
                  <c:v>4</c:v>
                </c:pt>
                <c:pt idx="657">
                  <c:v>4</c:v>
                </c:pt>
                <c:pt idx="658">
                  <c:v>4</c:v>
                </c:pt>
                <c:pt idx="659">
                  <c:v>4</c:v>
                </c:pt>
                <c:pt idx="660">
                  <c:v>4</c:v>
                </c:pt>
                <c:pt idx="661">
                  <c:v>4</c:v>
                </c:pt>
                <c:pt idx="662">
                  <c:v>4</c:v>
                </c:pt>
                <c:pt idx="663">
                  <c:v>4</c:v>
                </c:pt>
                <c:pt idx="664">
                  <c:v>4</c:v>
                </c:pt>
                <c:pt idx="665">
                  <c:v>4</c:v>
                </c:pt>
                <c:pt idx="666">
                  <c:v>4</c:v>
                </c:pt>
                <c:pt idx="667">
                  <c:v>4</c:v>
                </c:pt>
                <c:pt idx="668">
                  <c:v>4</c:v>
                </c:pt>
                <c:pt idx="669">
                  <c:v>4</c:v>
                </c:pt>
                <c:pt idx="670">
                  <c:v>4</c:v>
                </c:pt>
                <c:pt idx="671">
                  <c:v>4</c:v>
                </c:pt>
                <c:pt idx="672">
                  <c:v>4</c:v>
                </c:pt>
                <c:pt idx="673">
                  <c:v>4</c:v>
                </c:pt>
                <c:pt idx="674">
                  <c:v>4</c:v>
                </c:pt>
                <c:pt idx="675">
                  <c:v>4</c:v>
                </c:pt>
                <c:pt idx="676">
                  <c:v>4</c:v>
                </c:pt>
                <c:pt idx="677">
                  <c:v>4</c:v>
                </c:pt>
                <c:pt idx="678">
                  <c:v>4</c:v>
                </c:pt>
                <c:pt idx="679">
                  <c:v>4</c:v>
                </c:pt>
                <c:pt idx="680">
                  <c:v>4</c:v>
                </c:pt>
                <c:pt idx="681">
                  <c:v>4</c:v>
                </c:pt>
                <c:pt idx="682">
                  <c:v>4</c:v>
                </c:pt>
                <c:pt idx="683">
                  <c:v>4</c:v>
                </c:pt>
                <c:pt idx="684">
                  <c:v>4</c:v>
                </c:pt>
                <c:pt idx="685">
                  <c:v>4</c:v>
                </c:pt>
                <c:pt idx="686">
                  <c:v>4</c:v>
                </c:pt>
                <c:pt idx="687">
                  <c:v>4</c:v>
                </c:pt>
                <c:pt idx="688">
                  <c:v>4</c:v>
                </c:pt>
                <c:pt idx="689">
                  <c:v>4</c:v>
                </c:pt>
                <c:pt idx="690">
                  <c:v>4</c:v>
                </c:pt>
                <c:pt idx="691">
                  <c:v>4</c:v>
                </c:pt>
                <c:pt idx="692">
                  <c:v>4</c:v>
                </c:pt>
                <c:pt idx="693">
                  <c:v>4</c:v>
                </c:pt>
                <c:pt idx="694">
                  <c:v>4</c:v>
                </c:pt>
                <c:pt idx="695">
                  <c:v>4</c:v>
                </c:pt>
                <c:pt idx="696">
                  <c:v>4</c:v>
                </c:pt>
                <c:pt idx="697">
                  <c:v>4</c:v>
                </c:pt>
                <c:pt idx="698">
                  <c:v>4</c:v>
                </c:pt>
                <c:pt idx="699">
                  <c:v>4</c:v>
                </c:pt>
                <c:pt idx="700">
                  <c:v>4</c:v>
                </c:pt>
                <c:pt idx="701">
                  <c:v>3.75</c:v>
                </c:pt>
                <c:pt idx="702">
                  <c:v>3.75</c:v>
                </c:pt>
                <c:pt idx="703">
                  <c:v>3.75</c:v>
                </c:pt>
                <c:pt idx="704">
                  <c:v>3.75</c:v>
                </c:pt>
                <c:pt idx="705">
                  <c:v>3.75</c:v>
                </c:pt>
                <c:pt idx="706">
                  <c:v>3.75</c:v>
                </c:pt>
                <c:pt idx="707">
                  <c:v>3.75</c:v>
                </c:pt>
                <c:pt idx="708">
                  <c:v>3.75</c:v>
                </c:pt>
                <c:pt idx="709">
                  <c:v>3.75</c:v>
                </c:pt>
                <c:pt idx="710">
                  <c:v>3.75</c:v>
                </c:pt>
                <c:pt idx="711">
                  <c:v>3.75</c:v>
                </c:pt>
                <c:pt idx="712">
                  <c:v>3.75</c:v>
                </c:pt>
                <c:pt idx="713">
                  <c:v>3.75</c:v>
                </c:pt>
                <c:pt idx="714">
                  <c:v>3.75</c:v>
                </c:pt>
                <c:pt idx="715">
                  <c:v>3.75</c:v>
                </c:pt>
                <c:pt idx="716">
                  <c:v>3.75</c:v>
                </c:pt>
                <c:pt idx="717">
                  <c:v>3.75</c:v>
                </c:pt>
                <c:pt idx="718">
                  <c:v>3.75</c:v>
                </c:pt>
                <c:pt idx="719">
                  <c:v>3.75</c:v>
                </c:pt>
                <c:pt idx="720">
                  <c:v>3.75</c:v>
                </c:pt>
                <c:pt idx="721">
                  <c:v>3.75</c:v>
                </c:pt>
                <c:pt idx="722">
                  <c:v>3.75</c:v>
                </c:pt>
                <c:pt idx="723">
                  <c:v>3.75</c:v>
                </c:pt>
                <c:pt idx="724">
                  <c:v>3.75</c:v>
                </c:pt>
                <c:pt idx="725">
                  <c:v>3.75</c:v>
                </c:pt>
                <c:pt idx="726">
                  <c:v>3.75</c:v>
                </c:pt>
                <c:pt idx="727">
                  <c:v>3.75</c:v>
                </c:pt>
                <c:pt idx="728">
                  <c:v>3.75</c:v>
                </c:pt>
                <c:pt idx="729">
                  <c:v>3.75</c:v>
                </c:pt>
                <c:pt idx="730">
                  <c:v>3.75</c:v>
                </c:pt>
                <c:pt idx="731">
                  <c:v>3.75</c:v>
                </c:pt>
                <c:pt idx="732">
                  <c:v>3.75</c:v>
                </c:pt>
                <c:pt idx="733">
                  <c:v>3.75</c:v>
                </c:pt>
                <c:pt idx="734">
                  <c:v>3.75</c:v>
                </c:pt>
                <c:pt idx="735">
                  <c:v>3.75</c:v>
                </c:pt>
                <c:pt idx="736">
                  <c:v>3.75</c:v>
                </c:pt>
                <c:pt idx="737">
                  <c:v>3.75</c:v>
                </c:pt>
                <c:pt idx="738">
                  <c:v>3.75</c:v>
                </c:pt>
                <c:pt idx="739">
                  <c:v>3.75</c:v>
                </c:pt>
                <c:pt idx="740">
                  <c:v>3.75</c:v>
                </c:pt>
                <c:pt idx="741">
                  <c:v>3.75</c:v>
                </c:pt>
                <c:pt idx="742">
                  <c:v>3.75</c:v>
                </c:pt>
                <c:pt idx="743">
                  <c:v>3.75</c:v>
                </c:pt>
                <c:pt idx="744">
                  <c:v>3.75</c:v>
                </c:pt>
                <c:pt idx="745">
                  <c:v>3.75</c:v>
                </c:pt>
                <c:pt idx="746">
                  <c:v>3.75</c:v>
                </c:pt>
                <c:pt idx="747">
                  <c:v>3.75</c:v>
                </c:pt>
                <c:pt idx="748">
                  <c:v>3.75</c:v>
                </c:pt>
                <c:pt idx="749">
                  <c:v>3.75</c:v>
                </c:pt>
                <c:pt idx="750">
                  <c:v>3.75</c:v>
                </c:pt>
                <c:pt idx="751">
                  <c:v>3.75</c:v>
                </c:pt>
                <c:pt idx="752">
                  <c:v>3.75</c:v>
                </c:pt>
                <c:pt idx="753">
                  <c:v>3.75</c:v>
                </c:pt>
                <c:pt idx="754">
                  <c:v>3.75</c:v>
                </c:pt>
                <c:pt idx="755">
                  <c:v>3.75</c:v>
                </c:pt>
                <c:pt idx="756">
                  <c:v>3.75</c:v>
                </c:pt>
                <c:pt idx="757">
                  <c:v>3.75</c:v>
                </c:pt>
                <c:pt idx="758">
                  <c:v>3.75</c:v>
                </c:pt>
                <c:pt idx="759">
                  <c:v>3.75</c:v>
                </c:pt>
                <c:pt idx="760">
                  <c:v>3.5</c:v>
                </c:pt>
                <c:pt idx="761">
                  <c:v>3.5</c:v>
                </c:pt>
                <c:pt idx="762">
                  <c:v>3.5</c:v>
                </c:pt>
                <c:pt idx="763">
                  <c:v>3.5</c:v>
                </c:pt>
                <c:pt idx="764">
                  <c:v>3.5</c:v>
                </c:pt>
                <c:pt idx="765">
                  <c:v>3.5</c:v>
                </c:pt>
                <c:pt idx="766">
                  <c:v>3.5</c:v>
                </c:pt>
                <c:pt idx="767">
                  <c:v>3.5</c:v>
                </c:pt>
                <c:pt idx="768">
                  <c:v>3.5</c:v>
                </c:pt>
                <c:pt idx="769">
                  <c:v>3.5</c:v>
                </c:pt>
                <c:pt idx="770">
                  <c:v>3.5</c:v>
                </c:pt>
                <c:pt idx="771">
                  <c:v>3.5</c:v>
                </c:pt>
                <c:pt idx="772">
                  <c:v>3.5</c:v>
                </c:pt>
                <c:pt idx="773">
                  <c:v>3.5</c:v>
                </c:pt>
                <c:pt idx="774">
                  <c:v>3.5</c:v>
                </c:pt>
                <c:pt idx="775">
                  <c:v>3.5</c:v>
                </c:pt>
                <c:pt idx="776">
                  <c:v>3.5</c:v>
                </c:pt>
                <c:pt idx="777">
                  <c:v>3.5</c:v>
                </c:pt>
                <c:pt idx="778">
                  <c:v>3.5</c:v>
                </c:pt>
                <c:pt idx="779">
                  <c:v>3.5</c:v>
                </c:pt>
                <c:pt idx="780">
                  <c:v>3.5</c:v>
                </c:pt>
                <c:pt idx="781">
                  <c:v>3.5</c:v>
                </c:pt>
                <c:pt idx="782">
                  <c:v>3.5</c:v>
                </c:pt>
                <c:pt idx="783">
                  <c:v>3.5</c:v>
                </c:pt>
                <c:pt idx="784">
                  <c:v>3.5</c:v>
                </c:pt>
                <c:pt idx="785">
                  <c:v>3.5</c:v>
                </c:pt>
                <c:pt idx="786">
                  <c:v>3.5</c:v>
                </c:pt>
                <c:pt idx="787">
                  <c:v>3.5</c:v>
                </c:pt>
                <c:pt idx="788">
                  <c:v>3.5</c:v>
                </c:pt>
                <c:pt idx="789">
                  <c:v>3.5</c:v>
                </c:pt>
                <c:pt idx="790">
                  <c:v>3.5</c:v>
                </c:pt>
                <c:pt idx="791">
                  <c:v>3.5</c:v>
                </c:pt>
                <c:pt idx="792">
                  <c:v>3.5</c:v>
                </c:pt>
                <c:pt idx="793">
                  <c:v>3.5</c:v>
                </c:pt>
                <c:pt idx="794">
                  <c:v>3.5</c:v>
                </c:pt>
                <c:pt idx="795">
                  <c:v>3.5</c:v>
                </c:pt>
                <c:pt idx="796">
                  <c:v>3.5</c:v>
                </c:pt>
                <c:pt idx="797">
                  <c:v>3.5</c:v>
                </c:pt>
                <c:pt idx="798">
                  <c:v>3.5</c:v>
                </c:pt>
                <c:pt idx="799">
                  <c:v>3.5</c:v>
                </c:pt>
                <c:pt idx="800">
                  <c:v>3.5</c:v>
                </c:pt>
                <c:pt idx="801">
                  <c:v>3.5</c:v>
                </c:pt>
                <c:pt idx="802">
                  <c:v>3.5</c:v>
                </c:pt>
                <c:pt idx="803">
                  <c:v>3.5</c:v>
                </c:pt>
                <c:pt idx="804">
                  <c:v>3.5</c:v>
                </c:pt>
                <c:pt idx="805">
                  <c:v>3.5</c:v>
                </c:pt>
                <c:pt idx="806">
                  <c:v>3.5</c:v>
                </c:pt>
                <c:pt idx="807">
                  <c:v>3.5</c:v>
                </c:pt>
                <c:pt idx="808">
                  <c:v>3.5</c:v>
                </c:pt>
                <c:pt idx="809">
                  <c:v>3.5</c:v>
                </c:pt>
                <c:pt idx="810">
                  <c:v>3.5</c:v>
                </c:pt>
                <c:pt idx="811">
                  <c:v>3.5</c:v>
                </c:pt>
                <c:pt idx="812">
                  <c:v>3.5</c:v>
                </c:pt>
                <c:pt idx="813">
                  <c:v>3.5</c:v>
                </c:pt>
                <c:pt idx="814">
                  <c:v>3.5</c:v>
                </c:pt>
                <c:pt idx="815">
                  <c:v>3.5</c:v>
                </c:pt>
                <c:pt idx="816">
                  <c:v>3.5</c:v>
                </c:pt>
                <c:pt idx="817">
                  <c:v>3.5</c:v>
                </c:pt>
                <c:pt idx="818">
                  <c:v>3.5</c:v>
                </c:pt>
                <c:pt idx="819">
                  <c:v>3.5</c:v>
                </c:pt>
                <c:pt idx="820">
                  <c:v>3.5</c:v>
                </c:pt>
                <c:pt idx="821">
                  <c:v>3.5</c:v>
                </c:pt>
                <c:pt idx="822">
                  <c:v>3.5</c:v>
                </c:pt>
                <c:pt idx="823">
                  <c:v>3.5</c:v>
                </c:pt>
                <c:pt idx="824">
                  <c:v>3.5</c:v>
                </c:pt>
                <c:pt idx="825">
                  <c:v>3.5</c:v>
                </c:pt>
                <c:pt idx="826">
                  <c:v>3.5</c:v>
                </c:pt>
                <c:pt idx="827">
                  <c:v>3.5</c:v>
                </c:pt>
                <c:pt idx="828">
                  <c:v>3.5</c:v>
                </c:pt>
                <c:pt idx="829">
                  <c:v>3.5</c:v>
                </c:pt>
                <c:pt idx="830">
                  <c:v>3.5</c:v>
                </c:pt>
                <c:pt idx="831">
                  <c:v>3.5</c:v>
                </c:pt>
                <c:pt idx="832">
                  <c:v>3.5</c:v>
                </c:pt>
                <c:pt idx="833">
                  <c:v>3.5</c:v>
                </c:pt>
                <c:pt idx="834">
                  <c:v>3.5</c:v>
                </c:pt>
                <c:pt idx="835">
                  <c:v>3.5</c:v>
                </c:pt>
                <c:pt idx="836">
                  <c:v>3.5</c:v>
                </c:pt>
                <c:pt idx="837">
                  <c:v>3.5</c:v>
                </c:pt>
                <c:pt idx="838">
                  <c:v>3.5</c:v>
                </c:pt>
                <c:pt idx="839">
                  <c:v>3.5</c:v>
                </c:pt>
                <c:pt idx="840">
                  <c:v>3.5</c:v>
                </c:pt>
                <c:pt idx="841">
                  <c:v>3.5</c:v>
                </c:pt>
                <c:pt idx="842">
                  <c:v>3.5</c:v>
                </c:pt>
                <c:pt idx="843">
                  <c:v>3.5</c:v>
                </c:pt>
                <c:pt idx="844">
                  <c:v>3.5</c:v>
                </c:pt>
                <c:pt idx="845">
                  <c:v>3.5</c:v>
                </c:pt>
                <c:pt idx="846">
                  <c:v>3.5</c:v>
                </c:pt>
                <c:pt idx="847">
                  <c:v>3.5</c:v>
                </c:pt>
                <c:pt idx="848">
                  <c:v>3.5</c:v>
                </c:pt>
                <c:pt idx="849">
                  <c:v>3.5</c:v>
                </c:pt>
                <c:pt idx="850">
                  <c:v>3.5</c:v>
                </c:pt>
                <c:pt idx="851">
                  <c:v>3.5</c:v>
                </c:pt>
                <c:pt idx="852">
                  <c:v>3.5</c:v>
                </c:pt>
                <c:pt idx="853">
                  <c:v>3.5</c:v>
                </c:pt>
                <c:pt idx="854">
                  <c:v>3.5</c:v>
                </c:pt>
                <c:pt idx="855">
                  <c:v>3.5</c:v>
                </c:pt>
                <c:pt idx="856">
                  <c:v>3.5</c:v>
                </c:pt>
                <c:pt idx="857">
                  <c:v>3.5</c:v>
                </c:pt>
                <c:pt idx="858">
                  <c:v>3.5</c:v>
                </c:pt>
                <c:pt idx="859">
                  <c:v>3.5</c:v>
                </c:pt>
                <c:pt idx="860">
                  <c:v>3.5</c:v>
                </c:pt>
                <c:pt idx="861">
                  <c:v>3.5</c:v>
                </c:pt>
                <c:pt idx="862">
                  <c:v>3.5</c:v>
                </c:pt>
                <c:pt idx="863">
                  <c:v>3.5</c:v>
                </c:pt>
                <c:pt idx="864">
                  <c:v>3.5</c:v>
                </c:pt>
                <c:pt idx="865">
                  <c:v>3.5</c:v>
                </c:pt>
                <c:pt idx="866">
                  <c:v>3.5</c:v>
                </c:pt>
                <c:pt idx="867">
                  <c:v>3.5</c:v>
                </c:pt>
                <c:pt idx="868">
                  <c:v>3.5</c:v>
                </c:pt>
                <c:pt idx="869">
                  <c:v>3.5</c:v>
                </c:pt>
                <c:pt idx="870">
                  <c:v>3.5</c:v>
                </c:pt>
                <c:pt idx="871">
                  <c:v>3.5</c:v>
                </c:pt>
                <c:pt idx="872">
                  <c:v>3.5</c:v>
                </c:pt>
                <c:pt idx="873">
                  <c:v>3.5</c:v>
                </c:pt>
                <c:pt idx="874">
                  <c:v>3.5</c:v>
                </c:pt>
                <c:pt idx="875">
                  <c:v>3.5</c:v>
                </c:pt>
                <c:pt idx="876">
                  <c:v>3.5</c:v>
                </c:pt>
                <c:pt idx="877">
                  <c:v>3.5</c:v>
                </c:pt>
                <c:pt idx="878">
                  <c:v>3.5</c:v>
                </c:pt>
                <c:pt idx="879">
                  <c:v>3.5</c:v>
                </c:pt>
                <c:pt idx="880">
                  <c:v>3.5</c:v>
                </c:pt>
                <c:pt idx="881">
                  <c:v>3.5</c:v>
                </c:pt>
                <c:pt idx="882">
                  <c:v>3.5</c:v>
                </c:pt>
                <c:pt idx="883">
                  <c:v>3.5</c:v>
                </c:pt>
                <c:pt idx="884">
                  <c:v>3.5</c:v>
                </c:pt>
                <c:pt idx="885">
                  <c:v>3.5</c:v>
                </c:pt>
                <c:pt idx="886">
                  <c:v>3.5</c:v>
                </c:pt>
                <c:pt idx="887">
                  <c:v>3.5</c:v>
                </c:pt>
                <c:pt idx="888">
                  <c:v>3.5</c:v>
                </c:pt>
                <c:pt idx="889">
                  <c:v>3.5</c:v>
                </c:pt>
                <c:pt idx="890">
                  <c:v>3.5</c:v>
                </c:pt>
                <c:pt idx="891">
                  <c:v>3.5</c:v>
                </c:pt>
                <c:pt idx="892">
                  <c:v>3.5</c:v>
                </c:pt>
                <c:pt idx="893">
                  <c:v>3.5</c:v>
                </c:pt>
                <c:pt idx="894">
                  <c:v>3.5</c:v>
                </c:pt>
                <c:pt idx="895">
                  <c:v>3.5</c:v>
                </c:pt>
                <c:pt idx="896">
                  <c:v>3.5</c:v>
                </c:pt>
                <c:pt idx="897">
                  <c:v>3.5</c:v>
                </c:pt>
                <c:pt idx="898">
                  <c:v>3.5</c:v>
                </c:pt>
                <c:pt idx="899">
                  <c:v>3.5</c:v>
                </c:pt>
                <c:pt idx="900">
                  <c:v>3.5</c:v>
                </c:pt>
                <c:pt idx="901">
                  <c:v>3.5</c:v>
                </c:pt>
                <c:pt idx="902">
                  <c:v>3.5</c:v>
                </c:pt>
                <c:pt idx="903">
                  <c:v>3.5</c:v>
                </c:pt>
                <c:pt idx="904">
                  <c:v>3.5</c:v>
                </c:pt>
                <c:pt idx="905">
                  <c:v>3.5</c:v>
                </c:pt>
                <c:pt idx="906">
                  <c:v>3.5</c:v>
                </c:pt>
                <c:pt idx="907">
                  <c:v>3.5</c:v>
                </c:pt>
                <c:pt idx="908">
                  <c:v>3.5</c:v>
                </c:pt>
                <c:pt idx="909">
                  <c:v>3.5</c:v>
                </c:pt>
                <c:pt idx="910">
                  <c:v>3.5</c:v>
                </c:pt>
                <c:pt idx="911">
                  <c:v>3.5</c:v>
                </c:pt>
                <c:pt idx="912">
                  <c:v>3.5</c:v>
                </c:pt>
                <c:pt idx="913">
                  <c:v>3.5</c:v>
                </c:pt>
                <c:pt idx="914">
                  <c:v>3.5</c:v>
                </c:pt>
                <c:pt idx="915">
                  <c:v>3.5</c:v>
                </c:pt>
                <c:pt idx="916">
                  <c:v>3.5</c:v>
                </c:pt>
                <c:pt idx="917">
                  <c:v>3.5</c:v>
                </c:pt>
                <c:pt idx="918">
                  <c:v>3.5</c:v>
                </c:pt>
                <c:pt idx="919">
                  <c:v>3.5</c:v>
                </c:pt>
                <c:pt idx="920">
                  <c:v>3.5</c:v>
                </c:pt>
                <c:pt idx="921">
                  <c:v>3.5</c:v>
                </c:pt>
                <c:pt idx="922">
                  <c:v>3.5</c:v>
                </c:pt>
                <c:pt idx="923">
                  <c:v>3.5</c:v>
                </c:pt>
                <c:pt idx="924">
                  <c:v>3.5</c:v>
                </c:pt>
                <c:pt idx="925">
                  <c:v>3.5</c:v>
                </c:pt>
                <c:pt idx="926">
                  <c:v>3.5</c:v>
                </c:pt>
                <c:pt idx="927">
                  <c:v>3.5</c:v>
                </c:pt>
                <c:pt idx="928">
                  <c:v>3.5</c:v>
                </c:pt>
                <c:pt idx="929">
                  <c:v>3.5</c:v>
                </c:pt>
                <c:pt idx="930">
                  <c:v>3.5</c:v>
                </c:pt>
                <c:pt idx="931">
                  <c:v>3.5</c:v>
                </c:pt>
                <c:pt idx="932">
                  <c:v>3.5</c:v>
                </c:pt>
                <c:pt idx="933">
                  <c:v>3.5</c:v>
                </c:pt>
                <c:pt idx="934">
                  <c:v>3.5</c:v>
                </c:pt>
                <c:pt idx="935">
                  <c:v>3.5</c:v>
                </c:pt>
                <c:pt idx="936">
                  <c:v>3.5</c:v>
                </c:pt>
                <c:pt idx="937">
                  <c:v>3.5</c:v>
                </c:pt>
                <c:pt idx="938">
                  <c:v>3.5</c:v>
                </c:pt>
                <c:pt idx="939">
                  <c:v>3.5</c:v>
                </c:pt>
                <c:pt idx="940">
                  <c:v>3.5</c:v>
                </c:pt>
                <c:pt idx="941">
                  <c:v>3.5</c:v>
                </c:pt>
                <c:pt idx="942">
                  <c:v>3.5</c:v>
                </c:pt>
                <c:pt idx="943">
                  <c:v>3.5</c:v>
                </c:pt>
                <c:pt idx="944">
                  <c:v>3.5</c:v>
                </c:pt>
                <c:pt idx="945">
                  <c:v>3.5</c:v>
                </c:pt>
                <c:pt idx="946">
                  <c:v>3.5</c:v>
                </c:pt>
                <c:pt idx="947">
                  <c:v>3.5</c:v>
                </c:pt>
                <c:pt idx="948">
                  <c:v>3.5</c:v>
                </c:pt>
                <c:pt idx="949">
                  <c:v>3.5</c:v>
                </c:pt>
                <c:pt idx="950">
                  <c:v>3.5</c:v>
                </c:pt>
                <c:pt idx="951">
                  <c:v>3.5</c:v>
                </c:pt>
                <c:pt idx="952">
                  <c:v>3.5</c:v>
                </c:pt>
                <c:pt idx="953">
                  <c:v>3.5</c:v>
                </c:pt>
                <c:pt idx="954">
                  <c:v>3.5</c:v>
                </c:pt>
                <c:pt idx="955">
                  <c:v>3.5</c:v>
                </c:pt>
                <c:pt idx="956">
                  <c:v>3.5</c:v>
                </c:pt>
                <c:pt idx="957">
                  <c:v>3.5</c:v>
                </c:pt>
                <c:pt idx="958">
                  <c:v>3.5</c:v>
                </c:pt>
                <c:pt idx="959">
                  <c:v>3.5</c:v>
                </c:pt>
                <c:pt idx="960">
                  <c:v>3.5</c:v>
                </c:pt>
                <c:pt idx="961">
                  <c:v>3.5</c:v>
                </c:pt>
                <c:pt idx="962">
                  <c:v>3.5</c:v>
                </c:pt>
                <c:pt idx="963">
                  <c:v>3.5</c:v>
                </c:pt>
                <c:pt idx="964">
                  <c:v>3.5</c:v>
                </c:pt>
                <c:pt idx="965">
                  <c:v>3.5</c:v>
                </c:pt>
                <c:pt idx="966">
                  <c:v>3.5</c:v>
                </c:pt>
                <c:pt idx="967">
                  <c:v>3.5</c:v>
                </c:pt>
                <c:pt idx="968">
                  <c:v>3.5</c:v>
                </c:pt>
                <c:pt idx="969">
                  <c:v>3.5</c:v>
                </c:pt>
                <c:pt idx="970">
                  <c:v>3.5</c:v>
                </c:pt>
                <c:pt idx="971">
                  <c:v>3.5</c:v>
                </c:pt>
                <c:pt idx="972">
                  <c:v>3.5</c:v>
                </c:pt>
                <c:pt idx="973">
                  <c:v>3.5</c:v>
                </c:pt>
                <c:pt idx="974">
                  <c:v>3.5</c:v>
                </c:pt>
                <c:pt idx="975">
                  <c:v>3.5</c:v>
                </c:pt>
                <c:pt idx="976">
                  <c:v>3.5</c:v>
                </c:pt>
                <c:pt idx="977">
                  <c:v>3.5</c:v>
                </c:pt>
                <c:pt idx="978">
                  <c:v>3.5</c:v>
                </c:pt>
                <c:pt idx="979">
                  <c:v>3.5</c:v>
                </c:pt>
                <c:pt idx="980">
                  <c:v>3.5</c:v>
                </c:pt>
                <c:pt idx="981">
                  <c:v>3.5</c:v>
                </c:pt>
                <c:pt idx="982">
                  <c:v>3.5</c:v>
                </c:pt>
                <c:pt idx="983">
                  <c:v>3.5</c:v>
                </c:pt>
                <c:pt idx="984">
                  <c:v>3.5</c:v>
                </c:pt>
                <c:pt idx="985">
                  <c:v>3.5</c:v>
                </c:pt>
                <c:pt idx="986">
                  <c:v>3.5</c:v>
                </c:pt>
                <c:pt idx="987">
                  <c:v>3.5</c:v>
                </c:pt>
                <c:pt idx="988">
                  <c:v>3.5</c:v>
                </c:pt>
                <c:pt idx="989">
                  <c:v>3.5</c:v>
                </c:pt>
                <c:pt idx="990">
                  <c:v>3.5</c:v>
                </c:pt>
                <c:pt idx="991">
                  <c:v>3.5</c:v>
                </c:pt>
                <c:pt idx="992">
                  <c:v>3.5</c:v>
                </c:pt>
                <c:pt idx="993">
                  <c:v>3.5</c:v>
                </c:pt>
                <c:pt idx="994">
                  <c:v>3.5</c:v>
                </c:pt>
                <c:pt idx="995">
                  <c:v>3.5</c:v>
                </c:pt>
                <c:pt idx="996">
                  <c:v>3.5</c:v>
                </c:pt>
                <c:pt idx="997">
                  <c:v>3.5</c:v>
                </c:pt>
                <c:pt idx="998">
                  <c:v>3.5</c:v>
                </c:pt>
                <c:pt idx="999">
                  <c:v>3.5</c:v>
                </c:pt>
                <c:pt idx="1000">
                  <c:v>3.5</c:v>
                </c:pt>
                <c:pt idx="1001">
                  <c:v>3.5</c:v>
                </c:pt>
                <c:pt idx="1002">
                  <c:v>3.5</c:v>
                </c:pt>
                <c:pt idx="1003">
                  <c:v>3.5</c:v>
                </c:pt>
                <c:pt idx="1004">
                  <c:v>3.5</c:v>
                </c:pt>
                <c:pt idx="1005">
                  <c:v>3.5</c:v>
                </c:pt>
                <c:pt idx="1006">
                  <c:v>3.5</c:v>
                </c:pt>
                <c:pt idx="1007">
                  <c:v>3.5</c:v>
                </c:pt>
                <c:pt idx="1008">
                  <c:v>3.5</c:v>
                </c:pt>
                <c:pt idx="1009">
                  <c:v>3.5</c:v>
                </c:pt>
                <c:pt idx="1010">
                  <c:v>3.5</c:v>
                </c:pt>
                <c:pt idx="1011">
                  <c:v>3.5</c:v>
                </c:pt>
                <c:pt idx="1012">
                  <c:v>3.5</c:v>
                </c:pt>
                <c:pt idx="1013">
                  <c:v>3.5</c:v>
                </c:pt>
                <c:pt idx="1014">
                  <c:v>3.5</c:v>
                </c:pt>
                <c:pt idx="1015">
                  <c:v>3.5</c:v>
                </c:pt>
                <c:pt idx="1016">
                  <c:v>3.5</c:v>
                </c:pt>
                <c:pt idx="1017">
                  <c:v>3.5</c:v>
                </c:pt>
                <c:pt idx="1018">
                  <c:v>3.5</c:v>
                </c:pt>
                <c:pt idx="1019">
                  <c:v>3.5</c:v>
                </c:pt>
                <c:pt idx="1020">
                  <c:v>3.5</c:v>
                </c:pt>
                <c:pt idx="1021">
                  <c:v>3.5</c:v>
                </c:pt>
                <c:pt idx="1022">
                  <c:v>3.5</c:v>
                </c:pt>
                <c:pt idx="1023">
                  <c:v>3.5</c:v>
                </c:pt>
                <c:pt idx="1024">
                  <c:v>3.5</c:v>
                </c:pt>
                <c:pt idx="1025">
                  <c:v>3.5</c:v>
                </c:pt>
                <c:pt idx="1026">
                  <c:v>3.5</c:v>
                </c:pt>
                <c:pt idx="1027">
                  <c:v>3.5</c:v>
                </c:pt>
                <c:pt idx="1028">
                  <c:v>3.5</c:v>
                </c:pt>
                <c:pt idx="1029">
                  <c:v>3.5</c:v>
                </c:pt>
                <c:pt idx="1030">
                  <c:v>3.5</c:v>
                </c:pt>
                <c:pt idx="1031">
                  <c:v>3.5</c:v>
                </c:pt>
                <c:pt idx="1032">
                  <c:v>3.5</c:v>
                </c:pt>
                <c:pt idx="1033">
                  <c:v>3.5</c:v>
                </c:pt>
                <c:pt idx="1034">
                  <c:v>3.5</c:v>
                </c:pt>
                <c:pt idx="1035">
                  <c:v>3.5</c:v>
                </c:pt>
                <c:pt idx="1036">
                  <c:v>3.5</c:v>
                </c:pt>
                <c:pt idx="1037">
                  <c:v>3.5</c:v>
                </c:pt>
                <c:pt idx="1038">
                  <c:v>3.5</c:v>
                </c:pt>
                <c:pt idx="1039">
                  <c:v>3.5</c:v>
                </c:pt>
                <c:pt idx="1040">
                  <c:v>3.5</c:v>
                </c:pt>
                <c:pt idx="1041">
                  <c:v>3.5</c:v>
                </c:pt>
                <c:pt idx="1042">
                  <c:v>3.5</c:v>
                </c:pt>
                <c:pt idx="1043">
                  <c:v>3.5</c:v>
                </c:pt>
                <c:pt idx="1044">
                  <c:v>3.5</c:v>
                </c:pt>
                <c:pt idx="1045">
                  <c:v>3.5</c:v>
                </c:pt>
                <c:pt idx="1046">
                  <c:v>3.5</c:v>
                </c:pt>
                <c:pt idx="1047">
                  <c:v>3.5</c:v>
                </c:pt>
                <c:pt idx="1048">
                  <c:v>3.5</c:v>
                </c:pt>
                <c:pt idx="1049">
                  <c:v>3.5</c:v>
                </c:pt>
                <c:pt idx="1050">
                  <c:v>3.5</c:v>
                </c:pt>
                <c:pt idx="1051">
                  <c:v>3.5</c:v>
                </c:pt>
                <c:pt idx="1052">
                  <c:v>3.5</c:v>
                </c:pt>
                <c:pt idx="1053">
                  <c:v>3.5</c:v>
                </c:pt>
                <c:pt idx="1054">
                  <c:v>3.5</c:v>
                </c:pt>
                <c:pt idx="1055">
                  <c:v>3.5</c:v>
                </c:pt>
                <c:pt idx="1056">
                  <c:v>3.5</c:v>
                </c:pt>
                <c:pt idx="1057">
                  <c:v>3.5</c:v>
                </c:pt>
                <c:pt idx="1058">
                  <c:v>3.5</c:v>
                </c:pt>
                <c:pt idx="1059">
                  <c:v>3.5</c:v>
                </c:pt>
                <c:pt idx="1060">
                  <c:v>3.5</c:v>
                </c:pt>
                <c:pt idx="1061">
                  <c:v>3.5</c:v>
                </c:pt>
                <c:pt idx="1062">
                  <c:v>3.5</c:v>
                </c:pt>
                <c:pt idx="1063">
                  <c:v>3.5</c:v>
                </c:pt>
                <c:pt idx="1064">
                  <c:v>3.5</c:v>
                </c:pt>
                <c:pt idx="1065">
                  <c:v>3.5</c:v>
                </c:pt>
                <c:pt idx="1066">
                  <c:v>3.5</c:v>
                </c:pt>
                <c:pt idx="1067">
                  <c:v>3.5</c:v>
                </c:pt>
                <c:pt idx="1068">
                  <c:v>3.5</c:v>
                </c:pt>
                <c:pt idx="1069">
                  <c:v>3.5</c:v>
                </c:pt>
                <c:pt idx="1070">
                  <c:v>3.5</c:v>
                </c:pt>
                <c:pt idx="1071">
                  <c:v>3.5</c:v>
                </c:pt>
                <c:pt idx="1072">
                  <c:v>3.5</c:v>
                </c:pt>
                <c:pt idx="1073">
                  <c:v>3.5</c:v>
                </c:pt>
                <c:pt idx="1074">
                  <c:v>3.5</c:v>
                </c:pt>
                <c:pt idx="1075">
                  <c:v>3.5</c:v>
                </c:pt>
                <c:pt idx="1076">
                  <c:v>3.5</c:v>
                </c:pt>
                <c:pt idx="1077">
                  <c:v>3.5</c:v>
                </c:pt>
                <c:pt idx="1078">
                  <c:v>3.5</c:v>
                </c:pt>
                <c:pt idx="1079">
                  <c:v>3.5</c:v>
                </c:pt>
                <c:pt idx="1080">
                  <c:v>3.5</c:v>
                </c:pt>
                <c:pt idx="1081">
                  <c:v>3.5</c:v>
                </c:pt>
                <c:pt idx="1082">
                  <c:v>3.5</c:v>
                </c:pt>
                <c:pt idx="1083">
                  <c:v>3.5</c:v>
                </c:pt>
                <c:pt idx="1084">
                  <c:v>3.5</c:v>
                </c:pt>
                <c:pt idx="1085">
                  <c:v>3.5</c:v>
                </c:pt>
                <c:pt idx="1086">
                  <c:v>3.5</c:v>
                </c:pt>
                <c:pt idx="1087">
                  <c:v>3.5</c:v>
                </c:pt>
                <c:pt idx="1088">
                  <c:v>3.5</c:v>
                </c:pt>
                <c:pt idx="1089">
                  <c:v>3.5</c:v>
                </c:pt>
                <c:pt idx="1090">
                  <c:v>3.5</c:v>
                </c:pt>
                <c:pt idx="1091">
                  <c:v>3.5</c:v>
                </c:pt>
                <c:pt idx="1092">
                  <c:v>3.5</c:v>
                </c:pt>
                <c:pt idx="1093">
                  <c:v>3.5</c:v>
                </c:pt>
                <c:pt idx="1094">
                  <c:v>3.5</c:v>
                </c:pt>
                <c:pt idx="1095">
                  <c:v>3.5</c:v>
                </c:pt>
                <c:pt idx="1096">
                  <c:v>3.5</c:v>
                </c:pt>
                <c:pt idx="1097">
                  <c:v>3.5</c:v>
                </c:pt>
                <c:pt idx="1098">
                  <c:v>3.5</c:v>
                </c:pt>
                <c:pt idx="1099">
                  <c:v>3.5</c:v>
                </c:pt>
                <c:pt idx="1100">
                  <c:v>3.5</c:v>
                </c:pt>
                <c:pt idx="1101">
                  <c:v>3.5</c:v>
                </c:pt>
                <c:pt idx="1102">
                  <c:v>3.5</c:v>
                </c:pt>
                <c:pt idx="1103">
                  <c:v>3.5</c:v>
                </c:pt>
                <c:pt idx="1104">
                  <c:v>3.5</c:v>
                </c:pt>
                <c:pt idx="1105">
                  <c:v>3.5</c:v>
                </c:pt>
                <c:pt idx="1106">
                  <c:v>3.5</c:v>
                </c:pt>
                <c:pt idx="1107">
                  <c:v>3.5</c:v>
                </c:pt>
                <c:pt idx="1108">
                  <c:v>3.5</c:v>
                </c:pt>
                <c:pt idx="1109">
                  <c:v>3.5</c:v>
                </c:pt>
                <c:pt idx="1110">
                  <c:v>3.5</c:v>
                </c:pt>
                <c:pt idx="1111">
                  <c:v>3.5</c:v>
                </c:pt>
                <c:pt idx="1112">
                  <c:v>3.5</c:v>
                </c:pt>
                <c:pt idx="1113">
                  <c:v>3.5</c:v>
                </c:pt>
                <c:pt idx="1114">
                  <c:v>3.5</c:v>
                </c:pt>
                <c:pt idx="1115">
                  <c:v>3.5</c:v>
                </c:pt>
                <c:pt idx="1116">
                  <c:v>3.5</c:v>
                </c:pt>
                <c:pt idx="1117">
                  <c:v>3.5</c:v>
                </c:pt>
                <c:pt idx="1118">
                  <c:v>3.5</c:v>
                </c:pt>
                <c:pt idx="1119">
                  <c:v>3.5</c:v>
                </c:pt>
                <c:pt idx="1120">
                  <c:v>3.5</c:v>
                </c:pt>
                <c:pt idx="1121">
                  <c:v>3.5</c:v>
                </c:pt>
                <c:pt idx="1122">
                  <c:v>3.5</c:v>
                </c:pt>
                <c:pt idx="1123">
                  <c:v>3.5</c:v>
                </c:pt>
                <c:pt idx="1124">
                  <c:v>3.5</c:v>
                </c:pt>
                <c:pt idx="1125">
                  <c:v>3.5</c:v>
                </c:pt>
                <c:pt idx="1126">
                  <c:v>3.5</c:v>
                </c:pt>
                <c:pt idx="1127">
                  <c:v>3.5</c:v>
                </c:pt>
                <c:pt idx="1128">
                  <c:v>3.75</c:v>
                </c:pt>
                <c:pt idx="1129">
                  <c:v>3.75</c:v>
                </c:pt>
                <c:pt idx="1130">
                  <c:v>3.75</c:v>
                </c:pt>
                <c:pt idx="1131">
                  <c:v>3.75</c:v>
                </c:pt>
                <c:pt idx="1132">
                  <c:v>3.75</c:v>
                </c:pt>
                <c:pt idx="1133">
                  <c:v>3.75</c:v>
                </c:pt>
                <c:pt idx="1134">
                  <c:v>3.75</c:v>
                </c:pt>
                <c:pt idx="1135">
                  <c:v>3.75</c:v>
                </c:pt>
                <c:pt idx="1136">
                  <c:v>3.75</c:v>
                </c:pt>
                <c:pt idx="1137">
                  <c:v>3.75</c:v>
                </c:pt>
                <c:pt idx="1138">
                  <c:v>3.75</c:v>
                </c:pt>
                <c:pt idx="1139">
                  <c:v>3.75</c:v>
                </c:pt>
                <c:pt idx="1140">
                  <c:v>3.75</c:v>
                </c:pt>
                <c:pt idx="1141">
                  <c:v>3.75</c:v>
                </c:pt>
                <c:pt idx="1142">
                  <c:v>3.75</c:v>
                </c:pt>
                <c:pt idx="1143">
                  <c:v>3.75</c:v>
                </c:pt>
                <c:pt idx="1144">
                  <c:v>3.75</c:v>
                </c:pt>
                <c:pt idx="1145">
                  <c:v>3.75</c:v>
                </c:pt>
                <c:pt idx="1146">
                  <c:v>3.75</c:v>
                </c:pt>
                <c:pt idx="1147">
                  <c:v>3.75</c:v>
                </c:pt>
                <c:pt idx="1148">
                  <c:v>3.75</c:v>
                </c:pt>
                <c:pt idx="1149">
                  <c:v>3.75</c:v>
                </c:pt>
                <c:pt idx="1150">
                  <c:v>4.25</c:v>
                </c:pt>
                <c:pt idx="1151">
                  <c:v>4.25</c:v>
                </c:pt>
                <c:pt idx="1152">
                  <c:v>4.25</c:v>
                </c:pt>
                <c:pt idx="1153">
                  <c:v>4.25</c:v>
                </c:pt>
                <c:pt idx="1154">
                  <c:v>4.25</c:v>
                </c:pt>
                <c:pt idx="1155">
                  <c:v>4.25</c:v>
                </c:pt>
                <c:pt idx="1156">
                  <c:v>4.25</c:v>
                </c:pt>
                <c:pt idx="1157">
                  <c:v>4.25</c:v>
                </c:pt>
                <c:pt idx="1158">
                  <c:v>4.25</c:v>
                </c:pt>
                <c:pt idx="1159">
                  <c:v>4.25</c:v>
                </c:pt>
                <c:pt idx="1160">
                  <c:v>4.25</c:v>
                </c:pt>
                <c:pt idx="1161">
                  <c:v>4.25</c:v>
                </c:pt>
                <c:pt idx="1162">
                  <c:v>4.25</c:v>
                </c:pt>
                <c:pt idx="1163">
                  <c:v>4.25</c:v>
                </c:pt>
                <c:pt idx="1164">
                  <c:v>4.25</c:v>
                </c:pt>
                <c:pt idx="1165">
                  <c:v>4.25</c:v>
                </c:pt>
                <c:pt idx="1166">
                  <c:v>4.25</c:v>
                </c:pt>
                <c:pt idx="1167">
                  <c:v>4.25</c:v>
                </c:pt>
                <c:pt idx="1168">
                  <c:v>4.25</c:v>
                </c:pt>
                <c:pt idx="1169">
                  <c:v>4.25</c:v>
                </c:pt>
                <c:pt idx="1170">
                  <c:v>4.75</c:v>
                </c:pt>
                <c:pt idx="1171">
                  <c:v>4.75</c:v>
                </c:pt>
                <c:pt idx="1172">
                  <c:v>4.75</c:v>
                </c:pt>
                <c:pt idx="1173">
                  <c:v>4.75</c:v>
                </c:pt>
                <c:pt idx="1174">
                  <c:v>4.75</c:v>
                </c:pt>
                <c:pt idx="1175">
                  <c:v>4.75</c:v>
                </c:pt>
                <c:pt idx="1176">
                  <c:v>4.75</c:v>
                </c:pt>
                <c:pt idx="1177">
                  <c:v>4.75</c:v>
                </c:pt>
                <c:pt idx="1178">
                  <c:v>4.75</c:v>
                </c:pt>
                <c:pt idx="1179">
                  <c:v>4.75</c:v>
                </c:pt>
                <c:pt idx="1180">
                  <c:v>4.75</c:v>
                </c:pt>
                <c:pt idx="1181">
                  <c:v>4.75</c:v>
                </c:pt>
                <c:pt idx="1182">
                  <c:v>4.75</c:v>
                </c:pt>
                <c:pt idx="1183">
                  <c:v>4.75</c:v>
                </c:pt>
                <c:pt idx="1184">
                  <c:v>4.75</c:v>
                </c:pt>
                <c:pt idx="1185">
                  <c:v>4.75</c:v>
                </c:pt>
                <c:pt idx="1186">
                  <c:v>4.75</c:v>
                </c:pt>
                <c:pt idx="1187">
                  <c:v>4.75</c:v>
                </c:pt>
                <c:pt idx="1188">
                  <c:v>4.75</c:v>
                </c:pt>
                <c:pt idx="1189">
                  <c:v>4.75</c:v>
                </c:pt>
                <c:pt idx="1190">
                  <c:v>5.25</c:v>
                </c:pt>
                <c:pt idx="1191">
                  <c:v>5.25</c:v>
                </c:pt>
                <c:pt idx="1192">
                  <c:v>5.25</c:v>
                </c:pt>
                <c:pt idx="1193">
                  <c:v>5.25</c:v>
                </c:pt>
                <c:pt idx="1194">
                  <c:v>5.25</c:v>
                </c:pt>
                <c:pt idx="1195">
                  <c:v>5.25</c:v>
                </c:pt>
                <c:pt idx="1196">
                  <c:v>5.25</c:v>
                </c:pt>
                <c:pt idx="1197">
                  <c:v>5.25</c:v>
                </c:pt>
                <c:pt idx="1198">
                  <c:v>5.25</c:v>
                </c:pt>
                <c:pt idx="1199">
                  <c:v>5.25</c:v>
                </c:pt>
                <c:pt idx="1200">
                  <c:v>5.25</c:v>
                </c:pt>
                <c:pt idx="1201">
                  <c:v>5.25</c:v>
                </c:pt>
                <c:pt idx="1202">
                  <c:v>5.25</c:v>
                </c:pt>
                <c:pt idx="1203">
                  <c:v>5.25</c:v>
                </c:pt>
                <c:pt idx="1204">
                  <c:v>5.25</c:v>
                </c:pt>
                <c:pt idx="1205">
                  <c:v>5.25</c:v>
                </c:pt>
                <c:pt idx="1206">
                  <c:v>5.25</c:v>
                </c:pt>
                <c:pt idx="1207">
                  <c:v>5.25</c:v>
                </c:pt>
                <c:pt idx="1208">
                  <c:v>5.25</c:v>
                </c:pt>
                <c:pt idx="1209">
                  <c:v>5.25</c:v>
                </c:pt>
                <c:pt idx="1210">
                  <c:v>5.25</c:v>
                </c:pt>
                <c:pt idx="1211">
                  <c:v>5.25</c:v>
                </c:pt>
                <c:pt idx="1212">
                  <c:v>5.25</c:v>
                </c:pt>
                <c:pt idx="1213">
                  <c:v>5.25</c:v>
                </c:pt>
                <c:pt idx="1214">
                  <c:v>5.25</c:v>
                </c:pt>
                <c:pt idx="1215">
                  <c:v>5.5</c:v>
                </c:pt>
                <c:pt idx="1216">
                  <c:v>5.5</c:v>
                </c:pt>
                <c:pt idx="1217">
                  <c:v>5.5</c:v>
                </c:pt>
                <c:pt idx="1218">
                  <c:v>5.5</c:v>
                </c:pt>
                <c:pt idx="1219">
                  <c:v>5.5</c:v>
                </c:pt>
                <c:pt idx="1220">
                  <c:v>5.5</c:v>
                </c:pt>
                <c:pt idx="1221">
                  <c:v>5.5</c:v>
                </c:pt>
                <c:pt idx="1222">
                  <c:v>5.5</c:v>
                </c:pt>
                <c:pt idx="1223">
                  <c:v>5.5</c:v>
                </c:pt>
                <c:pt idx="1224">
                  <c:v>5.5</c:v>
                </c:pt>
                <c:pt idx="1225">
                  <c:v>5.5</c:v>
                </c:pt>
                <c:pt idx="1226">
                  <c:v>5.5</c:v>
                </c:pt>
                <c:pt idx="1227">
                  <c:v>5.5</c:v>
                </c:pt>
                <c:pt idx="1228">
                  <c:v>5.5</c:v>
                </c:pt>
                <c:pt idx="1229">
                  <c:v>5.5</c:v>
                </c:pt>
                <c:pt idx="1230">
                  <c:v>5.5</c:v>
                </c:pt>
                <c:pt idx="1231">
                  <c:v>5.5</c:v>
                </c:pt>
                <c:pt idx="1232">
                  <c:v>5.5</c:v>
                </c:pt>
                <c:pt idx="1233">
                  <c:v>5.5</c:v>
                </c:pt>
                <c:pt idx="1234">
                  <c:v>5.5</c:v>
                </c:pt>
                <c:pt idx="1235">
                  <c:v>5.75</c:v>
                </c:pt>
                <c:pt idx="1236">
                  <c:v>5.75</c:v>
                </c:pt>
                <c:pt idx="1237">
                  <c:v>5.75</c:v>
                </c:pt>
                <c:pt idx="1238">
                  <c:v>5.75</c:v>
                </c:pt>
                <c:pt idx="1239">
                  <c:v>5.75</c:v>
                </c:pt>
                <c:pt idx="1240">
                  <c:v>5.75</c:v>
                </c:pt>
                <c:pt idx="1241">
                  <c:v>5.75</c:v>
                </c:pt>
                <c:pt idx="1242">
                  <c:v>5.75</c:v>
                </c:pt>
                <c:pt idx="1243">
                  <c:v>5.75</c:v>
                </c:pt>
                <c:pt idx="1244">
                  <c:v>5.75</c:v>
                </c:pt>
                <c:pt idx="1245">
                  <c:v>5.75</c:v>
                </c:pt>
                <c:pt idx="1246">
                  <c:v>5.75</c:v>
                </c:pt>
                <c:pt idx="1247">
                  <c:v>5.75</c:v>
                </c:pt>
                <c:pt idx="1248">
                  <c:v>5.75</c:v>
                </c:pt>
                <c:pt idx="1249">
                  <c:v>5.75</c:v>
                </c:pt>
                <c:pt idx="1250">
                  <c:v>5.75</c:v>
                </c:pt>
                <c:pt idx="1251">
                  <c:v>5.75</c:v>
                </c:pt>
                <c:pt idx="1252">
                  <c:v>5.75</c:v>
                </c:pt>
                <c:pt idx="1253">
                  <c:v>5.75</c:v>
                </c:pt>
                <c:pt idx="1254">
                  <c:v>5.75</c:v>
                </c:pt>
                <c:pt idx="1255">
                  <c:v>5.75</c:v>
                </c:pt>
                <c:pt idx="1256">
                  <c:v>5.75</c:v>
                </c:pt>
                <c:pt idx="1257">
                  <c:v>5.75</c:v>
                </c:pt>
                <c:pt idx="1258">
                  <c:v>5.75</c:v>
                </c:pt>
                <c:pt idx="1259">
                  <c:v>5.75</c:v>
                </c:pt>
                <c:pt idx="1260">
                  <c:v>5.75</c:v>
                </c:pt>
                <c:pt idx="1261">
                  <c:v>5.75</c:v>
                </c:pt>
                <c:pt idx="1262">
                  <c:v>5.75</c:v>
                </c:pt>
                <c:pt idx="1263">
                  <c:v>5.75</c:v>
                </c:pt>
                <c:pt idx="1264">
                  <c:v>5.75</c:v>
                </c:pt>
                <c:pt idx="1265">
                  <c:v>5.75</c:v>
                </c:pt>
                <c:pt idx="1266">
                  <c:v>5.75</c:v>
                </c:pt>
                <c:pt idx="1267">
                  <c:v>5.75</c:v>
                </c:pt>
                <c:pt idx="1268">
                  <c:v>5.75</c:v>
                </c:pt>
                <c:pt idx="1269">
                  <c:v>5.75</c:v>
                </c:pt>
                <c:pt idx="1270">
                  <c:v>5.75</c:v>
                </c:pt>
                <c:pt idx="1271">
                  <c:v>5.75</c:v>
                </c:pt>
                <c:pt idx="1272">
                  <c:v>5.75</c:v>
                </c:pt>
                <c:pt idx="1273">
                  <c:v>5.75</c:v>
                </c:pt>
                <c:pt idx="1274">
                  <c:v>5.75</c:v>
                </c:pt>
                <c:pt idx="1275">
                  <c:v>5.75</c:v>
                </c:pt>
                <c:pt idx="1276">
                  <c:v>5.75</c:v>
                </c:pt>
                <c:pt idx="1277">
                  <c:v>5.75</c:v>
                </c:pt>
                <c:pt idx="1278">
                  <c:v>5.75</c:v>
                </c:pt>
                <c:pt idx="1279">
                  <c:v>5.75</c:v>
                </c:pt>
                <c:pt idx="1280">
                  <c:v>5.75</c:v>
                </c:pt>
                <c:pt idx="1281">
                  <c:v>5.75</c:v>
                </c:pt>
                <c:pt idx="1282">
                  <c:v>5.75</c:v>
                </c:pt>
                <c:pt idx="1283">
                  <c:v>5.75</c:v>
                </c:pt>
                <c:pt idx="1284">
                  <c:v>5.75</c:v>
                </c:pt>
                <c:pt idx="1285">
                  <c:v>5.75</c:v>
                </c:pt>
                <c:pt idx="1286">
                  <c:v>5.75</c:v>
                </c:pt>
                <c:pt idx="1287">
                  <c:v>5.75</c:v>
                </c:pt>
                <c:pt idx="1288">
                  <c:v>5.75</c:v>
                </c:pt>
                <c:pt idx="1289">
                  <c:v>5.75</c:v>
                </c:pt>
                <c:pt idx="1290">
                  <c:v>5.75</c:v>
                </c:pt>
                <c:pt idx="1291">
                  <c:v>5.75</c:v>
                </c:pt>
                <c:pt idx="1292">
                  <c:v>5.75</c:v>
                </c:pt>
                <c:pt idx="1293">
                  <c:v>5.75</c:v>
                </c:pt>
                <c:pt idx="1294">
                  <c:v>5.75</c:v>
                </c:pt>
                <c:pt idx="1295">
                  <c:v>5.75</c:v>
                </c:pt>
                <c:pt idx="1296">
                  <c:v>5.75</c:v>
                </c:pt>
                <c:pt idx="1297">
                  <c:v>5.75</c:v>
                </c:pt>
                <c:pt idx="1298">
                  <c:v>5.75</c:v>
                </c:pt>
                <c:pt idx="1299">
                  <c:v>5.75</c:v>
                </c:pt>
                <c:pt idx="1300">
                  <c:v>5.75</c:v>
                </c:pt>
                <c:pt idx="1301">
                  <c:v>5.75</c:v>
                </c:pt>
                <c:pt idx="1302">
                  <c:v>5.75</c:v>
                </c:pt>
                <c:pt idx="1303">
                  <c:v>5.75</c:v>
                </c:pt>
                <c:pt idx="1304">
                  <c:v>5.75</c:v>
                </c:pt>
                <c:pt idx="1305">
                  <c:v>5.75</c:v>
                </c:pt>
                <c:pt idx="1306">
                  <c:v>5.75</c:v>
                </c:pt>
                <c:pt idx="1307">
                  <c:v>5.75</c:v>
                </c:pt>
                <c:pt idx="1308">
                  <c:v>5.75</c:v>
                </c:pt>
                <c:pt idx="1309">
                  <c:v>5.75</c:v>
                </c:pt>
                <c:pt idx="1310">
                  <c:v>5.75</c:v>
                </c:pt>
                <c:pt idx="1311">
                  <c:v>5.75</c:v>
                </c:pt>
                <c:pt idx="1312">
                  <c:v>5.75</c:v>
                </c:pt>
                <c:pt idx="1313">
                  <c:v>5.75</c:v>
                </c:pt>
                <c:pt idx="1314">
                  <c:v>5.75</c:v>
                </c:pt>
                <c:pt idx="1315">
                  <c:v>5.75</c:v>
                </c:pt>
                <c:pt idx="1316">
                  <c:v>5.75</c:v>
                </c:pt>
                <c:pt idx="1317">
                  <c:v>5.75</c:v>
                </c:pt>
                <c:pt idx="1318">
                  <c:v>5.75</c:v>
                </c:pt>
                <c:pt idx="1319">
                  <c:v>5.75</c:v>
                </c:pt>
                <c:pt idx="1320">
                  <c:v>5.75</c:v>
                </c:pt>
                <c:pt idx="1321">
                  <c:v>5.75</c:v>
                </c:pt>
                <c:pt idx="1322">
                  <c:v>5.75</c:v>
                </c:pt>
                <c:pt idx="1323">
                  <c:v>5.75</c:v>
                </c:pt>
                <c:pt idx="1324">
                  <c:v>5.75</c:v>
                </c:pt>
                <c:pt idx="1325">
                  <c:v>5.75</c:v>
                </c:pt>
                <c:pt idx="1326">
                  <c:v>5.75</c:v>
                </c:pt>
                <c:pt idx="1327">
                  <c:v>5.75</c:v>
                </c:pt>
                <c:pt idx="1328">
                  <c:v>5.75</c:v>
                </c:pt>
                <c:pt idx="1329">
                  <c:v>5.75</c:v>
                </c:pt>
                <c:pt idx="1330">
                  <c:v>5.75</c:v>
                </c:pt>
                <c:pt idx="1331">
                  <c:v>5.75</c:v>
                </c:pt>
                <c:pt idx="1332">
                  <c:v>5.75</c:v>
                </c:pt>
                <c:pt idx="1333">
                  <c:v>5.75</c:v>
                </c:pt>
                <c:pt idx="1334">
                  <c:v>5.75</c:v>
                </c:pt>
                <c:pt idx="1335">
                  <c:v>5.75</c:v>
                </c:pt>
                <c:pt idx="1336">
                  <c:v>5.75</c:v>
                </c:pt>
                <c:pt idx="1337">
                  <c:v>5.75</c:v>
                </c:pt>
                <c:pt idx="1338">
                  <c:v>5.75</c:v>
                </c:pt>
                <c:pt idx="1339">
                  <c:v>5.75</c:v>
                </c:pt>
                <c:pt idx="1340">
                  <c:v>5.75</c:v>
                </c:pt>
                <c:pt idx="1341">
                  <c:v>5.75</c:v>
                </c:pt>
                <c:pt idx="1342">
                  <c:v>5.75</c:v>
                </c:pt>
                <c:pt idx="1343">
                  <c:v>5.75</c:v>
                </c:pt>
                <c:pt idx="1344">
                  <c:v>5.75</c:v>
                </c:pt>
                <c:pt idx="1345">
                  <c:v>5.75</c:v>
                </c:pt>
                <c:pt idx="1346">
                  <c:v>5.75</c:v>
                </c:pt>
                <c:pt idx="1347">
                  <c:v>5.75</c:v>
                </c:pt>
                <c:pt idx="1348">
                  <c:v>5.75</c:v>
                </c:pt>
                <c:pt idx="1349">
                  <c:v>5.75</c:v>
                </c:pt>
                <c:pt idx="1350">
                  <c:v>5.75</c:v>
                </c:pt>
                <c:pt idx="1351">
                  <c:v>5.75</c:v>
                </c:pt>
                <c:pt idx="1352">
                  <c:v>5.75</c:v>
                </c:pt>
                <c:pt idx="1353">
                  <c:v>5.75</c:v>
                </c:pt>
                <c:pt idx="1354">
                  <c:v>5.75</c:v>
                </c:pt>
                <c:pt idx="1355">
                  <c:v>5.75</c:v>
                </c:pt>
                <c:pt idx="1356">
                  <c:v>5.75</c:v>
                </c:pt>
                <c:pt idx="1357">
                  <c:v>5.75</c:v>
                </c:pt>
                <c:pt idx="1358">
                  <c:v>5.75</c:v>
                </c:pt>
                <c:pt idx="1359">
                  <c:v>5.75</c:v>
                </c:pt>
                <c:pt idx="1360">
                  <c:v>5.75</c:v>
                </c:pt>
                <c:pt idx="1361">
                  <c:v>5.75</c:v>
                </c:pt>
                <c:pt idx="1362">
                  <c:v>5.75</c:v>
                </c:pt>
                <c:pt idx="1363">
                  <c:v>5.75</c:v>
                </c:pt>
                <c:pt idx="1364">
                  <c:v>5.75</c:v>
                </c:pt>
                <c:pt idx="1365">
                  <c:v>5.75</c:v>
                </c:pt>
                <c:pt idx="1366">
                  <c:v>5.75</c:v>
                </c:pt>
                <c:pt idx="1367">
                  <c:v>5.75</c:v>
                </c:pt>
                <c:pt idx="1368">
                  <c:v>5.75</c:v>
                </c:pt>
                <c:pt idx="1369">
                  <c:v>5.75</c:v>
                </c:pt>
                <c:pt idx="1370">
                  <c:v>5.75</c:v>
                </c:pt>
                <c:pt idx="1371">
                  <c:v>5.75</c:v>
                </c:pt>
                <c:pt idx="1372">
                  <c:v>5.75</c:v>
                </c:pt>
                <c:pt idx="1373">
                  <c:v>5.75</c:v>
                </c:pt>
                <c:pt idx="1374">
                  <c:v>5.75</c:v>
                </c:pt>
                <c:pt idx="1375">
                  <c:v>5.75</c:v>
                </c:pt>
                <c:pt idx="1376">
                  <c:v>5.75</c:v>
                </c:pt>
                <c:pt idx="1377">
                  <c:v>5.75</c:v>
                </c:pt>
                <c:pt idx="1378">
                  <c:v>5.75</c:v>
                </c:pt>
                <c:pt idx="1379">
                  <c:v>5.75</c:v>
                </c:pt>
                <c:pt idx="1380">
                  <c:v>5.75</c:v>
                </c:pt>
                <c:pt idx="1381">
                  <c:v>5.75</c:v>
                </c:pt>
                <c:pt idx="1382">
                  <c:v>5.75</c:v>
                </c:pt>
                <c:pt idx="1383">
                  <c:v>5.75</c:v>
                </c:pt>
                <c:pt idx="1384">
                  <c:v>5.75</c:v>
                </c:pt>
                <c:pt idx="1385">
                  <c:v>5.75</c:v>
                </c:pt>
                <c:pt idx="1386">
                  <c:v>5.75</c:v>
                </c:pt>
                <c:pt idx="1387">
                  <c:v>5.75</c:v>
                </c:pt>
                <c:pt idx="1388">
                  <c:v>5.75</c:v>
                </c:pt>
                <c:pt idx="1389">
                  <c:v>5.75</c:v>
                </c:pt>
                <c:pt idx="1390">
                  <c:v>5.75</c:v>
                </c:pt>
                <c:pt idx="1391">
                  <c:v>5.75</c:v>
                </c:pt>
                <c:pt idx="1392">
                  <c:v>5.75</c:v>
                </c:pt>
                <c:pt idx="1393">
                  <c:v>5.75</c:v>
                </c:pt>
                <c:pt idx="1394">
                  <c:v>5.75</c:v>
                </c:pt>
                <c:pt idx="1395">
                  <c:v>5.75</c:v>
                </c:pt>
                <c:pt idx="1396">
                  <c:v>5.75</c:v>
                </c:pt>
                <c:pt idx="1397">
                  <c:v>5.75</c:v>
                </c:pt>
                <c:pt idx="1398">
                  <c:v>5.75</c:v>
                </c:pt>
                <c:pt idx="1399">
                  <c:v>5.75</c:v>
                </c:pt>
                <c:pt idx="1400">
                  <c:v>5.75</c:v>
                </c:pt>
                <c:pt idx="1401">
                  <c:v>5.75</c:v>
                </c:pt>
                <c:pt idx="1402">
                  <c:v>5.75</c:v>
                </c:pt>
                <c:pt idx="1403">
                  <c:v>5.75</c:v>
                </c:pt>
                <c:pt idx="1404">
                  <c:v>5.75</c:v>
                </c:pt>
                <c:pt idx="1405">
                  <c:v>5.75</c:v>
                </c:pt>
                <c:pt idx="1406">
                  <c:v>5.75</c:v>
                </c:pt>
                <c:pt idx="1407">
                  <c:v>5.75</c:v>
                </c:pt>
                <c:pt idx="1408">
                  <c:v>5.75</c:v>
                </c:pt>
                <c:pt idx="1409">
                  <c:v>5.75</c:v>
                </c:pt>
                <c:pt idx="1410">
                  <c:v>5.75</c:v>
                </c:pt>
                <c:pt idx="1411">
                  <c:v>6</c:v>
                </c:pt>
                <c:pt idx="1412">
                  <c:v>6</c:v>
                </c:pt>
                <c:pt idx="1413">
                  <c:v>6</c:v>
                </c:pt>
                <c:pt idx="1414">
                  <c:v>6</c:v>
                </c:pt>
                <c:pt idx="1415">
                  <c:v>6</c:v>
                </c:pt>
                <c:pt idx="1416">
                  <c:v>6</c:v>
                </c:pt>
                <c:pt idx="1417">
                  <c:v>6</c:v>
                </c:pt>
                <c:pt idx="1418">
                  <c:v>6</c:v>
                </c:pt>
                <c:pt idx="1419">
                  <c:v>6</c:v>
                </c:pt>
                <c:pt idx="1420">
                  <c:v>6</c:v>
                </c:pt>
                <c:pt idx="1421">
                  <c:v>6</c:v>
                </c:pt>
                <c:pt idx="1422">
                  <c:v>6</c:v>
                </c:pt>
                <c:pt idx="1423">
                  <c:v>6</c:v>
                </c:pt>
                <c:pt idx="1424">
                  <c:v>6</c:v>
                </c:pt>
                <c:pt idx="1425">
                  <c:v>6</c:v>
                </c:pt>
                <c:pt idx="1426">
                  <c:v>6</c:v>
                </c:pt>
                <c:pt idx="1427">
                  <c:v>6</c:v>
                </c:pt>
                <c:pt idx="1428">
                  <c:v>6</c:v>
                </c:pt>
                <c:pt idx="1429">
                  <c:v>6</c:v>
                </c:pt>
                <c:pt idx="1430">
                  <c:v>6</c:v>
                </c:pt>
                <c:pt idx="1431">
                  <c:v>6</c:v>
                </c:pt>
                <c:pt idx="1432">
                  <c:v>6</c:v>
                </c:pt>
                <c:pt idx="1433">
                  <c:v>6</c:v>
                </c:pt>
                <c:pt idx="1434">
                  <c:v>6</c:v>
                </c:pt>
                <c:pt idx="1435">
                  <c:v>6</c:v>
                </c:pt>
                <c:pt idx="1436">
                  <c:v>6</c:v>
                </c:pt>
                <c:pt idx="1437">
                  <c:v>6</c:v>
                </c:pt>
                <c:pt idx="1438">
                  <c:v>6</c:v>
                </c:pt>
                <c:pt idx="1439">
                  <c:v>6</c:v>
                </c:pt>
                <c:pt idx="1440">
                  <c:v>6</c:v>
                </c:pt>
                <c:pt idx="1441">
                  <c:v>6</c:v>
                </c:pt>
                <c:pt idx="1442">
                  <c:v>6</c:v>
                </c:pt>
                <c:pt idx="1443">
                  <c:v>6</c:v>
                </c:pt>
                <c:pt idx="1444">
                  <c:v>6</c:v>
                </c:pt>
                <c:pt idx="1445">
                  <c:v>6</c:v>
                </c:pt>
                <c:pt idx="1446">
                  <c:v>6</c:v>
                </c:pt>
                <c:pt idx="1447">
                  <c:v>6</c:v>
                </c:pt>
                <c:pt idx="1448">
                  <c:v>6</c:v>
                </c:pt>
                <c:pt idx="1449">
                  <c:v>6</c:v>
                </c:pt>
                <c:pt idx="1450">
                  <c:v>6</c:v>
                </c:pt>
                <c:pt idx="1451">
                  <c:v>6</c:v>
                </c:pt>
                <c:pt idx="1452">
                  <c:v>6</c:v>
                </c:pt>
                <c:pt idx="1453">
                  <c:v>6</c:v>
                </c:pt>
                <c:pt idx="1454">
                  <c:v>6</c:v>
                </c:pt>
                <c:pt idx="1455">
                  <c:v>6</c:v>
                </c:pt>
                <c:pt idx="1456">
                  <c:v>6</c:v>
                </c:pt>
                <c:pt idx="1457">
                  <c:v>6</c:v>
                </c:pt>
                <c:pt idx="1458">
                  <c:v>6</c:v>
                </c:pt>
                <c:pt idx="1459">
                  <c:v>6</c:v>
                </c:pt>
                <c:pt idx="1460">
                  <c:v>6</c:v>
                </c:pt>
                <c:pt idx="1461">
                  <c:v>6</c:v>
                </c:pt>
                <c:pt idx="1462">
                  <c:v>6</c:v>
                </c:pt>
                <c:pt idx="1463">
                  <c:v>6</c:v>
                </c:pt>
                <c:pt idx="1464">
                  <c:v>6</c:v>
                </c:pt>
                <c:pt idx="1465">
                  <c:v>6</c:v>
                </c:pt>
                <c:pt idx="1466">
                  <c:v>6</c:v>
                </c:pt>
                <c:pt idx="1467">
                  <c:v>6</c:v>
                </c:pt>
                <c:pt idx="1468">
                  <c:v>6</c:v>
                </c:pt>
                <c:pt idx="1469">
                  <c:v>6</c:v>
                </c:pt>
                <c:pt idx="1470">
                  <c:v>6</c:v>
                </c:pt>
                <c:pt idx="1471">
                  <c:v>6</c:v>
                </c:pt>
                <c:pt idx="1472">
                  <c:v>6</c:v>
                </c:pt>
                <c:pt idx="1473">
                  <c:v>6</c:v>
                </c:pt>
                <c:pt idx="1474">
                  <c:v>6</c:v>
                </c:pt>
                <c:pt idx="1475">
                  <c:v>6</c:v>
                </c:pt>
                <c:pt idx="1476">
                  <c:v>6</c:v>
                </c:pt>
                <c:pt idx="1477">
                  <c:v>6</c:v>
                </c:pt>
                <c:pt idx="1478">
                  <c:v>6</c:v>
                </c:pt>
                <c:pt idx="1479">
                  <c:v>6</c:v>
                </c:pt>
                <c:pt idx="1480">
                  <c:v>6</c:v>
                </c:pt>
                <c:pt idx="1481">
                  <c:v>6</c:v>
                </c:pt>
                <c:pt idx="1482">
                  <c:v>6</c:v>
                </c:pt>
                <c:pt idx="1483">
                  <c:v>6</c:v>
                </c:pt>
                <c:pt idx="1484">
                  <c:v>6</c:v>
                </c:pt>
                <c:pt idx="1485">
                  <c:v>6</c:v>
                </c:pt>
                <c:pt idx="1486">
                  <c:v>6</c:v>
                </c:pt>
                <c:pt idx="1487">
                  <c:v>6</c:v>
                </c:pt>
                <c:pt idx="1488">
                  <c:v>6</c:v>
                </c:pt>
                <c:pt idx="1489">
                  <c:v>6</c:v>
                </c:pt>
                <c:pt idx="1490">
                  <c:v>6</c:v>
                </c:pt>
                <c:pt idx="1491">
                  <c:v>6</c:v>
                </c:pt>
                <c:pt idx="1492">
                  <c:v>6</c:v>
                </c:pt>
                <c:pt idx="1493">
                  <c:v>6</c:v>
                </c:pt>
                <c:pt idx="1494">
                  <c:v>6</c:v>
                </c:pt>
                <c:pt idx="1495">
                  <c:v>6</c:v>
                </c:pt>
                <c:pt idx="1496">
                  <c:v>6</c:v>
                </c:pt>
                <c:pt idx="1497">
                  <c:v>6</c:v>
                </c:pt>
                <c:pt idx="1498">
                  <c:v>6</c:v>
                </c:pt>
                <c:pt idx="1499">
                  <c:v>6</c:v>
                </c:pt>
                <c:pt idx="1500">
                  <c:v>6</c:v>
                </c:pt>
                <c:pt idx="1501">
                  <c:v>6</c:v>
                </c:pt>
                <c:pt idx="1502">
                  <c:v>6</c:v>
                </c:pt>
                <c:pt idx="1503">
                  <c:v>6</c:v>
                </c:pt>
                <c:pt idx="1504">
                  <c:v>6</c:v>
                </c:pt>
                <c:pt idx="1505">
                  <c:v>6</c:v>
                </c:pt>
                <c:pt idx="1506">
                  <c:v>6</c:v>
                </c:pt>
                <c:pt idx="1507">
                  <c:v>6</c:v>
                </c:pt>
                <c:pt idx="1508">
                  <c:v>6</c:v>
                </c:pt>
                <c:pt idx="1509">
                  <c:v>6</c:v>
                </c:pt>
                <c:pt idx="1510">
                  <c:v>6</c:v>
                </c:pt>
                <c:pt idx="1511">
                  <c:v>6</c:v>
                </c:pt>
                <c:pt idx="1512">
                  <c:v>6</c:v>
                </c:pt>
                <c:pt idx="1513">
                  <c:v>6</c:v>
                </c:pt>
                <c:pt idx="1514">
                  <c:v>6</c:v>
                </c:pt>
                <c:pt idx="1515">
                  <c:v>6</c:v>
                </c:pt>
                <c:pt idx="1516">
                  <c:v>6</c:v>
                </c:pt>
                <c:pt idx="1517">
                  <c:v>6</c:v>
                </c:pt>
                <c:pt idx="1518">
                  <c:v>6</c:v>
                </c:pt>
                <c:pt idx="1519">
                  <c:v>6</c:v>
                </c:pt>
                <c:pt idx="1520">
                  <c:v>6</c:v>
                </c:pt>
                <c:pt idx="1521">
                  <c:v>6</c:v>
                </c:pt>
                <c:pt idx="1522">
                  <c:v>6</c:v>
                </c:pt>
                <c:pt idx="1523">
                  <c:v>6</c:v>
                </c:pt>
                <c:pt idx="1524">
                  <c:v>6</c:v>
                </c:pt>
                <c:pt idx="1525">
                  <c:v>6</c:v>
                </c:pt>
                <c:pt idx="1526">
                  <c:v>6</c:v>
                </c:pt>
                <c:pt idx="1527">
                  <c:v>6</c:v>
                </c:pt>
                <c:pt idx="1528">
                  <c:v>6</c:v>
                </c:pt>
                <c:pt idx="1529">
                  <c:v>6</c:v>
                </c:pt>
                <c:pt idx="1530">
                  <c:v>6.25</c:v>
                </c:pt>
                <c:pt idx="1531">
                  <c:v>6.25</c:v>
                </c:pt>
                <c:pt idx="1532">
                  <c:v>6.25</c:v>
                </c:pt>
                <c:pt idx="1533">
                  <c:v>6.25</c:v>
                </c:pt>
                <c:pt idx="1534">
                  <c:v>6.25</c:v>
                </c:pt>
                <c:pt idx="1535">
                  <c:v>6.25</c:v>
                </c:pt>
                <c:pt idx="1536">
                  <c:v>6.25</c:v>
                </c:pt>
                <c:pt idx="1537">
                  <c:v>6.25</c:v>
                </c:pt>
                <c:pt idx="1538">
                  <c:v>6.25</c:v>
                </c:pt>
                <c:pt idx="1539">
                  <c:v>6.25</c:v>
                </c:pt>
                <c:pt idx="1540">
                  <c:v>6.25</c:v>
                </c:pt>
                <c:pt idx="1541">
                  <c:v>6.25</c:v>
                </c:pt>
                <c:pt idx="1542">
                  <c:v>6.25</c:v>
                </c:pt>
                <c:pt idx="1543">
                  <c:v>6.25</c:v>
                </c:pt>
                <c:pt idx="1544">
                  <c:v>6.25</c:v>
                </c:pt>
                <c:pt idx="1545">
                  <c:v>6.25</c:v>
                </c:pt>
                <c:pt idx="1546">
                  <c:v>6.25</c:v>
                </c:pt>
                <c:pt idx="1547">
                  <c:v>6.25</c:v>
                </c:pt>
                <c:pt idx="1548">
                  <c:v>6.25</c:v>
                </c:pt>
                <c:pt idx="1549">
                  <c:v>6.25</c:v>
                </c:pt>
                <c:pt idx="1550">
                  <c:v>6.25</c:v>
                </c:pt>
                <c:pt idx="1551">
                  <c:v>6.25</c:v>
                </c:pt>
                <c:pt idx="1552">
                  <c:v>6.25</c:v>
                </c:pt>
                <c:pt idx="1553">
                  <c:v>6.25</c:v>
                </c:pt>
                <c:pt idx="1554">
                  <c:v>6.25</c:v>
                </c:pt>
                <c:pt idx="1555">
                  <c:v>6.25</c:v>
                </c:pt>
                <c:pt idx="1556">
                  <c:v>6.25</c:v>
                </c:pt>
                <c:pt idx="1557">
                  <c:v>6.25</c:v>
                </c:pt>
                <c:pt idx="1558">
                  <c:v>6.25</c:v>
                </c:pt>
                <c:pt idx="1559">
                  <c:v>6.25</c:v>
                </c:pt>
                <c:pt idx="1560">
                  <c:v>6.25</c:v>
                </c:pt>
                <c:pt idx="1561">
                  <c:v>6.25</c:v>
                </c:pt>
                <c:pt idx="1562">
                  <c:v>6.25</c:v>
                </c:pt>
                <c:pt idx="1563">
                  <c:v>6.25</c:v>
                </c:pt>
                <c:pt idx="1564">
                  <c:v>6.25</c:v>
                </c:pt>
                <c:pt idx="1565">
                  <c:v>6.25</c:v>
                </c:pt>
                <c:pt idx="1566">
                  <c:v>6.25</c:v>
                </c:pt>
                <c:pt idx="1567">
                  <c:v>6.25</c:v>
                </c:pt>
                <c:pt idx="1568">
                  <c:v>6.25</c:v>
                </c:pt>
                <c:pt idx="1569">
                  <c:v>6.25</c:v>
                </c:pt>
                <c:pt idx="1570">
                  <c:v>6.25</c:v>
                </c:pt>
                <c:pt idx="1571">
                  <c:v>6.25</c:v>
                </c:pt>
                <c:pt idx="1572">
                  <c:v>6.25</c:v>
                </c:pt>
                <c:pt idx="1573">
                  <c:v>6.25</c:v>
                </c:pt>
                <c:pt idx="1574">
                  <c:v>6.25</c:v>
                </c:pt>
                <c:pt idx="1575">
                  <c:v>6.25</c:v>
                </c:pt>
                <c:pt idx="1576">
                  <c:v>6.25</c:v>
                </c:pt>
                <c:pt idx="1577">
                  <c:v>6.25</c:v>
                </c:pt>
                <c:pt idx="1578">
                  <c:v>6.25</c:v>
                </c:pt>
                <c:pt idx="1579">
                  <c:v>6.25</c:v>
                </c:pt>
                <c:pt idx="1580">
                  <c:v>6.25</c:v>
                </c:pt>
                <c:pt idx="1581">
                  <c:v>6.25</c:v>
                </c:pt>
                <c:pt idx="1582">
                  <c:v>6.25</c:v>
                </c:pt>
                <c:pt idx="1583">
                  <c:v>6.25</c:v>
                </c:pt>
                <c:pt idx="1584">
                  <c:v>6.25</c:v>
                </c:pt>
                <c:pt idx="1585">
                  <c:v>6.25</c:v>
                </c:pt>
                <c:pt idx="1586">
                  <c:v>6.25</c:v>
                </c:pt>
                <c:pt idx="1587">
                  <c:v>6.25</c:v>
                </c:pt>
                <c:pt idx="1588">
                  <c:v>6.25</c:v>
                </c:pt>
                <c:pt idx="1589">
                  <c:v>6.25</c:v>
                </c:pt>
                <c:pt idx="1590">
                  <c:v>6.25</c:v>
                </c:pt>
                <c:pt idx="1591">
                  <c:v>6.25</c:v>
                </c:pt>
                <c:pt idx="1592">
                  <c:v>6.25</c:v>
                </c:pt>
                <c:pt idx="1593">
                  <c:v>6.25</c:v>
                </c:pt>
                <c:pt idx="1594">
                  <c:v>6.25</c:v>
                </c:pt>
                <c:pt idx="1595">
                  <c:v>6.25</c:v>
                </c:pt>
                <c:pt idx="1596">
                  <c:v>6.25</c:v>
                </c:pt>
                <c:pt idx="1597">
                  <c:v>6.25</c:v>
                </c:pt>
                <c:pt idx="1598">
                  <c:v>6.25</c:v>
                </c:pt>
                <c:pt idx="1599">
                  <c:v>6.25</c:v>
                </c:pt>
                <c:pt idx="1600">
                  <c:v>6.25</c:v>
                </c:pt>
                <c:pt idx="1601">
                  <c:v>6.25</c:v>
                </c:pt>
                <c:pt idx="1602">
                  <c:v>6.25</c:v>
                </c:pt>
                <c:pt idx="1603">
                  <c:v>6.25</c:v>
                </c:pt>
                <c:pt idx="1604">
                  <c:v>6.25</c:v>
                </c:pt>
                <c:pt idx="1605">
                  <c:v>6.25</c:v>
                </c:pt>
                <c:pt idx="1606">
                  <c:v>6.25</c:v>
                </c:pt>
                <c:pt idx="1607">
                  <c:v>6.25</c:v>
                </c:pt>
                <c:pt idx="1608">
                  <c:v>6.25</c:v>
                </c:pt>
                <c:pt idx="1609">
                  <c:v>6.25</c:v>
                </c:pt>
                <c:pt idx="1610">
                  <c:v>6.25</c:v>
                </c:pt>
                <c:pt idx="1611">
                  <c:v>6.25</c:v>
                </c:pt>
                <c:pt idx="1612">
                  <c:v>6.25</c:v>
                </c:pt>
                <c:pt idx="1613">
                  <c:v>6.25</c:v>
                </c:pt>
                <c:pt idx="1614">
                  <c:v>6.25</c:v>
                </c:pt>
                <c:pt idx="1615">
                  <c:v>6.25</c:v>
                </c:pt>
                <c:pt idx="1616">
                  <c:v>6.25</c:v>
                </c:pt>
                <c:pt idx="1617">
                  <c:v>6.25</c:v>
                </c:pt>
                <c:pt idx="1618">
                  <c:v>6.25</c:v>
                </c:pt>
                <c:pt idx="1619">
                  <c:v>6.25</c:v>
                </c:pt>
                <c:pt idx="1620">
                  <c:v>6.25</c:v>
                </c:pt>
                <c:pt idx="1621">
                  <c:v>6.25</c:v>
                </c:pt>
                <c:pt idx="1622">
                  <c:v>6.25</c:v>
                </c:pt>
                <c:pt idx="1623">
                  <c:v>6.25</c:v>
                </c:pt>
                <c:pt idx="1624">
                  <c:v>6.25</c:v>
                </c:pt>
                <c:pt idx="1625">
                  <c:v>6.25</c:v>
                </c:pt>
                <c:pt idx="1626">
                  <c:v>6.25</c:v>
                </c:pt>
                <c:pt idx="1627">
                  <c:v>6</c:v>
                </c:pt>
                <c:pt idx="1628">
                  <c:v>6</c:v>
                </c:pt>
                <c:pt idx="1629">
                  <c:v>6</c:v>
                </c:pt>
                <c:pt idx="1630">
                  <c:v>6</c:v>
                </c:pt>
                <c:pt idx="1631">
                  <c:v>6</c:v>
                </c:pt>
                <c:pt idx="1632">
                  <c:v>6</c:v>
                </c:pt>
                <c:pt idx="1633">
                  <c:v>6</c:v>
                </c:pt>
                <c:pt idx="1634">
                  <c:v>6</c:v>
                </c:pt>
                <c:pt idx="1635">
                  <c:v>6</c:v>
                </c:pt>
                <c:pt idx="1636">
                  <c:v>6</c:v>
                </c:pt>
                <c:pt idx="1637">
                  <c:v>6</c:v>
                </c:pt>
                <c:pt idx="1638">
                  <c:v>6</c:v>
                </c:pt>
                <c:pt idx="1639">
                  <c:v>6</c:v>
                </c:pt>
                <c:pt idx="1640">
                  <c:v>6</c:v>
                </c:pt>
                <c:pt idx="1641">
                  <c:v>6</c:v>
                </c:pt>
                <c:pt idx="1642">
                  <c:v>6</c:v>
                </c:pt>
                <c:pt idx="1643">
                  <c:v>6</c:v>
                </c:pt>
                <c:pt idx="1644">
                  <c:v>6</c:v>
                </c:pt>
                <c:pt idx="1645">
                  <c:v>6</c:v>
                </c:pt>
                <c:pt idx="1646">
                  <c:v>6</c:v>
                </c:pt>
                <c:pt idx="1647">
                  <c:v>6</c:v>
                </c:pt>
                <c:pt idx="1648">
                  <c:v>6</c:v>
                </c:pt>
                <c:pt idx="1649">
                  <c:v>6</c:v>
                </c:pt>
                <c:pt idx="1650">
                  <c:v>6</c:v>
                </c:pt>
                <c:pt idx="1651">
                  <c:v>6</c:v>
                </c:pt>
                <c:pt idx="1652">
                  <c:v>6</c:v>
                </c:pt>
                <c:pt idx="1653">
                  <c:v>6</c:v>
                </c:pt>
                <c:pt idx="1654">
                  <c:v>6</c:v>
                </c:pt>
                <c:pt idx="1655">
                  <c:v>6</c:v>
                </c:pt>
                <c:pt idx="1656">
                  <c:v>6</c:v>
                </c:pt>
                <c:pt idx="1657">
                  <c:v>6</c:v>
                </c:pt>
                <c:pt idx="1658">
                  <c:v>6</c:v>
                </c:pt>
                <c:pt idx="1659">
                  <c:v>6</c:v>
                </c:pt>
                <c:pt idx="1660">
                  <c:v>6</c:v>
                </c:pt>
                <c:pt idx="1661">
                  <c:v>6</c:v>
                </c:pt>
                <c:pt idx="1662">
                  <c:v>6</c:v>
                </c:pt>
                <c:pt idx="1663">
                  <c:v>6</c:v>
                </c:pt>
                <c:pt idx="1664">
                  <c:v>6</c:v>
                </c:pt>
                <c:pt idx="1665">
                  <c:v>6</c:v>
                </c:pt>
                <c:pt idx="1666">
                  <c:v>6</c:v>
                </c:pt>
                <c:pt idx="1667">
                  <c:v>6</c:v>
                </c:pt>
                <c:pt idx="1668">
                  <c:v>6</c:v>
                </c:pt>
                <c:pt idx="1669">
                  <c:v>6</c:v>
                </c:pt>
                <c:pt idx="1670">
                  <c:v>6</c:v>
                </c:pt>
                <c:pt idx="1671">
                  <c:v>6</c:v>
                </c:pt>
                <c:pt idx="1672">
                  <c:v>6</c:v>
                </c:pt>
                <c:pt idx="1673">
                  <c:v>6</c:v>
                </c:pt>
                <c:pt idx="1674">
                  <c:v>6</c:v>
                </c:pt>
                <c:pt idx="1675">
                  <c:v>6</c:v>
                </c:pt>
                <c:pt idx="1676">
                  <c:v>6</c:v>
                </c:pt>
                <c:pt idx="1677">
                  <c:v>6</c:v>
                </c:pt>
                <c:pt idx="1678">
                  <c:v>6</c:v>
                </c:pt>
                <c:pt idx="1679">
                  <c:v>6</c:v>
                </c:pt>
                <c:pt idx="1680">
                  <c:v>6</c:v>
                </c:pt>
                <c:pt idx="1681">
                  <c:v>6</c:v>
                </c:pt>
                <c:pt idx="1682">
                  <c:v>6</c:v>
                </c:pt>
                <c:pt idx="1683">
                  <c:v>6</c:v>
                </c:pt>
                <c:pt idx="1684">
                  <c:v>6</c:v>
                </c:pt>
                <c:pt idx="1685">
                  <c:v>6</c:v>
                </c:pt>
                <c:pt idx="1686">
                  <c:v>6</c:v>
                </c:pt>
                <c:pt idx="1687">
                  <c:v>6</c:v>
                </c:pt>
                <c:pt idx="1688">
                  <c:v>6</c:v>
                </c:pt>
                <c:pt idx="1689">
                  <c:v>6</c:v>
                </c:pt>
                <c:pt idx="1690">
                  <c:v>6</c:v>
                </c:pt>
                <c:pt idx="1691">
                  <c:v>6</c:v>
                </c:pt>
                <c:pt idx="1692">
                  <c:v>6</c:v>
                </c:pt>
                <c:pt idx="1693">
                  <c:v>6</c:v>
                </c:pt>
                <c:pt idx="1694">
                  <c:v>6</c:v>
                </c:pt>
                <c:pt idx="1695">
                  <c:v>6</c:v>
                </c:pt>
                <c:pt idx="1696">
                  <c:v>6</c:v>
                </c:pt>
                <c:pt idx="1697">
                  <c:v>6</c:v>
                </c:pt>
                <c:pt idx="1698">
                  <c:v>6</c:v>
                </c:pt>
                <c:pt idx="1699">
                  <c:v>6</c:v>
                </c:pt>
                <c:pt idx="1700">
                  <c:v>6</c:v>
                </c:pt>
                <c:pt idx="1701">
                  <c:v>6</c:v>
                </c:pt>
                <c:pt idx="1702">
                  <c:v>6</c:v>
                </c:pt>
                <c:pt idx="1703">
                  <c:v>6</c:v>
                </c:pt>
                <c:pt idx="1704">
                  <c:v>6</c:v>
                </c:pt>
                <c:pt idx="1705">
                  <c:v>6</c:v>
                </c:pt>
                <c:pt idx="1706">
                  <c:v>6</c:v>
                </c:pt>
                <c:pt idx="1707">
                  <c:v>6</c:v>
                </c:pt>
                <c:pt idx="1708">
                  <c:v>6</c:v>
                </c:pt>
                <c:pt idx="1709">
                  <c:v>6</c:v>
                </c:pt>
                <c:pt idx="1710">
                  <c:v>6</c:v>
                </c:pt>
                <c:pt idx="1711">
                  <c:v>6</c:v>
                </c:pt>
                <c:pt idx="1712">
                  <c:v>5.75</c:v>
                </c:pt>
                <c:pt idx="1713">
                  <c:v>5.75</c:v>
                </c:pt>
                <c:pt idx="1714">
                  <c:v>5.75</c:v>
                </c:pt>
                <c:pt idx="1715">
                  <c:v>5.75</c:v>
                </c:pt>
                <c:pt idx="1716">
                  <c:v>5.75</c:v>
                </c:pt>
                <c:pt idx="1717">
                  <c:v>5.75</c:v>
                </c:pt>
                <c:pt idx="1718">
                  <c:v>5.75</c:v>
                </c:pt>
                <c:pt idx="1719">
                  <c:v>5.75</c:v>
                </c:pt>
                <c:pt idx="1720">
                  <c:v>5.75</c:v>
                </c:pt>
                <c:pt idx="1721">
                  <c:v>5.75</c:v>
                </c:pt>
                <c:pt idx="1722">
                  <c:v>5.75</c:v>
                </c:pt>
                <c:pt idx="1723">
                  <c:v>5.75</c:v>
                </c:pt>
                <c:pt idx="1724">
                  <c:v>5.75</c:v>
                </c:pt>
                <c:pt idx="1725">
                  <c:v>5.75</c:v>
                </c:pt>
                <c:pt idx="1726">
                  <c:v>5.75</c:v>
                </c:pt>
                <c:pt idx="1727">
                  <c:v>5.75</c:v>
                </c:pt>
                <c:pt idx="1728">
                  <c:v>5.75</c:v>
                </c:pt>
                <c:pt idx="1729">
                  <c:v>5.75</c:v>
                </c:pt>
                <c:pt idx="1730">
                  <c:v>5.75</c:v>
                </c:pt>
                <c:pt idx="1731">
                  <c:v>5.75</c:v>
                </c:pt>
                <c:pt idx="1732">
                  <c:v>5.75</c:v>
                </c:pt>
                <c:pt idx="1733">
                  <c:v>5.75</c:v>
                </c:pt>
                <c:pt idx="1734">
                  <c:v>5.75</c:v>
                </c:pt>
                <c:pt idx="1735">
                  <c:v>5.75</c:v>
                </c:pt>
                <c:pt idx="1736">
                  <c:v>5.75</c:v>
                </c:pt>
                <c:pt idx="1737">
                  <c:v>5.75</c:v>
                </c:pt>
                <c:pt idx="1738">
                  <c:v>5.75</c:v>
                </c:pt>
                <c:pt idx="1739">
                  <c:v>5.75</c:v>
                </c:pt>
                <c:pt idx="1740">
                  <c:v>5.75</c:v>
                </c:pt>
                <c:pt idx="1741">
                  <c:v>5.75</c:v>
                </c:pt>
                <c:pt idx="1742">
                  <c:v>5.75</c:v>
                </c:pt>
                <c:pt idx="1743">
                  <c:v>5.75</c:v>
                </c:pt>
                <c:pt idx="1744">
                  <c:v>5.75</c:v>
                </c:pt>
                <c:pt idx="1745">
                  <c:v>5.75</c:v>
                </c:pt>
                <c:pt idx="1746">
                  <c:v>5.75</c:v>
                </c:pt>
                <c:pt idx="1747">
                  <c:v>5.75</c:v>
                </c:pt>
                <c:pt idx="1748">
                  <c:v>5.75</c:v>
                </c:pt>
                <c:pt idx="1749">
                  <c:v>5.75</c:v>
                </c:pt>
                <c:pt idx="1750">
                  <c:v>5.75</c:v>
                </c:pt>
                <c:pt idx="1751">
                  <c:v>5.75</c:v>
                </c:pt>
                <c:pt idx="1752">
                  <c:v>5.75</c:v>
                </c:pt>
                <c:pt idx="1753">
                  <c:v>5.75</c:v>
                </c:pt>
                <c:pt idx="1754">
                  <c:v>5.75</c:v>
                </c:pt>
                <c:pt idx="1755">
                  <c:v>5.75</c:v>
                </c:pt>
                <c:pt idx="1756">
                  <c:v>5.75</c:v>
                </c:pt>
                <c:pt idx="1757">
                  <c:v>5.75</c:v>
                </c:pt>
                <c:pt idx="1758">
                  <c:v>5.75</c:v>
                </c:pt>
                <c:pt idx="1759">
                  <c:v>5.75</c:v>
                </c:pt>
                <c:pt idx="1760">
                  <c:v>5.75</c:v>
                </c:pt>
                <c:pt idx="1761">
                  <c:v>5.75</c:v>
                </c:pt>
                <c:pt idx="1762">
                  <c:v>5.75</c:v>
                </c:pt>
                <c:pt idx="1763">
                  <c:v>5.75</c:v>
                </c:pt>
                <c:pt idx="1764">
                  <c:v>5.75</c:v>
                </c:pt>
                <c:pt idx="1765">
                  <c:v>5.75</c:v>
                </c:pt>
                <c:pt idx="1766">
                  <c:v>5.75</c:v>
                </c:pt>
                <c:pt idx="1767">
                  <c:v>5.75</c:v>
                </c:pt>
                <c:pt idx="1768">
                  <c:v>5.75</c:v>
                </c:pt>
                <c:pt idx="1769">
                  <c:v>5.75</c:v>
                </c:pt>
                <c:pt idx="1770">
                  <c:v>5.75</c:v>
                </c:pt>
                <c:pt idx="1771">
                  <c:v>5.75</c:v>
                </c:pt>
                <c:pt idx="1772">
                  <c:v>5.75</c:v>
                </c:pt>
                <c:pt idx="1773">
                  <c:v>5.75</c:v>
                </c:pt>
                <c:pt idx="1774">
                  <c:v>5.75</c:v>
                </c:pt>
                <c:pt idx="1775">
                  <c:v>5.75</c:v>
                </c:pt>
                <c:pt idx="1776">
                  <c:v>5.75</c:v>
                </c:pt>
                <c:pt idx="1777">
                  <c:v>5.75</c:v>
                </c:pt>
                <c:pt idx="1778">
                  <c:v>5.75</c:v>
                </c:pt>
                <c:pt idx="1779">
                  <c:v>5.75</c:v>
                </c:pt>
                <c:pt idx="1780">
                  <c:v>5.75</c:v>
                </c:pt>
                <c:pt idx="1781">
                  <c:v>5.75</c:v>
                </c:pt>
                <c:pt idx="1782">
                  <c:v>5.75</c:v>
                </c:pt>
                <c:pt idx="1783">
                  <c:v>5.75</c:v>
                </c:pt>
                <c:pt idx="1784">
                  <c:v>5.75</c:v>
                </c:pt>
                <c:pt idx="1785">
                  <c:v>5.75</c:v>
                </c:pt>
                <c:pt idx="1786">
                  <c:v>5.75</c:v>
                </c:pt>
                <c:pt idx="1787">
                  <c:v>5.75</c:v>
                </c:pt>
                <c:pt idx="1788">
                  <c:v>5.75</c:v>
                </c:pt>
                <c:pt idx="1789">
                  <c:v>5.75</c:v>
                </c:pt>
                <c:pt idx="1790">
                  <c:v>5.75</c:v>
                </c:pt>
                <c:pt idx="1791">
                  <c:v>5.75</c:v>
                </c:pt>
                <c:pt idx="1792">
                  <c:v>5.75</c:v>
                </c:pt>
                <c:pt idx="1793">
                  <c:v>5.75</c:v>
                </c:pt>
                <c:pt idx="1794">
                  <c:v>5.75</c:v>
                </c:pt>
                <c:pt idx="1795">
                  <c:v>5.5</c:v>
                </c:pt>
                <c:pt idx="1796">
                  <c:v>5.5</c:v>
                </c:pt>
                <c:pt idx="1797">
                  <c:v>5.5</c:v>
                </c:pt>
                <c:pt idx="1798">
                  <c:v>5.5</c:v>
                </c:pt>
                <c:pt idx="1799">
                  <c:v>5.5</c:v>
                </c:pt>
                <c:pt idx="1800">
                  <c:v>5.5</c:v>
                </c:pt>
                <c:pt idx="1801">
                  <c:v>5.5</c:v>
                </c:pt>
                <c:pt idx="1802">
                  <c:v>5.5</c:v>
                </c:pt>
                <c:pt idx="1803">
                  <c:v>5.5</c:v>
                </c:pt>
                <c:pt idx="1804">
                  <c:v>5.5</c:v>
                </c:pt>
                <c:pt idx="1805">
                  <c:v>5.5</c:v>
                </c:pt>
                <c:pt idx="1806">
                  <c:v>5.5</c:v>
                </c:pt>
                <c:pt idx="1807">
                  <c:v>5.5</c:v>
                </c:pt>
                <c:pt idx="1808">
                  <c:v>5.5</c:v>
                </c:pt>
                <c:pt idx="1809">
                  <c:v>5.5</c:v>
                </c:pt>
                <c:pt idx="1810">
                  <c:v>5.5</c:v>
                </c:pt>
                <c:pt idx="1811">
                  <c:v>5.5</c:v>
                </c:pt>
                <c:pt idx="1812">
                  <c:v>5.5</c:v>
                </c:pt>
                <c:pt idx="1813">
                  <c:v>5.5</c:v>
                </c:pt>
                <c:pt idx="1814">
                  <c:v>5.5</c:v>
                </c:pt>
                <c:pt idx="1815">
                  <c:v>5.5</c:v>
                </c:pt>
                <c:pt idx="1816">
                  <c:v>5.5</c:v>
                </c:pt>
                <c:pt idx="1817">
                  <c:v>5.5</c:v>
                </c:pt>
                <c:pt idx="1818">
                  <c:v>5.5</c:v>
                </c:pt>
                <c:pt idx="1819">
                  <c:v>5.5</c:v>
                </c:pt>
                <c:pt idx="1820">
                  <c:v>5.5</c:v>
                </c:pt>
                <c:pt idx="1821">
                  <c:v>5.5</c:v>
                </c:pt>
                <c:pt idx="1822">
                  <c:v>5.5</c:v>
                </c:pt>
                <c:pt idx="1823">
                  <c:v>5.5</c:v>
                </c:pt>
                <c:pt idx="1824">
                  <c:v>5.5</c:v>
                </c:pt>
                <c:pt idx="1825">
                  <c:v>5.5</c:v>
                </c:pt>
                <c:pt idx="1826">
                  <c:v>5.5</c:v>
                </c:pt>
                <c:pt idx="1827">
                  <c:v>5.5</c:v>
                </c:pt>
                <c:pt idx="1828">
                  <c:v>5.5</c:v>
                </c:pt>
                <c:pt idx="1829">
                  <c:v>5.5</c:v>
                </c:pt>
                <c:pt idx="1830">
                  <c:v>5.5</c:v>
                </c:pt>
                <c:pt idx="1831">
                  <c:v>5.5</c:v>
                </c:pt>
                <c:pt idx="1832">
                  <c:v>5.5</c:v>
                </c:pt>
                <c:pt idx="1833">
                  <c:v>5.5</c:v>
                </c:pt>
                <c:pt idx="1834">
                  <c:v>5.5</c:v>
                </c:pt>
                <c:pt idx="1835">
                  <c:v>5.25</c:v>
                </c:pt>
                <c:pt idx="1836">
                  <c:v>5.25</c:v>
                </c:pt>
                <c:pt idx="1837">
                  <c:v>5.25</c:v>
                </c:pt>
                <c:pt idx="1838">
                  <c:v>5.25</c:v>
                </c:pt>
                <c:pt idx="1839">
                  <c:v>5.25</c:v>
                </c:pt>
                <c:pt idx="1840">
                  <c:v>5.25</c:v>
                </c:pt>
                <c:pt idx="1841">
                  <c:v>5.25</c:v>
                </c:pt>
                <c:pt idx="1842">
                  <c:v>5.25</c:v>
                </c:pt>
                <c:pt idx="1843">
                  <c:v>5.25</c:v>
                </c:pt>
                <c:pt idx="1844">
                  <c:v>5.25</c:v>
                </c:pt>
                <c:pt idx="1845">
                  <c:v>5.25</c:v>
                </c:pt>
                <c:pt idx="1846">
                  <c:v>5.25</c:v>
                </c:pt>
                <c:pt idx="1847">
                  <c:v>5.25</c:v>
                </c:pt>
                <c:pt idx="1848">
                  <c:v>5.25</c:v>
                </c:pt>
                <c:pt idx="1849">
                  <c:v>5.25</c:v>
                </c:pt>
                <c:pt idx="1850">
                  <c:v>5.25</c:v>
                </c:pt>
                <c:pt idx="1851">
                  <c:v>5.25</c:v>
                </c:pt>
                <c:pt idx="1852">
                  <c:v>5.25</c:v>
                </c:pt>
                <c:pt idx="1853">
                  <c:v>5.25</c:v>
                </c:pt>
                <c:pt idx="1854">
                  <c:v>5.25</c:v>
                </c:pt>
                <c:pt idx="1855">
                  <c:v>5.25</c:v>
                </c:pt>
                <c:pt idx="1856">
                  <c:v>5.25</c:v>
                </c:pt>
                <c:pt idx="1857">
                  <c:v>5.25</c:v>
                </c:pt>
                <c:pt idx="1858">
                  <c:v>5.25</c:v>
                </c:pt>
                <c:pt idx="1859">
                  <c:v>5.25</c:v>
                </c:pt>
                <c:pt idx="1860">
                  <c:v>5</c:v>
                </c:pt>
                <c:pt idx="1861">
                  <c:v>5</c:v>
                </c:pt>
                <c:pt idx="1862">
                  <c:v>5</c:v>
                </c:pt>
                <c:pt idx="1863">
                  <c:v>5</c:v>
                </c:pt>
                <c:pt idx="1864">
                  <c:v>5</c:v>
                </c:pt>
                <c:pt idx="1865">
                  <c:v>5</c:v>
                </c:pt>
                <c:pt idx="1866">
                  <c:v>5</c:v>
                </c:pt>
                <c:pt idx="1867">
                  <c:v>5</c:v>
                </c:pt>
                <c:pt idx="1868">
                  <c:v>5</c:v>
                </c:pt>
                <c:pt idx="1869">
                  <c:v>5</c:v>
                </c:pt>
                <c:pt idx="1870">
                  <c:v>5</c:v>
                </c:pt>
                <c:pt idx="1871">
                  <c:v>5</c:v>
                </c:pt>
                <c:pt idx="1872">
                  <c:v>5</c:v>
                </c:pt>
                <c:pt idx="1873">
                  <c:v>5</c:v>
                </c:pt>
                <c:pt idx="1874">
                  <c:v>5</c:v>
                </c:pt>
                <c:pt idx="1875">
                  <c:v>5</c:v>
                </c:pt>
                <c:pt idx="1876">
                  <c:v>5</c:v>
                </c:pt>
                <c:pt idx="1877">
                  <c:v>5</c:v>
                </c:pt>
                <c:pt idx="1878">
                  <c:v>5</c:v>
                </c:pt>
                <c:pt idx="1879">
                  <c:v>5</c:v>
                </c:pt>
                <c:pt idx="1880">
                  <c:v>4.75</c:v>
                </c:pt>
                <c:pt idx="1881">
                  <c:v>4.75</c:v>
                </c:pt>
                <c:pt idx="1882">
                  <c:v>4.75</c:v>
                </c:pt>
                <c:pt idx="1883">
                  <c:v>4.75</c:v>
                </c:pt>
                <c:pt idx="1884">
                  <c:v>4.75</c:v>
                </c:pt>
                <c:pt idx="1885">
                  <c:v>4.75</c:v>
                </c:pt>
                <c:pt idx="1886">
                  <c:v>4.75</c:v>
                </c:pt>
                <c:pt idx="1887">
                  <c:v>4.75</c:v>
                </c:pt>
                <c:pt idx="1888">
                  <c:v>4.75</c:v>
                </c:pt>
                <c:pt idx="1889">
                  <c:v>4.75</c:v>
                </c:pt>
                <c:pt idx="1890">
                  <c:v>4.75</c:v>
                </c:pt>
                <c:pt idx="1891">
                  <c:v>4.75</c:v>
                </c:pt>
                <c:pt idx="1892">
                  <c:v>4.75</c:v>
                </c:pt>
                <c:pt idx="1893">
                  <c:v>4.75</c:v>
                </c:pt>
                <c:pt idx="1894">
                  <c:v>4.75</c:v>
                </c:pt>
                <c:pt idx="1895">
                  <c:v>4.75</c:v>
                </c:pt>
                <c:pt idx="1896">
                  <c:v>4.75</c:v>
                </c:pt>
                <c:pt idx="1897">
                  <c:v>4.75</c:v>
                </c:pt>
                <c:pt idx="1898">
                  <c:v>4.75</c:v>
                </c:pt>
                <c:pt idx="1899">
                  <c:v>4.75</c:v>
                </c:pt>
                <c:pt idx="1900">
                  <c:v>4.75</c:v>
                </c:pt>
                <c:pt idx="1901">
                  <c:v>4.75</c:v>
                </c:pt>
                <c:pt idx="1902">
                  <c:v>4.75</c:v>
                </c:pt>
                <c:pt idx="1903">
                  <c:v>4.75</c:v>
                </c:pt>
                <c:pt idx="1904">
                  <c:v>4.75</c:v>
                </c:pt>
                <c:pt idx="1905">
                  <c:v>4.75</c:v>
                </c:pt>
                <c:pt idx="1906">
                  <c:v>4.75</c:v>
                </c:pt>
                <c:pt idx="1907">
                  <c:v>4.75</c:v>
                </c:pt>
                <c:pt idx="1908">
                  <c:v>4.75</c:v>
                </c:pt>
                <c:pt idx="1909">
                  <c:v>4.75</c:v>
                </c:pt>
                <c:pt idx="1910">
                  <c:v>4.75</c:v>
                </c:pt>
                <c:pt idx="1911">
                  <c:v>4.75</c:v>
                </c:pt>
                <c:pt idx="1912">
                  <c:v>4.75</c:v>
                </c:pt>
                <c:pt idx="1913">
                  <c:v>4.75</c:v>
                </c:pt>
                <c:pt idx="1914">
                  <c:v>4.75</c:v>
                </c:pt>
                <c:pt idx="1915">
                  <c:v>4.75</c:v>
                </c:pt>
                <c:pt idx="1916">
                  <c:v>4.75</c:v>
                </c:pt>
                <c:pt idx="1917">
                  <c:v>4.75</c:v>
                </c:pt>
                <c:pt idx="1918">
                  <c:v>4.75</c:v>
                </c:pt>
                <c:pt idx="1919">
                  <c:v>4.75</c:v>
                </c:pt>
                <c:pt idx="1920">
                  <c:v>4.75</c:v>
                </c:pt>
                <c:pt idx="1921">
                  <c:v>4.75</c:v>
                </c:pt>
                <c:pt idx="1922">
                  <c:v>4.75</c:v>
                </c:pt>
                <c:pt idx="1923">
                  <c:v>4.75</c:v>
                </c:pt>
                <c:pt idx="1924">
                  <c:v>4.75</c:v>
                </c:pt>
                <c:pt idx="1925">
                  <c:v>4.75</c:v>
                </c:pt>
                <c:pt idx="1926">
                  <c:v>4.75</c:v>
                </c:pt>
                <c:pt idx="1927">
                  <c:v>4.75</c:v>
                </c:pt>
                <c:pt idx="1928">
                  <c:v>4.75</c:v>
                </c:pt>
                <c:pt idx="1929">
                  <c:v>4.75</c:v>
                </c:pt>
                <c:pt idx="1930">
                  <c:v>4.75</c:v>
                </c:pt>
                <c:pt idx="1931">
                  <c:v>4.75</c:v>
                </c:pt>
                <c:pt idx="1932">
                  <c:v>4.75</c:v>
                </c:pt>
                <c:pt idx="1933">
                  <c:v>4.75</c:v>
                </c:pt>
                <c:pt idx="1934">
                  <c:v>4.75</c:v>
                </c:pt>
                <c:pt idx="1935">
                  <c:v>4.75</c:v>
                </c:pt>
                <c:pt idx="1936">
                  <c:v>4.75</c:v>
                </c:pt>
                <c:pt idx="1937">
                  <c:v>4.75</c:v>
                </c:pt>
                <c:pt idx="1938">
                  <c:v>4.75</c:v>
                </c:pt>
                <c:pt idx="1939">
                  <c:v>4.75</c:v>
                </c:pt>
                <c:pt idx="1940">
                  <c:v>4.75</c:v>
                </c:pt>
                <c:pt idx="1941">
                  <c:v>4.75</c:v>
                </c:pt>
                <c:pt idx="1942">
                  <c:v>4.75</c:v>
                </c:pt>
                <c:pt idx="1943">
                  <c:v>4.75</c:v>
                </c:pt>
                <c:pt idx="1944">
                  <c:v>4.75</c:v>
                </c:pt>
                <c:pt idx="1945">
                  <c:v>4.75</c:v>
                </c:pt>
                <c:pt idx="1946">
                  <c:v>4.75</c:v>
                </c:pt>
                <c:pt idx="1947">
                  <c:v>4.75</c:v>
                </c:pt>
                <c:pt idx="1948">
                  <c:v>4.75</c:v>
                </c:pt>
                <c:pt idx="1949">
                  <c:v>4.75</c:v>
                </c:pt>
                <c:pt idx="1950">
                  <c:v>4.75</c:v>
                </c:pt>
                <c:pt idx="1951">
                  <c:v>4.75</c:v>
                </c:pt>
                <c:pt idx="1952">
                  <c:v>4.75</c:v>
                </c:pt>
                <c:pt idx="1953">
                  <c:v>4.75</c:v>
                </c:pt>
                <c:pt idx="1954">
                  <c:v>4.75</c:v>
                </c:pt>
                <c:pt idx="1955">
                  <c:v>4.75</c:v>
                </c:pt>
                <c:pt idx="1956">
                  <c:v>4.75</c:v>
                </c:pt>
                <c:pt idx="1957">
                  <c:v>4.75</c:v>
                </c:pt>
                <c:pt idx="1958">
                  <c:v>4.75</c:v>
                </c:pt>
                <c:pt idx="1959">
                  <c:v>4.75</c:v>
                </c:pt>
                <c:pt idx="1960">
                  <c:v>4.75</c:v>
                </c:pt>
                <c:pt idx="1961">
                  <c:v>4.75</c:v>
                </c:pt>
                <c:pt idx="1962">
                  <c:v>4.75</c:v>
                </c:pt>
                <c:pt idx="1963">
                  <c:v>4.75</c:v>
                </c:pt>
                <c:pt idx="1964">
                  <c:v>4.75</c:v>
                </c:pt>
                <c:pt idx="1965">
                  <c:v>4.75</c:v>
                </c:pt>
                <c:pt idx="1966">
                  <c:v>4.75</c:v>
                </c:pt>
                <c:pt idx="1967">
                  <c:v>4.75</c:v>
                </c:pt>
                <c:pt idx="1968">
                  <c:v>4.75</c:v>
                </c:pt>
                <c:pt idx="1969">
                  <c:v>4.75</c:v>
                </c:pt>
                <c:pt idx="1970">
                  <c:v>4.75</c:v>
                </c:pt>
                <c:pt idx="1971">
                  <c:v>4.75</c:v>
                </c:pt>
                <c:pt idx="1972">
                  <c:v>4.75</c:v>
                </c:pt>
                <c:pt idx="1973">
                  <c:v>4.75</c:v>
                </c:pt>
                <c:pt idx="1974">
                  <c:v>4.75</c:v>
                </c:pt>
                <c:pt idx="1975">
                  <c:v>4.75</c:v>
                </c:pt>
                <c:pt idx="1976">
                  <c:v>4.75</c:v>
                </c:pt>
                <c:pt idx="1977">
                  <c:v>4.75</c:v>
                </c:pt>
                <c:pt idx="1978">
                  <c:v>4.75</c:v>
                </c:pt>
                <c:pt idx="1979">
                  <c:v>4.75</c:v>
                </c:pt>
                <c:pt idx="1980">
                  <c:v>4.75</c:v>
                </c:pt>
                <c:pt idx="1981">
                  <c:v>4.75</c:v>
                </c:pt>
                <c:pt idx="1982">
                  <c:v>4.75</c:v>
                </c:pt>
                <c:pt idx="1983">
                  <c:v>4.75</c:v>
                </c:pt>
                <c:pt idx="1984">
                  <c:v>4.75</c:v>
                </c:pt>
                <c:pt idx="1985">
                  <c:v>4.75</c:v>
                </c:pt>
                <c:pt idx="1986">
                  <c:v>4.75</c:v>
                </c:pt>
                <c:pt idx="1987">
                  <c:v>4.75</c:v>
                </c:pt>
                <c:pt idx="1988">
                  <c:v>4.75</c:v>
                </c:pt>
                <c:pt idx="1989">
                  <c:v>4.75</c:v>
                </c:pt>
                <c:pt idx="1990">
                  <c:v>4.75</c:v>
                </c:pt>
                <c:pt idx="1991">
                  <c:v>4.75</c:v>
                </c:pt>
                <c:pt idx="1992">
                  <c:v>4.75</c:v>
                </c:pt>
                <c:pt idx="1993">
                  <c:v>4.75</c:v>
                </c:pt>
                <c:pt idx="1994">
                  <c:v>4.75</c:v>
                </c:pt>
                <c:pt idx="1995">
                  <c:v>4.75</c:v>
                </c:pt>
                <c:pt idx="1996">
                  <c:v>4.75</c:v>
                </c:pt>
                <c:pt idx="1997">
                  <c:v>4.75</c:v>
                </c:pt>
                <c:pt idx="1998">
                  <c:v>4.75</c:v>
                </c:pt>
                <c:pt idx="1999">
                  <c:v>4.75</c:v>
                </c:pt>
                <c:pt idx="2000">
                  <c:v>4.75</c:v>
                </c:pt>
                <c:pt idx="2001">
                  <c:v>4.75</c:v>
                </c:pt>
                <c:pt idx="2002">
                  <c:v>4.75</c:v>
                </c:pt>
                <c:pt idx="2003">
                  <c:v>4.75</c:v>
                </c:pt>
                <c:pt idx="2004">
                  <c:v>4.75</c:v>
                </c:pt>
                <c:pt idx="2005">
                  <c:v>4.75</c:v>
                </c:pt>
                <c:pt idx="2006">
                  <c:v>4.75</c:v>
                </c:pt>
                <c:pt idx="2007">
                  <c:v>4.75</c:v>
                </c:pt>
                <c:pt idx="2008">
                  <c:v>4.75</c:v>
                </c:pt>
                <c:pt idx="2009">
                  <c:v>4.75</c:v>
                </c:pt>
                <c:pt idx="2010">
                  <c:v>4.75</c:v>
                </c:pt>
                <c:pt idx="2011">
                  <c:v>4.75</c:v>
                </c:pt>
                <c:pt idx="2012">
                  <c:v>4.75</c:v>
                </c:pt>
                <c:pt idx="2013">
                  <c:v>4.75</c:v>
                </c:pt>
                <c:pt idx="2014">
                  <c:v>4.75</c:v>
                </c:pt>
                <c:pt idx="2015">
                  <c:v>4.75</c:v>
                </c:pt>
                <c:pt idx="2016">
                  <c:v>4.75</c:v>
                </c:pt>
                <c:pt idx="2017">
                  <c:v>4.75</c:v>
                </c:pt>
                <c:pt idx="2018">
                  <c:v>4.75</c:v>
                </c:pt>
                <c:pt idx="2019">
                  <c:v>4.75</c:v>
                </c:pt>
                <c:pt idx="2020">
                  <c:v>4.75</c:v>
                </c:pt>
                <c:pt idx="2021">
                  <c:v>4.75</c:v>
                </c:pt>
                <c:pt idx="2022">
                  <c:v>4.75</c:v>
                </c:pt>
                <c:pt idx="2023">
                  <c:v>4.75</c:v>
                </c:pt>
                <c:pt idx="2024">
                  <c:v>4.75</c:v>
                </c:pt>
                <c:pt idx="2025">
                  <c:v>4.75</c:v>
                </c:pt>
                <c:pt idx="2026">
                  <c:v>4.75</c:v>
                </c:pt>
                <c:pt idx="2027">
                  <c:v>4.75</c:v>
                </c:pt>
                <c:pt idx="2028">
                  <c:v>4.75</c:v>
                </c:pt>
                <c:pt idx="2029">
                  <c:v>4.75</c:v>
                </c:pt>
                <c:pt idx="2030">
                  <c:v>4.75</c:v>
                </c:pt>
                <c:pt idx="2031">
                  <c:v>4.75</c:v>
                </c:pt>
                <c:pt idx="2032">
                  <c:v>4.75</c:v>
                </c:pt>
                <c:pt idx="2033">
                  <c:v>4.75</c:v>
                </c:pt>
                <c:pt idx="2034">
                  <c:v>4.75</c:v>
                </c:pt>
                <c:pt idx="2035">
                  <c:v>4.75</c:v>
                </c:pt>
                <c:pt idx="2036">
                  <c:v>4.75</c:v>
                </c:pt>
                <c:pt idx="2037">
                  <c:v>4.75</c:v>
                </c:pt>
                <c:pt idx="2038">
                  <c:v>4.75</c:v>
                </c:pt>
                <c:pt idx="2039">
                  <c:v>4.75</c:v>
                </c:pt>
                <c:pt idx="2040">
                  <c:v>4.75</c:v>
                </c:pt>
                <c:pt idx="2041">
                  <c:v>4.75</c:v>
                </c:pt>
                <c:pt idx="2042">
                  <c:v>4.75</c:v>
                </c:pt>
                <c:pt idx="2043">
                  <c:v>4.75</c:v>
                </c:pt>
                <c:pt idx="2044">
                  <c:v>4.75</c:v>
                </c:pt>
                <c:pt idx="2045">
                  <c:v>4.75</c:v>
                </c:pt>
                <c:pt idx="2046">
                  <c:v>4.75</c:v>
                </c:pt>
                <c:pt idx="2047">
                  <c:v>4.75</c:v>
                </c:pt>
                <c:pt idx="2048">
                  <c:v>4.75</c:v>
                </c:pt>
                <c:pt idx="2049">
                  <c:v>4.75</c:v>
                </c:pt>
                <c:pt idx="2050">
                  <c:v>4.75</c:v>
                </c:pt>
                <c:pt idx="2051">
                  <c:v>4.75</c:v>
                </c:pt>
                <c:pt idx="2052">
                  <c:v>4.75</c:v>
                </c:pt>
                <c:pt idx="2053">
                  <c:v>4.75</c:v>
                </c:pt>
                <c:pt idx="2054">
                  <c:v>4.75</c:v>
                </c:pt>
                <c:pt idx="2055">
                  <c:v>5.25</c:v>
                </c:pt>
                <c:pt idx="2056">
                  <c:v>5.25</c:v>
                </c:pt>
                <c:pt idx="2057">
                  <c:v>5.25</c:v>
                </c:pt>
                <c:pt idx="2058">
                  <c:v>5.25</c:v>
                </c:pt>
                <c:pt idx="2059">
                  <c:v>5.25</c:v>
                </c:pt>
                <c:pt idx="2060">
                  <c:v>5.25</c:v>
                </c:pt>
                <c:pt idx="2061">
                  <c:v>5.25</c:v>
                </c:pt>
                <c:pt idx="2062">
                  <c:v>5.25</c:v>
                </c:pt>
                <c:pt idx="2063">
                  <c:v>5.25</c:v>
                </c:pt>
                <c:pt idx="2064">
                  <c:v>5.25</c:v>
                </c:pt>
                <c:pt idx="2065">
                  <c:v>5.25</c:v>
                </c:pt>
                <c:pt idx="2066">
                  <c:v>5.25</c:v>
                </c:pt>
                <c:pt idx="2067">
                  <c:v>5.25</c:v>
                </c:pt>
                <c:pt idx="2068">
                  <c:v>5.25</c:v>
                </c:pt>
                <c:pt idx="2069">
                  <c:v>5.5</c:v>
                </c:pt>
                <c:pt idx="2070">
                  <c:v>5.5</c:v>
                </c:pt>
                <c:pt idx="2071">
                  <c:v>5.5</c:v>
                </c:pt>
                <c:pt idx="2072">
                  <c:v>5.5</c:v>
                </c:pt>
                <c:pt idx="2073">
                  <c:v>5.5</c:v>
                </c:pt>
                <c:pt idx="2074">
                  <c:v>5.5</c:v>
                </c:pt>
                <c:pt idx="2075">
                  <c:v>5.5</c:v>
                </c:pt>
                <c:pt idx="2076">
                  <c:v>5.75</c:v>
                </c:pt>
                <c:pt idx="2077">
                  <c:v>5.75</c:v>
                </c:pt>
                <c:pt idx="2078">
                  <c:v>5.75</c:v>
                </c:pt>
                <c:pt idx="2079">
                  <c:v>5.75</c:v>
                </c:pt>
                <c:pt idx="2080">
                  <c:v>5.75</c:v>
                </c:pt>
                <c:pt idx="2081">
                  <c:v>5.75</c:v>
                </c:pt>
                <c:pt idx="2082">
                  <c:v>5.75</c:v>
                </c:pt>
                <c:pt idx="2083">
                  <c:v>5.75</c:v>
                </c:pt>
                <c:pt idx="2084">
                  <c:v>5.75</c:v>
                </c:pt>
                <c:pt idx="2085">
                  <c:v>5.75</c:v>
                </c:pt>
                <c:pt idx="2086">
                  <c:v>5.75</c:v>
                </c:pt>
                <c:pt idx="2087">
                  <c:v>5.75</c:v>
                </c:pt>
                <c:pt idx="2088">
                  <c:v>5.75</c:v>
                </c:pt>
                <c:pt idx="2089">
                  <c:v>5.75</c:v>
                </c:pt>
                <c:pt idx="2090">
                  <c:v>5.75</c:v>
                </c:pt>
                <c:pt idx="2091">
                  <c:v>5.75</c:v>
                </c:pt>
                <c:pt idx="2092">
                  <c:v>5.75</c:v>
                </c:pt>
                <c:pt idx="2093">
                  <c:v>5.75</c:v>
                </c:pt>
                <c:pt idx="2094">
                  <c:v>5.75</c:v>
                </c:pt>
                <c:pt idx="2095">
                  <c:v>5.75</c:v>
                </c:pt>
                <c:pt idx="2096">
                  <c:v>5.75</c:v>
                </c:pt>
                <c:pt idx="2097">
                  <c:v>5.75</c:v>
                </c:pt>
                <c:pt idx="2098">
                  <c:v>5.75</c:v>
                </c:pt>
                <c:pt idx="2099">
                  <c:v>5.75</c:v>
                </c:pt>
                <c:pt idx="2100">
                  <c:v>5.75</c:v>
                </c:pt>
                <c:pt idx="2101">
                  <c:v>5.75</c:v>
                </c:pt>
                <c:pt idx="2102">
                  <c:v>5.75</c:v>
                </c:pt>
                <c:pt idx="2103">
                  <c:v>5.75</c:v>
                </c:pt>
                <c:pt idx="2104">
                  <c:v>5.75</c:v>
                </c:pt>
                <c:pt idx="2105">
                  <c:v>5.75</c:v>
                </c:pt>
                <c:pt idx="2106">
                  <c:v>5.75</c:v>
                </c:pt>
                <c:pt idx="2107">
                  <c:v>5.75</c:v>
                </c:pt>
                <c:pt idx="2108">
                  <c:v>5.75</c:v>
                </c:pt>
                <c:pt idx="2109">
                  <c:v>5.75</c:v>
                </c:pt>
                <c:pt idx="2110">
                  <c:v>5.75</c:v>
                </c:pt>
                <c:pt idx="2111">
                  <c:v>5.75</c:v>
                </c:pt>
                <c:pt idx="2112">
                  <c:v>5.75</c:v>
                </c:pt>
                <c:pt idx="2113">
                  <c:v>5.75</c:v>
                </c:pt>
                <c:pt idx="2114">
                  <c:v>5.75</c:v>
                </c:pt>
                <c:pt idx="2115">
                  <c:v>5.75</c:v>
                </c:pt>
                <c:pt idx="2116">
                  <c:v>5.75</c:v>
                </c:pt>
                <c:pt idx="2117">
                  <c:v>5.75</c:v>
                </c:pt>
                <c:pt idx="2118">
                  <c:v>5.75</c:v>
                </c:pt>
                <c:pt idx="2119">
                  <c:v>5.75</c:v>
                </c:pt>
                <c:pt idx="2120">
                  <c:v>5.75</c:v>
                </c:pt>
                <c:pt idx="2121">
                  <c:v>5.75</c:v>
                </c:pt>
                <c:pt idx="2122">
                  <c:v>5.75</c:v>
                </c:pt>
                <c:pt idx="2123">
                  <c:v>5.75</c:v>
                </c:pt>
                <c:pt idx="2124">
                  <c:v>5.75</c:v>
                </c:pt>
                <c:pt idx="2125">
                  <c:v>5.75</c:v>
                </c:pt>
                <c:pt idx="2126">
                  <c:v>5.75</c:v>
                </c:pt>
                <c:pt idx="2127">
                  <c:v>5.75</c:v>
                </c:pt>
                <c:pt idx="2128">
                  <c:v>5.75</c:v>
                </c:pt>
                <c:pt idx="2129">
                  <c:v>5.75</c:v>
                </c:pt>
                <c:pt idx="2130">
                  <c:v>5.75</c:v>
                </c:pt>
                <c:pt idx="2131">
                  <c:v>5.75</c:v>
                </c:pt>
                <c:pt idx="2132">
                  <c:v>5.75</c:v>
                </c:pt>
                <c:pt idx="2133">
                  <c:v>5.75</c:v>
                </c:pt>
                <c:pt idx="2134">
                  <c:v>5.75</c:v>
                </c:pt>
                <c:pt idx="2135">
                  <c:v>5.75</c:v>
                </c:pt>
                <c:pt idx="2136">
                  <c:v>5.75</c:v>
                </c:pt>
                <c:pt idx="2137">
                  <c:v>5.75</c:v>
                </c:pt>
                <c:pt idx="2138">
                  <c:v>5.75</c:v>
                </c:pt>
                <c:pt idx="2139">
                  <c:v>5.75</c:v>
                </c:pt>
                <c:pt idx="2140">
                  <c:v>5.75</c:v>
                </c:pt>
                <c:pt idx="2141">
                  <c:v>5.75</c:v>
                </c:pt>
                <c:pt idx="2142">
                  <c:v>5.75</c:v>
                </c:pt>
                <c:pt idx="2143">
                  <c:v>5.75</c:v>
                </c:pt>
                <c:pt idx="2144">
                  <c:v>5.75</c:v>
                </c:pt>
                <c:pt idx="2145">
                  <c:v>5.75</c:v>
                </c:pt>
                <c:pt idx="2146">
                  <c:v>5.75</c:v>
                </c:pt>
                <c:pt idx="2147">
                  <c:v>5.75</c:v>
                </c:pt>
                <c:pt idx="2148">
                  <c:v>5.75</c:v>
                </c:pt>
                <c:pt idx="2149">
                  <c:v>5.75</c:v>
                </c:pt>
                <c:pt idx="2150">
                  <c:v>5.75</c:v>
                </c:pt>
                <c:pt idx="2151">
                  <c:v>5.75</c:v>
                </c:pt>
                <c:pt idx="2152">
                  <c:v>5.75</c:v>
                </c:pt>
                <c:pt idx="2153">
                  <c:v>5.75</c:v>
                </c:pt>
                <c:pt idx="2154">
                  <c:v>5.75</c:v>
                </c:pt>
                <c:pt idx="2155">
                  <c:v>5.75</c:v>
                </c:pt>
                <c:pt idx="2156">
                  <c:v>5.75</c:v>
                </c:pt>
                <c:pt idx="2157">
                  <c:v>5.75</c:v>
                </c:pt>
                <c:pt idx="2158">
                  <c:v>5.75</c:v>
                </c:pt>
                <c:pt idx="2159">
                  <c:v>5.75</c:v>
                </c:pt>
                <c:pt idx="2160">
                  <c:v>5.75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01-44F8-9B43-0940E65ED0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IndONIA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2076"/>
              <c:layout>
                <c:manualLayout>
                  <c:x val="-6.852118073324677E-3"/>
                  <c:y val="-7.4747785081872409E-2"/>
                </c:manualLayout>
              </c:layout>
              <c:tx>
                <c:rich>
                  <a:bodyPr/>
                  <a:lstStyle/>
                  <a:p>
                    <a:fld id="{160F7359-D64C-464C-AC00-C6D668C53BE9}" type="SERIESNAME">
                      <a:rPr lang="en-US" dirty="0"/>
                      <a:pPr/>
                      <a:t>[SERIES NAME]</a:t>
                    </a:fld>
                    <a:r>
                      <a:rPr lang="en-US" baseline="0"/>
                      <a:t>; 22-Sep-26; 5,90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0F01-44F8-9B43-0940E65ED090}"/>
                </c:ext>
              </c:extLst>
            </c:dLbl>
            <c:dLbl>
              <c:idx val="2084"/>
              <c:layout>
                <c:manualLayout>
                  <c:x val="2.7210372344275952E-2"/>
                  <c:y val="-1.2457964180312107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200" b="1" i="0" u="none" strike="noStrike" kern="1200" baseline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defRPr>
                    </a:pPr>
                    <a:r>
                      <a:rPr lang="en-US" b="1">
                        <a:solidFill>
                          <a:schemeClr val="bg1"/>
                        </a:solidFill>
                      </a:rPr>
                      <a:t>5,90</a:t>
                    </a:r>
                  </a:p>
                </c:rich>
              </c:tx>
              <c:spPr>
                <a:solidFill>
                  <a:srgbClr val="C0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F01-44F8-9B43-0940E65ED0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Sheet1!$A$2:$A$2162</c:f>
              <c:numCache>
                <c:formatCode>d\-mmm\-yy</c:formatCode>
                <c:ptCount val="2161"/>
                <c:pt idx="0">
                  <c:v>43102</c:v>
                </c:pt>
                <c:pt idx="1">
                  <c:v>43103</c:v>
                </c:pt>
                <c:pt idx="2">
                  <c:v>43104</c:v>
                </c:pt>
                <c:pt idx="3">
                  <c:v>43105</c:v>
                </c:pt>
                <c:pt idx="4">
                  <c:v>43108</c:v>
                </c:pt>
                <c:pt idx="5">
                  <c:v>43109</c:v>
                </c:pt>
                <c:pt idx="6">
                  <c:v>43110</c:v>
                </c:pt>
                <c:pt idx="7">
                  <c:v>43111</c:v>
                </c:pt>
                <c:pt idx="8">
                  <c:v>43112</c:v>
                </c:pt>
                <c:pt idx="9">
                  <c:v>43115</c:v>
                </c:pt>
                <c:pt idx="10">
                  <c:v>43116</c:v>
                </c:pt>
                <c:pt idx="11">
                  <c:v>43117</c:v>
                </c:pt>
                <c:pt idx="12">
                  <c:v>43118</c:v>
                </c:pt>
                <c:pt idx="13">
                  <c:v>43119</c:v>
                </c:pt>
                <c:pt idx="14">
                  <c:v>43122</c:v>
                </c:pt>
                <c:pt idx="15">
                  <c:v>43123</c:v>
                </c:pt>
                <c:pt idx="16">
                  <c:v>43124</c:v>
                </c:pt>
                <c:pt idx="17">
                  <c:v>43125</c:v>
                </c:pt>
                <c:pt idx="18">
                  <c:v>43126</c:v>
                </c:pt>
                <c:pt idx="19">
                  <c:v>43129</c:v>
                </c:pt>
                <c:pt idx="20">
                  <c:v>43130</c:v>
                </c:pt>
                <c:pt idx="21">
                  <c:v>43131</c:v>
                </c:pt>
                <c:pt idx="22">
                  <c:v>43132</c:v>
                </c:pt>
                <c:pt idx="23">
                  <c:v>43133</c:v>
                </c:pt>
                <c:pt idx="24">
                  <c:v>43136</c:v>
                </c:pt>
                <c:pt idx="25">
                  <c:v>43137</c:v>
                </c:pt>
                <c:pt idx="26">
                  <c:v>43138</c:v>
                </c:pt>
                <c:pt idx="27">
                  <c:v>43139</c:v>
                </c:pt>
                <c:pt idx="28">
                  <c:v>43140</c:v>
                </c:pt>
                <c:pt idx="29">
                  <c:v>43143</c:v>
                </c:pt>
                <c:pt idx="30">
                  <c:v>43144</c:v>
                </c:pt>
                <c:pt idx="31">
                  <c:v>43145</c:v>
                </c:pt>
                <c:pt idx="32">
                  <c:v>43146</c:v>
                </c:pt>
                <c:pt idx="33">
                  <c:v>43150</c:v>
                </c:pt>
                <c:pt idx="34">
                  <c:v>43151</c:v>
                </c:pt>
                <c:pt idx="35">
                  <c:v>43152</c:v>
                </c:pt>
                <c:pt idx="36">
                  <c:v>43153</c:v>
                </c:pt>
                <c:pt idx="37">
                  <c:v>43154</c:v>
                </c:pt>
                <c:pt idx="38">
                  <c:v>43157</c:v>
                </c:pt>
                <c:pt idx="39">
                  <c:v>43158</c:v>
                </c:pt>
                <c:pt idx="40">
                  <c:v>43159</c:v>
                </c:pt>
                <c:pt idx="41">
                  <c:v>43160</c:v>
                </c:pt>
                <c:pt idx="42">
                  <c:v>43161</c:v>
                </c:pt>
                <c:pt idx="43">
                  <c:v>43164</c:v>
                </c:pt>
                <c:pt idx="44">
                  <c:v>43165</c:v>
                </c:pt>
                <c:pt idx="45">
                  <c:v>43166</c:v>
                </c:pt>
                <c:pt idx="46">
                  <c:v>43167</c:v>
                </c:pt>
                <c:pt idx="47">
                  <c:v>43168</c:v>
                </c:pt>
                <c:pt idx="48">
                  <c:v>43171</c:v>
                </c:pt>
                <c:pt idx="49">
                  <c:v>43172</c:v>
                </c:pt>
                <c:pt idx="50">
                  <c:v>43173</c:v>
                </c:pt>
                <c:pt idx="51">
                  <c:v>43174</c:v>
                </c:pt>
                <c:pt idx="52">
                  <c:v>43175</c:v>
                </c:pt>
                <c:pt idx="53">
                  <c:v>43178</c:v>
                </c:pt>
                <c:pt idx="54">
                  <c:v>43179</c:v>
                </c:pt>
                <c:pt idx="55">
                  <c:v>43180</c:v>
                </c:pt>
                <c:pt idx="56">
                  <c:v>43181</c:v>
                </c:pt>
                <c:pt idx="57">
                  <c:v>43182</c:v>
                </c:pt>
                <c:pt idx="58">
                  <c:v>43185</c:v>
                </c:pt>
                <c:pt idx="59">
                  <c:v>43186</c:v>
                </c:pt>
                <c:pt idx="60">
                  <c:v>43187</c:v>
                </c:pt>
                <c:pt idx="61">
                  <c:v>43188</c:v>
                </c:pt>
                <c:pt idx="62">
                  <c:v>43192</c:v>
                </c:pt>
                <c:pt idx="63">
                  <c:v>43193</c:v>
                </c:pt>
                <c:pt idx="64">
                  <c:v>43194</c:v>
                </c:pt>
                <c:pt idx="65">
                  <c:v>43195</c:v>
                </c:pt>
                <c:pt idx="66">
                  <c:v>43196</c:v>
                </c:pt>
                <c:pt idx="67">
                  <c:v>43199</c:v>
                </c:pt>
                <c:pt idx="68">
                  <c:v>43200</c:v>
                </c:pt>
                <c:pt idx="69">
                  <c:v>43201</c:v>
                </c:pt>
                <c:pt idx="70">
                  <c:v>43202</c:v>
                </c:pt>
                <c:pt idx="71">
                  <c:v>43203</c:v>
                </c:pt>
                <c:pt idx="72">
                  <c:v>43206</c:v>
                </c:pt>
                <c:pt idx="73">
                  <c:v>43207</c:v>
                </c:pt>
                <c:pt idx="74">
                  <c:v>43208</c:v>
                </c:pt>
                <c:pt idx="75">
                  <c:v>43209</c:v>
                </c:pt>
                <c:pt idx="76">
                  <c:v>43210</c:v>
                </c:pt>
                <c:pt idx="77">
                  <c:v>43213</c:v>
                </c:pt>
                <c:pt idx="78">
                  <c:v>43214</c:v>
                </c:pt>
                <c:pt idx="79">
                  <c:v>43215</c:v>
                </c:pt>
                <c:pt idx="80">
                  <c:v>43216</c:v>
                </c:pt>
                <c:pt idx="81">
                  <c:v>43217</c:v>
                </c:pt>
                <c:pt idx="82">
                  <c:v>43220</c:v>
                </c:pt>
                <c:pt idx="83">
                  <c:v>43222</c:v>
                </c:pt>
                <c:pt idx="84">
                  <c:v>43223</c:v>
                </c:pt>
                <c:pt idx="85">
                  <c:v>43224</c:v>
                </c:pt>
                <c:pt idx="86">
                  <c:v>43227</c:v>
                </c:pt>
                <c:pt idx="87">
                  <c:v>43228</c:v>
                </c:pt>
                <c:pt idx="88">
                  <c:v>43229</c:v>
                </c:pt>
                <c:pt idx="89">
                  <c:v>43231</c:v>
                </c:pt>
                <c:pt idx="90">
                  <c:v>43234</c:v>
                </c:pt>
                <c:pt idx="91">
                  <c:v>43235</c:v>
                </c:pt>
                <c:pt idx="92">
                  <c:v>43236</c:v>
                </c:pt>
                <c:pt idx="93">
                  <c:v>43237</c:v>
                </c:pt>
                <c:pt idx="94">
                  <c:v>43238</c:v>
                </c:pt>
                <c:pt idx="95">
                  <c:v>43241</c:v>
                </c:pt>
                <c:pt idx="96">
                  <c:v>43242</c:v>
                </c:pt>
                <c:pt idx="97">
                  <c:v>43243</c:v>
                </c:pt>
                <c:pt idx="98">
                  <c:v>43244</c:v>
                </c:pt>
                <c:pt idx="99">
                  <c:v>43245</c:v>
                </c:pt>
                <c:pt idx="100">
                  <c:v>43248</c:v>
                </c:pt>
                <c:pt idx="101">
                  <c:v>43250</c:v>
                </c:pt>
                <c:pt idx="102">
                  <c:v>43251</c:v>
                </c:pt>
                <c:pt idx="103">
                  <c:v>43255</c:v>
                </c:pt>
                <c:pt idx="104">
                  <c:v>43256</c:v>
                </c:pt>
                <c:pt idx="105">
                  <c:v>43257</c:v>
                </c:pt>
                <c:pt idx="106">
                  <c:v>43258</c:v>
                </c:pt>
                <c:pt idx="107">
                  <c:v>43259</c:v>
                </c:pt>
                <c:pt idx="108">
                  <c:v>43272</c:v>
                </c:pt>
                <c:pt idx="109">
                  <c:v>43273</c:v>
                </c:pt>
                <c:pt idx="110">
                  <c:v>43276</c:v>
                </c:pt>
                <c:pt idx="111">
                  <c:v>43277</c:v>
                </c:pt>
                <c:pt idx="112">
                  <c:v>43279</c:v>
                </c:pt>
                <c:pt idx="113">
                  <c:v>43280</c:v>
                </c:pt>
                <c:pt idx="114">
                  <c:v>43283</c:v>
                </c:pt>
                <c:pt idx="115">
                  <c:v>43284</c:v>
                </c:pt>
                <c:pt idx="116">
                  <c:v>43285</c:v>
                </c:pt>
                <c:pt idx="117">
                  <c:v>43286</c:v>
                </c:pt>
                <c:pt idx="118">
                  <c:v>43287</c:v>
                </c:pt>
                <c:pt idx="119">
                  <c:v>43290</c:v>
                </c:pt>
                <c:pt idx="120">
                  <c:v>43291</c:v>
                </c:pt>
                <c:pt idx="121">
                  <c:v>43292</c:v>
                </c:pt>
                <c:pt idx="122">
                  <c:v>43293</c:v>
                </c:pt>
                <c:pt idx="123">
                  <c:v>43294</c:v>
                </c:pt>
                <c:pt idx="124">
                  <c:v>43297</c:v>
                </c:pt>
                <c:pt idx="125">
                  <c:v>43298</c:v>
                </c:pt>
                <c:pt idx="126">
                  <c:v>43299</c:v>
                </c:pt>
                <c:pt idx="127">
                  <c:v>43300</c:v>
                </c:pt>
                <c:pt idx="128">
                  <c:v>43301</c:v>
                </c:pt>
                <c:pt idx="129">
                  <c:v>43304</c:v>
                </c:pt>
                <c:pt idx="130">
                  <c:v>43305</c:v>
                </c:pt>
                <c:pt idx="131">
                  <c:v>43306</c:v>
                </c:pt>
                <c:pt idx="132">
                  <c:v>43307</c:v>
                </c:pt>
                <c:pt idx="133">
                  <c:v>43308</c:v>
                </c:pt>
                <c:pt idx="134">
                  <c:v>43311</c:v>
                </c:pt>
                <c:pt idx="135">
                  <c:v>43312</c:v>
                </c:pt>
                <c:pt idx="136">
                  <c:v>43313</c:v>
                </c:pt>
                <c:pt idx="137">
                  <c:v>43314</c:v>
                </c:pt>
                <c:pt idx="138">
                  <c:v>43315</c:v>
                </c:pt>
                <c:pt idx="139">
                  <c:v>43318</c:v>
                </c:pt>
                <c:pt idx="140">
                  <c:v>43319</c:v>
                </c:pt>
                <c:pt idx="141">
                  <c:v>43320</c:v>
                </c:pt>
                <c:pt idx="142">
                  <c:v>43321</c:v>
                </c:pt>
                <c:pt idx="143">
                  <c:v>43322</c:v>
                </c:pt>
                <c:pt idx="144">
                  <c:v>43325</c:v>
                </c:pt>
                <c:pt idx="145">
                  <c:v>43326</c:v>
                </c:pt>
                <c:pt idx="146">
                  <c:v>43327</c:v>
                </c:pt>
                <c:pt idx="147">
                  <c:v>43328</c:v>
                </c:pt>
                <c:pt idx="148">
                  <c:v>43332</c:v>
                </c:pt>
                <c:pt idx="149">
                  <c:v>43333</c:v>
                </c:pt>
                <c:pt idx="150">
                  <c:v>43335</c:v>
                </c:pt>
                <c:pt idx="151">
                  <c:v>43336</c:v>
                </c:pt>
                <c:pt idx="152">
                  <c:v>43339</c:v>
                </c:pt>
                <c:pt idx="153">
                  <c:v>43340</c:v>
                </c:pt>
                <c:pt idx="154">
                  <c:v>43341</c:v>
                </c:pt>
                <c:pt idx="155">
                  <c:v>43342</c:v>
                </c:pt>
                <c:pt idx="156">
                  <c:v>43343</c:v>
                </c:pt>
                <c:pt idx="157">
                  <c:v>43346</c:v>
                </c:pt>
                <c:pt idx="158">
                  <c:v>43347</c:v>
                </c:pt>
                <c:pt idx="159">
                  <c:v>43348</c:v>
                </c:pt>
                <c:pt idx="160">
                  <c:v>43349</c:v>
                </c:pt>
                <c:pt idx="161">
                  <c:v>43350</c:v>
                </c:pt>
                <c:pt idx="162">
                  <c:v>43353</c:v>
                </c:pt>
                <c:pt idx="163">
                  <c:v>43355</c:v>
                </c:pt>
                <c:pt idx="164">
                  <c:v>43356</c:v>
                </c:pt>
                <c:pt idx="165">
                  <c:v>43357</c:v>
                </c:pt>
                <c:pt idx="166">
                  <c:v>43360</c:v>
                </c:pt>
                <c:pt idx="167">
                  <c:v>43361</c:v>
                </c:pt>
                <c:pt idx="168">
                  <c:v>43362</c:v>
                </c:pt>
                <c:pt idx="169">
                  <c:v>43363</c:v>
                </c:pt>
                <c:pt idx="170">
                  <c:v>43364</c:v>
                </c:pt>
                <c:pt idx="171">
                  <c:v>43367</c:v>
                </c:pt>
                <c:pt idx="172">
                  <c:v>43368</c:v>
                </c:pt>
                <c:pt idx="173">
                  <c:v>43369</c:v>
                </c:pt>
                <c:pt idx="174">
                  <c:v>43370</c:v>
                </c:pt>
                <c:pt idx="175">
                  <c:v>43371</c:v>
                </c:pt>
                <c:pt idx="176">
                  <c:v>43374</c:v>
                </c:pt>
                <c:pt idx="177">
                  <c:v>43375</c:v>
                </c:pt>
                <c:pt idx="178">
                  <c:v>43376</c:v>
                </c:pt>
                <c:pt idx="179">
                  <c:v>43377</c:v>
                </c:pt>
                <c:pt idx="180">
                  <c:v>43378</c:v>
                </c:pt>
                <c:pt idx="181">
                  <c:v>43381</c:v>
                </c:pt>
                <c:pt idx="182">
                  <c:v>43382</c:v>
                </c:pt>
                <c:pt idx="183">
                  <c:v>43383</c:v>
                </c:pt>
                <c:pt idx="184">
                  <c:v>43384</c:v>
                </c:pt>
                <c:pt idx="185">
                  <c:v>43385</c:v>
                </c:pt>
                <c:pt idx="186">
                  <c:v>43388</c:v>
                </c:pt>
                <c:pt idx="187">
                  <c:v>43389</c:v>
                </c:pt>
                <c:pt idx="188">
                  <c:v>43390</c:v>
                </c:pt>
                <c:pt idx="189">
                  <c:v>43391</c:v>
                </c:pt>
                <c:pt idx="190">
                  <c:v>43392</c:v>
                </c:pt>
                <c:pt idx="191">
                  <c:v>43395</c:v>
                </c:pt>
                <c:pt idx="192">
                  <c:v>43396</c:v>
                </c:pt>
                <c:pt idx="193">
                  <c:v>43397</c:v>
                </c:pt>
                <c:pt idx="194">
                  <c:v>43398</c:v>
                </c:pt>
                <c:pt idx="195">
                  <c:v>43399</c:v>
                </c:pt>
                <c:pt idx="196">
                  <c:v>43402</c:v>
                </c:pt>
                <c:pt idx="197">
                  <c:v>43403</c:v>
                </c:pt>
                <c:pt idx="198">
                  <c:v>43404</c:v>
                </c:pt>
                <c:pt idx="199">
                  <c:v>43405</c:v>
                </c:pt>
                <c:pt idx="200">
                  <c:v>43406</c:v>
                </c:pt>
                <c:pt idx="201">
                  <c:v>43409</c:v>
                </c:pt>
                <c:pt idx="202">
                  <c:v>43410</c:v>
                </c:pt>
                <c:pt idx="203">
                  <c:v>43411</c:v>
                </c:pt>
                <c:pt idx="204">
                  <c:v>43412</c:v>
                </c:pt>
                <c:pt idx="205">
                  <c:v>43413</c:v>
                </c:pt>
                <c:pt idx="206">
                  <c:v>43416</c:v>
                </c:pt>
                <c:pt idx="207">
                  <c:v>43417</c:v>
                </c:pt>
                <c:pt idx="208">
                  <c:v>43418</c:v>
                </c:pt>
                <c:pt idx="209">
                  <c:v>43419</c:v>
                </c:pt>
                <c:pt idx="210">
                  <c:v>43420</c:v>
                </c:pt>
                <c:pt idx="211">
                  <c:v>43423</c:v>
                </c:pt>
                <c:pt idx="212">
                  <c:v>43425</c:v>
                </c:pt>
                <c:pt idx="213">
                  <c:v>43426</c:v>
                </c:pt>
                <c:pt idx="214">
                  <c:v>43427</c:v>
                </c:pt>
                <c:pt idx="215">
                  <c:v>43430</c:v>
                </c:pt>
                <c:pt idx="216">
                  <c:v>43431</c:v>
                </c:pt>
                <c:pt idx="217">
                  <c:v>43432</c:v>
                </c:pt>
                <c:pt idx="218">
                  <c:v>43433</c:v>
                </c:pt>
                <c:pt idx="219">
                  <c:v>43434</c:v>
                </c:pt>
                <c:pt idx="220">
                  <c:v>43437</c:v>
                </c:pt>
                <c:pt idx="221">
                  <c:v>43438</c:v>
                </c:pt>
                <c:pt idx="222">
                  <c:v>43439</c:v>
                </c:pt>
                <c:pt idx="223">
                  <c:v>43440</c:v>
                </c:pt>
                <c:pt idx="224">
                  <c:v>43441</c:v>
                </c:pt>
                <c:pt idx="225">
                  <c:v>43444</c:v>
                </c:pt>
                <c:pt idx="226">
                  <c:v>43445</c:v>
                </c:pt>
                <c:pt idx="227">
                  <c:v>43446</c:v>
                </c:pt>
                <c:pt idx="228">
                  <c:v>43447</c:v>
                </c:pt>
                <c:pt idx="229">
                  <c:v>43448</c:v>
                </c:pt>
                <c:pt idx="230">
                  <c:v>43451</c:v>
                </c:pt>
                <c:pt idx="231">
                  <c:v>43452</c:v>
                </c:pt>
                <c:pt idx="232">
                  <c:v>43453</c:v>
                </c:pt>
                <c:pt idx="233">
                  <c:v>43454</c:v>
                </c:pt>
                <c:pt idx="234">
                  <c:v>43455</c:v>
                </c:pt>
                <c:pt idx="235">
                  <c:v>43460</c:v>
                </c:pt>
                <c:pt idx="236">
                  <c:v>43461</c:v>
                </c:pt>
                <c:pt idx="237">
                  <c:v>43462</c:v>
                </c:pt>
                <c:pt idx="238">
                  <c:v>43465</c:v>
                </c:pt>
                <c:pt idx="239">
                  <c:v>43467</c:v>
                </c:pt>
                <c:pt idx="240">
                  <c:v>43468</c:v>
                </c:pt>
                <c:pt idx="241">
                  <c:v>43469</c:v>
                </c:pt>
                <c:pt idx="242">
                  <c:v>43472</c:v>
                </c:pt>
                <c:pt idx="243">
                  <c:v>43473</c:v>
                </c:pt>
                <c:pt idx="244">
                  <c:v>43474</c:v>
                </c:pt>
                <c:pt idx="245">
                  <c:v>43475</c:v>
                </c:pt>
                <c:pt idx="246">
                  <c:v>43476</c:v>
                </c:pt>
                <c:pt idx="247">
                  <c:v>43479</c:v>
                </c:pt>
                <c:pt idx="248">
                  <c:v>43480</c:v>
                </c:pt>
                <c:pt idx="249">
                  <c:v>43481</c:v>
                </c:pt>
                <c:pt idx="250">
                  <c:v>43482</c:v>
                </c:pt>
                <c:pt idx="251">
                  <c:v>43483</c:v>
                </c:pt>
                <c:pt idx="252">
                  <c:v>43486</c:v>
                </c:pt>
                <c:pt idx="253">
                  <c:v>43487</c:v>
                </c:pt>
                <c:pt idx="254">
                  <c:v>43488</c:v>
                </c:pt>
                <c:pt idx="255">
                  <c:v>43489</c:v>
                </c:pt>
                <c:pt idx="256">
                  <c:v>43490</c:v>
                </c:pt>
                <c:pt idx="257">
                  <c:v>43493</c:v>
                </c:pt>
                <c:pt idx="258">
                  <c:v>43494</c:v>
                </c:pt>
                <c:pt idx="259">
                  <c:v>43495</c:v>
                </c:pt>
                <c:pt idx="260">
                  <c:v>43496</c:v>
                </c:pt>
                <c:pt idx="261">
                  <c:v>43497</c:v>
                </c:pt>
                <c:pt idx="262">
                  <c:v>43500</c:v>
                </c:pt>
                <c:pt idx="263">
                  <c:v>43502</c:v>
                </c:pt>
                <c:pt idx="264">
                  <c:v>43503</c:v>
                </c:pt>
                <c:pt idx="265">
                  <c:v>43504</c:v>
                </c:pt>
                <c:pt idx="266">
                  <c:v>43507</c:v>
                </c:pt>
                <c:pt idx="267">
                  <c:v>43508</c:v>
                </c:pt>
                <c:pt idx="268">
                  <c:v>43509</c:v>
                </c:pt>
                <c:pt idx="269">
                  <c:v>43510</c:v>
                </c:pt>
                <c:pt idx="270">
                  <c:v>43511</c:v>
                </c:pt>
                <c:pt idx="271">
                  <c:v>43514</c:v>
                </c:pt>
                <c:pt idx="272">
                  <c:v>43515</c:v>
                </c:pt>
                <c:pt idx="273">
                  <c:v>43516</c:v>
                </c:pt>
                <c:pt idx="274">
                  <c:v>43517</c:v>
                </c:pt>
                <c:pt idx="275">
                  <c:v>43518</c:v>
                </c:pt>
                <c:pt idx="276">
                  <c:v>43521</c:v>
                </c:pt>
                <c:pt idx="277">
                  <c:v>43522</c:v>
                </c:pt>
                <c:pt idx="278">
                  <c:v>43523</c:v>
                </c:pt>
                <c:pt idx="279">
                  <c:v>43524</c:v>
                </c:pt>
                <c:pt idx="280">
                  <c:v>43525</c:v>
                </c:pt>
                <c:pt idx="281">
                  <c:v>43528</c:v>
                </c:pt>
                <c:pt idx="282">
                  <c:v>43529</c:v>
                </c:pt>
                <c:pt idx="283">
                  <c:v>43530</c:v>
                </c:pt>
                <c:pt idx="284">
                  <c:v>43532</c:v>
                </c:pt>
                <c:pt idx="285">
                  <c:v>43535</c:v>
                </c:pt>
                <c:pt idx="286">
                  <c:v>43536</c:v>
                </c:pt>
                <c:pt idx="287">
                  <c:v>43537</c:v>
                </c:pt>
                <c:pt idx="288">
                  <c:v>43538</c:v>
                </c:pt>
                <c:pt idx="289">
                  <c:v>43539</c:v>
                </c:pt>
                <c:pt idx="290">
                  <c:v>43542</c:v>
                </c:pt>
                <c:pt idx="291">
                  <c:v>43543</c:v>
                </c:pt>
                <c:pt idx="292">
                  <c:v>43544</c:v>
                </c:pt>
                <c:pt idx="293">
                  <c:v>43545</c:v>
                </c:pt>
                <c:pt idx="294">
                  <c:v>43546</c:v>
                </c:pt>
                <c:pt idx="295">
                  <c:v>43549</c:v>
                </c:pt>
                <c:pt idx="296">
                  <c:v>43550</c:v>
                </c:pt>
                <c:pt idx="297">
                  <c:v>43551</c:v>
                </c:pt>
                <c:pt idx="298">
                  <c:v>43552</c:v>
                </c:pt>
                <c:pt idx="299">
                  <c:v>43553</c:v>
                </c:pt>
                <c:pt idx="300">
                  <c:v>43556</c:v>
                </c:pt>
                <c:pt idx="301">
                  <c:v>43557</c:v>
                </c:pt>
                <c:pt idx="302">
                  <c:v>43559</c:v>
                </c:pt>
                <c:pt idx="303">
                  <c:v>43560</c:v>
                </c:pt>
                <c:pt idx="304">
                  <c:v>43563</c:v>
                </c:pt>
                <c:pt idx="305">
                  <c:v>43564</c:v>
                </c:pt>
                <c:pt idx="306">
                  <c:v>43565</c:v>
                </c:pt>
                <c:pt idx="307">
                  <c:v>43566</c:v>
                </c:pt>
                <c:pt idx="308">
                  <c:v>43567</c:v>
                </c:pt>
                <c:pt idx="309">
                  <c:v>43570</c:v>
                </c:pt>
                <c:pt idx="310">
                  <c:v>43571</c:v>
                </c:pt>
                <c:pt idx="311">
                  <c:v>43573</c:v>
                </c:pt>
                <c:pt idx="312">
                  <c:v>43577</c:v>
                </c:pt>
                <c:pt idx="313">
                  <c:v>43578</c:v>
                </c:pt>
                <c:pt idx="314">
                  <c:v>43579</c:v>
                </c:pt>
                <c:pt idx="315">
                  <c:v>43580</c:v>
                </c:pt>
                <c:pt idx="316">
                  <c:v>43581</c:v>
                </c:pt>
                <c:pt idx="317">
                  <c:v>43584</c:v>
                </c:pt>
                <c:pt idx="318">
                  <c:v>43585</c:v>
                </c:pt>
                <c:pt idx="319">
                  <c:v>43587</c:v>
                </c:pt>
                <c:pt idx="320">
                  <c:v>43588</c:v>
                </c:pt>
                <c:pt idx="321">
                  <c:v>43591</c:v>
                </c:pt>
                <c:pt idx="322">
                  <c:v>43592</c:v>
                </c:pt>
                <c:pt idx="323">
                  <c:v>43593</c:v>
                </c:pt>
                <c:pt idx="324">
                  <c:v>43594</c:v>
                </c:pt>
                <c:pt idx="325">
                  <c:v>43595</c:v>
                </c:pt>
                <c:pt idx="326">
                  <c:v>43598</c:v>
                </c:pt>
                <c:pt idx="327">
                  <c:v>43599</c:v>
                </c:pt>
                <c:pt idx="328">
                  <c:v>43600</c:v>
                </c:pt>
                <c:pt idx="329">
                  <c:v>43601</c:v>
                </c:pt>
                <c:pt idx="330">
                  <c:v>43602</c:v>
                </c:pt>
                <c:pt idx="331">
                  <c:v>43605</c:v>
                </c:pt>
                <c:pt idx="332">
                  <c:v>43606</c:v>
                </c:pt>
                <c:pt idx="333">
                  <c:v>43607</c:v>
                </c:pt>
                <c:pt idx="334">
                  <c:v>43608</c:v>
                </c:pt>
                <c:pt idx="335">
                  <c:v>43609</c:v>
                </c:pt>
                <c:pt idx="336">
                  <c:v>43612</c:v>
                </c:pt>
                <c:pt idx="337">
                  <c:v>43613</c:v>
                </c:pt>
                <c:pt idx="338">
                  <c:v>43614</c:v>
                </c:pt>
                <c:pt idx="339">
                  <c:v>43616</c:v>
                </c:pt>
                <c:pt idx="340">
                  <c:v>43626</c:v>
                </c:pt>
                <c:pt idx="341">
                  <c:v>43627</c:v>
                </c:pt>
                <c:pt idx="342">
                  <c:v>43628</c:v>
                </c:pt>
                <c:pt idx="343">
                  <c:v>43629</c:v>
                </c:pt>
                <c:pt idx="344">
                  <c:v>43630</c:v>
                </c:pt>
                <c:pt idx="345">
                  <c:v>43633</c:v>
                </c:pt>
                <c:pt idx="346">
                  <c:v>43634</c:v>
                </c:pt>
                <c:pt idx="347">
                  <c:v>43635</c:v>
                </c:pt>
                <c:pt idx="348">
                  <c:v>43636</c:v>
                </c:pt>
                <c:pt idx="349">
                  <c:v>43637</c:v>
                </c:pt>
                <c:pt idx="350">
                  <c:v>43640</c:v>
                </c:pt>
                <c:pt idx="351">
                  <c:v>43641</c:v>
                </c:pt>
                <c:pt idx="352">
                  <c:v>43642</c:v>
                </c:pt>
                <c:pt idx="353">
                  <c:v>43643</c:v>
                </c:pt>
                <c:pt idx="354">
                  <c:v>43644</c:v>
                </c:pt>
                <c:pt idx="355">
                  <c:v>43647</c:v>
                </c:pt>
                <c:pt idx="356">
                  <c:v>43648</c:v>
                </c:pt>
                <c:pt idx="357">
                  <c:v>43649</c:v>
                </c:pt>
                <c:pt idx="358">
                  <c:v>43650</c:v>
                </c:pt>
                <c:pt idx="359">
                  <c:v>43651</c:v>
                </c:pt>
                <c:pt idx="360">
                  <c:v>43654</c:v>
                </c:pt>
                <c:pt idx="361">
                  <c:v>43655</c:v>
                </c:pt>
                <c:pt idx="362">
                  <c:v>43656</c:v>
                </c:pt>
                <c:pt idx="363">
                  <c:v>43657</c:v>
                </c:pt>
                <c:pt idx="364">
                  <c:v>43658</c:v>
                </c:pt>
                <c:pt idx="365">
                  <c:v>43661</c:v>
                </c:pt>
                <c:pt idx="366">
                  <c:v>43662</c:v>
                </c:pt>
                <c:pt idx="367">
                  <c:v>43663</c:v>
                </c:pt>
                <c:pt idx="368">
                  <c:v>43664</c:v>
                </c:pt>
                <c:pt idx="369">
                  <c:v>43665</c:v>
                </c:pt>
                <c:pt idx="370">
                  <c:v>43668</c:v>
                </c:pt>
                <c:pt idx="371">
                  <c:v>43669</c:v>
                </c:pt>
                <c:pt idx="372">
                  <c:v>43670</c:v>
                </c:pt>
                <c:pt idx="373">
                  <c:v>43671</c:v>
                </c:pt>
                <c:pt idx="374">
                  <c:v>43672</c:v>
                </c:pt>
                <c:pt idx="375">
                  <c:v>43675</c:v>
                </c:pt>
                <c:pt idx="376">
                  <c:v>43676</c:v>
                </c:pt>
                <c:pt idx="377">
                  <c:v>43677</c:v>
                </c:pt>
                <c:pt idx="378">
                  <c:v>43678</c:v>
                </c:pt>
                <c:pt idx="379">
                  <c:v>43679</c:v>
                </c:pt>
                <c:pt idx="380">
                  <c:v>43682</c:v>
                </c:pt>
                <c:pt idx="381">
                  <c:v>43683</c:v>
                </c:pt>
                <c:pt idx="382">
                  <c:v>43684</c:v>
                </c:pt>
                <c:pt idx="383">
                  <c:v>43685</c:v>
                </c:pt>
                <c:pt idx="384">
                  <c:v>43686</c:v>
                </c:pt>
                <c:pt idx="385">
                  <c:v>43689</c:v>
                </c:pt>
                <c:pt idx="386">
                  <c:v>43690</c:v>
                </c:pt>
                <c:pt idx="387">
                  <c:v>43691</c:v>
                </c:pt>
                <c:pt idx="388">
                  <c:v>43692</c:v>
                </c:pt>
                <c:pt idx="389">
                  <c:v>43693</c:v>
                </c:pt>
                <c:pt idx="390">
                  <c:v>43696</c:v>
                </c:pt>
                <c:pt idx="391">
                  <c:v>43697</c:v>
                </c:pt>
                <c:pt idx="392">
                  <c:v>43698</c:v>
                </c:pt>
                <c:pt idx="393">
                  <c:v>43699</c:v>
                </c:pt>
                <c:pt idx="394">
                  <c:v>43700</c:v>
                </c:pt>
                <c:pt idx="395">
                  <c:v>43703</c:v>
                </c:pt>
                <c:pt idx="396">
                  <c:v>43704</c:v>
                </c:pt>
                <c:pt idx="397">
                  <c:v>43705</c:v>
                </c:pt>
                <c:pt idx="398">
                  <c:v>43706</c:v>
                </c:pt>
                <c:pt idx="399">
                  <c:v>43707</c:v>
                </c:pt>
                <c:pt idx="400">
                  <c:v>43710</c:v>
                </c:pt>
                <c:pt idx="401">
                  <c:v>43711</c:v>
                </c:pt>
                <c:pt idx="402">
                  <c:v>43712</c:v>
                </c:pt>
                <c:pt idx="403">
                  <c:v>43713</c:v>
                </c:pt>
                <c:pt idx="404">
                  <c:v>43714</c:v>
                </c:pt>
                <c:pt idx="405">
                  <c:v>43717</c:v>
                </c:pt>
                <c:pt idx="406">
                  <c:v>43718</c:v>
                </c:pt>
                <c:pt idx="407">
                  <c:v>43719</c:v>
                </c:pt>
                <c:pt idx="408">
                  <c:v>43720</c:v>
                </c:pt>
                <c:pt idx="409">
                  <c:v>43721</c:v>
                </c:pt>
                <c:pt idx="410">
                  <c:v>43724</c:v>
                </c:pt>
                <c:pt idx="411">
                  <c:v>43725</c:v>
                </c:pt>
                <c:pt idx="412">
                  <c:v>43726</c:v>
                </c:pt>
                <c:pt idx="413">
                  <c:v>43727</c:v>
                </c:pt>
                <c:pt idx="414">
                  <c:v>43728</c:v>
                </c:pt>
                <c:pt idx="415">
                  <c:v>43731</c:v>
                </c:pt>
                <c:pt idx="416">
                  <c:v>43732</c:v>
                </c:pt>
                <c:pt idx="417">
                  <c:v>43733</c:v>
                </c:pt>
                <c:pt idx="418">
                  <c:v>43734</c:v>
                </c:pt>
                <c:pt idx="419">
                  <c:v>43735</c:v>
                </c:pt>
                <c:pt idx="420">
                  <c:v>43738</c:v>
                </c:pt>
                <c:pt idx="421">
                  <c:v>43739</c:v>
                </c:pt>
                <c:pt idx="422">
                  <c:v>43740</c:v>
                </c:pt>
                <c:pt idx="423">
                  <c:v>43741</c:v>
                </c:pt>
                <c:pt idx="424">
                  <c:v>43742</c:v>
                </c:pt>
                <c:pt idx="425">
                  <c:v>43745</c:v>
                </c:pt>
                <c:pt idx="426">
                  <c:v>43746</c:v>
                </c:pt>
                <c:pt idx="427">
                  <c:v>43747</c:v>
                </c:pt>
                <c:pt idx="428">
                  <c:v>43748</c:v>
                </c:pt>
                <c:pt idx="429">
                  <c:v>43749</c:v>
                </c:pt>
                <c:pt idx="430">
                  <c:v>43752</c:v>
                </c:pt>
                <c:pt idx="431">
                  <c:v>43753</c:v>
                </c:pt>
                <c:pt idx="432">
                  <c:v>43754</c:v>
                </c:pt>
                <c:pt idx="433">
                  <c:v>43755</c:v>
                </c:pt>
                <c:pt idx="434">
                  <c:v>43756</c:v>
                </c:pt>
                <c:pt idx="435">
                  <c:v>43759</c:v>
                </c:pt>
                <c:pt idx="436">
                  <c:v>43760</c:v>
                </c:pt>
                <c:pt idx="437">
                  <c:v>43761</c:v>
                </c:pt>
                <c:pt idx="438">
                  <c:v>43762</c:v>
                </c:pt>
                <c:pt idx="439">
                  <c:v>43763</c:v>
                </c:pt>
                <c:pt idx="440">
                  <c:v>43766</c:v>
                </c:pt>
                <c:pt idx="441">
                  <c:v>43767</c:v>
                </c:pt>
                <c:pt idx="442">
                  <c:v>43768</c:v>
                </c:pt>
                <c:pt idx="443">
                  <c:v>43769</c:v>
                </c:pt>
                <c:pt idx="444">
                  <c:v>43770</c:v>
                </c:pt>
                <c:pt idx="445">
                  <c:v>43773</c:v>
                </c:pt>
                <c:pt idx="446">
                  <c:v>43774</c:v>
                </c:pt>
                <c:pt idx="447">
                  <c:v>43775</c:v>
                </c:pt>
                <c:pt idx="448">
                  <c:v>43776</c:v>
                </c:pt>
                <c:pt idx="449">
                  <c:v>43777</c:v>
                </c:pt>
                <c:pt idx="450">
                  <c:v>43780</c:v>
                </c:pt>
                <c:pt idx="451">
                  <c:v>43781</c:v>
                </c:pt>
                <c:pt idx="452">
                  <c:v>43782</c:v>
                </c:pt>
                <c:pt idx="453">
                  <c:v>43783</c:v>
                </c:pt>
                <c:pt idx="454">
                  <c:v>43784</c:v>
                </c:pt>
                <c:pt idx="455">
                  <c:v>43787</c:v>
                </c:pt>
                <c:pt idx="456">
                  <c:v>43788</c:v>
                </c:pt>
                <c:pt idx="457">
                  <c:v>43789</c:v>
                </c:pt>
                <c:pt idx="458">
                  <c:v>43790</c:v>
                </c:pt>
                <c:pt idx="459">
                  <c:v>43791</c:v>
                </c:pt>
                <c:pt idx="460">
                  <c:v>43794</c:v>
                </c:pt>
                <c:pt idx="461">
                  <c:v>43795</c:v>
                </c:pt>
                <c:pt idx="462">
                  <c:v>43796</c:v>
                </c:pt>
                <c:pt idx="463">
                  <c:v>43797</c:v>
                </c:pt>
                <c:pt idx="464">
                  <c:v>43798</c:v>
                </c:pt>
                <c:pt idx="465">
                  <c:v>43801</c:v>
                </c:pt>
                <c:pt idx="466">
                  <c:v>43802</c:v>
                </c:pt>
                <c:pt idx="467">
                  <c:v>43803</c:v>
                </c:pt>
                <c:pt idx="468">
                  <c:v>43804</c:v>
                </c:pt>
                <c:pt idx="469">
                  <c:v>43805</c:v>
                </c:pt>
                <c:pt idx="470">
                  <c:v>43808</c:v>
                </c:pt>
                <c:pt idx="471">
                  <c:v>43809</c:v>
                </c:pt>
                <c:pt idx="472">
                  <c:v>43810</c:v>
                </c:pt>
                <c:pt idx="473">
                  <c:v>43811</c:v>
                </c:pt>
                <c:pt idx="474">
                  <c:v>43812</c:v>
                </c:pt>
                <c:pt idx="475">
                  <c:v>43815</c:v>
                </c:pt>
                <c:pt idx="476">
                  <c:v>43816</c:v>
                </c:pt>
                <c:pt idx="477">
                  <c:v>43817</c:v>
                </c:pt>
                <c:pt idx="478">
                  <c:v>43818</c:v>
                </c:pt>
                <c:pt idx="479">
                  <c:v>43819</c:v>
                </c:pt>
                <c:pt idx="480">
                  <c:v>43822</c:v>
                </c:pt>
                <c:pt idx="481">
                  <c:v>43825</c:v>
                </c:pt>
                <c:pt idx="482">
                  <c:v>43826</c:v>
                </c:pt>
                <c:pt idx="483">
                  <c:v>43829</c:v>
                </c:pt>
                <c:pt idx="484">
                  <c:v>43830</c:v>
                </c:pt>
                <c:pt idx="485">
                  <c:v>43832</c:v>
                </c:pt>
                <c:pt idx="486">
                  <c:v>43833</c:v>
                </c:pt>
                <c:pt idx="487">
                  <c:v>43836</c:v>
                </c:pt>
                <c:pt idx="488">
                  <c:v>43837</c:v>
                </c:pt>
                <c:pt idx="489">
                  <c:v>43838</c:v>
                </c:pt>
                <c:pt idx="490">
                  <c:v>43839</c:v>
                </c:pt>
                <c:pt idx="491">
                  <c:v>43840</c:v>
                </c:pt>
                <c:pt idx="492">
                  <c:v>43843</c:v>
                </c:pt>
                <c:pt idx="493">
                  <c:v>43844</c:v>
                </c:pt>
                <c:pt idx="494">
                  <c:v>43845</c:v>
                </c:pt>
                <c:pt idx="495">
                  <c:v>43846</c:v>
                </c:pt>
                <c:pt idx="496">
                  <c:v>43847</c:v>
                </c:pt>
                <c:pt idx="497">
                  <c:v>43850</c:v>
                </c:pt>
                <c:pt idx="498">
                  <c:v>43851</c:v>
                </c:pt>
                <c:pt idx="499">
                  <c:v>43852</c:v>
                </c:pt>
                <c:pt idx="500">
                  <c:v>43853</c:v>
                </c:pt>
                <c:pt idx="501">
                  <c:v>43854</c:v>
                </c:pt>
                <c:pt idx="502">
                  <c:v>43857</c:v>
                </c:pt>
                <c:pt idx="503">
                  <c:v>43858</c:v>
                </c:pt>
                <c:pt idx="504">
                  <c:v>43859</c:v>
                </c:pt>
                <c:pt idx="505">
                  <c:v>43860</c:v>
                </c:pt>
                <c:pt idx="506">
                  <c:v>43861</c:v>
                </c:pt>
                <c:pt idx="507">
                  <c:v>43864</c:v>
                </c:pt>
                <c:pt idx="508">
                  <c:v>43865</c:v>
                </c:pt>
                <c:pt idx="509">
                  <c:v>43866</c:v>
                </c:pt>
                <c:pt idx="510">
                  <c:v>43867</c:v>
                </c:pt>
                <c:pt idx="511">
                  <c:v>43868</c:v>
                </c:pt>
                <c:pt idx="512">
                  <c:v>43871</c:v>
                </c:pt>
                <c:pt idx="513">
                  <c:v>43872</c:v>
                </c:pt>
                <c:pt idx="514">
                  <c:v>43873</c:v>
                </c:pt>
                <c:pt idx="515">
                  <c:v>43874</c:v>
                </c:pt>
                <c:pt idx="516">
                  <c:v>43875</c:v>
                </c:pt>
                <c:pt idx="517">
                  <c:v>43878</c:v>
                </c:pt>
                <c:pt idx="518">
                  <c:v>43879</c:v>
                </c:pt>
                <c:pt idx="519">
                  <c:v>43880</c:v>
                </c:pt>
                <c:pt idx="520">
                  <c:v>43881</c:v>
                </c:pt>
                <c:pt idx="521">
                  <c:v>43882</c:v>
                </c:pt>
                <c:pt idx="522">
                  <c:v>43885</c:v>
                </c:pt>
                <c:pt idx="523">
                  <c:v>43886</c:v>
                </c:pt>
                <c:pt idx="524">
                  <c:v>43887</c:v>
                </c:pt>
                <c:pt idx="525">
                  <c:v>43888</c:v>
                </c:pt>
                <c:pt idx="526">
                  <c:v>43889</c:v>
                </c:pt>
                <c:pt idx="527">
                  <c:v>43892</c:v>
                </c:pt>
                <c:pt idx="528">
                  <c:v>43893</c:v>
                </c:pt>
                <c:pt idx="529">
                  <c:v>43894</c:v>
                </c:pt>
                <c:pt idx="530">
                  <c:v>43895</c:v>
                </c:pt>
                <c:pt idx="531">
                  <c:v>43896</c:v>
                </c:pt>
                <c:pt idx="532">
                  <c:v>43899</c:v>
                </c:pt>
                <c:pt idx="533">
                  <c:v>43900</c:v>
                </c:pt>
                <c:pt idx="534">
                  <c:v>43901</c:v>
                </c:pt>
                <c:pt idx="535">
                  <c:v>43902</c:v>
                </c:pt>
                <c:pt idx="536">
                  <c:v>43903</c:v>
                </c:pt>
                <c:pt idx="537">
                  <c:v>43906</c:v>
                </c:pt>
                <c:pt idx="538">
                  <c:v>43907</c:v>
                </c:pt>
                <c:pt idx="539">
                  <c:v>43908</c:v>
                </c:pt>
                <c:pt idx="540">
                  <c:v>43909</c:v>
                </c:pt>
                <c:pt idx="541">
                  <c:v>43910</c:v>
                </c:pt>
                <c:pt idx="542">
                  <c:v>43913</c:v>
                </c:pt>
                <c:pt idx="543">
                  <c:v>43914</c:v>
                </c:pt>
                <c:pt idx="544">
                  <c:v>43916</c:v>
                </c:pt>
                <c:pt idx="545">
                  <c:v>43917</c:v>
                </c:pt>
                <c:pt idx="546">
                  <c:v>43920</c:v>
                </c:pt>
                <c:pt idx="547">
                  <c:v>43921</c:v>
                </c:pt>
                <c:pt idx="548">
                  <c:v>43922</c:v>
                </c:pt>
                <c:pt idx="549">
                  <c:v>43923</c:v>
                </c:pt>
                <c:pt idx="550">
                  <c:v>43924</c:v>
                </c:pt>
                <c:pt idx="551">
                  <c:v>43927</c:v>
                </c:pt>
                <c:pt idx="552">
                  <c:v>43928</c:v>
                </c:pt>
                <c:pt idx="553">
                  <c:v>43929</c:v>
                </c:pt>
                <c:pt idx="554">
                  <c:v>43930</c:v>
                </c:pt>
                <c:pt idx="555">
                  <c:v>43934</c:v>
                </c:pt>
                <c:pt idx="556">
                  <c:v>43935</c:v>
                </c:pt>
                <c:pt idx="557">
                  <c:v>43936</c:v>
                </c:pt>
                <c:pt idx="558">
                  <c:v>43937</c:v>
                </c:pt>
                <c:pt idx="559">
                  <c:v>43938</c:v>
                </c:pt>
                <c:pt idx="560">
                  <c:v>43941</c:v>
                </c:pt>
                <c:pt idx="561">
                  <c:v>43942</c:v>
                </c:pt>
                <c:pt idx="562">
                  <c:v>43943</c:v>
                </c:pt>
                <c:pt idx="563">
                  <c:v>43944</c:v>
                </c:pt>
                <c:pt idx="564">
                  <c:v>43945</c:v>
                </c:pt>
                <c:pt idx="565">
                  <c:v>43948</c:v>
                </c:pt>
                <c:pt idx="566">
                  <c:v>43949</c:v>
                </c:pt>
                <c:pt idx="567">
                  <c:v>43950</c:v>
                </c:pt>
                <c:pt idx="568">
                  <c:v>43951</c:v>
                </c:pt>
                <c:pt idx="569">
                  <c:v>43955</c:v>
                </c:pt>
                <c:pt idx="570">
                  <c:v>43956</c:v>
                </c:pt>
                <c:pt idx="571">
                  <c:v>43957</c:v>
                </c:pt>
                <c:pt idx="572">
                  <c:v>43959</c:v>
                </c:pt>
                <c:pt idx="573">
                  <c:v>43962</c:v>
                </c:pt>
                <c:pt idx="574">
                  <c:v>43963</c:v>
                </c:pt>
                <c:pt idx="575">
                  <c:v>43964</c:v>
                </c:pt>
                <c:pt idx="576">
                  <c:v>43965</c:v>
                </c:pt>
                <c:pt idx="577">
                  <c:v>43966</c:v>
                </c:pt>
                <c:pt idx="578">
                  <c:v>43969</c:v>
                </c:pt>
                <c:pt idx="579">
                  <c:v>43970</c:v>
                </c:pt>
                <c:pt idx="580">
                  <c:v>43971</c:v>
                </c:pt>
                <c:pt idx="581">
                  <c:v>43973</c:v>
                </c:pt>
                <c:pt idx="582">
                  <c:v>43977</c:v>
                </c:pt>
                <c:pt idx="583">
                  <c:v>43978</c:v>
                </c:pt>
                <c:pt idx="584">
                  <c:v>43979</c:v>
                </c:pt>
                <c:pt idx="585">
                  <c:v>43980</c:v>
                </c:pt>
                <c:pt idx="586">
                  <c:v>43984</c:v>
                </c:pt>
                <c:pt idx="587">
                  <c:v>43985</c:v>
                </c:pt>
                <c:pt idx="588">
                  <c:v>43986</c:v>
                </c:pt>
                <c:pt idx="589">
                  <c:v>43987</c:v>
                </c:pt>
                <c:pt idx="590">
                  <c:v>43990</c:v>
                </c:pt>
                <c:pt idx="591">
                  <c:v>43991</c:v>
                </c:pt>
                <c:pt idx="592">
                  <c:v>43992</c:v>
                </c:pt>
                <c:pt idx="593">
                  <c:v>43993</c:v>
                </c:pt>
                <c:pt idx="594">
                  <c:v>43994</c:v>
                </c:pt>
                <c:pt idx="595">
                  <c:v>43997</c:v>
                </c:pt>
                <c:pt idx="596">
                  <c:v>43998</c:v>
                </c:pt>
                <c:pt idx="597">
                  <c:v>43999</c:v>
                </c:pt>
                <c:pt idx="598">
                  <c:v>44000</c:v>
                </c:pt>
                <c:pt idx="599">
                  <c:v>44001</c:v>
                </c:pt>
                <c:pt idx="600">
                  <c:v>44004</c:v>
                </c:pt>
                <c:pt idx="601">
                  <c:v>44005</c:v>
                </c:pt>
                <c:pt idx="602">
                  <c:v>44006</c:v>
                </c:pt>
                <c:pt idx="603">
                  <c:v>44007</c:v>
                </c:pt>
                <c:pt idx="604">
                  <c:v>44008</c:v>
                </c:pt>
                <c:pt idx="605">
                  <c:v>44011</c:v>
                </c:pt>
                <c:pt idx="606">
                  <c:v>44012</c:v>
                </c:pt>
                <c:pt idx="607">
                  <c:v>44013</c:v>
                </c:pt>
                <c:pt idx="608">
                  <c:v>44014</c:v>
                </c:pt>
                <c:pt idx="609">
                  <c:v>44015</c:v>
                </c:pt>
                <c:pt idx="610">
                  <c:v>44018</c:v>
                </c:pt>
                <c:pt idx="611">
                  <c:v>44019</c:v>
                </c:pt>
                <c:pt idx="612">
                  <c:v>44020</c:v>
                </c:pt>
                <c:pt idx="613">
                  <c:v>44021</c:v>
                </c:pt>
                <c:pt idx="614">
                  <c:v>44022</c:v>
                </c:pt>
                <c:pt idx="615">
                  <c:v>44025</c:v>
                </c:pt>
                <c:pt idx="616">
                  <c:v>44026</c:v>
                </c:pt>
                <c:pt idx="617">
                  <c:v>44027</c:v>
                </c:pt>
                <c:pt idx="618">
                  <c:v>44028</c:v>
                </c:pt>
                <c:pt idx="619">
                  <c:v>44029</c:v>
                </c:pt>
                <c:pt idx="620">
                  <c:v>44032</c:v>
                </c:pt>
                <c:pt idx="621">
                  <c:v>44033</c:v>
                </c:pt>
                <c:pt idx="622">
                  <c:v>44034</c:v>
                </c:pt>
                <c:pt idx="623">
                  <c:v>44035</c:v>
                </c:pt>
                <c:pt idx="624">
                  <c:v>44036</c:v>
                </c:pt>
                <c:pt idx="625">
                  <c:v>44039</c:v>
                </c:pt>
                <c:pt idx="626">
                  <c:v>44040</c:v>
                </c:pt>
                <c:pt idx="627">
                  <c:v>44041</c:v>
                </c:pt>
                <c:pt idx="628">
                  <c:v>44042</c:v>
                </c:pt>
                <c:pt idx="629">
                  <c:v>44046</c:v>
                </c:pt>
                <c:pt idx="630">
                  <c:v>44047</c:v>
                </c:pt>
                <c:pt idx="631">
                  <c:v>44048</c:v>
                </c:pt>
                <c:pt idx="632">
                  <c:v>44049</c:v>
                </c:pt>
                <c:pt idx="633">
                  <c:v>44050</c:v>
                </c:pt>
                <c:pt idx="634">
                  <c:v>44053</c:v>
                </c:pt>
                <c:pt idx="635">
                  <c:v>44054</c:v>
                </c:pt>
                <c:pt idx="636">
                  <c:v>44055</c:v>
                </c:pt>
                <c:pt idx="637">
                  <c:v>44056</c:v>
                </c:pt>
                <c:pt idx="638">
                  <c:v>44057</c:v>
                </c:pt>
                <c:pt idx="639">
                  <c:v>44061</c:v>
                </c:pt>
                <c:pt idx="640">
                  <c:v>44062</c:v>
                </c:pt>
                <c:pt idx="641">
                  <c:v>44067</c:v>
                </c:pt>
                <c:pt idx="642">
                  <c:v>44068</c:v>
                </c:pt>
                <c:pt idx="643">
                  <c:v>44069</c:v>
                </c:pt>
                <c:pt idx="644">
                  <c:v>44070</c:v>
                </c:pt>
                <c:pt idx="645">
                  <c:v>44071</c:v>
                </c:pt>
                <c:pt idx="646">
                  <c:v>44074</c:v>
                </c:pt>
                <c:pt idx="647">
                  <c:v>44075</c:v>
                </c:pt>
                <c:pt idx="648">
                  <c:v>44076</c:v>
                </c:pt>
                <c:pt idx="649">
                  <c:v>44077</c:v>
                </c:pt>
                <c:pt idx="650">
                  <c:v>44078</c:v>
                </c:pt>
                <c:pt idx="651">
                  <c:v>44081</c:v>
                </c:pt>
                <c:pt idx="652">
                  <c:v>44082</c:v>
                </c:pt>
                <c:pt idx="653">
                  <c:v>44083</c:v>
                </c:pt>
                <c:pt idx="654">
                  <c:v>44084</c:v>
                </c:pt>
                <c:pt idx="655">
                  <c:v>44085</c:v>
                </c:pt>
                <c:pt idx="656">
                  <c:v>44088</c:v>
                </c:pt>
                <c:pt idx="657">
                  <c:v>44089</c:v>
                </c:pt>
                <c:pt idx="658">
                  <c:v>44090</c:v>
                </c:pt>
                <c:pt idx="659">
                  <c:v>44091</c:v>
                </c:pt>
                <c:pt idx="660">
                  <c:v>44092</c:v>
                </c:pt>
                <c:pt idx="661">
                  <c:v>44095</c:v>
                </c:pt>
                <c:pt idx="662">
                  <c:v>44096</c:v>
                </c:pt>
                <c:pt idx="663">
                  <c:v>44097</c:v>
                </c:pt>
                <c:pt idx="664">
                  <c:v>44098</c:v>
                </c:pt>
                <c:pt idx="665">
                  <c:v>44099</c:v>
                </c:pt>
                <c:pt idx="666">
                  <c:v>44102</c:v>
                </c:pt>
                <c:pt idx="667">
                  <c:v>44103</c:v>
                </c:pt>
                <c:pt idx="668">
                  <c:v>44104</c:v>
                </c:pt>
                <c:pt idx="669">
                  <c:v>44105</c:v>
                </c:pt>
                <c:pt idx="670">
                  <c:v>44106</c:v>
                </c:pt>
                <c:pt idx="671">
                  <c:v>44109</c:v>
                </c:pt>
                <c:pt idx="672">
                  <c:v>44110</c:v>
                </c:pt>
                <c:pt idx="673">
                  <c:v>44111</c:v>
                </c:pt>
                <c:pt idx="674">
                  <c:v>44112</c:v>
                </c:pt>
                <c:pt idx="675">
                  <c:v>44113</c:v>
                </c:pt>
                <c:pt idx="676">
                  <c:v>44116</c:v>
                </c:pt>
                <c:pt idx="677">
                  <c:v>44117</c:v>
                </c:pt>
                <c:pt idx="678">
                  <c:v>44118</c:v>
                </c:pt>
                <c:pt idx="679">
                  <c:v>44119</c:v>
                </c:pt>
                <c:pt idx="680">
                  <c:v>44120</c:v>
                </c:pt>
                <c:pt idx="681">
                  <c:v>44123</c:v>
                </c:pt>
                <c:pt idx="682">
                  <c:v>44124</c:v>
                </c:pt>
                <c:pt idx="683">
                  <c:v>44125</c:v>
                </c:pt>
                <c:pt idx="684">
                  <c:v>44126</c:v>
                </c:pt>
                <c:pt idx="685">
                  <c:v>44127</c:v>
                </c:pt>
                <c:pt idx="686">
                  <c:v>44130</c:v>
                </c:pt>
                <c:pt idx="687">
                  <c:v>44131</c:v>
                </c:pt>
                <c:pt idx="688">
                  <c:v>44137</c:v>
                </c:pt>
                <c:pt idx="689">
                  <c:v>44138</c:v>
                </c:pt>
                <c:pt idx="690">
                  <c:v>44139</c:v>
                </c:pt>
                <c:pt idx="691">
                  <c:v>44140</c:v>
                </c:pt>
                <c:pt idx="692">
                  <c:v>44141</c:v>
                </c:pt>
                <c:pt idx="693">
                  <c:v>44144</c:v>
                </c:pt>
                <c:pt idx="694">
                  <c:v>44145</c:v>
                </c:pt>
                <c:pt idx="695">
                  <c:v>44146</c:v>
                </c:pt>
                <c:pt idx="696">
                  <c:v>44147</c:v>
                </c:pt>
                <c:pt idx="697">
                  <c:v>44148</c:v>
                </c:pt>
                <c:pt idx="698">
                  <c:v>44151</c:v>
                </c:pt>
                <c:pt idx="699">
                  <c:v>44152</c:v>
                </c:pt>
                <c:pt idx="700">
                  <c:v>44153</c:v>
                </c:pt>
                <c:pt idx="701">
                  <c:v>44154</c:v>
                </c:pt>
                <c:pt idx="702">
                  <c:v>44155</c:v>
                </c:pt>
                <c:pt idx="703">
                  <c:v>44158</c:v>
                </c:pt>
                <c:pt idx="704">
                  <c:v>44159</c:v>
                </c:pt>
                <c:pt idx="705">
                  <c:v>44160</c:v>
                </c:pt>
                <c:pt idx="706">
                  <c:v>44161</c:v>
                </c:pt>
                <c:pt idx="707">
                  <c:v>44162</c:v>
                </c:pt>
                <c:pt idx="708">
                  <c:v>44165</c:v>
                </c:pt>
                <c:pt idx="709">
                  <c:v>44166</c:v>
                </c:pt>
                <c:pt idx="710">
                  <c:v>44167</c:v>
                </c:pt>
                <c:pt idx="711">
                  <c:v>44168</c:v>
                </c:pt>
                <c:pt idx="712">
                  <c:v>44169</c:v>
                </c:pt>
                <c:pt idx="713">
                  <c:v>44172</c:v>
                </c:pt>
                <c:pt idx="714">
                  <c:v>44173</c:v>
                </c:pt>
                <c:pt idx="715">
                  <c:v>44175</c:v>
                </c:pt>
                <c:pt idx="716">
                  <c:v>44176</c:v>
                </c:pt>
                <c:pt idx="717">
                  <c:v>44179</c:v>
                </c:pt>
                <c:pt idx="718">
                  <c:v>44180</c:v>
                </c:pt>
                <c:pt idx="719">
                  <c:v>44181</c:v>
                </c:pt>
                <c:pt idx="720">
                  <c:v>44182</c:v>
                </c:pt>
                <c:pt idx="721">
                  <c:v>44183</c:v>
                </c:pt>
                <c:pt idx="722">
                  <c:v>44186</c:v>
                </c:pt>
                <c:pt idx="723">
                  <c:v>44187</c:v>
                </c:pt>
                <c:pt idx="724">
                  <c:v>44188</c:v>
                </c:pt>
                <c:pt idx="725">
                  <c:v>44193</c:v>
                </c:pt>
                <c:pt idx="726">
                  <c:v>44194</c:v>
                </c:pt>
                <c:pt idx="727">
                  <c:v>44195</c:v>
                </c:pt>
                <c:pt idx="728">
                  <c:v>44200</c:v>
                </c:pt>
                <c:pt idx="729">
                  <c:v>44201</c:v>
                </c:pt>
                <c:pt idx="730">
                  <c:v>44202</c:v>
                </c:pt>
                <c:pt idx="731">
                  <c:v>44203</c:v>
                </c:pt>
                <c:pt idx="732">
                  <c:v>44204</c:v>
                </c:pt>
                <c:pt idx="733">
                  <c:v>44207</c:v>
                </c:pt>
                <c:pt idx="734">
                  <c:v>44208</c:v>
                </c:pt>
                <c:pt idx="735">
                  <c:v>44209</c:v>
                </c:pt>
                <c:pt idx="736">
                  <c:v>44210</c:v>
                </c:pt>
                <c:pt idx="737">
                  <c:v>44211</c:v>
                </c:pt>
                <c:pt idx="738">
                  <c:v>44214</c:v>
                </c:pt>
                <c:pt idx="739">
                  <c:v>44215</c:v>
                </c:pt>
                <c:pt idx="740">
                  <c:v>44216</c:v>
                </c:pt>
                <c:pt idx="741">
                  <c:v>44217</c:v>
                </c:pt>
                <c:pt idx="742">
                  <c:v>44218</c:v>
                </c:pt>
                <c:pt idx="743">
                  <c:v>44221</c:v>
                </c:pt>
                <c:pt idx="744">
                  <c:v>44222</c:v>
                </c:pt>
                <c:pt idx="745">
                  <c:v>44223</c:v>
                </c:pt>
                <c:pt idx="746">
                  <c:v>44224</c:v>
                </c:pt>
                <c:pt idx="747">
                  <c:v>44225</c:v>
                </c:pt>
                <c:pt idx="748">
                  <c:v>44228</c:v>
                </c:pt>
                <c:pt idx="749">
                  <c:v>44229</c:v>
                </c:pt>
                <c:pt idx="750">
                  <c:v>44230</c:v>
                </c:pt>
                <c:pt idx="751">
                  <c:v>44231</c:v>
                </c:pt>
                <c:pt idx="752">
                  <c:v>44232</c:v>
                </c:pt>
                <c:pt idx="753">
                  <c:v>44235</c:v>
                </c:pt>
                <c:pt idx="754">
                  <c:v>44236</c:v>
                </c:pt>
                <c:pt idx="755">
                  <c:v>44237</c:v>
                </c:pt>
                <c:pt idx="756">
                  <c:v>44238</c:v>
                </c:pt>
                <c:pt idx="757">
                  <c:v>44242</c:v>
                </c:pt>
                <c:pt idx="758">
                  <c:v>44243</c:v>
                </c:pt>
                <c:pt idx="759">
                  <c:v>44244</c:v>
                </c:pt>
                <c:pt idx="760">
                  <c:v>44245</c:v>
                </c:pt>
                <c:pt idx="761">
                  <c:v>44246</c:v>
                </c:pt>
                <c:pt idx="762">
                  <c:v>44249</c:v>
                </c:pt>
                <c:pt idx="763">
                  <c:v>44250</c:v>
                </c:pt>
                <c:pt idx="764">
                  <c:v>44251</c:v>
                </c:pt>
                <c:pt idx="765">
                  <c:v>44252</c:v>
                </c:pt>
                <c:pt idx="766">
                  <c:v>44253</c:v>
                </c:pt>
                <c:pt idx="767">
                  <c:v>44256</c:v>
                </c:pt>
                <c:pt idx="768">
                  <c:v>44257</c:v>
                </c:pt>
                <c:pt idx="769">
                  <c:v>44258</c:v>
                </c:pt>
                <c:pt idx="770">
                  <c:v>44259</c:v>
                </c:pt>
                <c:pt idx="771">
                  <c:v>44260</c:v>
                </c:pt>
                <c:pt idx="772">
                  <c:v>44263</c:v>
                </c:pt>
                <c:pt idx="773">
                  <c:v>44264</c:v>
                </c:pt>
                <c:pt idx="774">
                  <c:v>44265</c:v>
                </c:pt>
                <c:pt idx="775">
                  <c:v>44267</c:v>
                </c:pt>
                <c:pt idx="776">
                  <c:v>44270</c:v>
                </c:pt>
                <c:pt idx="777">
                  <c:v>44271</c:v>
                </c:pt>
                <c:pt idx="778">
                  <c:v>44272</c:v>
                </c:pt>
                <c:pt idx="779">
                  <c:v>44273</c:v>
                </c:pt>
                <c:pt idx="780">
                  <c:v>44274</c:v>
                </c:pt>
                <c:pt idx="781">
                  <c:v>44277</c:v>
                </c:pt>
                <c:pt idx="782">
                  <c:v>44278</c:v>
                </c:pt>
                <c:pt idx="783">
                  <c:v>44279</c:v>
                </c:pt>
                <c:pt idx="784">
                  <c:v>44280</c:v>
                </c:pt>
                <c:pt idx="785">
                  <c:v>44281</c:v>
                </c:pt>
                <c:pt idx="786">
                  <c:v>44284</c:v>
                </c:pt>
                <c:pt idx="787">
                  <c:v>44285</c:v>
                </c:pt>
                <c:pt idx="788">
                  <c:v>44286</c:v>
                </c:pt>
                <c:pt idx="789">
                  <c:v>44287</c:v>
                </c:pt>
                <c:pt idx="790">
                  <c:v>44291</c:v>
                </c:pt>
                <c:pt idx="791">
                  <c:v>44292</c:v>
                </c:pt>
                <c:pt idx="792">
                  <c:v>44293</c:v>
                </c:pt>
                <c:pt idx="793">
                  <c:v>44294</c:v>
                </c:pt>
                <c:pt idx="794">
                  <c:v>44295</c:v>
                </c:pt>
                <c:pt idx="795">
                  <c:v>44298</c:v>
                </c:pt>
                <c:pt idx="796">
                  <c:v>44299</c:v>
                </c:pt>
                <c:pt idx="797">
                  <c:v>44300</c:v>
                </c:pt>
                <c:pt idx="798">
                  <c:v>44301</c:v>
                </c:pt>
                <c:pt idx="799">
                  <c:v>44302</c:v>
                </c:pt>
                <c:pt idx="800">
                  <c:v>44305</c:v>
                </c:pt>
                <c:pt idx="801">
                  <c:v>44306</c:v>
                </c:pt>
                <c:pt idx="802">
                  <c:v>44307</c:v>
                </c:pt>
                <c:pt idx="803">
                  <c:v>44308</c:v>
                </c:pt>
                <c:pt idx="804">
                  <c:v>44309</c:v>
                </c:pt>
                <c:pt idx="805">
                  <c:v>44312</c:v>
                </c:pt>
                <c:pt idx="806">
                  <c:v>44313</c:v>
                </c:pt>
                <c:pt idx="807">
                  <c:v>44314</c:v>
                </c:pt>
                <c:pt idx="808">
                  <c:v>44315</c:v>
                </c:pt>
                <c:pt idx="809">
                  <c:v>44316</c:v>
                </c:pt>
                <c:pt idx="810">
                  <c:v>44319</c:v>
                </c:pt>
                <c:pt idx="811">
                  <c:v>44320</c:v>
                </c:pt>
                <c:pt idx="812">
                  <c:v>44321</c:v>
                </c:pt>
                <c:pt idx="813">
                  <c:v>44322</c:v>
                </c:pt>
                <c:pt idx="814">
                  <c:v>44323</c:v>
                </c:pt>
                <c:pt idx="815">
                  <c:v>44326</c:v>
                </c:pt>
                <c:pt idx="816">
                  <c:v>44327</c:v>
                </c:pt>
                <c:pt idx="817">
                  <c:v>44333</c:v>
                </c:pt>
                <c:pt idx="818">
                  <c:v>44334</c:v>
                </c:pt>
                <c:pt idx="819">
                  <c:v>44335</c:v>
                </c:pt>
                <c:pt idx="820">
                  <c:v>44336</c:v>
                </c:pt>
                <c:pt idx="821">
                  <c:v>44337</c:v>
                </c:pt>
                <c:pt idx="822">
                  <c:v>44340</c:v>
                </c:pt>
                <c:pt idx="823">
                  <c:v>44341</c:v>
                </c:pt>
                <c:pt idx="824">
                  <c:v>44343</c:v>
                </c:pt>
                <c:pt idx="825">
                  <c:v>44344</c:v>
                </c:pt>
                <c:pt idx="826">
                  <c:v>44347</c:v>
                </c:pt>
                <c:pt idx="827">
                  <c:v>44349</c:v>
                </c:pt>
                <c:pt idx="828">
                  <c:v>44350</c:v>
                </c:pt>
                <c:pt idx="829">
                  <c:v>44351</c:v>
                </c:pt>
                <c:pt idx="830">
                  <c:v>44354</c:v>
                </c:pt>
                <c:pt idx="831">
                  <c:v>44355</c:v>
                </c:pt>
                <c:pt idx="832">
                  <c:v>44356</c:v>
                </c:pt>
                <c:pt idx="833">
                  <c:v>44357</c:v>
                </c:pt>
                <c:pt idx="834">
                  <c:v>44358</c:v>
                </c:pt>
                <c:pt idx="835">
                  <c:v>44361</c:v>
                </c:pt>
                <c:pt idx="836">
                  <c:v>44362</c:v>
                </c:pt>
                <c:pt idx="837">
                  <c:v>44363</c:v>
                </c:pt>
                <c:pt idx="838">
                  <c:v>44364</c:v>
                </c:pt>
                <c:pt idx="839">
                  <c:v>44365</c:v>
                </c:pt>
                <c:pt idx="840">
                  <c:v>44368</c:v>
                </c:pt>
                <c:pt idx="841">
                  <c:v>44369</c:v>
                </c:pt>
                <c:pt idx="842">
                  <c:v>44370</c:v>
                </c:pt>
                <c:pt idx="843">
                  <c:v>44371</c:v>
                </c:pt>
                <c:pt idx="844">
                  <c:v>44372</c:v>
                </c:pt>
                <c:pt idx="845">
                  <c:v>44375</c:v>
                </c:pt>
                <c:pt idx="846">
                  <c:v>44376</c:v>
                </c:pt>
                <c:pt idx="847">
                  <c:v>44377</c:v>
                </c:pt>
                <c:pt idx="848">
                  <c:v>44378</c:v>
                </c:pt>
                <c:pt idx="849">
                  <c:v>44379</c:v>
                </c:pt>
                <c:pt idx="850">
                  <c:v>44382</c:v>
                </c:pt>
                <c:pt idx="851">
                  <c:v>44383</c:v>
                </c:pt>
                <c:pt idx="852">
                  <c:v>44384</c:v>
                </c:pt>
                <c:pt idx="853">
                  <c:v>44385</c:v>
                </c:pt>
                <c:pt idx="854">
                  <c:v>44386</c:v>
                </c:pt>
                <c:pt idx="855">
                  <c:v>44389</c:v>
                </c:pt>
                <c:pt idx="856">
                  <c:v>44390</c:v>
                </c:pt>
                <c:pt idx="857">
                  <c:v>44391</c:v>
                </c:pt>
                <c:pt idx="858">
                  <c:v>44392</c:v>
                </c:pt>
                <c:pt idx="859">
                  <c:v>44393</c:v>
                </c:pt>
                <c:pt idx="860">
                  <c:v>44396</c:v>
                </c:pt>
                <c:pt idx="861">
                  <c:v>44398</c:v>
                </c:pt>
                <c:pt idx="862">
                  <c:v>44399</c:v>
                </c:pt>
                <c:pt idx="863">
                  <c:v>44400</c:v>
                </c:pt>
                <c:pt idx="864">
                  <c:v>44403</c:v>
                </c:pt>
                <c:pt idx="865">
                  <c:v>44404</c:v>
                </c:pt>
                <c:pt idx="866">
                  <c:v>44405</c:v>
                </c:pt>
                <c:pt idx="867">
                  <c:v>44406</c:v>
                </c:pt>
                <c:pt idx="868">
                  <c:v>44407</c:v>
                </c:pt>
                <c:pt idx="869">
                  <c:v>44410</c:v>
                </c:pt>
                <c:pt idx="870">
                  <c:v>44411</c:v>
                </c:pt>
                <c:pt idx="871">
                  <c:v>44412</c:v>
                </c:pt>
                <c:pt idx="872">
                  <c:v>44413</c:v>
                </c:pt>
                <c:pt idx="873">
                  <c:v>44414</c:v>
                </c:pt>
                <c:pt idx="874">
                  <c:v>44417</c:v>
                </c:pt>
                <c:pt idx="875">
                  <c:v>44418</c:v>
                </c:pt>
                <c:pt idx="876">
                  <c:v>44420</c:v>
                </c:pt>
                <c:pt idx="877">
                  <c:v>44421</c:v>
                </c:pt>
                <c:pt idx="878">
                  <c:v>44424</c:v>
                </c:pt>
                <c:pt idx="879">
                  <c:v>44426</c:v>
                </c:pt>
                <c:pt idx="880">
                  <c:v>44427</c:v>
                </c:pt>
                <c:pt idx="881">
                  <c:v>44428</c:v>
                </c:pt>
                <c:pt idx="882">
                  <c:v>44431</c:v>
                </c:pt>
                <c:pt idx="883">
                  <c:v>44432</c:v>
                </c:pt>
                <c:pt idx="884">
                  <c:v>44433</c:v>
                </c:pt>
                <c:pt idx="885">
                  <c:v>44434</c:v>
                </c:pt>
                <c:pt idx="886">
                  <c:v>44435</c:v>
                </c:pt>
                <c:pt idx="887">
                  <c:v>44438</c:v>
                </c:pt>
                <c:pt idx="888">
                  <c:v>44439</c:v>
                </c:pt>
                <c:pt idx="889">
                  <c:v>44440</c:v>
                </c:pt>
                <c:pt idx="890">
                  <c:v>44441</c:v>
                </c:pt>
                <c:pt idx="891">
                  <c:v>44442</c:v>
                </c:pt>
                <c:pt idx="892">
                  <c:v>44445</c:v>
                </c:pt>
                <c:pt idx="893">
                  <c:v>44446</c:v>
                </c:pt>
                <c:pt idx="894">
                  <c:v>44447</c:v>
                </c:pt>
                <c:pt idx="895">
                  <c:v>44448</c:v>
                </c:pt>
                <c:pt idx="896">
                  <c:v>44449</c:v>
                </c:pt>
                <c:pt idx="897">
                  <c:v>44452</c:v>
                </c:pt>
                <c:pt idx="898">
                  <c:v>44453</c:v>
                </c:pt>
                <c:pt idx="899">
                  <c:v>44454</c:v>
                </c:pt>
                <c:pt idx="900">
                  <c:v>44455</c:v>
                </c:pt>
                <c:pt idx="901">
                  <c:v>44456</c:v>
                </c:pt>
                <c:pt idx="902">
                  <c:v>44459</c:v>
                </c:pt>
                <c:pt idx="903">
                  <c:v>44460</c:v>
                </c:pt>
                <c:pt idx="904">
                  <c:v>44461</c:v>
                </c:pt>
                <c:pt idx="905">
                  <c:v>44462</c:v>
                </c:pt>
                <c:pt idx="906">
                  <c:v>44463</c:v>
                </c:pt>
                <c:pt idx="907">
                  <c:v>44466</c:v>
                </c:pt>
                <c:pt idx="908">
                  <c:v>44467</c:v>
                </c:pt>
                <c:pt idx="909">
                  <c:v>44468</c:v>
                </c:pt>
                <c:pt idx="910">
                  <c:v>44469</c:v>
                </c:pt>
                <c:pt idx="911">
                  <c:v>44470</c:v>
                </c:pt>
                <c:pt idx="912">
                  <c:v>44473</c:v>
                </c:pt>
                <c:pt idx="913">
                  <c:v>44474</c:v>
                </c:pt>
                <c:pt idx="914">
                  <c:v>44475</c:v>
                </c:pt>
                <c:pt idx="915">
                  <c:v>44476</c:v>
                </c:pt>
                <c:pt idx="916">
                  <c:v>44477</c:v>
                </c:pt>
                <c:pt idx="917">
                  <c:v>44480</c:v>
                </c:pt>
                <c:pt idx="918">
                  <c:v>44481</c:v>
                </c:pt>
                <c:pt idx="919">
                  <c:v>44482</c:v>
                </c:pt>
                <c:pt idx="920">
                  <c:v>44483</c:v>
                </c:pt>
                <c:pt idx="921">
                  <c:v>44484</c:v>
                </c:pt>
                <c:pt idx="922">
                  <c:v>44487</c:v>
                </c:pt>
                <c:pt idx="923">
                  <c:v>44488</c:v>
                </c:pt>
                <c:pt idx="924">
                  <c:v>44490</c:v>
                </c:pt>
                <c:pt idx="925">
                  <c:v>44491</c:v>
                </c:pt>
                <c:pt idx="926">
                  <c:v>44494</c:v>
                </c:pt>
                <c:pt idx="927">
                  <c:v>44495</c:v>
                </c:pt>
                <c:pt idx="928">
                  <c:v>44496</c:v>
                </c:pt>
                <c:pt idx="929">
                  <c:v>44497</c:v>
                </c:pt>
                <c:pt idx="930">
                  <c:v>44498</c:v>
                </c:pt>
                <c:pt idx="931">
                  <c:v>44501</c:v>
                </c:pt>
                <c:pt idx="932">
                  <c:v>44502</c:v>
                </c:pt>
                <c:pt idx="933">
                  <c:v>44503</c:v>
                </c:pt>
                <c:pt idx="934">
                  <c:v>44504</c:v>
                </c:pt>
                <c:pt idx="935">
                  <c:v>44505</c:v>
                </c:pt>
                <c:pt idx="936">
                  <c:v>44508</c:v>
                </c:pt>
                <c:pt idx="937">
                  <c:v>44509</c:v>
                </c:pt>
                <c:pt idx="938">
                  <c:v>44510</c:v>
                </c:pt>
                <c:pt idx="939">
                  <c:v>44511</c:v>
                </c:pt>
                <c:pt idx="940">
                  <c:v>44512</c:v>
                </c:pt>
                <c:pt idx="941">
                  <c:v>44515</c:v>
                </c:pt>
                <c:pt idx="942">
                  <c:v>44516</c:v>
                </c:pt>
                <c:pt idx="943">
                  <c:v>44517</c:v>
                </c:pt>
                <c:pt idx="944">
                  <c:v>44518</c:v>
                </c:pt>
                <c:pt idx="945">
                  <c:v>44519</c:v>
                </c:pt>
                <c:pt idx="946">
                  <c:v>44522</c:v>
                </c:pt>
                <c:pt idx="947">
                  <c:v>44523</c:v>
                </c:pt>
                <c:pt idx="948">
                  <c:v>44524</c:v>
                </c:pt>
                <c:pt idx="949">
                  <c:v>44525</c:v>
                </c:pt>
                <c:pt idx="950">
                  <c:v>44526</c:v>
                </c:pt>
                <c:pt idx="951">
                  <c:v>44529</c:v>
                </c:pt>
                <c:pt idx="952">
                  <c:v>44530</c:v>
                </c:pt>
                <c:pt idx="953">
                  <c:v>44531</c:v>
                </c:pt>
                <c:pt idx="954">
                  <c:v>44532</c:v>
                </c:pt>
                <c:pt idx="955">
                  <c:v>44533</c:v>
                </c:pt>
                <c:pt idx="956">
                  <c:v>44536</c:v>
                </c:pt>
                <c:pt idx="957">
                  <c:v>44537</c:v>
                </c:pt>
                <c:pt idx="958">
                  <c:v>44538</c:v>
                </c:pt>
                <c:pt idx="959">
                  <c:v>44539</c:v>
                </c:pt>
                <c:pt idx="960">
                  <c:v>44540</c:v>
                </c:pt>
                <c:pt idx="961">
                  <c:v>44543</c:v>
                </c:pt>
                <c:pt idx="962">
                  <c:v>44544</c:v>
                </c:pt>
                <c:pt idx="963">
                  <c:v>44545</c:v>
                </c:pt>
                <c:pt idx="964">
                  <c:v>44546</c:v>
                </c:pt>
                <c:pt idx="965">
                  <c:v>44547</c:v>
                </c:pt>
                <c:pt idx="966">
                  <c:v>44550</c:v>
                </c:pt>
                <c:pt idx="967">
                  <c:v>44551</c:v>
                </c:pt>
                <c:pt idx="968">
                  <c:v>44552</c:v>
                </c:pt>
                <c:pt idx="969">
                  <c:v>44553</c:v>
                </c:pt>
                <c:pt idx="970">
                  <c:v>44554</c:v>
                </c:pt>
                <c:pt idx="971">
                  <c:v>44557</c:v>
                </c:pt>
                <c:pt idx="972">
                  <c:v>44558</c:v>
                </c:pt>
                <c:pt idx="973">
                  <c:v>44559</c:v>
                </c:pt>
                <c:pt idx="974">
                  <c:v>44560</c:v>
                </c:pt>
                <c:pt idx="975">
                  <c:v>44561</c:v>
                </c:pt>
                <c:pt idx="976">
                  <c:v>44564</c:v>
                </c:pt>
                <c:pt idx="977">
                  <c:v>44565</c:v>
                </c:pt>
                <c:pt idx="978">
                  <c:v>44566</c:v>
                </c:pt>
                <c:pt idx="979">
                  <c:v>44567</c:v>
                </c:pt>
                <c:pt idx="980">
                  <c:v>44568</c:v>
                </c:pt>
                <c:pt idx="981">
                  <c:v>44571</c:v>
                </c:pt>
                <c:pt idx="982">
                  <c:v>44572</c:v>
                </c:pt>
                <c:pt idx="983">
                  <c:v>44573</c:v>
                </c:pt>
                <c:pt idx="984">
                  <c:v>44574</c:v>
                </c:pt>
                <c:pt idx="985">
                  <c:v>44575</c:v>
                </c:pt>
                <c:pt idx="986">
                  <c:v>44578</c:v>
                </c:pt>
                <c:pt idx="987">
                  <c:v>44579</c:v>
                </c:pt>
                <c:pt idx="988">
                  <c:v>44580</c:v>
                </c:pt>
                <c:pt idx="989">
                  <c:v>44581</c:v>
                </c:pt>
                <c:pt idx="990">
                  <c:v>44582</c:v>
                </c:pt>
                <c:pt idx="991">
                  <c:v>44585</c:v>
                </c:pt>
                <c:pt idx="992">
                  <c:v>44586</c:v>
                </c:pt>
                <c:pt idx="993">
                  <c:v>44587</c:v>
                </c:pt>
                <c:pt idx="994">
                  <c:v>44588</c:v>
                </c:pt>
                <c:pt idx="995">
                  <c:v>44589</c:v>
                </c:pt>
                <c:pt idx="996">
                  <c:v>44592</c:v>
                </c:pt>
                <c:pt idx="997">
                  <c:v>44594</c:v>
                </c:pt>
                <c:pt idx="998">
                  <c:v>44595</c:v>
                </c:pt>
                <c:pt idx="999">
                  <c:v>44596</c:v>
                </c:pt>
                <c:pt idx="1000">
                  <c:v>44599</c:v>
                </c:pt>
                <c:pt idx="1001">
                  <c:v>44600</c:v>
                </c:pt>
                <c:pt idx="1002">
                  <c:v>44601</c:v>
                </c:pt>
                <c:pt idx="1003">
                  <c:v>44602</c:v>
                </c:pt>
                <c:pt idx="1004">
                  <c:v>44603</c:v>
                </c:pt>
                <c:pt idx="1005">
                  <c:v>44606</c:v>
                </c:pt>
                <c:pt idx="1006">
                  <c:v>44607</c:v>
                </c:pt>
                <c:pt idx="1007">
                  <c:v>44608</c:v>
                </c:pt>
                <c:pt idx="1008">
                  <c:v>44609</c:v>
                </c:pt>
                <c:pt idx="1009">
                  <c:v>44610</c:v>
                </c:pt>
                <c:pt idx="1010">
                  <c:v>44613</c:v>
                </c:pt>
                <c:pt idx="1011">
                  <c:v>44614</c:v>
                </c:pt>
                <c:pt idx="1012">
                  <c:v>44615</c:v>
                </c:pt>
                <c:pt idx="1013">
                  <c:v>44616</c:v>
                </c:pt>
                <c:pt idx="1014">
                  <c:v>44617</c:v>
                </c:pt>
                <c:pt idx="1015">
                  <c:v>44621</c:v>
                </c:pt>
                <c:pt idx="1016">
                  <c:v>44622</c:v>
                </c:pt>
                <c:pt idx="1017">
                  <c:v>44624</c:v>
                </c:pt>
                <c:pt idx="1018">
                  <c:v>44627</c:v>
                </c:pt>
                <c:pt idx="1019">
                  <c:v>44628</c:v>
                </c:pt>
                <c:pt idx="1020">
                  <c:v>44629</c:v>
                </c:pt>
                <c:pt idx="1021">
                  <c:v>44630</c:v>
                </c:pt>
                <c:pt idx="1022">
                  <c:v>44631</c:v>
                </c:pt>
                <c:pt idx="1023">
                  <c:v>44634</c:v>
                </c:pt>
                <c:pt idx="1024">
                  <c:v>44635</c:v>
                </c:pt>
                <c:pt idx="1025">
                  <c:v>44636</c:v>
                </c:pt>
                <c:pt idx="1026">
                  <c:v>44637</c:v>
                </c:pt>
                <c:pt idx="1027">
                  <c:v>44638</c:v>
                </c:pt>
                <c:pt idx="1028">
                  <c:v>44641</c:v>
                </c:pt>
                <c:pt idx="1029">
                  <c:v>44642</c:v>
                </c:pt>
                <c:pt idx="1030">
                  <c:v>44643</c:v>
                </c:pt>
                <c:pt idx="1031">
                  <c:v>44644</c:v>
                </c:pt>
                <c:pt idx="1032">
                  <c:v>44645</c:v>
                </c:pt>
                <c:pt idx="1033">
                  <c:v>44648</c:v>
                </c:pt>
                <c:pt idx="1034">
                  <c:v>44649</c:v>
                </c:pt>
                <c:pt idx="1035">
                  <c:v>44650</c:v>
                </c:pt>
                <c:pt idx="1036">
                  <c:v>44651</c:v>
                </c:pt>
                <c:pt idx="1037">
                  <c:v>44652</c:v>
                </c:pt>
                <c:pt idx="1038">
                  <c:v>44655</c:v>
                </c:pt>
                <c:pt idx="1039">
                  <c:v>44656</c:v>
                </c:pt>
                <c:pt idx="1040">
                  <c:v>44657</c:v>
                </c:pt>
                <c:pt idx="1041">
                  <c:v>44658</c:v>
                </c:pt>
                <c:pt idx="1042">
                  <c:v>44659</c:v>
                </c:pt>
                <c:pt idx="1043">
                  <c:v>44662</c:v>
                </c:pt>
                <c:pt idx="1044">
                  <c:v>44663</c:v>
                </c:pt>
                <c:pt idx="1045">
                  <c:v>44664</c:v>
                </c:pt>
                <c:pt idx="1046">
                  <c:v>44665</c:v>
                </c:pt>
                <c:pt idx="1047">
                  <c:v>44669</c:v>
                </c:pt>
                <c:pt idx="1048">
                  <c:v>44670</c:v>
                </c:pt>
                <c:pt idx="1049">
                  <c:v>44671</c:v>
                </c:pt>
                <c:pt idx="1050">
                  <c:v>44672</c:v>
                </c:pt>
                <c:pt idx="1051">
                  <c:v>44673</c:v>
                </c:pt>
                <c:pt idx="1052">
                  <c:v>44676</c:v>
                </c:pt>
                <c:pt idx="1053">
                  <c:v>44677</c:v>
                </c:pt>
                <c:pt idx="1054">
                  <c:v>44678</c:v>
                </c:pt>
                <c:pt idx="1055">
                  <c:v>44679</c:v>
                </c:pt>
                <c:pt idx="1056">
                  <c:v>44690</c:v>
                </c:pt>
                <c:pt idx="1057">
                  <c:v>44691</c:v>
                </c:pt>
                <c:pt idx="1058">
                  <c:v>44692</c:v>
                </c:pt>
                <c:pt idx="1059">
                  <c:v>44693</c:v>
                </c:pt>
                <c:pt idx="1060">
                  <c:v>44694</c:v>
                </c:pt>
                <c:pt idx="1061">
                  <c:v>44698</c:v>
                </c:pt>
                <c:pt idx="1062">
                  <c:v>44699</c:v>
                </c:pt>
                <c:pt idx="1063">
                  <c:v>44700</c:v>
                </c:pt>
                <c:pt idx="1064">
                  <c:v>44701</c:v>
                </c:pt>
                <c:pt idx="1065">
                  <c:v>44704</c:v>
                </c:pt>
                <c:pt idx="1066">
                  <c:v>44705</c:v>
                </c:pt>
                <c:pt idx="1067">
                  <c:v>44706</c:v>
                </c:pt>
                <c:pt idx="1068">
                  <c:v>44708</c:v>
                </c:pt>
                <c:pt idx="1069">
                  <c:v>44711</c:v>
                </c:pt>
                <c:pt idx="1070">
                  <c:v>44712</c:v>
                </c:pt>
                <c:pt idx="1071">
                  <c:v>44714</c:v>
                </c:pt>
                <c:pt idx="1072">
                  <c:v>44715</c:v>
                </c:pt>
                <c:pt idx="1073">
                  <c:v>44718</c:v>
                </c:pt>
                <c:pt idx="1074">
                  <c:v>44719</c:v>
                </c:pt>
                <c:pt idx="1075">
                  <c:v>44720</c:v>
                </c:pt>
                <c:pt idx="1076">
                  <c:v>44721</c:v>
                </c:pt>
                <c:pt idx="1077">
                  <c:v>44722</c:v>
                </c:pt>
                <c:pt idx="1078">
                  <c:v>44725</c:v>
                </c:pt>
                <c:pt idx="1079">
                  <c:v>44726</c:v>
                </c:pt>
                <c:pt idx="1080">
                  <c:v>44727</c:v>
                </c:pt>
                <c:pt idx="1081">
                  <c:v>44728</c:v>
                </c:pt>
                <c:pt idx="1082">
                  <c:v>44729</c:v>
                </c:pt>
                <c:pt idx="1083">
                  <c:v>44732</c:v>
                </c:pt>
                <c:pt idx="1084">
                  <c:v>44733</c:v>
                </c:pt>
                <c:pt idx="1085">
                  <c:v>44734</c:v>
                </c:pt>
                <c:pt idx="1086">
                  <c:v>44735</c:v>
                </c:pt>
                <c:pt idx="1087">
                  <c:v>44736</c:v>
                </c:pt>
                <c:pt idx="1088">
                  <c:v>44739</c:v>
                </c:pt>
                <c:pt idx="1089">
                  <c:v>44740</c:v>
                </c:pt>
                <c:pt idx="1090">
                  <c:v>44741</c:v>
                </c:pt>
                <c:pt idx="1091">
                  <c:v>44742</c:v>
                </c:pt>
                <c:pt idx="1092">
                  <c:v>44743</c:v>
                </c:pt>
                <c:pt idx="1093">
                  <c:v>44746</c:v>
                </c:pt>
                <c:pt idx="1094">
                  <c:v>44747</c:v>
                </c:pt>
                <c:pt idx="1095">
                  <c:v>44748</c:v>
                </c:pt>
                <c:pt idx="1096">
                  <c:v>44749</c:v>
                </c:pt>
                <c:pt idx="1097">
                  <c:v>44750</c:v>
                </c:pt>
                <c:pt idx="1098">
                  <c:v>44753</c:v>
                </c:pt>
                <c:pt idx="1099">
                  <c:v>44754</c:v>
                </c:pt>
                <c:pt idx="1100">
                  <c:v>44755</c:v>
                </c:pt>
                <c:pt idx="1101">
                  <c:v>44756</c:v>
                </c:pt>
                <c:pt idx="1102">
                  <c:v>44757</c:v>
                </c:pt>
                <c:pt idx="1103">
                  <c:v>44760</c:v>
                </c:pt>
                <c:pt idx="1104">
                  <c:v>44761</c:v>
                </c:pt>
                <c:pt idx="1105">
                  <c:v>44762</c:v>
                </c:pt>
                <c:pt idx="1106">
                  <c:v>44763</c:v>
                </c:pt>
                <c:pt idx="1107">
                  <c:v>44764</c:v>
                </c:pt>
                <c:pt idx="1108">
                  <c:v>44767</c:v>
                </c:pt>
                <c:pt idx="1109">
                  <c:v>44768</c:v>
                </c:pt>
                <c:pt idx="1110">
                  <c:v>44769</c:v>
                </c:pt>
                <c:pt idx="1111">
                  <c:v>44770</c:v>
                </c:pt>
                <c:pt idx="1112">
                  <c:v>44771</c:v>
                </c:pt>
                <c:pt idx="1113">
                  <c:v>44774</c:v>
                </c:pt>
                <c:pt idx="1114">
                  <c:v>44775</c:v>
                </c:pt>
                <c:pt idx="1115">
                  <c:v>44776</c:v>
                </c:pt>
                <c:pt idx="1116">
                  <c:v>44777</c:v>
                </c:pt>
                <c:pt idx="1117">
                  <c:v>44778</c:v>
                </c:pt>
                <c:pt idx="1118">
                  <c:v>44781</c:v>
                </c:pt>
                <c:pt idx="1119">
                  <c:v>44782</c:v>
                </c:pt>
                <c:pt idx="1120">
                  <c:v>44783</c:v>
                </c:pt>
                <c:pt idx="1121">
                  <c:v>44784</c:v>
                </c:pt>
                <c:pt idx="1122">
                  <c:v>44785</c:v>
                </c:pt>
                <c:pt idx="1123">
                  <c:v>44788</c:v>
                </c:pt>
                <c:pt idx="1124">
                  <c:v>44789</c:v>
                </c:pt>
                <c:pt idx="1125">
                  <c:v>44791</c:v>
                </c:pt>
                <c:pt idx="1126">
                  <c:v>44792</c:v>
                </c:pt>
                <c:pt idx="1127">
                  <c:v>44795</c:v>
                </c:pt>
                <c:pt idx="1128">
                  <c:v>44796</c:v>
                </c:pt>
                <c:pt idx="1129">
                  <c:v>44797</c:v>
                </c:pt>
                <c:pt idx="1130">
                  <c:v>44798</c:v>
                </c:pt>
                <c:pt idx="1131">
                  <c:v>44799</c:v>
                </c:pt>
                <c:pt idx="1132">
                  <c:v>44802</c:v>
                </c:pt>
                <c:pt idx="1133">
                  <c:v>44803</c:v>
                </c:pt>
                <c:pt idx="1134">
                  <c:v>44804</c:v>
                </c:pt>
                <c:pt idx="1135">
                  <c:v>44805</c:v>
                </c:pt>
                <c:pt idx="1136">
                  <c:v>44806</c:v>
                </c:pt>
                <c:pt idx="1137">
                  <c:v>44809</c:v>
                </c:pt>
                <c:pt idx="1138">
                  <c:v>44810</c:v>
                </c:pt>
                <c:pt idx="1139">
                  <c:v>44811</c:v>
                </c:pt>
                <c:pt idx="1140">
                  <c:v>44812</c:v>
                </c:pt>
                <c:pt idx="1141">
                  <c:v>44813</c:v>
                </c:pt>
                <c:pt idx="1142">
                  <c:v>44816</c:v>
                </c:pt>
                <c:pt idx="1143">
                  <c:v>44817</c:v>
                </c:pt>
                <c:pt idx="1144">
                  <c:v>44818</c:v>
                </c:pt>
                <c:pt idx="1145">
                  <c:v>44819</c:v>
                </c:pt>
                <c:pt idx="1146">
                  <c:v>44820</c:v>
                </c:pt>
                <c:pt idx="1147">
                  <c:v>44823</c:v>
                </c:pt>
                <c:pt idx="1148">
                  <c:v>44824</c:v>
                </c:pt>
                <c:pt idx="1149">
                  <c:v>44825</c:v>
                </c:pt>
                <c:pt idx="1150">
                  <c:v>44826</c:v>
                </c:pt>
                <c:pt idx="1151">
                  <c:v>44827</c:v>
                </c:pt>
                <c:pt idx="1152">
                  <c:v>44830</c:v>
                </c:pt>
                <c:pt idx="1153">
                  <c:v>44831</c:v>
                </c:pt>
                <c:pt idx="1154">
                  <c:v>44832</c:v>
                </c:pt>
                <c:pt idx="1155">
                  <c:v>44833</c:v>
                </c:pt>
                <c:pt idx="1156">
                  <c:v>44834</c:v>
                </c:pt>
                <c:pt idx="1157">
                  <c:v>44837</c:v>
                </c:pt>
                <c:pt idx="1158">
                  <c:v>44838</c:v>
                </c:pt>
                <c:pt idx="1159">
                  <c:v>44839</c:v>
                </c:pt>
                <c:pt idx="1160">
                  <c:v>44840</c:v>
                </c:pt>
                <c:pt idx="1161">
                  <c:v>44841</c:v>
                </c:pt>
                <c:pt idx="1162">
                  <c:v>44844</c:v>
                </c:pt>
                <c:pt idx="1163">
                  <c:v>44845</c:v>
                </c:pt>
                <c:pt idx="1164">
                  <c:v>44846</c:v>
                </c:pt>
                <c:pt idx="1165">
                  <c:v>44847</c:v>
                </c:pt>
                <c:pt idx="1166">
                  <c:v>44848</c:v>
                </c:pt>
                <c:pt idx="1167">
                  <c:v>44851</c:v>
                </c:pt>
                <c:pt idx="1168">
                  <c:v>44852</c:v>
                </c:pt>
                <c:pt idx="1169">
                  <c:v>44853</c:v>
                </c:pt>
                <c:pt idx="1170">
                  <c:v>44854</c:v>
                </c:pt>
                <c:pt idx="1171">
                  <c:v>44855</c:v>
                </c:pt>
                <c:pt idx="1172">
                  <c:v>44858</c:v>
                </c:pt>
                <c:pt idx="1173">
                  <c:v>44859</c:v>
                </c:pt>
                <c:pt idx="1174">
                  <c:v>44860</c:v>
                </c:pt>
                <c:pt idx="1175">
                  <c:v>44861</c:v>
                </c:pt>
                <c:pt idx="1176">
                  <c:v>44862</c:v>
                </c:pt>
                <c:pt idx="1177">
                  <c:v>44865</c:v>
                </c:pt>
                <c:pt idx="1178">
                  <c:v>44866</c:v>
                </c:pt>
                <c:pt idx="1179">
                  <c:v>44867</c:v>
                </c:pt>
                <c:pt idx="1180">
                  <c:v>44868</c:v>
                </c:pt>
                <c:pt idx="1181">
                  <c:v>44869</c:v>
                </c:pt>
                <c:pt idx="1182">
                  <c:v>44872</c:v>
                </c:pt>
                <c:pt idx="1183">
                  <c:v>44873</c:v>
                </c:pt>
                <c:pt idx="1184">
                  <c:v>44874</c:v>
                </c:pt>
                <c:pt idx="1185">
                  <c:v>44875</c:v>
                </c:pt>
                <c:pt idx="1186">
                  <c:v>44876</c:v>
                </c:pt>
                <c:pt idx="1187">
                  <c:v>44879</c:v>
                </c:pt>
                <c:pt idx="1188">
                  <c:v>44880</c:v>
                </c:pt>
                <c:pt idx="1189">
                  <c:v>44881</c:v>
                </c:pt>
                <c:pt idx="1190">
                  <c:v>44882</c:v>
                </c:pt>
                <c:pt idx="1191">
                  <c:v>44883</c:v>
                </c:pt>
                <c:pt idx="1192">
                  <c:v>44886</c:v>
                </c:pt>
                <c:pt idx="1193">
                  <c:v>44887</c:v>
                </c:pt>
                <c:pt idx="1194">
                  <c:v>44888</c:v>
                </c:pt>
                <c:pt idx="1195">
                  <c:v>44889</c:v>
                </c:pt>
                <c:pt idx="1196">
                  <c:v>44890</c:v>
                </c:pt>
                <c:pt idx="1197">
                  <c:v>44893</c:v>
                </c:pt>
                <c:pt idx="1198">
                  <c:v>44894</c:v>
                </c:pt>
                <c:pt idx="1199">
                  <c:v>44895</c:v>
                </c:pt>
                <c:pt idx="1200">
                  <c:v>44896</c:v>
                </c:pt>
                <c:pt idx="1201">
                  <c:v>44897</c:v>
                </c:pt>
                <c:pt idx="1202">
                  <c:v>44900</c:v>
                </c:pt>
                <c:pt idx="1203">
                  <c:v>44901</c:v>
                </c:pt>
                <c:pt idx="1204">
                  <c:v>44902</c:v>
                </c:pt>
                <c:pt idx="1205">
                  <c:v>44903</c:v>
                </c:pt>
                <c:pt idx="1206">
                  <c:v>44904</c:v>
                </c:pt>
                <c:pt idx="1207">
                  <c:v>44907</c:v>
                </c:pt>
                <c:pt idx="1208">
                  <c:v>44908</c:v>
                </c:pt>
                <c:pt idx="1209">
                  <c:v>44909</c:v>
                </c:pt>
                <c:pt idx="1210">
                  <c:v>44910</c:v>
                </c:pt>
                <c:pt idx="1211">
                  <c:v>44911</c:v>
                </c:pt>
                <c:pt idx="1212">
                  <c:v>44914</c:v>
                </c:pt>
                <c:pt idx="1213">
                  <c:v>44915</c:v>
                </c:pt>
                <c:pt idx="1214">
                  <c:v>44916</c:v>
                </c:pt>
                <c:pt idx="1215">
                  <c:v>44917</c:v>
                </c:pt>
                <c:pt idx="1216">
                  <c:v>44918</c:v>
                </c:pt>
                <c:pt idx="1217">
                  <c:v>44921</c:v>
                </c:pt>
                <c:pt idx="1218">
                  <c:v>44922</c:v>
                </c:pt>
                <c:pt idx="1219">
                  <c:v>44923</c:v>
                </c:pt>
                <c:pt idx="1220">
                  <c:v>44924</c:v>
                </c:pt>
                <c:pt idx="1221">
                  <c:v>44925</c:v>
                </c:pt>
                <c:pt idx="1222">
                  <c:v>44928</c:v>
                </c:pt>
                <c:pt idx="1223">
                  <c:v>44929</c:v>
                </c:pt>
                <c:pt idx="1224">
                  <c:v>44930</c:v>
                </c:pt>
                <c:pt idx="1225">
                  <c:v>44931</c:v>
                </c:pt>
                <c:pt idx="1226">
                  <c:v>44932</c:v>
                </c:pt>
                <c:pt idx="1227">
                  <c:v>44935</c:v>
                </c:pt>
                <c:pt idx="1228">
                  <c:v>44936</c:v>
                </c:pt>
                <c:pt idx="1229">
                  <c:v>44937</c:v>
                </c:pt>
                <c:pt idx="1230">
                  <c:v>44938</c:v>
                </c:pt>
                <c:pt idx="1231">
                  <c:v>44939</c:v>
                </c:pt>
                <c:pt idx="1232">
                  <c:v>44942</c:v>
                </c:pt>
                <c:pt idx="1233">
                  <c:v>44943</c:v>
                </c:pt>
                <c:pt idx="1234">
                  <c:v>44944</c:v>
                </c:pt>
                <c:pt idx="1235">
                  <c:v>44945</c:v>
                </c:pt>
                <c:pt idx="1236">
                  <c:v>44946</c:v>
                </c:pt>
                <c:pt idx="1237">
                  <c:v>44950</c:v>
                </c:pt>
                <c:pt idx="1238">
                  <c:v>44951</c:v>
                </c:pt>
                <c:pt idx="1239">
                  <c:v>44952</c:v>
                </c:pt>
                <c:pt idx="1240">
                  <c:v>44953</c:v>
                </c:pt>
                <c:pt idx="1241">
                  <c:v>44956</c:v>
                </c:pt>
                <c:pt idx="1242">
                  <c:v>44957</c:v>
                </c:pt>
                <c:pt idx="1243">
                  <c:v>44958</c:v>
                </c:pt>
                <c:pt idx="1244">
                  <c:v>44959</c:v>
                </c:pt>
                <c:pt idx="1245">
                  <c:v>44960</c:v>
                </c:pt>
                <c:pt idx="1246">
                  <c:v>44963</c:v>
                </c:pt>
                <c:pt idx="1247">
                  <c:v>44964</c:v>
                </c:pt>
                <c:pt idx="1248">
                  <c:v>44965</c:v>
                </c:pt>
                <c:pt idx="1249">
                  <c:v>44966</c:v>
                </c:pt>
                <c:pt idx="1250">
                  <c:v>44967</c:v>
                </c:pt>
                <c:pt idx="1251">
                  <c:v>44970</c:v>
                </c:pt>
                <c:pt idx="1252">
                  <c:v>44971</c:v>
                </c:pt>
                <c:pt idx="1253">
                  <c:v>44972</c:v>
                </c:pt>
                <c:pt idx="1254">
                  <c:v>44973</c:v>
                </c:pt>
                <c:pt idx="1255">
                  <c:v>44974</c:v>
                </c:pt>
                <c:pt idx="1256">
                  <c:v>44977</c:v>
                </c:pt>
                <c:pt idx="1257">
                  <c:v>44978</c:v>
                </c:pt>
                <c:pt idx="1258">
                  <c:v>44979</c:v>
                </c:pt>
                <c:pt idx="1259">
                  <c:v>44980</c:v>
                </c:pt>
                <c:pt idx="1260">
                  <c:v>44981</c:v>
                </c:pt>
                <c:pt idx="1261">
                  <c:v>44984</c:v>
                </c:pt>
                <c:pt idx="1262">
                  <c:v>44985</c:v>
                </c:pt>
                <c:pt idx="1263">
                  <c:v>44986</c:v>
                </c:pt>
                <c:pt idx="1264">
                  <c:v>44987</c:v>
                </c:pt>
                <c:pt idx="1265">
                  <c:v>44988</c:v>
                </c:pt>
                <c:pt idx="1266">
                  <c:v>44991</c:v>
                </c:pt>
                <c:pt idx="1267">
                  <c:v>44992</c:v>
                </c:pt>
                <c:pt idx="1268">
                  <c:v>44993</c:v>
                </c:pt>
                <c:pt idx="1269">
                  <c:v>44994</c:v>
                </c:pt>
                <c:pt idx="1270">
                  <c:v>44995</c:v>
                </c:pt>
                <c:pt idx="1271">
                  <c:v>44998</c:v>
                </c:pt>
                <c:pt idx="1272">
                  <c:v>44999</c:v>
                </c:pt>
                <c:pt idx="1273">
                  <c:v>45000</c:v>
                </c:pt>
                <c:pt idx="1274">
                  <c:v>45001</c:v>
                </c:pt>
                <c:pt idx="1275">
                  <c:v>45002</c:v>
                </c:pt>
                <c:pt idx="1276">
                  <c:v>45005</c:v>
                </c:pt>
                <c:pt idx="1277">
                  <c:v>45006</c:v>
                </c:pt>
                <c:pt idx="1278">
                  <c:v>45009</c:v>
                </c:pt>
                <c:pt idx="1279">
                  <c:v>45012</c:v>
                </c:pt>
                <c:pt idx="1280">
                  <c:v>45013</c:v>
                </c:pt>
                <c:pt idx="1281">
                  <c:v>45014</c:v>
                </c:pt>
                <c:pt idx="1282">
                  <c:v>45015</c:v>
                </c:pt>
                <c:pt idx="1283">
                  <c:v>45016</c:v>
                </c:pt>
                <c:pt idx="1284">
                  <c:v>45019</c:v>
                </c:pt>
                <c:pt idx="1285">
                  <c:v>45020</c:v>
                </c:pt>
                <c:pt idx="1286">
                  <c:v>45021</c:v>
                </c:pt>
                <c:pt idx="1287">
                  <c:v>45022</c:v>
                </c:pt>
                <c:pt idx="1288">
                  <c:v>45026</c:v>
                </c:pt>
                <c:pt idx="1289">
                  <c:v>45027</c:v>
                </c:pt>
                <c:pt idx="1290">
                  <c:v>45028</c:v>
                </c:pt>
                <c:pt idx="1291">
                  <c:v>45029</c:v>
                </c:pt>
                <c:pt idx="1292">
                  <c:v>45030</c:v>
                </c:pt>
                <c:pt idx="1293">
                  <c:v>45033</c:v>
                </c:pt>
                <c:pt idx="1294">
                  <c:v>45034</c:v>
                </c:pt>
                <c:pt idx="1295">
                  <c:v>45042</c:v>
                </c:pt>
                <c:pt idx="1296">
                  <c:v>45043</c:v>
                </c:pt>
                <c:pt idx="1297">
                  <c:v>45044</c:v>
                </c:pt>
                <c:pt idx="1298">
                  <c:v>45048</c:v>
                </c:pt>
                <c:pt idx="1299">
                  <c:v>45049</c:v>
                </c:pt>
                <c:pt idx="1300">
                  <c:v>45050</c:v>
                </c:pt>
                <c:pt idx="1301">
                  <c:v>45051</c:v>
                </c:pt>
                <c:pt idx="1302">
                  <c:v>45054</c:v>
                </c:pt>
                <c:pt idx="1303">
                  <c:v>45055</c:v>
                </c:pt>
                <c:pt idx="1304">
                  <c:v>45056</c:v>
                </c:pt>
                <c:pt idx="1305">
                  <c:v>45057</c:v>
                </c:pt>
                <c:pt idx="1306">
                  <c:v>45058</c:v>
                </c:pt>
                <c:pt idx="1307">
                  <c:v>45061</c:v>
                </c:pt>
                <c:pt idx="1308">
                  <c:v>45062</c:v>
                </c:pt>
                <c:pt idx="1309">
                  <c:v>45063</c:v>
                </c:pt>
                <c:pt idx="1310">
                  <c:v>45065</c:v>
                </c:pt>
                <c:pt idx="1311">
                  <c:v>45068</c:v>
                </c:pt>
                <c:pt idx="1312">
                  <c:v>45069</c:v>
                </c:pt>
                <c:pt idx="1313">
                  <c:v>45070</c:v>
                </c:pt>
                <c:pt idx="1314">
                  <c:v>45071</c:v>
                </c:pt>
                <c:pt idx="1315">
                  <c:v>45072</c:v>
                </c:pt>
                <c:pt idx="1316">
                  <c:v>45075</c:v>
                </c:pt>
                <c:pt idx="1317">
                  <c:v>45076</c:v>
                </c:pt>
                <c:pt idx="1318">
                  <c:v>45077</c:v>
                </c:pt>
                <c:pt idx="1319">
                  <c:v>45082</c:v>
                </c:pt>
                <c:pt idx="1320">
                  <c:v>45083</c:v>
                </c:pt>
                <c:pt idx="1321">
                  <c:v>45084</c:v>
                </c:pt>
                <c:pt idx="1322">
                  <c:v>45085</c:v>
                </c:pt>
                <c:pt idx="1323">
                  <c:v>45086</c:v>
                </c:pt>
                <c:pt idx="1324">
                  <c:v>45089</c:v>
                </c:pt>
                <c:pt idx="1325">
                  <c:v>45090</c:v>
                </c:pt>
                <c:pt idx="1326">
                  <c:v>45091</c:v>
                </c:pt>
                <c:pt idx="1327">
                  <c:v>45092</c:v>
                </c:pt>
                <c:pt idx="1328">
                  <c:v>45093</c:v>
                </c:pt>
                <c:pt idx="1329">
                  <c:v>45096</c:v>
                </c:pt>
                <c:pt idx="1330">
                  <c:v>45097</c:v>
                </c:pt>
                <c:pt idx="1331">
                  <c:v>45098</c:v>
                </c:pt>
                <c:pt idx="1332">
                  <c:v>45099</c:v>
                </c:pt>
                <c:pt idx="1333">
                  <c:v>45100</c:v>
                </c:pt>
                <c:pt idx="1334">
                  <c:v>45103</c:v>
                </c:pt>
                <c:pt idx="1335">
                  <c:v>45104</c:v>
                </c:pt>
                <c:pt idx="1336">
                  <c:v>45110</c:v>
                </c:pt>
                <c:pt idx="1337">
                  <c:v>45111</c:v>
                </c:pt>
                <c:pt idx="1338">
                  <c:v>45112</c:v>
                </c:pt>
                <c:pt idx="1339">
                  <c:v>45113</c:v>
                </c:pt>
                <c:pt idx="1340">
                  <c:v>45114</c:v>
                </c:pt>
                <c:pt idx="1341">
                  <c:v>45117</c:v>
                </c:pt>
                <c:pt idx="1342">
                  <c:v>45118</c:v>
                </c:pt>
                <c:pt idx="1343">
                  <c:v>45119</c:v>
                </c:pt>
                <c:pt idx="1344">
                  <c:v>45120</c:v>
                </c:pt>
                <c:pt idx="1345">
                  <c:v>45121</c:v>
                </c:pt>
                <c:pt idx="1346">
                  <c:v>45124</c:v>
                </c:pt>
                <c:pt idx="1347">
                  <c:v>45125</c:v>
                </c:pt>
                <c:pt idx="1348">
                  <c:v>45127</c:v>
                </c:pt>
                <c:pt idx="1349">
                  <c:v>45128</c:v>
                </c:pt>
                <c:pt idx="1350">
                  <c:v>45131</c:v>
                </c:pt>
                <c:pt idx="1351">
                  <c:v>45132</c:v>
                </c:pt>
                <c:pt idx="1352">
                  <c:v>45133</c:v>
                </c:pt>
                <c:pt idx="1353">
                  <c:v>45134</c:v>
                </c:pt>
                <c:pt idx="1354">
                  <c:v>45135</c:v>
                </c:pt>
                <c:pt idx="1355">
                  <c:v>45138</c:v>
                </c:pt>
                <c:pt idx="1356">
                  <c:v>45139</c:v>
                </c:pt>
                <c:pt idx="1357">
                  <c:v>45140</c:v>
                </c:pt>
                <c:pt idx="1358">
                  <c:v>45141</c:v>
                </c:pt>
                <c:pt idx="1359">
                  <c:v>45142</c:v>
                </c:pt>
                <c:pt idx="1360">
                  <c:v>45145</c:v>
                </c:pt>
                <c:pt idx="1361">
                  <c:v>45146</c:v>
                </c:pt>
                <c:pt idx="1362">
                  <c:v>45147</c:v>
                </c:pt>
                <c:pt idx="1363">
                  <c:v>45148</c:v>
                </c:pt>
                <c:pt idx="1364">
                  <c:v>45149</c:v>
                </c:pt>
                <c:pt idx="1365">
                  <c:v>45152</c:v>
                </c:pt>
                <c:pt idx="1366">
                  <c:v>45153</c:v>
                </c:pt>
                <c:pt idx="1367">
                  <c:v>45154</c:v>
                </c:pt>
                <c:pt idx="1368">
                  <c:v>45156</c:v>
                </c:pt>
                <c:pt idx="1369">
                  <c:v>45159</c:v>
                </c:pt>
                <c:pt idx="1370">
                  <c:v>45160</c:v>
                </c:pt>
                <c:pt idx="1371">
                  <c:v>45161</c:v>
                </c:pt>
                <c:pt idx="1372">
                  <c:v>45162</c:v>
                </c:pt>
                <c:pt idx="1373">
                  <c:v>45163</c:v>
                </c:pt>
                <c:pt idx="1374">
                  <c:v>45166</c:v>
                </c:pt>
                <c:pt idx="1375">
                  <c:v>45167</c:v>
                </c:pt>
                <c:pt idx="1376">
                  <c:v>45168</c:v>
                </c:pt>
                <c:pt idx="1377">
                  <c:v>45169</c:v>
                </c:pt>
                <c:pt idx="1378">
                  <c:v>45170</c:v>
                </c:pt>
                <c:pt idx="1379">
                  <c:v>45173</c:v>
                </c:pt>
                <c:pt idx="1380">
                  <c:v>45174</c:v>
                </c:pt>
                <c:pt idx="1381">
                  <c:v>45175</c:v>
                </c:pt>
                <c:pt idx="1382">
                  <c:v>45176</c:v>
                </c:pt>
                <c:pt idx="1383">
                  <c:v>45177</c:v>
                </c:pt>
                <c:pt idx="1384">
                  <c:v>45180</c:v>
                </c:pt>
                <c:pt idx="1385">
                  <c:v>45181</c:v>
                </c:pt>
                <c:pt idx="1386">
                  <c:v>45182</c:v>
                </c:pt>
                <c:pt idx="1387">
                  <c:v>45183</c:v>
                </c:pt>
                <c:pt idx="1388">
                  <c:v>45184</c:v>
                </c:pt>
                <c:pt idx="1389">
                  <c:v>45187</c:v>
                </c:pt>
                <c:pt idx="1390">
                  <c:v>45188</c:v>
                </c:pt>
                <c:pt idx="1391">
                  <c:v>45189</c:v>
                </c:pt>
                <c:pt idx="1392">
                  <c:v>45190</c:v>
                </c:pt>
                <c:pt idx="1393">
                  <c:v>45191</c:v>
                </c:pt>
                <c:pt idx="1394">
                  <c:v>45194</c:v>
                </c:pt>
                <c:pt idx="1395">
                  <c:v>45195</c:v>
                </c:pt>
                <c:pt idx="1396">
                  <c:v>45196</c:v>
                </c:pt>
                <c:pt idx="1397">
                  <c:v>45198</c:v>
                </c:pt>
                <c:pt idx="1398">
                  <c:v>45201</c:v>
                </c:pt>
                <c:pt idx="1399">
                  <c:v>45202</c:v>
                </c:pt>
                <c:pt idx="1400">
                  <c:v>45203</c:v>
                </c:pt>
                <c:pt idx="1401">
                  <c:v>45204</c:v>
                </c:pt>
                <c:pt idx="1402">
                  <c:v>45205</c:v>
                </c:pt>
                <c:pt idx="1403">
                  <c:v>45208</c:v>
                </c:pt>
                <c:pt idx="1404">
                  <c:v>45209</c:v>
                </c:pt>
                <c:pt idx="1405">
                  <c:v>45210</c:v>
                </c:pt>
                <c:pt idx="1406">
                  <c:v>45211</c:v>
                </c:pt>
                <c:pt idx="1407">
                  <c:v>45212</c:v>
                </c:pt>
                <c:pt idx="1408">
                  <c:v>45215</c:v>
                </c:pt>
                <c:pt idx="1409">
                  <c:v>45216</c:v>
                </c:pt>
                <c:pt idx="1410">
                  <c:v>45217</c:v>
                </c:pt>
                <c:pt idx="1411">
                  <c:v>45218</c:v>
                </c:pt>
                <c:pt idx="1412">
                  <c:v>45219</c:v>
                </c:pt>
                <c:pt idx="1413">
                  <c:v>45222</c:v>
                </c:pt>
                <c:pt idx="1414">
                  <c:v>45223</c:v>
                </c:pt>
                <c:pt idx="1415">
                  <c:v>45224</c:v>
                </c:pt>
                <c:pt idx="1416">
                  <c:v>45225</c:v>
                </c:pt>
                <c:pt idx="1417">
                  <c:v>45226</c:v>
                </c:pt>
                <c:pt idx="1418">
                  <c:v>45229</c:v>
                </c:pt>
                <c:pt idx="1419">
                  <c:v>45230</c:v>
                </c:pt>
                <c:pt idx="1420">
                  <c:v>45231</c:v>
                </c:pt>
                <c:pt idx="1421">
                  <c:v>45232</c:v>
                </c:pt>
                <c:pt idx="1422">
                  <c:v>45233</c:v>
                </c:pt>
                <c:pt idx="1423">
                  <c:v>45236</c:v>
                </c:pt>
                <c:pt idx="1424">
                  <c:v>45237</c:v>
                </c:pt>
                <c:pt idx="1425">
                  <c:v>45238</c:v>
                </c:pt>
                <c:pt idx="1426">
                  <c:v>45239</c:v>
                </c:pt>
                <c:pt idx="1427">
                  <c:v>45240</c:v>
                </c:pt>
                <c:pt idx="1428">
                  <c:v>45243</c:v>
                </c:pt>
                <c:pt idx="1429">
                  <c:v>45244</c:v>
                </c:pt>
                <c:pt idx="1430">
                  <c:v>45245</c:v>
                </c:pt>
                <c:pt idx="1431">
                  <c:v>45246</c:v>
                </c:pt>
                <c:pt idx="1432">
                  <c:v>45247</c:v>
                </c:pt>
                <c:pt idx="1433">
                  <c:v>45250</c:v>
                </c:pt>
                <c:pt idx="1434">
                  <c:v>45251</c:v>
                </c:pt>
                <c:pt idx="1435">
                  <c:v>45252</c:v>
                </c:pt>
                <c:pt idx="1436">
                  <c:v>45253</c:v>
                </c:pt>
                <c:pt idx="1437">
                  <c:v>45254</c:v>
                </c:pt>
                <c:pt idx="1438">
                  <c:v>45257</c:v>
                </c:pt>
                <c:pt idx="1439">
                  <c:v>45258</c:v>
                </c:pt>
                <c:pt idx="1440">
                  <c:v>45259</c:v>
                </c:pt>
                <c:pt idx="1441">
                  <c:v>45260</c:v>
                </c:pt>
                <c:pt idx="1442">
                  <c:v>45261</c:v>
                </c:pt>
                <c:pt idx="1443">
                  <c:v>45264</c:v>
                </c:pt>
                <c:pt idx="1444">
                  <c:v>45265</c:v>
                </c:pt>
                <c:pt idx="1445">
                  <c:v>45266</c:v>
                </c:pt>
                <c:pt idx="1446">
                  <c:v>45267</c:v>
                </c:pt>
                <c:pt idx="1447">
                  <c:v>45268</c:v>
                </c:pt>
                <c:pt idx="1448">
                  <c:v>45271</c:v>
                </c:pt>
                <c:pt idx="1449">
                  <c:v>45272</c:v>
                </c:pt>
                <c:pt idx="1450">
                  <c:v>45273</c:v>
                </c:pt>
                <c:pt idx="1451">
                  <c:v>45274</c:v>
                </c:pt>
                <c:pt idx="1452">
                  <c:v>45275</c:v>
                </c:pt>
                <c:pt idx="1453">
                  <c:v>45278</c:v>
                </c:pt>
                <c:pt idx="1454">
                  <c:v>45279</c:v>
                </c:pt>
                <c:pt idx="1455">
                  <c:v>45280</c:v>
                </c:pt>
                <c:pt idx="1456">
                  <c:v>45281</c:v>
                </c:pt>
                <c:pt idx="1457">
                  <c:v>45282</c:v>
                </c:pt>
                <c:pt idx="1458">
                  <c:v>45287</c:v>
                </c:pt>
                <c:pt idx="1459">
                  <c:v>45288</c:v>
                </c:pt>
                <c:pt idx="1460">
                  <c:v>45289</c:v>
                </c:pt>
                <c:pt idx="1461">
                  <c:v>45293</c:v>
                </c:pt>
                <c:pt idx="1462">
                  <c:v>45294</c:v>
                </c:pt>
                <c:pt idx="1463">
                  <c:v>45295</c:v>
                </c:pt>
                <c:pt idx="1464">
                  <c:v>45296</c:v>
                </c:pt>
                <c:pt idx="1465">
                  <c:v>45299</c:v>
                </c:pt>
                <c:pt idx="1466">
                  <c:v>45300</c:v>
                </c:pt>
                <c:pt idx="1467">
                  <c:v>45301</c:v>
                </c:pt>
                <c:pt idx="1468">
                  <c:v>45302</c:v>
                </c:pt>
                <c:pt idx="1469">
                  <c:v>45303</c:v>
                </c:pt>
                <c:pt idx="1470">
                  <c:v>45306</c:v>
                </c:pt>
                <c:pt idx="1471">
                  <c:v>45307</c:v>
                </c:pt>
                <c:pt idx="1472">
                  <c:v>45308</c:v>
                </c:pt>
                <c:pt idx="1473">
                  <c:v>45309</c:v>
                </c:pt>
                <c:pt idx="1474">
                  <c:v>45310</c:v>
                </c:pt>
                <c:pt idx="1475">
                  <c:v>45313</c:v>
                </c:pt>
                <c:pt idx="1476">
                  <c:v>45314</c:v>
                </c:pt>
                <c:pt idx="1477">
                  <c:v>45315</c:v>
                </c:pt>
                <c:pt idx="1478">
                  <c:v>45316</c:v>
                </c:pt>
                <c:pt idx="1479">
                  <c:v>45317</c:v>
                </c:pt>
                <c:pt idx="1480">
                  <c:v>45320</c:v>
                </c:pt>
                <c:pt idx="1481">
                  <c:v>45321</c:v>
                </c:pt>
                <c:pt idx="1482">
                  <c:v>45322</c:v>
                </c:pt>
                <c:pt idx="1483">
                  <c:v>45323</c:v>
                </c:pt>
                <c:pt idx="1484">
                  <c:v>45324</c:v>
                </c:pt>
                <c:pt idx="1485">
                  <c:v>45327</c:v>
                </c:pt>
                <c:pt idx="1486">
                  <c:v>45328</c:v>
                </c:pt>
                <c:pt idx="1487">
                  <c:v>45329</c:v>
                </c:pt>
                <c:pt idx="1488">
                  <c:v>45334</c:v>
                </c:pt>
                <c:pt idx="1489">
                  <c:v>45335</c:v>
                </c:pt>
                <c:pt idx="1490">
                  <c:v>45337</c:v>
                </c:pt>
                <c:pt idx="1491">
                  <c:v>45338</c:v>
                </c:pt>
                <c:pt idx="1492">
                  <c:v>45341</c:v>
                </c:pt>
                <c:pt idx="1493">
                  <c:v>45342</c:v>
                </c:pt>
                <c:pt idx="1494">
                  <c:v>45343</c:v>
                </c:pt>
                <c:pt idx="1495">
                  <c:v>45344</c:v>
                </c:pt>
                <c:pt idx="1496">
                  <c:v>45345</c:v>
                </c:pt>
                <c:pt idx="1497">
                  <c:v>45348</c:v>
                </c:pt>
                <c:pt idx="1498">
                  <c:v>45349</c:v>
                </c:pt>
                <c:pt idx="1499">
                  <c:v>45350</c:v>
                </c:pt>
                <c:pt idx="1500">
                  <c:v>45351</c:v>
                </c:pt>
                <c:pt idx="1501">
                  <c:v>45352</c:v>
                </c:pt>
                <c:pt idx="1502">
                  <c:v>45355</c:v>
                </c:pt>
                <c:pt idx="1503">
                  <c:v>45356</c:v>
                </c:pt>
                <c:pt idx="1504">
                  <c:v>45357</c:v>
                </c:pt>
                <c:pt idx="1505">
                  <c:v>45358</c:v>
                </c:pt>
                <c:pt idx="1506">
                  <c:v>45359</c:v>
                </c:pt>
                <c:pt idx="1507">
                  <c:v>45364</c:v>
                </c:pt>
                <c:pt idx="1508">
                  <c:v>45365</c:v>
                </c:pt>
                <c:pt idx="1509">
                  <c:v>45366</c:v>
                </c:pt>
                <c:pt idx="1510">
                  <c:v>45369</c:v>
                </c:pt>
                <c:pt idx="1511">
                  <c:v>45370</c:v>
                </c:pt>
                <c:pt idx="1512">
                  <c:v>45371</c:v>
                </c:pt>
                <c:pt idx="1513">
                  <c:v>45372</c:v>
                </c:pt>
                <c:pt idx="1514">
                  <c:v>45373</c:v>
                </c:pt>
                <c:pt idx="1515">
                  <c:v>45376</c:v>
                </c:pt>
                <c:pt idx="1516">
                  <c:v>45377</c:v>
                </c:pt>
                <c:pt idx="1517">
                  <c:v>45378</c:v>
                </c:pt>
                <c:pt idx="1518">
                  <c:v>45379</c:v>
                </c:pt>
                <c:pt idx="1519">
                  <c:v>45383</c:v>
                </c:pt>
                <c:pt idx="1520">
                  <c:v>45384</c:v>
                </c:pt>
                <c:pt idx="1521">
                  <c:v>45385</c:v>
                </c:pt>
                <c:pt idx="1522">
                  <c:v>45386</c:v>
                </c:pt>
                <c:pt idx="1523">
                  <c:v>45387</c:v>
                </c:pt>
                <c:pt idx="1524">
                  <c:v>45398</c:v>
                </c:pt>
                <c:pt idx="1525">
                  <c:v>45399</c:v>
                </c:pt>
                <c:pt idx="1526">
                  <c:v>45400</c:v>
                </c:pt>
                <c:pt idx="1527">
                  <c:v>45401</c:v>
                </c:pt>
                <c:pt idx="1528">
                  <c:v>45404</c:v>
                </c:pt>
                <c:pt idx="1529">
                  <c:v>45405</c:v>
                </c:pt>
                <c:pt idx="1530">
                  <c:v>45406</c:v>
                </c:pt>
                <c:pt idx="1531">
                  <c:v>45407</c:v>
                </c:pt>
                <c:pt idx="1532">
                  <c:v>45408</c:v>
                </c:pt>
                <c:pt idx="1533">
                  <c:v>45411</c:v>
                </c:pt>
                <c:pt idx="1534">
                  <c:v>45412</c:v>
                </c:pt>
                <c:pt idx="1535">
                  <c:v>45414</c:v>
                </c:pt>
                <c:pt idx="1536">
                  <c:v>45415</c:v>
                </c:pt>
                <c:pt idx="1537">
                  <c:v>45418</c:v>
                </c:pt>
                <c:pt idx="1538">
                  <c:v>45419</c:v>
                </c:pt>
                <c:pt idx="1539">
                  <c:v>45420</c:v>
                </c:pt>
                <c:pt idx="1540">
                  <c:v>45425</c:v>
                </c:pt>
                <c:pt idx="1541">
                  <c:v>45426</c:v>
                </c:pt>
                <c:pt idx="1542">
                  <c:v>45427</c:v>
                </c:pt>
                <c:pt idx="1543">
                  <c:v>45428</c:v>
                </c:pt>
                <c:pt idx="1544">
                  <c:v>45429</c:v>
                </c:pt>
                <c:pt idx="1545">
                  <c:v>45432</c:v>
                </c:pt>
                <c:pt idx="1546">
                  <c:v>45433</c:v>
                </c:pt>
                <c:pt idx="1547">
                  <c:v>45434</c:v>
                </c:pt>
                <c:pt idx="1548">
                  <c:v>45439</c:v>
                </c:pt>
                <c:pt idx="1549">
                  <c:v>45440</c:v>
                </c:pt>
                <c:pt idx="1550">
                  <c:v>45441</c:v>
                </c:pt>
                <c:pt idx="1551">
                  <c:v>45442</c:v>
                </c:pt>
                <c:pt idx="1552">
                  <c:v>45443</c:v>
                </c:pt>
                <c:pt idx="1553">
                  <c:v>45446</c:v>
                </c:pt>
                <c:pt idx="1554">
                  <c:v>45447</c:v>
                </c:pt>
                <c:pt idx="1555">
                  <c:v>45448</c:v>
                </c:pt>
                <c:pt idx="1556">
                  <c:v>45449</c:v>
                </c:pt>
                <c:pt idx="1557">
                  <c:v>45450</c:v>
                </c:pt>
                <c:pt idx="1558">
                  <c:v>45453</c:v>
                </c:pt>
                <c:pt idx="1559">
                  <c:v>45454</c:v>
                </c:pt>
                <c:pt idx="1560">
                  <c:v>45455</c:v>
                </c:pt>
                <c:pt idx="1561">
                  <c:v>45456</c:v>
                </c:pt>
                <c:pt idx="1562">
                  <c:v>45457</c:v>
                </c:pt>
                <c:pt idx="1563">
                  <c:v>45462</c:v>
                </c:pt>
                <c:pt idx="1564">
                  <c:v>45463</c:v>
                </c:pt>
                <c:pt idx="1565">
                  <c:v>45464</c:v>
                </c:pt>
                <c:pt idx="1566">
                  <c:v>45467</c:v>
                </c:pt>
                <c:pt idx="1567">
                  <c:v>45468</c:v>
                </c:pt>
                <c:pt idx="1568">
                  <c:v>45469</c:v>
                </c:pt>
                <c:pt idx="1569">
                  <c:v>45470</c:v>
                </c:pt>
                <c:pt idx="1570">
                  <c:v>45471</c:v>
                </c:pt>
                <c:pt idx="1571">
                  <c:v>45474</c:v>
                </c:pt>
                <c:pt idx="1572">
                  <c:v>45475</c:v>
                </c:pt>
                <c:pt idx="1573">
                  <c:v>45476</c:v>
                </c:pt>
                <c:pt idx="1574">
                  <c:v>45477</c:v>
                </c:pt>
                <c:pt idx="1575">
                  <c:v>45478</c:v>
                </c:pt>
                <c:pt idx="1576">
                  <c:v>45481</c:v>
                </c:pt>
                <c:pt idx="1577">
                  <c:v>45482</c:v>
                </c:pt>
                <c:pt idx="1578">
                  <c:v>45483</c:v>
                </c:pt>
                <c:pt idx="1579">
                  <c:v>45484</c:v>
                </c:pt>
                <c:pt idx="1580">
                  <c:v>45485</c:v>
                </c:pt>
                <c:pt idx="1581">
                  <c:v>45488</c:v>
                </c:pt>
                <c:pt idx="1582">
                  <c:v>45489</c:v>
                </c:pt>
                <c:pt idx="1583">
                  <c:v>45490</c:v>
                </c:pt>
                <c:pt idx="1584">
                  <c:v>45491</c:v>
                </c:pt>
                <c:pt idx="1585">
                  <c:v>45492</c:v>
                </c:pt>
                <c:pt idx="1586">
                  <c:v>45495</c:v>
                </c:pt>
                <c:pt idx="1587">
                  <c:v>45496</c:v>
                </c:pt>
                <c:pt idx="1588">
                  <c:v>45497</c:v>
                </c:pt>
                <c:pt idx="1589">
                  <c:v>45498</c:v>
                </c:pt>
                <c:pt idx="1590">
                  <c:v>45499</c:v>
                </c:pt>
                <c:pt idx="1591">
                  <c:v>45502</c:v>
                </c:pt>
                <c:pt idx="1592">
                  <c:v>45503</c:v>
                </c:pt>
                <c:pt idx="1593">
                  <c:v>45504</c:v>
                </c:pt>
                <c:pt idx="1594">
                  <c:v>45505</c:v>
                </c:pt>
                <c:pt idx="1595">
                  <c:v>45506</c:v>
                </c:pt>
                <c:pt idx="1596">
                  <c:v>45509</c:v>
                </c:pt>
                <c:pt idx="1597">
                  <c:v>45510</c:v>
                </c:pt>
                <c:pt idx="1598">
                  <c:v>45511</c:v>
                </c:pt>
                <c:pt idx="1599">
                  <c:v>45512</c:v>
                </c:pt>
                <c:pt idx="1600">
                  <c:v>45513</c:v>
                </c:pt>
                <c:pt idx="1601">
                  <c:v>45516</c:v>
                </c:pt>
                <c:pt idx="1602">
                  <c:v>45517</c:v>
                </c:pt>
                <c:pt idx="1603">
                  <c:v>45518</c:v>
                </c:pt>
                <c:pt idx="1604">
                  <c:v>45519</c:v>
                </c:pt>
                <c:pt idx="1605">
                  <c:v>45520</c:v>
                </c:pt>
                <c:pt idx="1606">
                  <c:v>45523</c:v>
                </c:pt>
                <c:pt idx="1607">
                  <c:v>45524</c:v>
                </c:pt>
                <c:pt idx="1608">
                  <c:v>45525</c:v>
                </c:pt>
                <c:pt idx="1609">
                  <c:v>45526</c:v>
                </c:pt>
                <c:pt idx="1610">
                  <c:v>45527</c:v>
                </c:pt>
                <c:pt idx="1611">
                  <c:v>45530</c:v>
                </c:pt>
                <c:pt idx="1612">
                  <c:v>45531</c:v>
                </c:pt>
                <c:pt idx="1613">
                  <c:v>45532</c:v>
                </c:pt>
                <c:pt idx="1614">
                  <c:v>45533</c:v>
                </c:pt>
                <c:pt idx="1615">
                  <c:v>45534</c:v>
                </c:pt>
                <c:pt idx="1616">
                  <c:v>45537</c:v>
                </c:pt>
                <c:pt idx="1617">
                  <c:v>45538</c:v>
                </c:pt>
                <c:pt idx="1618">
                  <c:v>45539</c:v>
                </c:pt>
                <c:pt idx="1619">
                  <c:v>45540</c:v>
                </c:pt>
                <c:pt idx="1620">
                  <c:v>45541</c:v>
                </c:pt>
                <c:pt idx="1621">
                  <c:v>45544</c:v>
                </c:pt>
                <c:pt idx="1622">
                  <c:v>45545</c:v>
                </c:pt>
                <c:pt idx="1623">
                  <c:v>45546</c:v>
                </c:pt>
                <c:pt idx="1624">
                  <c:v>45547</c:v>
                </c:pt>
                <c:pt idx="1625">
                  <c:v>45548</c:v>
                </c:pt>
                <c:pt idx="1626">
                  <c:v>45552</c:v>
                </c:pt>
                <c:pt idx="1627">
                  <c:v>45553</c:v>
                </c:pt>
                <c:pt idx="1628">
                  <c:v>45554</c:v>
                </c:pt>
                <c:pt idx="1629">
                  <c:v>45555</c:v>
                </c:pt>
                <c:pt idx="1630">
                  <c:v>45558</c:v>
                </c:pt>
                <c:pt idx="1631">
                  <c:v>45559</c:v>
                </c:pt>
                <c:pt idx="1632">
                  <c:v>45560</c:v>
                </c:pt>
                <c:pt idx="1633">
                  <c:v>45561</c:v>
                </c:pt>
                <c:pt idx="1634">
                  <c:v>45562</c:v>
                </c:pt>
                <c:pt idx="1635">
                  <c:v>45565</c:v>
                </c:pt>
                <c:pt idx="1636">
                  <c:v>45566</c:v>
                </c:pt>
                <c:pt idx="1637">
                  <c:v>45567</c:v>
                </c:pt>
                <c:pt idx="1638">
                  <c:v>45568</c:v>
                </c:pt>
                <c:pt idx="1639">
                  <c:v>45569</c:v>
                </c:pt>
                <c:pt idx="1640">
                  <c:v>45572</c:v>
                </c:pt>
                <c:pt idx="1641">
                  <c:v>45573</c:v>
                </c:pt>
                <c:pt idx="1642">
                  <c:v>45574</c:v>
                </c:pt>
                <c:pt idx="1643">
                  <c:v>45575</c:v>
                </c:pt>
                <c:pt idx="1644">
                  <c:v>45576</c:v>
                </c:pt>
                <c:pt idx="1645">
                  <c:v>45579</c:v>
                </c:pt>
                <c:pt idx="1646">
                  <c:v>45580</c:v>
                </c:pt>
                <c:pt idx="1647">
                  <c:v>45581</c:v>
                </c:pt>
                <c:pt idx="1648">
                  <c:v>45582</c:v>
                </c:pt>
                <c:pt idx="1649">
                  <c:v>45583</c:v>
                </c:pt>
                <c:pt idx="1650">
                  <c:v>45586</c:v>
                </c:pt>
                <c:pt idx="1651">
                  <c:v>45587</c:v>
                </c:pt>
                <c:pt idx="1652">
                  <c:v>45588</c:v>
                </c:pt>
                <c:pt idx="1653">
                  <c:v>45589</c:v>
                </c:pt>
                <c:pt idx="1654">
                  <c:v>45590</c:v>
                </c:pt>
                <c:pt idx="1655">
                  <c:v>45593</c:v>
                </c:pt>
                <c:pt idx="1656">
                  <c:v>45594</c:v>
                </c:pt>
                <c:pt idx="1657">
                  <c:v>45595</c:v>
                </c:pt>
                <c:pt idx="1658">
                  <c:v>45596</c:v>
                </c:pt>
                <c:pt idx="1659">
                  <c:v>45597</c:v>
                </c:pt>
                <c:pt idx="1660">
                  <c:v>45600</c:v>
                </c:pt>
                <c:pt idx="1661">
                  <c:v>45601</c:v>
                </c:pt>
                <c:pt idx="1662">
                  <c:v>45602</c:v>
                </c:pt>
                <c:pt idx="1663">
                  <c:v>45603</c:v>
                </c:pt>
                <c:pt idx="1664">
                  <c:v>45604</c:v>
                </c:pt>
                <c:pt idx="1665">
                  <c:v>45607</c:v>
                </c:pt>
                <c:pt idx="1666">
                  <c:v>45608</c:v>
                </c:pt>
                <c:pt idx="1667">
                  <c:v>45609</c:v>
                </c:pt>
                <c:pt idx="1668">
                  <c:v>45610</c:v>
                </c:pt>
                <c:pt idx="1669">
                  <c:v>45611</c:v>
                </c:pt>
                <c:pt idx="1670">
                  <c:v>45614</c:v>
                </c:pt>
                <c:pt idx="1671">
                  <c:v>45615</c:v>
                </c:pt>
                <c:pt idx="1672">
                  <c:v>45616</c:v>
                </c:pt>
                <c:pt idx="1673">
                  <c:v>45617</c:v>
                </c:pt>
                <c:pt idx="1674">
                  <c:v>45618</c:v>
                </c:pt>
                <c:pt idx="1675">
                  <c:v>45621</c:v>
                </c:pt>
                <c:pt idx="1676">
                  <c:v>45622</c:v>
                </c:pt>
                <c:pt idx="1677">
                  <c:v>45623</c:v>
                </c:pt>
                <c:pt idx="1678">
                  <c:v>45624</c:v>
                </c:pt>
                <c:pt idx="1679">
                  <c:v>45625</c:v>
                </c:pt>
                <c:pt idx="1680">
                  <c:v>45628</c:v>
                </c:pt>
                <c:pt idx="1681">
                  <c:v>45629</c:v>
                </c:pt>
                <c:pt idx="1682">
                  <c:v>45630</c:v>
                </c:pt>
                <c:pt idx="1683">
                  <c:v>45631</c:v>
                </c:pt>
                <c:pt idx="1684">
                  <c:v>45632</c:v>
                </c:pt>
                <c:pt idx="1685">
                  <c:v>45635</c:v>
                </c:pt>
                <c:pt idx="1686">
                  <c:v>45636</c:v>
                </c:pt>
                <c:pt idx="1687">
                  <c:v>45637</c:v>
                </c:pt>
                <c:pt idx="1688">
                  <c:v>45638</c:v>
                </c:pt>
                <c:pt idx="1689">
                  <c:v>45639</c:v>
                </c:pt>
                <c:pt idx="1690">
                  <c:v>45642</c:v>
                </c:pt>
                <c:pt idx="1691">
                  <c:v>45643</c:v>
                </c:pt>
                <c:pt idx="1692">
                  <c:v>45644</c:v>
                </c:pt>
                <c:pt idx="1693">
                  <c:v>45645</c:v>
                </c:pt>
                <c:pt idx="1694">
                  <c:v>45646</c:v>
                </c:pt>
                <c:pt idx="1695">
                  <c:v>45649</c:v>
                </c:pt>
                <c:pt idx="1696">
                  <c:v>45650</c:v>
                </c:pt>
                <c:pt idx="1697">
                  <c:v>45651</c:v>
                </c:pt>
                <c:pt idx="1698">
                  <c:v>45652</c:v>
                </c:pt>
                <c:pt idx="1699">
                  <c:v>45653</c:v>
                </c:pt>
                <c:pt idx="1700">
                  <c:v>45656</c:v>
                </c:pt>
                <c:pt idx="1701">
                  <c:v>45657</c:v>
                </c:pt>
                <c:pt idx="1702">
                  <c:v>45658</c:v>
                </c:pt>
                <c:pt idx="1703">
                  <c:v>45659</c:v>
                </c:pt>
                <c:pt idx="1704">
                  <c:v>45660</c:v>
                </c:pt>
                <c:pt idx="1705">
                  <c:v>45663</c:v>
                </c:pt>
                <c:pt idx="1706">
                  <c:v>45664</c:v>
                </c:pt>
                <c:pt idx="1707">
                  <c:v>45665</c:v>
                </c:pt>
                <c:pt idx="1708">
                  <c:v>45666</c:v>
                </c:pt>
                <c:pt idx="1709">
                  <c:v>45667</c:v>
                </c:pt>
                <c:pt idx="1710">
                  <c:v>45670</c:v>
                </c:pt>
                <c:pt idx="1711">
                  <c:v>45671</c:v>
                </c:pt>
                <c:pt idx="1712">
                  <c:v>45672</c:v>
                </c:pt>
                <c:pt idx="1713">
                  <c:v>45673</c:v>
                </c:pt>
                <c:pt idx="1714">
                  <c:v>45674</c:v>
                </c:pt>
                <c:pt idx="1715">
                  <c:v>45677</c:v>
                </c:pt>
                <c:pt idx="1716">
                  <c:v>45678</c:v>
                </c:pt>
                <c:pt idx="1717">
                  <c:v>45679</c:v>
                </c:pt>
                <c:pt idx="1718">
                  <c:v>45680</c:v>
                </c:pt>
                <c:pt idx="1719">
                  <c:v>45681</c:v>
                </c:pt>
                <c:pt idx="1720">
                  <c:v>45684</c:v>
                </c:pt>
                <c:pt idx="1721">
                  <c:v>45685</c:v>
                </c:pt>
                <c:pt idx="1722">
                  <c:v>45686</c:v>
                </c:pt>
                <c:pt idx="1723">
                  <c:v>45687</c:v>
                </c:pt>
                <c:pt idx="1724">
                  <c:v>45688</c:v>
                </c:pt>
                <c:pt idx="1725">
                  <c:v>45691</c:v>
                </c:pt>
                <c:pt idx="1726">
                  <c:v>45692</c:v>
                </c:pt>
                <c:pt idx="1727">
                  <c:v>45693</c:v>
                </c:pt>
                <c:pt idx="1728">
                  <c:v>45694</c:v>
                </c:pt>
                <c:pt idx="1729">
                  <c:v>45695</c:v>
                </c:pt>
                <c:pt idx="1730">
                  <c:v>45698</c:v>
                </c:pt>
                <c:pt idx="1731">
                  <c:v>45699</c:v>
                </c:pt>
                <c:pt idx="1732">
                  <c:v>45700</c:v>
                </c:pt>
                <c:pt idx="1733">
                  <c:v>45701</c:v>
                </c:pt>
                <c:pt idx="1734">
                  <c:v>45702</c:v>
                </c:pt>
                <c:pt idx="1735">
                  <c:v>45705</c:v>
                </c:pt>
                <c:pt idx="1736">
                  <c:v>45706</c:v>
                </c:pt>
                <c:pt idx="1737">
                  <c:v>45707</c:v>
                </c:pt>
                <c:pt idx="1738">
                  <c:v>45708</c:v>
                </c:pt>
                <c:pt idx="1739">
                  <c:v>45709</c:v>
                </c:pt>
                <c:pt idx="1740">
                  <c:v>45712</c:v>
                </c:pt>
                <c:pt idx="1741">
                  <c:v>45713</c:v>
                </c:pt>
                <c:pt idx="1742">
                  <c:v>45714</c:v>
                </c:pt>
                <c:pt idx="1743">
                  <c:v>45715</c:v>
                </c:pt>
                <c:pt idx="1744">
                  <c:v>45716</c:v>
                </c:pt>
                <c:pt idx="1745">
                  <c:v>45719</c:v>
                </c:pt>
                <c:pt idx="1746">
                  <c:v>45720</c:v>
                </c:pt>
                <c:pt idx="1747">
                  <c:v>45721</c:v>
                </c:pt>
                <c:pt idx="1748">
                  <c:v>45722</c:v>
                </c:pt>
                <c:pt idx="1749">
                  <c:v>45723</c:v>
                </c:pt>
                <c:pt idx="1750">
                  <c:v>45726</c:v>
                </c:pt>
                <c:pt idx="1751">
                  <c:v>45727</c:v>
                </c:pt>
                <c:pt idx="1752">
                  <c:v>45728</c:v>
                </c:pt>
                <c:pt idx="1753">
                  <c:v>45729</c:v>
                </c:pt>
                <c:pt idx="1754">
                  <c:v>45730</c:v>
                </c:pt>
                <c:pt idx="1755">
                  <c:v>45733</c:v>
                </c:pt>
                <c:pt idx="1756">
                  <c:v>45734</c:v>
                </c:pt>
                <c:pt idx="1757">
                  <c:v>45735</c:v>
                </c:pt>
                <c:pt idx="1758">
                  <c:v>45736</c:v>
                </c:pt>
                <c:pt idx="1759">
                  <c:v>45737</c:v>
                </c:pt>
                <c:pt idx="1760">
                  <c:v>45740</c:v>
                </c:pt>
                <c:pt idx="1761">
                  <c:v>45741</c:v>
                </c:pt>
                <c:pt idx="1762">
                  <c:v>45742</c:v>
                </c:pt>
                <c:pt idx="1763">
                  <c:v>45743</c:v>
                </c:pt>
                <c:pt idx="1764">
                  <c:v>45755</c:v>
                </c:pt>
                <c:pt idx="1765">
                  <c:v>45756</c:v>
                </c:pt>
                <c:pt idx="1766">
                  <c:v>45757</c:v>
                </c:pt>
                <c:pt idx="1767">
                  <c:v>45758</c:v>
                </c:pt>
                <c:pt idx="1768">
                  <c:v>45761</c:v>
                </c:pt>
                <c:pt idx="1769">
                  <c:v>45762</c:v>
                </c:pt>
                <c:pt idx="1770">
                  <c:v>45763</c:v>
                </c:pt>
                <c:pt idx="1771">
                  <c:v>45764</c:v>
                </c:pt>
                <c:pt idx="1772">
                  <c:v>45765</c:v>
                </c:pt>
                <c:pt idx="1773">
                  <c:v>45768</c:v>
                </c:pt>
                <c:pt idx="1774">
                  <c:v>45769</c:v>
                </c:pt>
                <c:pt idx="1775">
                  <c:v>45770</c:v>
                </c:pt>
                <c:pt idx="1776">
                  <c:v>45771</c:v>
                </c:pt>
                <c:pt idx="1777">
                  <c:v>45772</c:v>
                </c:pt>
                <c:pt idx="1778">
                  <c:v>45775</c:v>
                </c:pt>
                <c:pt idx="1779">
                  <c:v>45776</c:v>
                </c:pt>
                <c:pt idx="1780">
                  <c:v>45777</c:v>
                </c:pt>
                <c:pt idx="1781">
                  <c:v>45778</c:v>
                </c:pt>
                <c:pt idx="1782">
                  <c:v>45779</c:v>
                </c:pt>
                <c:pt idx="1783">
                  <c:v>45782</c:v>
                </c:pt>
                <c:pt idx="1784">
                  <c:v>45783</c:v>
                </c:pt>
                <c:pt idx="1785">
                  <c:v>45784</c:v>
                </c:pt>
                <c:pt idx="1786">
                  <c:v>45785</c:v>
                </c:pt>
                <c:pt idx="1787">
                  <c:v>45786</c:v>
                </c:pt>
                <c:pt idx="1788">
                  <c:v>45789</c:v>
                </c:pt>
                <c:pt idx="1789">
                  <c:v>45790</c:v>
                </c:pt>
                <c:pt idx="1790">
                  <c:v>45791</c:v>
                </c:pt>
                <c:pt idx="1791">
                  <c:v>45792</c:v>
                </c:pt>
                <c:pt idx="1792">
                  <c:v>45793</c:v>
                </c:pt>
                <c:pt idx="1793">
                  <c:v>45796</c:v>
                </c:pt>
                <c:pt idx="1794">
                  <c:v>45797</c:v>
                </c:pt>
                <c:pt idx="1795">
                  <c:v>45798</c:v>
                </c:pt>
                <c:pt idx="1796">
                  <c:v>45799</c:v>
                </c:pt>
                <c:pt idx="1797">
                  <c:v>45800</c:v>
                </c:pt>
                <c:pt idx="1798">
                  <c:v>45803</c:v>
                </c:pt>
                <c:pt idx="1799">
                  <c:v>45804</c:v>
                </c:pt>
                <c:pt idx="1800">
                  <c:v>45805</c:v>
                </c:pt>
                <c:pt idx="1801">
                  <c:v>45806</c:v>
                </c:pt>
                <c:pt idx="1802">
                  <c:v>45807</c:v>
                </c:pt>
                <c:pt idx="1803">
                  <c:v>45810</c:v>
                </c:pt>
                <c:pt idx="1804">
                  <c:v>45811</c:v>
                </c:pt>
                <c:pt idx="1805">
                  <c:v>45812</c:v>
                </c:pt>
                <c:pt idx="1806">
                  <c:v>45813</c:v>
                </c:pt>
                <c:pt idx="1807">
                  <c:v>45814</c:v>
                </c:pt>
                <c:pt idx="1808">
                  <c:v>45817</c:v>
                </c:pt>
                <c:pt idx="1809">
                  <c:v>45818</c:v>
                </c:pt>
                <c:pt idx="1810">
                  <c:v>45819</c:v>
                </c:pt>
                <c:pt idx="1811">
                  <c:v>45820</c:v>
                </c:pt>
                <c:pt idx="1812">
                  <c:v>45821</c:v>
                </c:pt>
                <c:pt idx="1813">
                  <c:v>45824</c:v>
                </c:pt>
                <c:pt idx="1814">
                  <c:v>45825</c:v>
                </c:pt>
                <c:pt idx="1815">
                  <c:v>45826</c:v>
                </c:pt>
                <c:pt idx="1816">
                  <c:v>45827</c:v>
                </c:pt>
                <c:pt idx="1817">
                  <c:v>45828</c:v>
                </c:pt>
                <c:pt idx="1818">
                  <c:v>45831</c:v>
                </c:pt>
                <c:pt idx="1819">
                  <c:v>45832</c:v>
                </c:pt>
                <c:pt idx="1820">
                  <c:v>45833</c:v>
                </c:pt>
                <c:pt idx="1821">
                  <c:v>45834</c:v>
                </c:pt>
                <c:pt idx="1822">
                  <c:v>45835</c:v>
                </c:pt>
                <c:pt idx="1823">
                  <c:v>45838</c:v>
                </c:pt>
                <c:pt idx="1824">
                  <c:v>45839</c:v>
                </c:pt>
                <c:pt idx="1825">
                  <c:v>45840</c:v>
                </c:pt>
                <c:pt idx="1826">
                  <c:v>45841</c:v>
                </c:pt>
                <c:pt idx="1827">
                  <c:v>45842</c:v>
                </c:pt>
                <c:pt idx="1828">
                  <c:v>45845</c:v>
                </c:pt>
                <c:pt idx="1829">
                  <c:v>45846</c:v>
                </c:pt>
                <c:pt idx="1830">
                  <c:v>45847</c:v>
                </c:pt>
                <c:pt idx="1831">
                  <c:v>45848</c:v>
                </c:pt>
                <c:pt idx="1832">
                  <c:v>45849</c:v>
                </c:pt>
                <c:pt idx="1833">
                  <c:v>45852</c:v>
                </c:pt>
                <c:pt idx="1834">
                  <c:v>45853</c:v>
                </c:pt>
                <c:pt idx="1835">
                  <c:v>45854</c:v>
                </c:pt>
                <c:pt idx="1836">
                  <c:v>45855</c:v>
                </c:pt>
                <c:pt idx="1837">
                  <c:v>45856</c:v>
                </c:pt>
                <c:pt idx="1838">
                  <c:v>45859</c:v>
                </c:pt>
                <c:pt idx="1839">
                  <c:v>45860</c:v>
                </c:pt>
                <c:pt idx="1840">
                  <c:v>45861</c:v>
                </c:pt>
                <c:pt idx="1841">
                  <c:v>45862</c:v>
                </c:pt>
                <c:pt idx="1842">
                  <c:v>45863</c:v>
                </c:pt>
                <c:pt idx="1843">
                  <c:v>45866</c:v>
                </c:pt>
                <c:pt idx="1844">
                  <c:v>45867</c:v>
                </c:pt>
                <c:pt idx="1845">
                  <c:v>45868</c:v>
                </c:pt>
                <c:pt idx="1846">
                  <c:v>45869</c:v>
                </c:pt>
                <c:pt idx="1847">
                  <c:v>45870</c:v>
                </c:pt>
                <c:pt idx="1848">
                  <c:v>45873</c:v>
                </c:pt>
                <c:pt idx="1849">
                  <c:v>45874</c:v>
                </c:pt>
                <c:pt idx="1850">
                  <c:v>45875</c:v>
                </c:pt>
                <c:pt idx="1851">
                  <c:v>45876</c:v>
                </c:pt>
                <c:pt idx="1852">
                  <c:v>45877</c:v>
                </c:pt>
                <c:pt idx="1853">
                  <c:v>45880</c:v>
                </c:pt>
                <c:pt idx="1854">
                  <c:v>45881</c:v>
                </c:pt>
                <c:pt idx="1855">
                  <c:v>45882</c:v>
                </c:pt>
                <c:pt idx="1856">
                  <c:v>45883</c:v>
                </c:pt>
                <c:pt idx="1857">
                  <c:v>45884</c:v>
                </c:pt>
                <c:pt idx="1858">
                  <c:v>45887</c:v>
                </c:pt>
                <c:pt idx="1859">
                  <c:v>45888</c:v>
                </c:pt>
                <c:pt idx="1860">
                  <c:v>45889</c:v>
                </c:pt>
                <c:pt idx="1861">
                  <c:v>45890</c:v>
                </c:pt>
                <c:pt idx="1862">
                  <c:v>45891</c:v>
                </c:pt>
                <c:pt idx="1863">
                  <c:v>45894</c:v>
                </c:pt>
                <c:pt idx="1864">
                  <c:v>45895</c:v>
                </c:pt>
                <c:pt idx="1865">
                  <c:v>45896</c:v>
                </c:pt>
                <c:pt idx="1866">
                  <c:v>45897</c:v>
                </c:pt>
                <c:pt idx="1867">
                  <c:v>45898</c:v>
                </c:pt>
                <c:pt idx="1868">
                  <c:v>45901</c:v>
                </c:pt>
                <c:pt idx="1869">
                  <c:v>45902</c:v>
                </c:pt>
                <c:pt idx="1870">
                  <c:v>45903</c:v>
                </c:pt>
                <c:pt idx="1871">
                  <c:v>45904</c:v>
                </c:pt>
                <c:pt idx="1872">
                  <c:v>45905</c:v>
                </c:pt>
                <c:pt idx="1873">
                  <c:v>45908</c:v>
                </c:pt>
                <c:pt idx="1874">
                  <c:v>45909</c:v>
                </c:pt>
                <c:pt idx="1875">
                  <c:v>45910</c:v>
                </c:pt>
                <c:pt idx="1876">
                  <c:v>45911</c:v>
                </c:pt>
                <c:pt idx="1877">
                  <c:v>45912</c:v>
                </c:pt>
                <c:pt idx="1878">
                  <c:v>45915</c:v>
                </c:pt>
                <c:pt idx="1879">
                  <c:v>45916</c:v>
                </c:pt>
                <c:pt idx="1880">
                  <c:v>45917</c:v>
                </c:pt>
                <c:pt idx="1881">
                  <c:v>45918</c:v>
                </c:pt>
                <c:pt idx="1882">
                  <c:v>45919</c:v>
                </c:pt>
                <c:pt idx="1883">
                  <c:v>45922</c:v>
                </c:pt>
                <c:pt idx="1884">
                  <c:v>45923</c:v>
                </c:pt>
                <c:pt idx="1885">
                  <c:v>45924</c:v>
                </c:pt>
                <c:pt idx="1886">
                  <c:v>45925</c:v>
                </c:pt>
                <c:pt idx="1887">
                  <c:v>45926</c:v>
                </c:pt>
                <c:pt idx="1888">
                  <c:v>45929</c:v>
                </c:pt>
                <c:pt idx="1889">
                  <c:v>45930</c:v>
                </c:pt>
                <c:pt idx="1890">
                  <c:v>45931</c:v>
                </c:pt>
                <c:pt idx="1891">
                  <c:v>45932</c:v>
                </c:pt>
                <c:pt idx="1892">
                  <c:v>45933</c:v>
                </c:pt>
                <c:pt idx="1893">
                  <c:v>45936</c:v>
                </c:pt>
                <c:pt idx="1894">
                  <c:v>45937</c:v>
                </c:pt>
                <c:pt idx="1895">
                  <c:v>45938</c:v>
                </c:pt>
                <c:pt idx="1896">
                  <c:v>45939</c:v>
                </c:pt>
                <c:pt idx="1897">
                  <c:v>45940</c:v>
                </c:pt>
                <c:pt idx="1898">
                  <c:v>45943</c:v>
                </c:pt>
                <c:pt idx="1899">
                  <c:v>45944</c:v>
                </c:pt>
                <c:pt idx="1900">
                  <c:v>45945</c:v>
                </c:pt>
                <c:pt idx="1901">
                  <c:v>45946</c:v>
                </c:pt>
                <c:pt idx="1902">
                  <c:v>45947</c:v>
                </c:pt>
                <c:pt idx="1903">
                  <c:v>45950</c:v>
                </c:pt>
                <c:pt idx="1904">
                  <c:v>45951</c:v>
                </c:pt>
                <c:pt idx="1905">
                  <c:v>45952</c:v>
                </c:pt>
                <c:pt idx="1906">
                  <c:v>45953</c:v>
                </c:pt>
                <c:pt idx="1907">
                  <c:v>45954</c:v>
                </c:pt>
                <c:pt idx="1908">
                  <c:v>45957</c:v>
                </c:pt>
                <c:pt idx="1909">
                  <c:v>45958</c:v>
                </c:pt>
                <c:pt idx="1910">
                  <c:v>45959</c:v>
                </c:pt>
                <c:pt idx="1911">
                  <c:v>45960</c:v>
                </c:pt>
                <c:pt idx="1912">
                  <c:v>45961</c:v>
                </c:pt>
                <c:pt idx="1913">
                  <c:v>45964</c:v>
                </c:pt>
                <c:pt idx="1914">
                  <c:v>45965</c:v>
                </c:pt>
                <c:pt idx="1915">
                  <c:v>45966</c:v>
                </c:pt>
                <c:pt idx="1916">
                  <c:v>45967</c:v>
                </c:pt>
                <c:pt idx="1917">
                  <c:v>45968</c:v>
                </c:pt>
                <c:pt idx="1918">
                  <c:v>45971</c:v>
                </c:pt>
                <c:pt idx="1919">
                  <c:v>45972</c:v>
                </c:pt>
                <c:pt idx="1920">
                  <c:v>45973</c:v>
                </c:pt>
                <c:pt idx="1921">
                  <c:v>45974</c:v>
                </c:pt>
                <c:pt idx="1922">
                  <c:v>45975</c:v>
                </c:pt>
                <c:pt idx="1923">
                  <c:v>45978</c:v>
                </c:pt>
                <c:pt idx="1924">
                  <c:v>45979</c:v>
                </c:pt>
                <c:pt idx="1925">
                  <c:v>45980</c:v>
                </c:pt>
                <c:pt idx="1926">
                  <c:v>45981</c:v>
                </c:pt>
                <c:pt idx="1927">
                  <c:v>45982</c:v>
                </c:pt>
                <c:pt idx="1928">
                  <c:v>45985</c:v>
                </c:pt>
                <c:pt idx="1929">
                  <c:v>45986</c:v>
                </c:pt>
                <c:pt idx="1930">
                  <c:v>45987</c:v>
                </c:pt>
                <c:pt idx="1931">
                  <c:v>45988</c:v>
                </c:pt>
                <c:pt idx="1932">
                  <c:v>45989</c:v>
                </c:pt>
                <c:pt idx="1933">
                  <c:v>45992</c:v>
                </c:pt>
                <c:pt idx="1934">
                  <c:v>45993</c:v>
                </c:pt>
                <c:pt idx="1935">
                  <c:v>45994</c:v>
                </c:pt>
                <c:pt idx="1936">
                  <c:v>45995</c:v>
                </c:pt>
                <c:pt idx="1937">
                  <c:v>45996</c:v>
                </c:pt>
                <c:pt idx="1938">
                  <c:v>45999</c:v>
                </c:pt>
                <c:pt idx="1939">
                  <c:v>46000</c:v>
                </c:pt>
                <c:pt idx="1940">
                  <c:v>46001</c:v>
                </c:pt>
                <c:pt idx="1941">
                  <c:v>46002</c:v>
                </c:pt>
                <c:pt idx="1942">
                  <c:v>46003</c:v>
                </c:pt>
                <c:pt idx="1943">
                  <c:v>46006</c:v>
                </c:pt>
                <c:pt idx="1944">
                  <c:v>46007</c:v>
                </c:pt>
                <c:pt idx="1945">
                  <c:v>46008</c:v>
                </c:pt>
                <c:pt idx="1946">
                  <c:v>46009</c:v>
                </c:pt>
                <c:pt idx="1947">
                  <c:v>46010</c:v>
                </c:pt>
                <c:pt idx="1948">
                  <c:v>46013</c:v>
                </c:pt>
                <c:pt idx="1949">
                  <c:v>46014</c:v>
                </c:pt>
                <c:pt idx="1950">
                  <c:v>46015</c:v>
                </c:pt>
                <c:pt idx="1951">
                  <c:v>46016</c:v>
                </c:pt>
                <c:pt idx="1952">
                  <c:v>46017</c:v>
                </c:pt>
                <c:pt idx="1953">
                  <c:v>46020</c:v>
                </c:pt>
                <c:pt idx="1954">
                  <c:v>46021</c:v>
                </c:pt>
                <c:pt idx="1955">
                  <c:v>46022</c:v>
                </c:pt>
                <c:pt idx="1956">
                  <c:v>46023</c:v>
                </c:pt>
                <c:pt idx="1957">
                  <c:v>46024</c:v>
                </c:pt>
                <c:pt idx="1958">
                  <c:v>46027</c:v>
                </c:pt>
                <c:pt idx="1959">
                  <c:v>46028</c:v>
                </c:pt>
                <c:pt idx="1960">
                  <c:v>46029</c:v>
                </c:pt>
                <c:pt idx="1961">
                  <c:v>46030</c:v>
                </c:pt>
                <c:pt idx="1962">
                  <c:v>46031</c:v>
                </c:pt>
                <c:pt idx="1963">
                  <c:v>46034</c:v>
                </c:pt>
                <c:pt idx="1964">
                  <c:v>46035</c:v>
                </c:pt>
                <c:pt idx="1965">
                  <c:v>46036</c:v>
                </c:pt>
                <c:pt idx="1966">
                  <c:v>46037</c:v>
                </c:pt>
                <c:pt idx="1967">
                  <c:v>46038</c:v>
                </c:pt>
                <c:pt idx="1968">
                  <c:v>46041</c:v>
                </c:pt>
                <c:pt idx="1969">
                  <c:v>46042</c:v>
                </c:pt>
                <c:pt idx="1970">
                  <c:v>46043</c:v>
                </c:pt>
                <c:pt idx="1971">
                  <c:v>46044</c:v>
                </c:pt>
                <c:pt idx="1972">
                  <c:v>46045</c:v>
                </c:pt>
                <c:pt idx="1973">
                  <c:v>46048</c:v>
                </c:pt>
                <c:pt idx="1974">
                  <c:v>46049</c:v>
                </c:pt>
                <c:pt idx="1975">
                  <c:v>46050</c:v>
                </c:pt>
                <c:pt idx="1976">
                  <c:v>46051</c:v>
                </c:pt>
                <c:pt idx="1977">
                  <c:v>46052</c:v>
                </c:pt>
                <c:pt idx="1978">
                  <c:v>46055</c:v>
                </c:pt>
                <c:pt idx="1979">
                  <c:v>46056</c:v>
                </c:pt>
                <c:pt idx="1980">
                  <c:v>46057</c:v>
                </c:pt>
                <c:pt idx="1981">
                  <c:v>46058</c:v>
                </c:pt>
                <c:pt idx="1982">
                  <c:v>46059</c:v>
                </c:pt>
                <c:pt idx="1983">
                  <c:v>46062</c:v>
                </c:pt>
                <c:pt idx="1984">
                  <c:v>46063</c:v>
                </c:pt>
                <c:pt idx="1985">
                  <c:v>46064</c:v>
                </c:pt>
                <c:pt idx="1986">
                  <c:v>46065</c:v>
                </c:pt>
                <c:pt idx="1987">
                  <c:v>46066</c:v>
                </c:pt>
                <c:pt idx="1988">
                  <c:v>46069</c:v>
                </c:pt>
                <c:pt idx="1989">
                  <c:v>46070</c:v>
                </c:pt>
                <c:pt idx="1990">
                  <c:v>46071</c:v>
                </c:pt>
                <c:pt idx="1991">
                  <c:v>46072</c:v>
                </c:pt>
                <c:pt idx="1992">
                  <c:v>46073</c:v>
                </c:pt>
                <c:pt idx="1993">
                  <c:v>46076</c:v>
                </c:pt>
                <c:pt idx="1994">
                  <c:v>46077</c:v>
                </c:pt>
                <c:pt idx="1995">
                  <c:v>46078</c:v>
                </c:pt>
                <c:pt idx="1996">
                  <c:v>46079</c:v>
                </c:pt>
                <c:pt idx="1997">
                  <c:v>46080</c:v>
                </c:pt>
                <c:pt idx="1998">
                  <c:v>46083</c:v>
                </c:pt>
                <c:pt idx="1999">
                  <c:v>46084</c:v>
                </c:pt>
                <c:pt idx="2000">
                  <c:v>46085</c:v>
                </c:pt>
                <c:pt idx="2001">
                  <c:v>46086</c:v>
                </c:pt>
                <c:pt idx="2002">
                  <c:v>46087</c:v>
                </c:pt>
                <c:pt idx="2003">
                  <c:v>46090</c:v>
                </c:pt>
                <c:pt idx="2004">
                  <c:v>46091</c:v>
                </c:pt>
                <c:pt idx="2005">
                  <c:v>46092</c:v>
                </c:pt>
                <c:pt idx="2006">
                  <c:v>46093</c:v>
                </c:pt>
                <c:pt idx="2007">
                  <c:v>46094</c:v>
                </c:pt>
                <c:pt idx="2008">
                  <c:v>46097</c:v>
                </c:pt>
                <c:pt idx="2009">
                  <c:v>46098</c:v>
                </c:pt>
                <c:pt idx="2010">
                  <c:v>46099</c:v>
                </c:pt>
                <c:pt idx="2011">
                  <c:v>46100</c:v>
                </c:pt>
                <c:pt idx="2012">
                  <c:v>46101</c:v>
                </c:pt>
                <c:pt idx="2013">
                  <c:v>46104</c:v>
                </c:pt>
                <c:pt idx="2014">
                  <c:v>46105</c:v>
                </c:pt>
                <c:pt idx="2015">
                  <c:v>46106</c:v>
                </c:pt>
                <c:pt idx="2016">
                  <c:v>46107</c:v>
                </c:pt>
                <c:pt idx="2017">
                  <c:v>46108</c:v>
                </c:pt>
                <c:pt idx="2018">
                  <c:v>46111</c:v>
                </c:pt>
                <c:pt idx="2019">
                  <c:v>46112</c:v>
                </c:pt>
                <c:pt idx="2020">
                  <c:v>46113</c:v>
                </c:pt>
                <c:pt idx="2021">
                  <c:v>46114</c:v>
                </c:pt>
                <c:pt idx="2022">
                  <c:v>46115</c:v>
                </c:pt>
                <c:pt idx="2023">
                  <c:v>46118</c:v>
                </c:pt>
                <c:pt idx="2024">
                  <c:v>46119</c:v>
                </c:pt>
                <c:pt idx="2025">
                  <c:v>46120</c:v>
                </c:pt>
                <c:pt idx="2026">
                  <c:v>46121</c:v>
                </c:pt>
                <c:pt idx="2027">
                  <c:v>46122</c:v>
                </c:pt>
                <c:pt idx="2028">
                  <c:v>46125</c:v>
                </c:pt>
                <c:pt idx="2029">
                  <c:v>46126</c:v>
                </c:pt>
                <c:pt idx="2030">
                  <c:v>46127</c:v>
                </c:pt>
                <c:pt idx="2031">
                  <c:v>46128</c:v>
                </c:pt>
                <c:pt idx="2032">
                  <c:v>46129</c:v>
                </c:pt>
                <c:pt idx="2033">
                  <c:v>46132</c:v>
                </c:pt>
                <c:pt idx="2034">
                  <c:v>46133</c:v>
                </c:pt>
                <c:pt idx="2035">
                  <c:v>46134</c:v>
                </c:pt>
                <c:pt idx="2036">
                  <c:v>46135</c:v>
                </c:pt>
                <c:pt idx="2037">
                  <c:v>46136</c:v>
                </c:pt>
                <c:pt idx="2038">
                  <c:v>46139</c:v>
                </c:pt>
                <c:pt idx="2039">
                  <c:v>46140</c:v>
                </c:pt>
                <c:pt idx="2040">
                  <c:v>46141</c:v>
                </c:pt>
                <c:pt idx="2041">
                  <c:v>46142</c:v>
                </c:pt>
                <c:pt idx="2042">
                  <c:v>46143</c:v>
                </c:pt>
                <c:pt idx="2043">
                  <c:v>46146</c:v>
                </c:pt>
                <c:pt idx="2044">
                  <c:v>46147</c:v>
                </c:pt>
                <c:pt idx="2045">
                  <c:v>46148</c:v>
                </c:pt>
                <c:pt idx="2046">
                  <c:v>46149</c:v>
                </c:pt>
                <c:pt idx="2047">
                  <c:v>46150</c:v>
                </c:pt>
                <c:pt idx="2048">
                  <c:v>46153</c:v>
                </c:pt>
                <c:pt idx="2049">
                  <c:v>46154</c:v>
                </c:pt>
                <c:pt idx="2050">
                  <c:v>46155</c:v>
                </c:pt>
                <c:pt idx="2051">
                  <c:v>46156</c:v>
                </c:pt>
                <c:pt idx="2052">
                  <c:v>46157</c:v>
                </c:pt>
                <c:pt idx="2053">
                  <c:v>46160</c:v>
                </c:pt>
                <c:pt idx="2054">
                  <c:v>46161</c:v>
                </c:pt>
                <c:pt idx="2055">
                  <c:v>46162</c:v>
                </c:pt>
                <c:pt idx="2056">
                  <c:v>46163</c:v>
                </c:pt>
                <c:pt idx="2057">
                  <c:v>46164</c:v>
                </c:pt>
                <c:pt idx="2058">
                  <c:v>46167</c:v>
                </c:pt>
                <c:pt idx="2059">
                  <c:v>46168</c:v>
                </c:pt>
                <c:pt idx="2060">
                  <c:v>46169</c:v>
                </c:pt>
                <c:pt idx="2061">
                  <c:v>46170</c:v>
                </c:pt>
                <c:pt idx="2062">
                  <c:v>46171</c:v>
                </c:pt>
                <c:pt idx="2063">
                  <c:v>46174</c:v>
                </c:pt>
                <c:pt idx="2064">
                  <c:v>46175</c:v>
                </c:pt>
                <c:pt idx="2065">
                  <c:v>46176</c:v>
                </c:pt>
                <c:pt idx="2066">
                  <c:v>46177</c:v>
                </c:pt>
                <c:pt idx="2067">
                  <c:v>46178</c:v>
                </c:pt>
                <c:pt idx="2068">
                  <c:v>46181</c:v>
                </c:pt>
                <c:pt idx="2069">
                  <c:v>46182</c:v>
                </c:pt>
                <c:pt idx="2070">
                  <c:v>46183</c:v>
                </c:pt>
                <c:pt idx="2071">
                  <c:v>46184</c:v>
                </c:pt>
                <c:pt idx="2072">
                  <c:v>46185</c:v>
                </c:pt>
                <c:pt idx="2073">
                  <c:v>46188</c:v>
                </c:pt>
                <c:pt idx="2074">
                  <c:v>46189</c:v>
                </c:pt>
                <c:pt idx="2075">
                  <c:v>46190</c:v>
                </c:pt>
                <c:pt idx="2076">
                  <c:v>46191</c:v>
                </c:pt>
                <c:pt idx="2077">
                  <c:v>46192</c:v>
                </c:pt>
                <c:pt idx="2078">
                  <c:v>46195</c:v>
                </c:pt>
                <c:pt idx="2079">
                  <c:v>46196</c:v>
                </c:pt>
                <c:pt idx="2080">
                  <c:v>46197</c:v>
                </c:pt>
                <c:pt idx="2081">
                  <c:v>46198</c:v>
                </c:pt>
                <c:pt idx="2082">
                  <c:v>46199</c:v>
                </c:pt>
                <c:pt idx="2083">
                  <c:v>46202</c:v>
                </c:pt>
                <c:pt idx="2084">
                  <c:v>46203</c:v>
                </c:pt>
                <c:pt idx="2085">
                  <c:v>46204</c:v>
                </c:pt>
                <c:pt idx="2086">
                  <c:v>46205</c:v>
                </c:pt>
                <c:pt idx="2087">
                  <c:v>46206</c:v>
                </c:pt>
                <c:pt idx="2088">
                  <c:v>46207</c:v>
                </c:pt>
                <c:pt idx="2089">
                  <c:v>46208</c:v>
                </c:pt>
                <c:pt idx="2090">
                  <c:v>46209</c:v>
                </c:pt>
                <c:pt idx="2091">
                  <c:v>46210</c:v>
                </c:pt>
                <c:pt idx="2092">
                  <c:v>46211</c:v>
                </c:pt>
                <c:pt idx="2093">
                  <c:v>46212</c:v>
                </c:pt>
                <c:pt idx="2094">
                  <c:v>46213</c:v>
                </c:pt>
                <c:pt idx="2095">
                  <c:v>46214</c:v>
                </c:pt>
                <c:pt idx="2096">
                  <c:v>46215</c:v>
                </c:pt>
                <c:pt idx="2097">
                  <c:v>46216</c:v>
                </c:pt>
                <c:pt idx="2098">
                  <c:v>46217</c:v>
                </c:pt>
                <c:pt idx="2099">
                  <c:v>46218</c:v>
                </c:pt>
                <c:pt idx="2100">
                  <c:v>46219</c:v>
                </c:pt>
                <c:pt idx="2101">
                  <c:v>46220</c:v>
                </c:pt>
                <c:pt idx="2102">
                  <c:v>46221</c:v>
                </c:pt>
                <c:pt idx="2103">
                  <c:v>46222</c:v>
                </c:pt>
                <c:pt idx="2104">
                  <c:v>46223</c:v>
                </c:pt>
                <c:pt idx="2105">
                  <c:v>46224</c:v>
                </c:pt>
                <c:pt idx="2106">
                  <c:v>46225</c:v>
                </c:pt>
                <c:pt idx="2107">
                  <c:v>46226</c:v>
                </c:pt>
                <c:pt idx="2108">
                  <c:v>46227</c:v>
                </c:pt>
                <c:pt idx="2109">
                  <c:v>46228</c:v>
                </c:pt>
                <c:pt idx="2110">
                  <c:v>46229</c:v>
                </c:pt>
                <c:pt idx="2111">
                  <c:v>46230</c:v>
                </c:pt>
                <c:pt idx="2112">
                  <c:v>46231</c:v>
                </c:pt>
                <c:pt idx="2113">
                  <c:v>46232</c:v>
                </c:pt>
                <c:pt idx="2114">
                  <c:v>46233</c:v>
                </c:pt>
                <c:pt idx="2115">
                  <c:v>46234</c:v>
                </c:pt>
                <c:pt idx="2116">
                  <c:v>46235</c:v>
                </c:pt>
                <c:pt idx="2117">
                  <c:v>46236</c:v>
                </c:pt>
                <c:pt idx="2118">
                  <c:v>46237</c:v>
                </c:pt>
                <c:pt idx="2119">
                  <c:v>46238</c:v>
                </c:pt>
                <c:pt idx="2120">
                  <c:v>46239</c:v>
                </c:pt>
                <c:pt idx="2121">
                  <c:v>46240</c:v>
                </c:pt>
                <c:pt idx="2122">
                  <c:v>46241</c:v>
                </c:pt>
                <c:pt idx="2123">
                  <c:v>46242</c:v>
                </c:pt>
                <c:pt idx="2124">
                  <c:v>46243</c:v>
                </c:pt>
                <c:pt idx="2125">
                  <c:v>46244</c:v>
                </c:pt>
                <c:pt idx="2126">
                  <c:v>46245</c:v>
                </c:pt>
                <c:pt idx="2127">
                  <c:v>46246</c:v>
                </c:pt>
                <c:pt idx="2128">
                  <c:v>46247</c:v>
                </c:pt>
                <c:pt idx="2129">
                  <c:v>46248</c:v>
                </c:pt>
                <c:pt idx="2130">
                  <c:v>46249</c:v>
                </c:pt>
                <c:pt idx="2131">
                  <c:v>46250</c:v>
                </c:pt>
                <c:pt idx="2132">
                  <c:v>46251</c:v>
                </c:pt>
                <c:pt idx="2133">
                  <c:v>46252</c:v>
                </c:pt>
                <c:pt idx="2134">
                  <c:v>46253</c:v>
                </c:pt>
                <c:pt idx="2135">
                  <c:v>46254</c:v>
                </c:pt>
                <c:pt idx="2136">
                  <c:v>46255</c:v>
                </c:pt>
                <c:pt idx="2137">
                  <c:v>46256</c:v>
                </c:pt>
                <c:pt idx="2138">
                  <c:v>46257</c:v>
                </c:pt>
                <c:pt idx="2139">
                  <c:v>46258</c:v>
                </c:pt>
                <c:pt idx="2140">
                  <c:v>46259</c:v>
                </c:pt>
                <c:pt idx="2141">
                  <c:v>46260</c:v>
                </c:pt>
                <c:pt idx="2142">
                  <c:v>46261</c:v>
                </c:pt>
                <c:pt idx="2143">
                  <c:v>46262</c:v>
                </c:pt>
                <c:pt idx="2144">
                  <c:v>46265</c:v>
                </c:pt>
                <c:pt idx="2145">
                  <c:v>46266</c:v>
                </c:pt>
                <c:pt idx="2146">
                  <c:v>46267</c:v>
                </c:pt>
                <c:pt idx="2147">
                  <c:v>46268</c:v>
                </c:pt>
                <c:pt idx="2148">
                  <c:v>46269</c:v>
                </c:pt>
                <c:pt idx="2149">
                  <c:v>46272</c:v>
                </c:pt>
                <c:pt idx="2150">
                  <c:v>46273</c:v>
                </c:pt>
                <c:pt idx="2151">
                  <c:v>46274</c:v>
                </c:pt>
                <c:pt idx="2152">
                  <c:v>46275</c:v>
                </c:pt>
                <c:pt idx="2153">
                  <c:v>46276</c:v>
                </c:pt>
                <c:pt idx="2154">
                  <c:v>46279</c:v>
                </c:pt>
                <c:pt idx="2155">
                  <c:v>46280</c:v>
                </c:pt>
                <c:pt idx="2156">
                  <c:v>46281</c:v>
                </c:pt>
                <c:pt idx="2157">
                  <c:v>46282</c:v>
                </c:pt>
                <c:pt idx="2158">
                  <c:v>46283</c:v>
                </c:pt>
                <c:pt idx="2159">
                  <c:v>46286</c:v>
                </c:pt>
                <c:pt idx="2160">
                  <c:v>46287</c:v>
                </c:pt>
              </c:numCache>
            </c:numRef>
          </c:cat>
          <c:val>
            <c:numRef>
              <c:f>Sheet1!$C$2:$C$2162</c:f>
              <c:numCache>
                <c:formatCode>_(* #,##0.00_);_(* \(#,##0.00\);_(* "-"_);_(@_)</c:formatCode>
                <c:ptCount val="2161"/>
                <c:pt idx="0">
                  <c:v>3.8494000000000002</c:v>
                </c:pt>
                <c:pt idx="1">
                  <c:v>3.8210299999999999</c:v>
                </c:pt>
                <c:pt idx="2">
                  <c:v>3.8319700000000001</c:v>
                </c:pt>
                <c:pt idx="3">
                  <c:v>3.8434200000000001</c:v>
                </c:pt>
                <c:pt idx="4">
                  <c:v>3.8660700000000001</c:v>
                </c:pt>
                <c:pt idx="5">
                  <c:v>3.8434599999999999</c:v>
                </c:pt>
                <c:pt idx="6">
                  <c:v>3.8660800000000002</c:v>
                </c:pt>
                <c:pt idx="7">
                  <c:v>3.8803000000000001</c:v>
                </c:pt>
                <c:pt idx="8">
                  <c:v>3.8687</c:v>
                </c:pt>
                <c:pt idx="9">
                  <c:v>3.8670399999999998</c:v>
                </c:pt>
                <c:pt idx="10">
                  <c:v>3.9031699999999998</c:v>
                </c:pt>
                <c:pt idx="11">
                  <c:v>3.8797799999999998</c:v>
                </c:pt>
                <c:pt idx="12">
                  <c:v>3.87432</c:v>
                </c:pt>
                <c:pt idx="13">
                  <c:v>3.8620299999999999</c:v>
                </c:pt>
                <c:pt idx="14">
                  <c:v>3.9271099999999999</c:v>
                </c:pt>
                <c:pt idx="15">
                  <c:v>3.9255</c:v>
                </c:pt>
                <c:pt idx="16">
                  <c:v>3.8354499999999998</c:v>
                </c:pt>
                <c:pt idx="17">
                  <c:v>3.8613400000000002</c:v>
                </c:pt>
                <c:pt idx="18">
                  <c:v>3.8637600000000001</c:v>
                </c:pt>
                <c:pt idx="19">
                  <c:v>3.8466999999999998</c:v>
                </c:pt>
                <c:pt idx="20">
                  <c:v>3.8610199999999999</c:v>
                </c:pt>
                <c:pt idx="21">
                  <c:v>3.8551000000000002</c:v>
                </c:pt>
                <c:pt idx="22">
                  <c:v>3.8621400000000001</c:v>
                </c:pt>
                <c:pt idx="23">
                  <c:v>3.86158</c:v>
                </c:pt>
                <c:pt idx="24">
                  <c:v>3.8431000000000002</c:v>
                </c:pt>
                <c:pt idx="25">
                  <c:v>3.8150499999999998</c:v>
                </c:pt>
                <c:pt idx="26">
                  <c:v>3.8032900000000001</c:v>
                </c:pt>
                <c:pt idx="27">
                  <c:v>3.8853800000000001</c:v>
                </c:pt>
                <c:pt idx="28">
                  <c:v>3.85</c:v>
                </c:pt>
                <c:pt idx="29">
                  <c:v>3.86252</c:v>
                </c:pt>
                <c:pt idx="30">
                  <c:v>3.8862899999999998</c:v>
                </c:pt>
                <c:pt idx="31">
                  <c:v>3.8616100000000002</c:v>
                </c:pt>
                <c:pt idx="32">
                  <c:v>3.9232499999999999</c:v>
                </c:pt>
                <c:pt idx="33">
                  <c:v>3.8794599999999999</c:v>
                </c:pt>
                <c:pt idx="34">
                  <c:v>3.88246</c:v>
                </c:pt>
                <c:pt idx="35">
                  <c:v>3.8438699999999999</c:v>
                </c:pt>
                <c:pt idx="36">
                  <c:v>3.8965900000000002</c:v>
                </c:pt>
                <c:pt idx="37">
                  <c:v>3.8689900000000002</c:v>
                </c:pt>
                <c:pt idx="38">
                  <c:v>3.8597299999999999</c:v>
                </c:pt>
                <c:pt idx="39">
                  <c:v>3.90665</c:v>
                </c:pt>
                <c:pt idx="40">
                  <c:v>3.8563499999999999</c:v>
                </c:pt>
                <c:pt idx="41">
                  <c:v>3.9247100000000001</c:v>
                </c:pt>
                <c:pt idx="42">
                  <c:v>3.8883100000000002</c:v>
                </c:pt>
                <c:pt idx="43">
                  <c:v>3.9534500000000001</c:v>
                </c:pt>
                <c:pt idx="44">
                  <c:v>4.4638600000000004</c:v>
                </c:pt>
                <c:pt idx="45">
                  <c:v>4.0962500000000004</c:v>
                </c:pt>
                <c:pt idx="46">
                  <c:v>4.0817800000000002</c:v>
                </c:pt>
                <c:pt idx="47">
                  <c:v>4.00739</c:v>
                </c:pt>
                <c:pt idx="48">
                  <c:v>3.9710700000000001</c:v>
                </c:pt>
                <c:pt idx="49">
                  <c:v>3.95438</c:v>
                </c:pt>
                <c:pt idx="50">
                  <c:v>3.8642599999999998</c:v>
                </c:pt>
                <c:pt idx="51">
                  <c:v>3.8723700000000001</c:v>
                </c:pt>
                <c:pt idx="52">
                  <c:v>3.8488000000000002</c:v>
                </c:pt>
                <c:pt idx="53">
                  <c:v>3.8620700000000001</c:v>
                </c:pt>
                <c:pt idx="54">
                  <c:v>3.8715899999999999</c:v>
                </c:pt>
                <c:pt idx="55">
                  <c:v>3.8592399999999998</c:v>
                </c:pt>
                <c:pt idx="56">
                  <c:v>3.9440400000000002</c:v>
                </c:pt>
                <c:pt idx="57">
                  <c:v>3.9022899999999998</c:v>
                </c:pt>
                <c:pt idx="58">
                  <c:v>4.0509399999999998</c:v>
                </c:pt>
                <c:pt idx="59">
                  <c:v>4.1806200000000002</c:v>
                </c:pt>
                <c:pt idx="60">
                  <c:v>3.96611</c:v>
                </c:pt>
                <c:pt idx="61">
                  <c:v>4.2765899999999997</c:v>
                </c:pt>
                <c:pt idx="62">
                  <c:v>3.92401</c:v>
                </c:pt>
                <c:pt idx="63">
                  <c:v>3.9421499999999998</c:v>
                </c:pt>
                <c:pt idx="64">
                  <c:v>3.8919600000000001</c:v>
                </c:pt>
                <c:pt idx="65">
                  <c:v>3.9121700000000001</c:v>
                </c:pt>
                <c:pt idx="66">
                  <c:v>3.8883299999999998</c:v>
                </c:pt>
                <c:pt idx="67">
                  <c:v>3.8483399999999999</c:v>
                </c:pt>
                <c:pt idx="68">
                  <c:v>3.9537800000000001</c:v>
                </c:pt>
                <c:pt idx="69">
                  <c:v>3.8538100000000002</c:v>
                </c:pt>
                <c:pt idx="70">
                  <c:v>4.0218999999999996</c:v>
                </c:pt>
                <c:pt idx="71">
                  <c:v>3.94882</c:v>
                </c:pt>
                <c:pt idx="72">
                  <c:v>3.95092</c:v>
                </c:pt>
                <c:pt idx="73">
                  <c:v>3.9891200000000002</c:v>
                </c:pt>
                <c:pt idx="74">
                  <c:v>3.9285999999999999</c:v>
                </c:pt>
                <c:pt idx="75">
                  <c:v>3.90211</c:v>
                </c:pt>
                <c:pt idx="76">
                  <c:v>3.9192800000000001</c:v>
                </c:pt>
                <c:pt idx="77">
                  <c:v>3.8980000000000001</c:v>
                </c:pt>
                <c:pt idx="78">
                  <c:v>3.9521799999999998</c:v>
                </c:pt>
                <c:pt idx="79">
                  <c:v>4.0933400000000004</c:v>
                </c:pt>
                <c:pt idx="80">
                  <c:v>4.7625000000000002</c:v>
                </c:pt>
                <c:pt idx="81">
                  <c:v>4.7880799999999999</c:v>
                </c:pt>
                <c:pt idx="82">
                  <c:v>4.1846100000000002</c:v>
                </c:pt>
                <c:pt idx="83">
                  <c:v>3.9906700000000002</c:v>
                </c:pt>
                <c:pt idx="84">
                  <c:v>4.1078400000000004</c:v>
                </c:pt>
                <c:pt idx="85">
                  <c:v>4.1000300000000003</c:v>
                </c:pt>
                <c:pt idx="86">
                  <c:v>4.0457299999999998</c:v>
                </c:pt>
                <c:pt idx="87">
                  <c:v>4.0179600000000004</c:v>
                </c:pt>
                <c:pt idx="88">
                  <c:v>3.9800200000000001</c:v>
                </c:pt>
                <c:pt idx="89">
                  <c:v>3.9724400000000002</c:v>
                </c:pt>
                <c:pt idx="90">
                  <c:v>3.90096</c:v>
                </c:pt>
                <c:pt idx="91">
                  <c:v>3.9058799999999998</c:v>
                </c:pt>
                <c:pt idx="92">
                  <c:v>3.89737</c:v>
                </c:pt>
                <c:pt idx="93">
                  <c:v>3.9335399999999998</c:v>
                </c:pt>
                <c:pt idx="94">
                  <c:v>4.0408600000000003</c:v>
                </c:pt>
                <c:pt idx="95">
                  <c:v>4.00549</c:v>
                </c:pt>
                <c:pt idx="96">
                  <c:v>3.9883799999999998</c:v>
                </c:pt>
                <c:pt idx="97">
                  <c:v>3.96014</c:v>
                </c:pt>
                <c:pt idx="98">
                  <c:v>4.0474500000000004</c:v>
                </c:pt>
                <c:pt idx="99">
                  <c:v>4.0125400000000004</c:v>
                </c:pt>
                <c:pt idx="100">
                  <c:v>4.05227</c:v>
                </c:pt>
                <c:pt idx="101">
                  <c:v>4.1311200000000001</c:v>
                </c:pt>
                <c:pt idx="102">
                  <c:v>4.2799199999999997</c:v>
                </c:pt>
                <c:pt idx="103">
                  <c:v>4.25549</c:v>
                </c:pt>
                <c:pt idx="104">
                  <c:v>4.2477499999999999</c:v>
                </c:pt>
                <c:pt idx="105">
                  <c:v>4.2748600000000003</c:v>
                </c:pt>
                <c:pt idx="106">
                  <c:v>4.4082400000000002</c:v>
                </c:pt>
                <c:pt idx="107">
                  <c:v>5.4712199999999998</c:v>
                </c:pt>
                <c:pt idx="108">
                  <c:v>4.3617400000000002</c:v>
                </c:pt>
                <c:pt idx="109">
                  <c:v>4.4768800000000004</c:v>
                </c:pt>
                <c:pt idx="110">
                  <c:v>4.3960499999999998</c:v>
                </c:pt>
                <c:pt idx="111">
                  <c:v>4.3769999999999998</c:v>
                </c:pt>
                <c:pt idx="112">
                  <c:v>4.4605100000000002</c:v>
                </c:pt>
                <c:pt idx="113">
                  <c:v>4.5331900000000003</c:v>
                </c:pt>
                <c:pt idx="114">
                  <c:v>4.7259700000000002</c:v>
                </c:pt>
                <c:pt idx="115">
                  <c:v>4.7268499999999998</c:v>
                </c:pt>
                <c:pt idx="116">
                  <c:v>4.8819299999999997</c:v>
                </c:pt>
                <c:pt idx="117">
                  <c:v>4.8736899999999999</c:v>
                </c:pt>
                <c:pt idx="118">
                  <c:v>4.7765000000000004</c:v>
                </c:pt>
                <c:pt idx="119">
                  <c:v>4.8703200000000004</c:v>
                </c:pt>
                <c:pt idx="120">
                  <c:v>4.8423400000000001</c:v>
                </c:pt>
                <c:pt idx="121">
                  <c:v>4.8964800000000004</c:v>
                </c:pt>
                <c:pt idx="122">
                  <c:v>4.9271399999999996</c:v>
                </c:pt>
                <c:pt idx="123">
                  <c:v>4.9539999999999997</c:v>
                </c:pt>
                <c:pt idx="124">
                  <c:v>4.9392399999999999</c:v>
                </c:pt>
                <c:pt idx="125">
                  <c:v>4.98766</c:v>
                </c:pt>
                <c:pt idx="126">
                  <c:v>4.9170199999999999</c:v>
                </c:pt>
                <c:pt idx="127">
                  <c:v>4.9492099999999999</c:v>
                </c:pt>
                <c:pt idx="128">
                  <c:v>4.9678699999999996</c:v>
                </c:pt>
                <c:pt idx="129">
                  <c:v>4.9706200000000003</c:v>
                </c:pt>
                <c:pt idx="130">
                  <c:v>4.9671099999999999</c:v>
                </c:pt>
                <c:pt idx="131">
                  <c:v>4.9770200000000004</c:v>
                </c:pt>
                <c:pt idx="132">
                  <c:v>4.9748799999999997</c:v>
                </c:pt>
                <c:pt idx="133">
                  <c:v>4.9836099999999997</c:v>
                </c:pt>
                <c:pt idx="134">
                  <c:v>5.0005800000000002</c:v>
                </c:pt>
                <c:pt idx="135">
                  <c:v>4.9874400000000003</c:v>
                </c:pt>
                <c:pt idx="136">
                  <c:v>4.9809599999999996</c:v>
                </c:pt>
                <c:pt idx="137">
                  <c:v>5.0028499999999996</c:v>
                </c:pt>
                <c:pt idx="138">
                  <c:v>4.9731300000000003</c:v>
                </c:pt>
                <c:pt idx="139">
                  <c:v>5.0270400000000004</c:v>
                </c:pt>
                <c:pt idx="140">
                  <c:v>5.0379699999999996</c:v>
                </c:pt>
                <c:pt idx="141">
                  <c:v>5.0294800000000004</c:v>
                </c:pt>
                <c:pt idx="142">
                  <c:v>5.02712</c:v>
                </c:pt>
                <c:pt idx="143">
                  <c:v>5.0090899999999996</c:v>
                </c:pt>
                <c:pt idx="144">
                  <c:v>5.0731400000000004</c:v>
                </c:pt>
                <c:pt idx="145">
                  <c:v>5.1306099999999999</c:v>
                </c:pt>
                <c:pt idx="146">
                  <c:v>5.1302099999999999</c:v>
                </c:pt>
                <c:pt idx="147">
                  <c:v>5.2747999999999999</c:v>
                </c:pt>
                <c:pt idx="148">
                  <c:v>5.3471700000000002</c:v>
                </c:pt>
                <c:pt idx="149">
                  <c:v>5.4147400000000001</c:v>
                </c:pt>
                <c:pt idx="150">
                  <c:v>5.39689</c:v>
                </c:pt>
                <c:pt idx="151">
                  <c:v>5.2909899999999999</c:v>
                </c:pt>
                <c:pt idx="152">
                  <c:v>5.3455700000000004</c:v>
                </c:pt>
                <c:pt idx="153">
                  <c:v>5.3282699999999998</c:v>
                </c:pt>
                <c:pt idx="154">
                  <c:v>5.3391700000000002</c:v>
                </c:pt>
                <c:pt idx="155">
                  <c:v>5.3785499999999997</c:v>
                </c:pt>
                <c:pt idx="156">
                  <c:v>5.3628600000000004</c:v>
                </c:pt>
                <c:pt idx="157">
                  <c:v>5.3703200000000004</c:v>
                </c:pt>
                <c:pt idx="158">
                  <c:v>5.3660699999999997</c:v>
                </c:pt>
                <c:pt idx="159">
                  <c:v>5.34293</c:v>
                </c:pt>
                <c:pt idx="160">
                  <c:v>5.3304600000000004</c:v>
                </c:pt>
                <c:pt idx="161">
                  <c:v>5.2903700000000002</c:v>
                </c:pt>
                <c:pt idx="162">
                  <c:v>5.3481100000000001</c:v>
                </c:pt>
                <c:pt idx="163">
                  <c:v>5.3898999999999999</c:v>
                </c:pt>
                <c:pt idx="164">
                  <c:v>5.41486</c:v>
                </c:pt>
                <c:pt idx="165">
                  <c:v>5.4448400000000001</c:v>
                </c:pt>
                <c:pt idx="166">
                  <c:v>5.3916700000000004</c:v>
                </c:pt>
                <c:pt idx="167">
                  <c:v>5.3880400000000002</c:v>
                </c:pt>
                <c:pt idx="168">
                  <c:v>5.4206700000000003</c:v>
                </c:pt>
                <c:pt idx="169">
                  <c:v>5.4219900000000001</c:v>
                </c:pt>
                <c:pt idx="170">
                  <c:v>5.39398</c:v>
                </c:pt>
                <c:pt idx="171">
                  <c:v>5.4150499999999999</c:v>
                </c:pt>
                <c:pt idx="172">
                  <c:v>5.3550000000000004</c:v>
                </c:pt>
                <c:pt idx="173">
                  <c:v>5.2895599999999998</c:v>
                </c:pt>
                <c:pt idx="174">
                  <c:v>5.4363900000000003</c:v>
                </c:pt>
                <c:pt idx="175">
                  <c:v>5.6334099999999996</c:v>
                </c:pt>
                <c:pt idx="176">
                  <c:v>5.5480900000000002</c:v>
                </c:pt>
                <c:pt idx="177">
                  <c:v>5.5693999999999999</c:v>
                </c:pt>
                <c:pt idx="178">
                  <c:v>5.5325600000000001</c:v>
                </c:pt>
                <c:pt idx="179">
                  <c:v>5.54617</c:v>
                </c:pt>
                <c:pt idx="180">
                  <c:v>5.6235099999999996</c:v>
                </c:pt>
                <c:pt idx="181">
                  <c:v>5.5983299999999998</c:v>
                </c:pt>
                <c:pt idx="182">
                  <c:v>5.6145800000000001</c:v>
                </c:pt>
                <c:pt idx="183">
                  <c:v>5.6828399999999997</c:v>
                </c:pt>
                <c:pt idx="184">
                  <c:v>5.7695499999999997</c:v>
                </c:pt>
                <c:pt idx="185">
                  <c:v>5.8148200000000001</c:v>
                </c:pt>
                <c:pt idx="186">
                  <c:v>5.74857</c:v>
                </c:pt>
                <c:pt idx="187">
                  <c:v>5.60893</c:v>
                </c:pt>
                <c:pt idx="188">
                  <c:v>5.5672499999999996</c:v>
                </c:pt>
                <c:pt idx="189">
                  <c:v>5.54298</c:v>
                </c:pt>
                <c:pt idx="190">
                  <c:v>5.5961999999999996</c:v>
                </c:pt>
                <c:pt idx="191">
                  <c:v>5.6200799999999997</c:v>
                </c:pt>
                <c:pt idx="192">
                  <c:v>5.5506900000000003</c:v>
                </c:pt>
                <c:pt idx="193">
                  <c:v>5.5846099999999996</c:v>
                </c:pt>
                <c:pt idx="194">
                  <c:v>5.6072499999999996</c:v>
                </c:pt>
                <c:pt idx="195">
                  <c:v>5.5986700000000003</c:v>
                </c:pt>
                <c:pt idx="196">
                  <c:v>5.6074900000000003</c:v>
                </c:pt>
                <c:pt idx="197">
                  <c:v>5.5585500000000003</c:v>
                </c:pt>
                <c:pt idx="198">
                  <c:v>5.5883000000000003</c:v>
                </c:pt>
                <c:pt idx="199">
                  <c:v>5.5789200000000001</c:v>
                </c:pt>
                <c:pt idx="200">
                  <c:v>5.6065500000000004</c:v>
                </c:pt>
                <c:pt idx="201">
                  <c:v>5.6550500000000001</c:v>
                </c:pt>
                <c:pt idx="202">
                  <c:v>5.6104799999999999</c:v>
                </c:pt>
                <c:pt idx="203">
                  <c:v>5.6349</c:v>
                </c:pt>
                <c:pt idx="204">
                  <c:v>5.6055700000000002</c:v>
                </c:pt>
                <c:pt idx="205">
                  <c:v>5.6680200000000003</c:v>
                </c:pt>
                <c:pt idx="206">
                  <c:v>5.6202800000000002</c:v>
                </c:pt>
                <c:pt idx="207">
                  <c:v>5.71645</c:v>
                </c:pt>
                <c:pt idx="208">
                  <c:v>5.7027700000000001</c:v>
                </c:pt>
                <c:pt idx="209">
                  <c:v>5.6691200000000004</c:v>
                </c:pt>
                <c:pt idx="210">
                  <c:v>5.8637600000000001</c:v>
                </c:pt>
                <c:pt idx="211">
                  <c:v>5.8784200000000002</c:v>
                </c:pt>
                <c:pt idx="212">
                  <c:v>5.8837599999999997</c:v>
                </c:pt>
                <c:pt idx="213">
                  <c:v>5.8307200000000003</c:v>
                </c:pt>
                <c:pt idx="214">
                  <c:v>5.8727999999999998</c:v>
                </c:pt>
                <c:pt idx="215">
                  <c:v>5.8064799999999996</c:v>
                </c:pt>
                <c:pt idx="216">
                  <c:v>5.8444399999999996</c:v>
                </c:pt>
                <c:pt idx="217">
                  <c:v>5.8343600000000002</c:v>
                </c:pt>
                <c:pt idx="218">
                  <c:v>5.8016199999999998</c:v>
                </c:pt>
                <c:pt idx="219">
                  <c:v>5.8716799999999996</c:v>
                </c:pt>
                <c:pt idx="220">
                  <c:v>5.8041600000000004</c:v>
                </c:pt>
                <c:pt idx="221">
                  <c:v>5.8287500000000003</c:v>
                </c:pt>
                <c:pt idx="222">
                  <c:v>5.8233300000000003</c:v>
                </c:pt>
                <c:pt idx="223">
                  <c:v>5.8250799999999998</c:v>
                </c:pt>
                <c:pt idx="224">
                  <c:v>5.8682499999999997</c:v>
                </c:pt>
                <c:pt idx="225">
                  <c:v>5.7942</c:v>
                </c:pt>
                <c:pt idx="226">
                  <c:v>5.8552900000000001</c:v>
                </c:pt>
                <c:pt idx="227">
                  <c:v>5.7786200000000001</c:v>
                </c:pt>
                <c:pt idx="228">
                  <c:v>5.8062699999999996</c:v>
                </c:pt>
                <c:pt idx="229">
                  <c:v>5.7902399999999998</c:v>
                </c:pt>
                <c:pt idx="230">
                  <c:v>5.8161100000000001</c:v>
                </c:pt>
                <c:pt idx="231">
                  <c:v>5.8109400000000004</c:v>
                </c:pt>
                <c:pt idx="232">
                  <c:v>5.8054800000000002</c:v>
                </c:pt>
                <c:pt idx="233">
                  <c:v>5.7574100000000001</c:v>
                </c:pt>
                <c:pt idx="234">
                  <c:v>5.7890300000000003</c:v>
                </c:pt>
                <c:pt idx="235">
                  <c:v>5.8199100000000001</c:v>
                </c:pt>
                <c:pt idx="236">
                  <c:v>5.7250399999999999</c:v>
                </c:pt>
                <c:pt idx="237">
                  <c:v>5.7444800000000003</c:v>
                </c:pt>
                <c:pt idx="238">
                  <c:v>5.8290699999999998</c:v>
                </c:pt>
                <c:pt idx="239">
                  <c:v>5.7747599999999997</c:v>
                </c:pt>
                <c:pt idx="240">
                  <c:v>5.8007099999999996</c:v>
                </c:pt>
                <c:pt idx="241">
                  <c:v>5.7755400000000003</c:v>
                </c:pt>
                <c:pt idx="242">
                  <c:v>5.8483799999999997</c:v>
                </c:pt>
                <c:pt idx="243">
                  <c:v>5.8067299999999999</c:v>
                </c:pt>
                <c:pt idx="244">
                  <c:v>5.8059399999999997</c:v>
                </c:pt>
                <c:pt idx="245">
                  <c:v>5.8459199999999996</c:v>
                </c:pt>
                <c:pt idx="246">
                  <c:v>5.8391000000000002</c:v>
                </c:pt>
                <c:pt idx="247">
                  <c:v>5.8718899999999996</c:v>
                </c:pt>
                <c:pt idx="248">
                  <c:v>5.8136000000000001</c:v>
                </c:pt>
                <c:pt idx="249">
                  <c:v>5.8957699999999997</c:v>
                </c:pt>
                <c:pt idx="250">
                  <c:v>5.8956099999999996</c:v>
                </c:pt>
                <c:pt idx="251">
                  <c:v>5.9120100000000004</c:v>
                </c:pt>
                <c:pt idx="252">
                  <c:v>5.9076300000000002</c:v>
                </c:pt>
                <c:pt idx="253">
                  <c:v>5.9442899999999996</c:v>
                </c:pt>
                <c:pt idx="254">
                  <c:v>5.9207900000000002</c:v>
                </c:pt>
                <c:pt idx="255">
                  <c:v>5.8605400000000003</c:v>
                </c:pt>
                <c:pt idx="256">
                  <c:v>5.8565500000000004</c:v>
                </c:pt>
                <c:pt idx="257">
                  <c:v>5.9700199999999999</c:v>
                </c:pt>
                <c:pt idx="258">
                  <c:v>5.9381700000000004</c:v>
                </c:pt>
                <c:pt idx="259">
                  <c:v>5.8494000000000002</c:v>
                </c:pt>
                <c:pt idx="260">
                  <c:v>5.8320499999999997</c:v>
                </c:pt>
                <c:pt idx="261">
                  <c:v>5.8309899999999999</c:v>
                </c:pt>
                <c:pt idx="262">
                  <c:v>5.9222599999999996</c:v>
                </c:pt>
                <c:pt idx="263">
                  <c:v>5.8073300000000003</c:v>
                </c:pt>
                <c:pt idx="264">
                  <c:v>5.8429599999999997</c:v>
                </c:pt>
                <c:pt idx="265">
                  <c:v>5.8263699999999998</c:v>
                </c:pt>
                <c:pt idx="266">
                  <c:v>6.0698699999999999</c:v>
                </c:pt>
                <c:pt idx="267">
                  <c:v>6.0022399999999996</c:v>
                </c:pt>
                <c:pt idx="268">
                  <c:v>5.9002400000000002</c:v>
                </c:pt>
                <c:pt idx="269">
                  <c:v>5.8783399999999997</c:v>
                </c:pt>
                <c:pt idx="270">
                  <c:v>5.8124200000000004</c:v>
                </c:pt>
                <c:pt idx="271">
                  <c:v>5.9215600000000004</c:v>
                </c:pt>
                <c:pt idx="272">
                  <c:v>5.9727399999999999</c:v>
                </c:pt>
                <c:pt idx="273">
                  <c:v>5.8237500000000004</c:v>
                </c:pt>
                <c:pt idx="274">
                  <c:v>5.74993</c:v>
                </c:pt>
                <c:pt idx="275">
                  <c:v>5.7757899999999998</c:v>
                </c:pt>
                <c:pt idx="276">
                  <c:v>5.88964</c:v>
                </c:pt>
                <c:pt idx="277">
                  <c:v>5.7789299999999999</c:v>
                </c:pt>
                <c:pt idx="278">
                  <c:v>5.7938999999999998</c:v>
                </c:pt>
                <c:pt idx="279">
                  <c:v>5.7279299999999997</c:v>
                </c:pt>
                <c:pt idx="280">
                  <c:v>5.8175800000000004</c:v>
                </c:pt>
                <c:pt idx="281">
                  <c:v>5.8410099999999998</c:v>
                </c:pt>
                <c:pt idx="282">
                  <c:v>5.8832199999999997</c:v>
                </c:pt>
                <c:pt idx="283">
                  <c:v>5.8325500000000003</c:v>
                </c:pt>
                <c:pt idx="284">
                  <c:v>5.9069099999999999</c:v>
                </c:pt>
                <c:pt idx="285">
                  <c:v>5.8876999999999997</c:v>
                </c:pt>
                <c:pt idx="286">
                  <c:v>5.8803400000000003</c:v>
                </c:pt>
                <c:pt idx="287">
                  <c:v>5.84992</c:v>
                </c:pt>
                <c:pt idx="288">
                  <c:v>5.82538</c:v>
                </c:pt>
                <c:pt idx="289">
                  <c:v>5.7769199999999996</c:v>
                </c:pt>
                <c:pt idx="290">
                  <c:v>5.8471700000000002</c:v>
                </c:pt>
                <c:pt idx="291">
                  <c:v>5.8320499999999997</c:v>
                </c:pt>
                <c:pt idx="292">
                  <c:v>5.8387599999999997</c:v>
                </c:pt>
                <c:pt idx="293">
                  <c:v>5.8127800000000001</c:v>
                </c:pt>
                <c:pt idx="294">
                  <c:v>5.8506499999999999</c:v>
                </c:pt>
                <c:pt idx="295">
                  <c:v>5.9665499999999998</c:v>
                </c:pt>
                <c:pt idx="296">
                  <c:v>5.9784199999999998</c:v>
                </c:pt>
                <c:pt idx="297">
                  <c:v>5.9256099999999998</c:v>
                </c:pt>
                <c:pt idx="298">
                  <c:v>6.1612799999999996</c:v>
                </c:pt>
                <c:pt idx="299">
                  <c:v>5.9405400000000004</c:v>
                </c:pt>
                <c:pt idx="300">
                  <c:v>5.8185200000000004</c:v>
                </c:pt>
                <c:pt idx="301">
                  <c:v>5.8942399999999999</c:v>
                </c:pt>
                <c:pt idx="302">
                  <c:v>5.88042</c:v>
                </c:pt>
                <c:pt idx="303">
                  <c:v>5.8927899999999998</c:v>
                </c:pt>
                <c:pt idx="304">
                  <c:v>5.97323</c:v>
                </c:pt>
                <c:pt idx="305">
                  <c:v>6.0614100000000004</c:v>
                </c:pt>
                <c:pt idx="306">
                  <c:v>6.1104200000000004</c:v>
                </c:pt>
                <c:pt idx="307">
                  <c:v>6.1642400000000004</c:v>
                </c:pt>
                <c:pt idx="308">
                  <c:v>6.0329800000000002</c:v>
                </c:pt>
                <c:pt idx="309">
                  <c:v>5.8812600000000002</c:v>
                </c:pt>
                <c:pt idx="310">
                  <c:v>5.8198600000000003</c:v>
                </c:pt>
                <c:pt idx="311">
                  <c:v>5.9767999999999999</c:v>
                </c:pt>
                <c:pt idx="312">
                  <c:v>5.9068100000000001</c:v>
                </c:pt>
                <c:pt idx="313">
                  <c:v>5.89283</c:v>
                </c:pt>
                <c:pt idx="314">
                  <c:v>5.8546800000000001</c:v>
                </c:pt>
                <c:pt idx="315">
                  <c:v>5.9232500000000003</c:v>
                </c:pt>
                <c:pt idx="316">
                  <c:v>5.9413499999999999</c:v>
                </c:pt>
                <c:pt idx="317">
                  <c:v>5.8952999999999998</c:v>
                </c:pt>
                <c:pt idx="318">
                  <c:v>5.8840899999999996</c:v>
                </c:pt>
                <c:pt idx="319">
                  <c:v>5.8217100000000004</c:v>
                </c:pt>
                <c:pt idx="320">
                  <c:v>5.9338499999999996</c:v>
                </c:pt>
                <c:pt idx="321">
                  <c:v>5.8134699999999997</c:v>
                </c:pt>
                <c:pt idx="322">
                  <c:v>5.8244300000000004</c:v>
                </c:pt>
                <c:pt idx="323">
                  <c:v>5.7803100000000001</c:v>
                </c:pt>
                <c:pt idx="324">
                  <c:v>5.8901000000000003</c:v>
                </c:pt>
                <c:pt idx="325">
                  <c:v>5.8773900000000001</c:v>
                </c:pt>
                <c:pt idx="326">
                  <c:v>5.88713</c:v>
                </c:pt>
                <c:pt idx="327">
                  <c:v>5.8980100000000002</c:v>
                </c:pt>
                <c:pt idx="328">
                  <c:v>5.8425099999999999</c:v>
                </c:pt>
                <c:pt idx="329">
                  <c:v>5.8019600000000002</c:v>
                </c:pt>
                <c:pt idx="330">
                  <c:v>5.8421599999999998</c:v>
                </c:pt>
                <c:pt idx="331">
                  <c:v>5.8778600000000001</c:v>
                </c:pt>
                <c:pt idx="332">
                  <c:v>5.8102999999999998</c:v>
                </c:pt>
                <c:pt idx="333">
                  <c:v>6.0113799999999999</c:v>
                </c:pt>
                <c:pt idx="334">
                  <c:v>5.9101699999999999</c:v>
                </c:pt>
                <c:pt idx="335">
                  <c:v>5.8777299999999997</c:v>
                </c:pt>
                <c:pt idx="336">
                  <c:v>5.7615800000000004</c:v>
                </c:pt>
                <c:pt idx="337">
                  <c:v>5.8692900000000003</c:v>
                </c:pt>
                <c:pt idx="338">
                  <c:v>5.9441800000000002</c:v>
                </c:pt>
                <c:pt idx="339">
                  <c:v>6.1276799999999998</c:v>
                </c:pt>
                <c:pt idx="340">
                  <c:v>5.8777299999999997</c:v>
                </c:pt>
                <c:pt idx="341">
                  <c:v>5.8722700000000003</c:v>
                </c:pt>
                <c:pt idx="342">
                  <c:v>5.8505599999999998</c:v>
                </c:pt>
                <c:pt idx="343">
                  <c:v>5.8315599999999996</c:v>
                </c:pt>
                <c:pt idx="344">
                  <c:v>5.8188300000000002</c:v>
                </c:pt>
                <c:pt idx="345">
                  <c:v>5.8688200000000004</c:v>
                </c:pt>
                <c:pt idx="346">
                  <c:v>5.8246700000000002</c:v>
                </c:pt>
                <c:pt idx="347">
                  <c:v>5.8106200000000001</c:v>
                </c:pt>
                <c:pt idx="348">
                  <c:v>5.8608000000000002</c:v>
                </c:pt>
                <c:pt idx="349">
                  <c:v>5.7948500000000003</c:v>
                </c:pt>
                <c:pt idx="350">
                  <c:v>5.8984899999999998</c:v>
                </c:pt>
                <c:pt idx="351">
                  <c:v>5.84518</c:v>
                </c:pt>
                <c:pt idx="352">
                  <c:v>5.8769900000000002</c:v>
                </c:pt>
                <c:pt idx="353">
                  <c:v>5.8284000000000002</c:v>
                </c:pt>
                <c:pt idx="354">
                  <c:v>5.8399900000000002</c:v>
                </c:pt>
                <c:pt idx="355">
                  <c:v>5.7922500000000001</c:v>
                </c:pt>
                <c:pt idx="356">
                  <c:v>5.7949099999999998</c:v>
                </c:pt>
                <c:pt idx="357">
                  <c:v>5.7975899999999996</c:v>
                </c:pt>
                <c:pt idx="358">
                  <c:v>5.9081999999999999</c:v>
                </c:pt>
                <c:pt idx="359">
                  <c:v>5.8561300000000003</c:v>
                </c:pt>
                <c:pt idx="360">
                  <c:v>5.84192</c:v>
                </c:pt>
                <c:pt idx="361">
                  <c:v>5.8841299999999999</c:v>
                </c:pt>
                <c:pt idx="362">
                  <c:v>5.88483</c:v>
                </c:pt>
                <c:pt idx="363">
                  <c:v>5.8220900000000002</c:v>
                </c:pt>
                <c:pt idx="364">
                  <c:v>5.7957599999999996</c:v>
                </c:pt>
                <c:pt idx="365">
                  <c:v>5.8264699999999996</c:v>
                </c:pt>
                <c:pt idx="366">
                  <c:v>5.7986599999999999</c:v>
                </c:pt>
                <c:pt idx="367">
                  <c:v>5.8556299999999997</c:v>
                </c:pt>
                <c:pt idx="368">
                  <c:v>5.8147599999999997</c:v>
                </c:pt>
                <c:pt idx="369">
                  <c:v>5.6520700000000001</c:v>
                </c:pt>
                <c:pt idx="370">
                  <c:v>5.6380400000000002</c:v>
                </c:pt>
                <c:pt idx="371">
                  <c:v>5.6036200000000003</c:v>
                </c:pt>
                <c:pt idx="372">
                  <c:v>5.6314299999999999</c:v>
                </c:pt>
                <c:pt idx="373">
                  <c:v>5.6785399999999999</c:v>
                </c:pt>
                <c:pt idx="374">
                  <c:v>5.61022</c:v>
                </c:pt>
                <c:pt idx="375">
                  <c:v>5.6408500000000004</c:v>
                </c:pt>
                <c:pt idx="376">
                  <c:v>5.5942699999999999</c:v>
                </c:pt>
                <c:pt idx="377">
                  <c:v>5.62575</c:v>
                </c:pt>
                <c:pt idx="378">
                  <c:v>5.6079600000000003</c:v>
                </c:pt>
                <c:pt idx="379">
                  <c:v>5.6167199999999999</c:v>
                </c:pt>
                <c:pt idx="380">
                  <c:v>5.6856499999999999</c:v>
                </c:pt>
                <c:pt idx="381">
                  <c:v>5.6201600000000003</c:v>
                </c:pt>
                <c:pt idx="382">
                  <c:v>5.57822</c:v>
                </c:pt>
                <c:pt idx="383">
                  <c:v>5.5917500000000002</c:v>
                </c:pt>
                <c:pt idx="384">
                  <c:v>5.5932700000000004</c:v>
                </c:pt>
                <c:pt idx="385">
                  <c:v>5.7611999999999997</c:v>
                </c:pt>
                <c:pt idx="386">
                  <c:v>5.7604899999999999</c:v>
                </c:pt>
                <c:pt idx="387">
                  <c:v>5.6290100000000001</c:v>
                </c:pt>
                <c:pt idx="388">
                  <c:v>5.6141699999999997</c:v>
                </c:pt>
                <c:pt idx="389">
                  <c:v>5.64954</c:v>
                </c:pt>
                <c:pt idx="390">
                  <c:v>5.6398700000000002</c:v>
                </c:pt>
                <c:pt idx="391">
                  <c:v>5.64595</c:v>
                </c:pt>
                <c:pt idx="392">
                  <c:v>5.5770600000000004</c:v>
                </c:pt>
                <c:pt idx="393">
                  <c:v>5.4451299999999998</c:v>
                </c:pt>
                <c:pt idx="394">
                  <c:v>5.2814500000000004</c:v>
                </c:pt>
                <c:pt idx="395">
                  <c:v>5.3160699999999999</c:v>
                </c:pt>
                <c:pt idx="396">
                  <c:v>5.3023699999999998</c:v>
                </c:pt>
                <c:pt idx="397">
                  <c:v>5.3113999999999999</c:v>
                </c:pt>
                <c:pt idx="398">
                  <c:v>5.3430299999999997</c:v>
                </c:pt>
                <c:pt idx="399">
                  <c:v>5.3177300000000001</c:v>
                </c:pt>
                <c:pt idx="400">
                  <c:v>5.2853000000000003</c:v>
                </c:pt>
                <c:pt idx="401">
                  <c:v>5.2963899999999997</c:v>
                </c:pt>
                <c:pt idx="402">
                  <c:v>5.29894</c:v>
                </c:pt>
                <c:pt idx="403">
                  <c:v>5.3017799999999999</c:v>
                </c:pt>
                <c:pt idx="404">
                  <c:v>5.3038299999999996</c:v>
                </c:pt>
                <c:pt idx="405">
                  <c:v>5.3375000000000004</c:v>
                </c:pt>
                <c:pt idx="406">
                  <c:v>5.3469300000000004</c:v>
                </c:pt>
                <c:pt idx="407">
                  <c:v>5.34511</c:v>
                </c:pt>
                <c:pt idx="408">
                  <c:v>5.3604000000000003</c:v>
                </c:pt>
                <c:pt idx="409">
                  <c:v>5.3154599999999999</c:v>
                </c:pt>
                <c:pt idx="410">
                  <c:v>5.3347100000000003</c:v>
                </c:pt>
                <c:pt idx="411">
                  <c:v>5.3128599999999997</c:v>
                </c:pt>
                <c:pt idx="412">
                  <c:v>5.3119899999999998</c:v>
                </c:pt>
                <c:pt idx="413">
                  <c:v>5.1610500000000004</c:v>
                </c:pt>
                <c:pt idx="414">
                  <c:v>5.0786699999999998</c:v>
                </c:pt>
                <c:pt idx="415">
                  <c:v>5.1565799999999999</c:v>
                </c:pt>
                <c:pt idx="416">
                  <c:v>5.09504</c:v>
                </c:pt>
                <c:pt idx="417">
                  <c:v>5.11111</c:v>
                </c:pt>
                <c:pt idx="418">
                  <c:v>5.07768</c:v>
                </c:pt>
                <c:pt idx="419">
                  <c:v>5.0936500000000002</c:v>
                </c:pt>
                <c:pt idx="420">
                  <c:v>5.1349099999999996</c:v>
                </c:pt>
                <c:pt idx="421">
                  <c:v>5.0932000000000004</c:v>
                </c:pt>
                <c:pt idx="422">
                  <c:v>5.0760800000000001</c:v>
                </c:pt>
                <c:pt idx="423">
                  <c:v>5.1014299999999997</c:v>
                </c:pt>
                <c:pt idx="424">
                  <c:v>5.0830200000000003</c:v>
                </c:pt>
                <c:pt idx="425">
                  <c:v>5.1049100000000003</c:v>
                </c:pt>
                <c:pt idx="426">
                  <c:v>5.0901300000000003</c:v>
                </c:pt>
                <c:pt idx="427">
                  <c:v>5.0755999999999997</c:v>
                </c:pt>
                <c:pt idx="428">
                  <c:v>5.1403100000000004</c:v>
                </c:pt>
                <c:pt idx="429">
                  <c:v>5.1074000000000002</c:v>
                </c:pt>
                <c:pt idx="430">
                  <c:v>5.1015199999999998</c:v>
                </c:pt>
                <c:pt idx="431">
                  <c:v>5.0912499999999996</c:v>
                </c:pt>
                <c:pt idx="432">
                  <c:v>5.0916100000000002</c:v>
                </c:pt>
                <c:pt idx="433">
                  <c:v>5.0646899999999997</c:v>
                </c:pt>
                <c:pt idx="434">
                  <c:v>5.0959500000000002</c:v>
                </c:pt>
                <c:pt idx="435">
                  <c:v>5.1013599999999997</c:v>
                </c:pt>
                <c:pt idx="436">
                  <c:v>5.1048200000000001</c:v>
                </c:pt>
                <c:pt idx="437">
                  <c:v>5.0863300000000002</c:v>
                </c:pt>
                <c:pt idx="438">
                  <c:v>4.9959499999999997</c:v>
                </c:pt>
                <c:pt idx="439">
                  <c:v>4.8457100000000004</c:v>
                </c:pt>
                <c:pt idx="440">
                  <c:v>4.8769799999999996</c:v>
                </c:pt>
                <c:pt idx="441">
                  <c:v>4.8619500000000002</c:v>
                </c:pt>
                <c:pt idx="442">
                  <c:v>4.8577199999999996</c:v>
                </c:pt>
                <c:pt idx="443">
                  <c:v>4.85785</c:v>
                </c:pt>
                <c:pt idx="444">
                  <c:v>4.8509500000000001</c:v>
                </c:pt>
                <c:pt idx="445">
                  <c:v>4.8373200000000001</c:v>
                </c:pt>
                <c:pt idx="446">
                  <c:v>4.8379200000000004</c:v>
                </c:pt>
                <c:pt idx="447">
                  <c:v>4.8375700000000004</c:v>
                </c:pt>
                <c:pt idx="448">
                  <c:v>4.8970900000000004</c:v>
                </c:pt>
                <c:pt idx="449">
                  <c:v>4.8548799999999996</c:v>
                </c:pt>
                <c:pt idx="450">
                  <c:v>4.8464600000000004</c:v>
                </c:pt>
                <c:pt idx="451">
                  <c:v>4.8451899999999997</c:v>
                </c:pt>
                <c:pt idx="452">
                  <c:v>4.8067599999999997</c:v>
                </c:pt>
                <c:pt idx="453">
                  <c:v>4.8420899999999998</c:v>
                </c:pt>
                <c:pt idx="454">
                  <c:v>4.8018099999999997</c:v>
                </c:pt>
                <c:pt idx="455">
                  <c:v>4.8404999999999996</c:v>
                </c:pt>
                <c:pt idx="456">
                  <c:v>4.8387099999999998</c:v>
                </c:pt>
                <c:pt idx="457">
                  <c:v>4.8301299999999996</c:v>
                </c:pt>
                <c:pt idx="458">
                  <c:v>4.8244800000000003</c:v>
                </c:pt>
                <c:pt idx="459">
                  <c:v>4.7963100000000001</c:v>
                </c:pt>
                <c:pt idx="460">
                  <c:v>4.8468999999999998</c:v>
                </c:pt>
                <c:pt idx="461">
                  <c:v>4.8042100000000003</c:v>
                </c:pt>
                <c:pt idx="462">
                  <c:v>4.8162700000000003</c:v>
                </c:pt>
                <c:pt idx="463">
                  <c:v>4.8250299999999999</c:v>
                </c:pt>
                <c:pt idx="464">
                  <c:v>4.8480600000000003</c:v>
                </c:pt>
                <c:pt idx="465">
                  <c:v>4.8300400000000003</c:v>
                </c:pt>
                <c:pt idx="466">
                  <c:v>4.8247400000000003</c:v>
                </c:pt>
                <c:pt idx="467">
                  <c:v>4.8019800000000004</c:v>
                </c:pt>
                <c:pt idx="468">
                  <c:v>4.8081300000000002</c:v>
                </c:pt>
                <c:pt idx="469">
                  <c:v>4.8376099999999997</c:v>
                </c:pt>
                <c:pt idx="470">
                  <c:v>4.8321300000000003</c:v>
                </c:pt>
                <c:pt idx="471">
                  <c:v>4.8177000000000003</c:v>
                </c:pt>
                <c:pt idx="472">
                  <c:v>4.82036</c:v>
                </c:pt>
                <c:pt idx="473">
                  <c:v>4.8105500000000001</c:v>
                </c:pt>
                <c:pt idx="474">
                  <c:v>4.8231299999999999</c:v>
                </c:pt>
                <c:pt idx="475">
                  <c:v>4.8162200000000004</c:v>
                </c:pt>
                <c:pt idx="476">
                  <c:v>4.8454499999999996</c:v>
                </c:pt>
                <c:pt idx="477">
                  <c:v>4.8290300000000004</c:v>
                </c:pt>
                <c:pt idx="478">
                  <c:v>4.8337700000000003</c:v>
                </c:pt>
                <c:pt idx="479">
                  <c:v>4.8348100000000001</c:v>
                </c:pt>
                <c:pt idx="480">
                  <c:v>4.8291000000000004</c:v>
                </c:pt>
                <c:pt idx="481">
                  <c:v>4.8035399999999999</c:v>
                </c:pt>
                <c:pt idx="482">
                  <c:v>4.8086700000000002</c:v>
                </c:pt>
                <c:pt idx="483">
                  <c:v>4.8425399999999996</c:v>
                </c:pt>
                <c:pt idx="484">
                  <c:v>4.8842699999999999</c:v>
                </c:pt>
                <c:pt idx="485">
                  <c:v>4.8172899999999998</c:v>
                </c:pt>
                <c:pt idx="486">
                  <c:v>4.8067799999999998</c:v>
                </c:pt>
                <c:pt idx="487">
                  <c:v>4.8098700000000001</c:v>
                </c:pt>
                <c:pt idx="488">
                  <c:v>4.78843</c:v>
                </c:pt>
                <c:pt idx="489">
                  <c:v>4.7952500000000002</c:v>
                </c:pt>
                <c:pt idx="490">
                  <c:v>4.7999900000000002</c:v>
                </c:pt>
                <c:pt idx="491">
                  <c:v>4.7988099999999996</c:v>
                </c:pt>
                <c:pt idx="492">
                  <c:v>4.8089000000000004</c:v>
                </c:pt>
                <c:pt idx="493">
                  <c:v>4.8032399999999997</c:v>
                </c:pt>
                <c:pt idx="494">
                  <c:v>4.8317100000000002</c:v>
                </c:pt>
                <c:pt idx="495">
                  <c:v>4.7867899999999999</c:v>
                </c:pt>
                <c:pt idx="496">
                  <c:v>4.79941</c:v>
                </c:pt>
                <c:pt idx="497">
                  <c:v>4.8431100000000002</c:v>
                </c:pt>
                <c:pt idx="498">
                  <c:v>4.8231099999999998</c:v>
                </c:pt>
                <c:pt idx="499">
                  <c:v>4.8213100000000004</c:v>
                </c:pt>
                <c:pt idx="500">
                  <c:v>4.8083900000000002</c:v>
                </c:pt>
                <c:pt idx="501">
                  <c:v>4.7946200000000001</c:v>
                </c:pt>
                <c:pt idx="502">
                  <c:v>4.8712900000000001</c:v>
                </c:pt>
                <c:pt idx="503">
                  <c:v>4.80349</c:v>
                </c:pt>
                <c:pt idx="504">
                  <c:v>4.8342000000000001</c:v>
                </c:pt>
                <c:pt idx="505">
                  <c:v>4.8400699999999999</c:v>
                </c:pt>
                <c:pt idx="506">
                  <c:v>4.8088100000000003</c:v>
                </c:pt>
                <c:pt idx="507">
                  <c:v>4.8075299999999999</c:v>
                </c:pt>
                <c:pt idx="508">
                  <c:v>4.8084899999999999</c:v>
                </c:pt>
                <c:pt idx="509">
                  <c:v>4.8124099999999999</c:v>
                </c:pt>
                <c:pt idx="510">
                  <c:v>4.80823</c:v>
                </c:pt>
                <c:pt idx="511">
                  <c:v>4.8040799999999999</c:v>
                </c:pt>
                <c:pt idx="512">
                  <c:v>4.82803</c:v>
                </c:pt>
                <c:pt idx="513">
                  <c:v>4.8329199999999997</c:v>
                </c:pt>
                <c:pt idx="514">
                  <c:v>4.8367699999999996</c:v>
                </c:pt>
                <c:pt idx="515">
                  <c:v>4.83908</c:v>
                </c:pt>
                <c:pt idx="516">
                  <c:v>4.8417000000000003</c:v>
                </c:pt>
                <c:pt idx="517">
                  <c:v>4.8213800000000004</c:v>
                </c:pt>
                <c:pt idx="518">
                  <c:v>4.8236499999999998</c:v>
                </c:pt>
                <c:pt idx="519">
                  <c:v>4.8369400000000002</c:v>
                </c:pt>
                <c:pt idx="520">
                  <c:v>4.7056100000000001</c:v>
                </c:pt>
                <c:pt idx="521">
                  <c:v>4.6041299999999996</c:v>
                </c:pt>
                <c:pt idx="522">
                  <c:v>4.5688000000000004</c:v>
                </c:pt>
                <c:pt idx="523">
                  <c:v>4.5755400000000002</c:v>
                </c:pt>
                <c:pt idx="524">
                  <c:v>4.5881600000000002</c:v>
                </c:pt>
                <c:pt idx="525">
                  <c:v>4.5963599999999998</c:v>
                </c:pt>
                <c:pt idx="526">
                  <c:v>4.5836499999999996</c:v>
                </c:pt>
                <c:pt idx="527">
                  <c:v>4.5846499999999999</c:v>
                </c:pt>
                <c:pt idx="528">
                  <c:v>4.5956299999999999</c:v>
                </c:pt>
                <c:pt idx="529">
                  <c:v>4.5827999999999998</c:v>
                </c:pt>
                <c:pt idx="530">
                  <c:v>4.6129899999999999</c:v>
                </c:pt>
                <c:pt idx="531">
                  <c:v>4.5920800000000002</c:v>
                </c:pt>
                <c:pt idx="532">
                  <c:v>4.6061399999999999</c:v>
                </c:pt>
                <c:pt idx="533">
                  <c:v>4.5808900000000001</c:v>
                </c:pt>
                <c:pt idx="534">
                  <c:v>4.5953600000000003</c:v>
                </c:pt>
                <c:pt idx="535">
                  <c:v>4.5884299999999998</c:v>
                </c:pt>
                <c:pt idx="536">
                  <c:v>4.5901500000000004</c:v>
                </c:pt>
                <c:pt idx="537">
                  <c:v>4.5686499999999999</c:v>
                </c:pt>
                <c:pt idx="538">
                  <c:v>4.5488499999999998</c:v>
                </c:pt>
                <c:pt idx="539">
                  <c:v>4.5488799999999996</c:v>
                </c:pt>
                <c:pt idx="540">
                  <c:v>4.44367</c:v>
                </c:pt>
                <c:pt idx="541">
                  <c:v>4.2958699999999999</c:v>
                </c:pt>
                <c:pt idx="542">
                  <c:v>4.3278600000000003</c:v>
                </c:pt>
                <c:pt idx="543">
                  <c:v>4.3333000000000004</c:v>
                </c:pt>
                <c:pt idx="544">
                  <c:v>4.3177099999999999</c:v>
                </c:pt>
                <c:pt idx="545">
                  <c:v>4.3134699999999997</c:v>
                </c:pt>
                <c:pt idx="546">
                  <c:v>4.3183400000000001</c:v>
                </c:pt>
                <c:pt idx="547">
                  <c:v>4.3439800000000002</c:v>
                </c:pt>
                <c:pt idx="548">
                  <c:v>4.3196199999999996</c:v>
                </c:pt>
                <c:pt idx="549">
                  <c:v>4.3068299999999997</c:v>
                </c:pt>
                <c:pt idx="550">
                  <c:v>4.3152100000000004</c:v>
                </c:pt>
                <c:pt idx="551">
                  <c:v>4.3130199999999999</c:v>
                </c:pt>
                <c:pt idx="552">
                  <c:v>4.3052900000000003</c:v>
                </c:pt>
                <c:pt idx="553">
                  <c:v>4.3240999999999996</c:v>
                </c:pt>
                <c:pt idx="554">
                  <c:v>4.3183400000000001</c:v>
                </c:pt>
                <c:pt idx="555">
                  <c:v>4.3104800000000001</c:v>
                </c:pt>
                <c:pt idx="556">
                  <c:v>4.3121299999999998</c:v>
                </c:pt>
                <c:pt idx="557">
                  <c:v>4.3009300000000001</c:v>
                </c:pt>
                <c:pt idx="558">
                  <c:v>4.3200500000000002</c:v>
                </c:pt>
                <c:pt idx="559">
                  <c:v>4.3049299999999997</c:v>
                </c:pt>
                <c:pt idx="560">
                  <c:v>4.3070500000000003</c:v>
                </c:pt>
                <c:pt idx="561">
                  <c:v>4.3095100000000004</c:v>
                </c:pt>
                <c:pt idx="562">
                  <c:v>4.3016500000000004</c:v>
                </c:pt>
                <c:pt idx="563">
                  <c:v>4.30952</c:v>
                </c:pt>
                <c:pt idx="564">
                  <c:v>4.3017000000000003</c:v>
                </c:pt>
                <c:pt idx="565">
                  <c:v>4.3105599999999997</c:v>
                </c:pt>
                <c:pt idx="566">
                  <c:v>4.3121600000000004</c:v>
                </c:pt>
                <c:pt idx="567">
                  <c:v>4.3135199999999996</c:v>
                </c:pt>
                <c:pt idx="568">
                  <c:v>4.3233800000000002</c:v>
                </c:pt>
                <c:pt idx="569">
                  <c:v>4.3133800000000004</c:v>
                </c:pt>
                <c:pt idx="570">
                  <c:v>4.3261799999999999</c:v>
                </c:pt>
                <c:pt idx="571">
                  <c:v>4.3341599999999998</c:v>
                </c:pt>
                <c:pt idx="572">
                  <c:v>4.31494</c:v>
                </c:pt>
                <c:pt idx="573">
                  <c:v>4.3281599999999996</c:v>
                </c:pt>
                <c:pt idx="574">
                  <c:v>4.3116199999999996</c:v>
                </c:pt>
                <c:pt idx="575">
                  <c:v>4.3247299999999997</c:v>
                </c:pt>
                <c:pt idx="576">
                  <c:v>4.3167099999999996</c:v>
                </c:pt>
                <c:pt idx="577">
                  <c:v>4.3173199999999996</c:v>
                </c:pt>
                <c:pt idx="578">
                  <c:v>4.3375399999999997</c:v>
                </c:pt>
                <c:pt idx="579">
                  <c:v>4.3045299999999997</c:v>
                </c:pt>
                <c:pt idx="580">
                  <c:v>4.51572</c:v>
                </c:pt>
                <c:pt idx="582">
                  <c:v>4.3020199999999997</c:v>
                </c:pt>
                <c:pt idx="583">
                  <c:v>4.3034100000000004</c:v>
                </c:pt>
                <c:pt idx="584">
                  <c:v>4.3151400000000004</c:v>
                </c:pt>
                <c:pt idx="585">
                  <c:v>4.3205900000000002</c:v>
                </c:pt>
                <c:pt idx="586">
                  <c:v>4.3351100000000002</c:v>
                </c:pt>
                <c:pt idx="587">
                  <c:v>4.3196399999999997</c:v>
                </c:pt>
                <c:pt idx="588">
                  <c:v>4.3465600000000002</c:v>
                </c:pt>
                <c:pt idx="589">
                  <c:v>4.3353000000000002</c:v>
                </c:pt>
                <c:pt idx="590">
                  <c:v>4.3252800000000002</c:v>
                </c:pt>
                <c:pt idx="591">
                  <c:v>4.31114</c:v>
                </c:pt>
                <c:pt idx="592">
                  <c:v>4.2985600000000002</c:v>
                </c:pt>
                <c:pt idx="593">
                  <c:v>4.3154700000000004</c:v>
                </c:pt>
                <c:pt idx="594">
                  <c:v>4.32172</c:v>
                </c:pt>
                <c:pt idx="595">
                  <c:v>4.3324699999999998</c:v>
                </c:pt>
                <c:pt idx="596">
                  <c:v>4.2968599999999997</c:v>
                </c:pt>
                <c:pt idx="597">
                  <c:v>4.2717799999999997</c:v>
                </c:pt>
                <c:pt idx="598">
                  <c:v>4.2561400000000003</c:v>
                </c:pt>
                <c:pt idx="599">
                  <c:v>4.0605099999999998</c:v>
                </c:pt>
                <c:pt idx="600">
                  <c:v>4.0579299999999998</c:v>
                </c:pt>
                <c:pt idx="601">
                  <c:v>4.0492499999999998</c:v>
                </c:pt>
                <c:pt idx="602">
                  <c:v>4.0607800000000003</c:v>
                </c:pt>
                <c:pt idx="603">
                  <c:v>4.0550800000000002</c:v>
                </c:pt>
                <c:pt idx="604">
                  <c:v>4.0305</c:v>
                </c:pt>
                <c:pt idx="605">
                  <c:v>4.0678599999999996</c:v>
                </c:pt>
                <c:pt idx="606">
                  <c:v>4.0789</c:v>
                </c:pt>
                <c:pt idx="607">
                  <c:v>4.0469900000000001</c:v>
                </c:pt>
                <c:pt idx="608">
                  <c:v>4.0295899999999998</c:v>
                </c:pt>
                <c:pt idx="609">
                  <c:v>3.9953400000000001</c:v>
                </c:pt>
                <c:pt idx="610">
                  <c:v>3.95539</c:v>
                </c:pt>
                <c:pt idx="611">
                  <c:v>3.9243399999999999</c:v>
                </c:pt>
                <c:pt idx="612">
                  <c:v>3.8622000000000001</c:v>
                </c:pt>
                <c:pt idx="613">
                  <c:v>3.8801899999999998</c:v>
                </c:pt>
                <c:pt idx="614">
                  <c:v>3.8746499999999999</c:v>
                </c:pt>
                <c:pt idx="615">
                  <c:v>3.7686199999999999</c:v>
                </c:pt>
                <c:pt idx="616">
                  <c:v>3.74884</c:v>
                </c:pt>
                <c:pt idx="617">
                  <c:v>3.7561800000000001</c:v>
                </c:pt>
                <c:pt idx="618">
                  <c:v>3.5731999999999999</c:v>
                </c:pt>
                <c:pt idx="619">
                  <c:v>3.3974500000000001</c:v>
                </c:pt>
                <c:pt idx="620">
                  <c:v>3.3751899999999999</c:v>
                </c:pt>
                <c:pt idx="621">
                  <c:v>3.3659699999999999</c:v>
                </c:pt>
                <c:pt idx="622">
                  <c:v>3.3833000000000002</c:v>
                </c:pt>
                <c:pt idx="623">
                  <c:v>3.36741</c:v>
                </c:pt>
                <c:pt idx="624">
                  <c:v>3.3645100000000001</c:v>
                </c:pt>
                <c:pt idx="625">
                  <c:v>3.3521299999999998</c:v>
                </c:pt>
                <c:pt idx="626">
                  <c:v>3.3483700000000001</c:v>
                </c:pt>
                <c:pt idx="627">
                  <c:v>3.3796599999999999</c:v>
                </c:pt>
                <c:pt idx="628">
                  <c:v>3.3733900000000001</c:v>
                </c:pt>
                <c:pt idx="629">
                  <c:v>3.3599800000000002</c:v>
                </c:pt>
                <c:pt idx="630">
                  <c:v>3.32389</c:v>
                </c:pt>
                <c:pt idx="631">
                  <c:v>3.3229099999999998</c:v>
                </c:pt>
                <c:pt idx="632">
                  <c:v>3.3126600000000002</c:v>
                </c:pt>
                <c:pt idx="633">
                  <c:v>3.3192900000000001</c:v>
                </c:pt>
                <c:pt idx="634">
                  <c:v>3.3261500000000002</c:v>
                </c:pt>
                <c:pt idx="635">
                  <c:v>3.3025600000000002</c:v>
                </c:pt>
                <c:pt idx="636">
                  <c:v>3.3130700000000002</c:v>
                </c:pt>
                <c:pt idx="637">
                  <c:v>3.2918799999999999</c:v>
                </c:pt>
                <c:pt idx="638">
                  <c:v>3.2901600000000002</c:v>
                </c:pt>
                <c:pt idx="639">
                  <c:v>3.3103699999999998</c:v>
                </c:pt>
                <c:pt idx="640">
                  <c:v>3.32</c:v>
                </c:pt>
                <c:pt idx="641">
                  <c:v>3.3217599999999998</c:v>
                </c:pt>
                <c:pt idx="642">
                  <c:v>3.2928700000000002</c:v>
                </c:pt>
                <c:pt idx="643">
                  <c:v>3.32578</c:v>
                </c:pt>
                <c:pt idx="644">
                  <c:v>3.2852100000000002</c:v>
                </c:pt>
                <c:pt idx="645">
                  <c:v>3.2938999999999998</c:v>
                </c:pt>
                <c:pt idx="646">
                  <c:v>3.3079700000000001</c:v>
                </c:pt>
                <c:pt idx="647">
                  <c:v>3.29765</c:v>
                </c:pt>
                <c:pt idx="648">
                  <c:v>3.2995399999999999</c:v>
                </c:pt>
                <c:pt idx="649">
                  <c:v>3.2831199999999998</c:v>
                </c:pt>
                <c:pt idx="650">
                  <c:v>3.2972800000000002</c:v>
                </c:pt>
                <c:pt idx="651">
                  <c:v>3.2866499999999998</c:v>
                </c:pt>
                <c:pt idx="652">
                  <c:v>3.2923100000000001</c:v>
                </c:pt>
                <c:pt idx="653">
                  <c:v>3.2852700000000001</c:v>
                </c:pt>
                <c:pt idx="654">
                  <c:v>3.28756</c:v>
                </c:pt>
                <c:pt idx="655">
                  <c:v>3.3013699999999999</c:v>
                </c:pt>
                <c:pt idx="656">
                  <c:v>3.29304</c:v>
                </c:pt>
                <c:pt idx="657">
                  <c:v>3.29114</c:v>
                </c:pt>
                <c:pt idx="658">
                  <c:v>3.2908200000000001</c:v>
                </c:pt>
                <c:pt idx="659">
                  <c:v>3.29087</c:v>
                </c:pt>
                <c:pt idx="660">
                  <c:v>3.2907600000000001</c:v>
                </c:pt>
                <c:pt idx="661">
                  <c:v>3.2953199999999998</c:v>
                </c:pt>
                <c:pt idx="662">
                  <c:v>3.2861199999999999</c:v>
                </c:pt>
                <c:pt idx="663">
                  <c:v>3.2963</c:v>
                </c:pt>
                <c:pt idx="664">
                  <c:v>3.2903699999999998</c:v>
                </c:pt>
                <c:pt idx="665">
                  <c:v>3.2871600000000001</c:v>
                </c:pt>
                <c:pt idx="666">
                  <c:v>3.2950200000000001</c:v>
                </c:pt>
                <c:pt idx="667">
                  <c:v>3.2916699999999999</c:v>
                </c:pt>
                <c:pt idx="668">
                  <c:v>3.2900999999999998</c:v>
                </c:pt>
                <c:pt idx="669">
                  <c:v>3.28322</c:v>
                </c:pt>
                <c:pt idx="670">
                  <c:v>3.2918400000000001</c:v>
                </c:pt>
                <c:pt idx="671">
                  <c:v>3.2856800000000002</c:v>
                </c:pt>
                <c:pt idx="672">
                  <c:v>3.2829700000000002</c:v>
                </c:pt>
                <c:pt idx="673">
                  <c:v>3.28559</c:v>
                </c:pt>
                <c:pt idx="674">
                  <c:v>3.2859500000000001</c:v>
                </c:pt>
                <c:pt idx="675">
                  <c:v>3.2843599999999999</c:v>
                </c:pt>
                <c:pt idx="676">
                  <c:v>3.2832400000000002</c:v>
                </c:pt>
                <c:pt idx="677">
                  <c:v>3.28681</c:v>
                </c:pt>
                <c:pt idx="678">
                  <c:v>3.2905199999999999</c:v>
                </c:pt>
                <c:pt idx="679">
                  <c:v>3.2876500000000002</c:v>
                </c:pt>
                <c:pt idx="680">
                  <c:v>3.2892700000000001</c:v>
                </c:pt>
                <c:pt idx="681">
                  <c:v>3.2883399999999998</c:v>
                </c:pt>
                <c:pt idx="682">
                  <c:v>3.2862200000000001</c:v>
                </c:pt>
                <c:pt idx="683">
                  <c:v>3.28756</c:v>
                </c:pt>
                <c:pt idx="684">
                  <c:v>3.28837</c:v>
                </c:pt>
                <c:pt idx="685">
                  <c:v>3.2859600000000002</c:v>
                </c:pt>
                <c:pt idx="686">
                  <c:v>3.2870300000000001</c:v>
                </c:pt>
                <c:pt idx="687">
                  <c:v>3.3181799999999999</c:v>
                </c:pt>
                <c:pt idx="688">
                  <c:v>3.2867700000000002</c:v>
                </c:pt>
                <c:pt idx="689">
                  <c:v>3.2853699999999999</c:v>
                </c:pt>
                <c:pt idx="690">
                  <c:v>3.2869100000000002</c:v>
                </c:pt>
                <c:pt idx="691">
                  <c:v>3.2928700000000002</c:v>
                </c:pt>
                <c:pt idx="692">
                  <c:v>3.2910900000000001</c:v>
                </c:pt>
                <c:pt idx="693">
                  <c:v>3.28729</c:v>
                </c:pt>
                <c:pt idx="694">
                  <c:v>3.28864</c:v>
                </c:pt>
                <c:pt idx="695">
                  <c:v>3.2860299999999998</c:v>
                </c:pt>
                <c:pt idx="696">
                  <c:v>3.2835399999999999</c:v>
                </c:pt>
                <c:pt idx="697">
                  <c:v>3.2869100000000002</c:v>
                </c:pt>
                <c:pt idx="698">
                  <c:v>3.2891400000000002</c:v>
                </c:pt>
                <c:pt idx="699">
                  <c:v>3.2873299999999999</c:v>
                </c:pt>
                <c:pt idx="700">
                  <c:v>3.2877399999999999</c:v>
                </c:pt>
                <c:pt idx="701">
                  <c:v>3.25156</c:v>
                </c:pt>
                <c:pt idx="702">
                  <c:v>3.0399500000000002</c:v>
                </c:pt>
                <c:pt idx="703">
                  <c:v>3.0335000000000001</c:v>
                </c:pt>
                <c:pt idx="704">
                  <c:v>3.0372300000000001</c:v>
                </c:pt>
                <c:pt idx="705">
                  <c:v>3.0371199999999998</c:v>
                </c:pt>
                <c:pt idx="706">
                  <c:v>3.0369899999999999</c:v>
                </c:pt>
                <c:pt idx="707">
                  <c:v>3.04298</c:v>
                </c:pt>
                <c:pt idx="708">
                  <c:v>3.0398999999999998</c:v>
                </c:pt>
                <c:pt idx="709">
                  <c:v>3.03674</c:v>
                </c:pt>
                <c:pt idx="710">
                  <c:v>3.0345499999999999</c:v>
                </c:pt>
                <c:pt idx="711">
                  <c:v>3.0364200000000001</c:v>
                </c:pt>
                <c:pt idx="712">
                  <c:v>3.0466000000000002</c:v>
                </c:pt>
                <c:pt idx="713">
                  <c:v>3.0378699999999998</c:v>
                </c:pt>
                <c:pt idx="714">
                  <c:v>3.0388899999999999</c:v>
                </c:pt>
                <c:pt idx="715">
                  <c:v>3.0394600000000001</c:v>
                </c:pt>
                <c:pt idx="716">
                  <c:v>3.0394100000000002</c:v>
                </c:pt>
                <c:pt idx="717">
                  <c:v>3.04</c:v>
                </c:pt>
                <c:pt idx="718">
                  <c:v>3.0348600000000001</c:v>
                </c:pt>
                <c:pt idx="719">
                  <c:v>3.03552</c:v>
                </c:pt>
                <c:pt idx="720">
                  <c:v>3.0363000000000002</c:v>
                </c:pt>
                <c:pt idx="721">
                  <c:v>3.0354700000000001</c:v>
                </c:pt>
                <c:pt idx="722">
                  <c:v>3.03851</c:v>
                </c:pt>
                <c:pt idx="723">
                  <c:v>3.0358900000000002</c:v>
                </c:pt>
                <c:pt idx="724">
                  <c:v>3.0455700000000001</c:v>
                </c:pt>
                <c:pt idx="725">
                  <c:v>3.0344600000000002</c:v>
                </c:pt>
                <c:pt idx="726">
                  <c:v>3.0387599999999999</c:v>
                </c:pt>
                <c:pt idx="727">
                  <c:v>3.0453700000000001</c:v>
                </c:pt>
                <c:pt idx="728">
                  <c:v>3.04067</c:v>
                </c:pt>
                <c:pt idx="729">
                  <c:v>3.0352600000000001</c:v>
                </c:pt>
                <c:pt idx="730">
                  <c:v>3.036</c:v>
                </c:pt>
                <c:pt idx="731">
                  <c:v>3.03653</c:v>
                </c:pt>
                <c:pt idx="732">
                  <c:v>3.03843</c:v>
                </c:pt>
                <c:pt idx="733">
                  <c:v>3.0377200000000002</c:v>
                </c:pt>
                <c:pt idx="734">
                  <c:v>3.0371199999999998</c:v>
                </c:pt>
                <c:pt idx="735">
                  <c:v>3.0349300000000001</c:v>
                </c:pt>
                <c:pt idx="736">
                  <c:v>3.0442900000000002</c:v>
                </c:pt>
                <c:pt idx="737">
                  <c:v>3.0407799999999998</c:v>
                </c:pt>
                <c:pt idx="738">
                  <c:v>3.03783</c:v>
                </c:pt>
                <c:pt idx="739">
                  <c:v>3.0345</c:v>
                </c:pt>
                <c:pt idx="740">
                  <c:v>3.0347</c:v>
                </c:pt>
                <c:pt idx="741">
                  <c:v>3.0380199999999999</c:v>
                </c:pt>
                <c:pt idx="742">
                  <c:v>3.0436200000000002</c:v>
                </c:pt>
                <c:pt idx="743">
                  <c:v>3.03681</c:v>
                </c:pt>
                <c:pt idx="744">
                  <c:v>3.0371299999999999</c:v>
                </c:pt>
                <c:pt idx="745">
                  <c:v>3.0385599999999999</c:v>
                </c:pt>
                <c:pt idx="746">
                  <c:v>3.0376400000000001</c:v>
                </c:pt>
                <c:pt idx="747">
                  <c:v>3.0396200000000002</c:v>
                </c:pt>
                <c:pt idx="748">
                  <c:v>3.0381499999999999</c:v>
                </c:pt>
                <c:pt idx="749">
                  <c:v>3.0388600000000001</c:v>
                </c:pt>
                <c:pt idx="750">
                  <c:v>3.03905</c:v>
                </c:pt>
                <c:pt idx="751">
                  <c:v>3.04243</c:v>
                </c:pt>
                <c:pt idx="752">
                  <c:v>3.0417700000000001</c:v>
                </c:pt>
                <c:pt idx="753">
                  <c:v>3.0401600000000002</c:v>
                </c:pt>
                <c:pt idx="754">
                  <c:v>3.0407199999999999</c:v>
                </c:pt>
                <c:pt idx="755">
                  <c:v>3.04074</c:v>
                </c:pt>
                <c:pt idx="756">
                  <c:v>3.0416099999999999</c:v>
                </c:pt>
                <c:pt idx="757">
                  <c:v>3.0405199999999999</c:v>
                </c:pt>
                <c:pt idx="758">
                  <c:v>3.04176</c:v>
                </c:pt>
                <c:pt idx="759">
                  <c:v>3.0438200000000002</c:v>
                </c:pt>
                <c:pt idx="760">
                  <c:v>3.0026899999999999</c:v>
                </c:pt>
                <c:pt idx="761">
                  <c:v>2.8004600000000002</c:v>
                </c:pt>
                <c:pt idx="762">
                  <c:v>2.7966500000000001</c:v>
                </c:pt>
                <c:pt idx="763">
                  <c:v>2.7948599999999999</c:v>
                </c:pt>
                <c:pt idx="764">
                  <c:v>2.7960699999999998</c:v>
                </c:pt>
                <c:pt idx="765">
                  <c:v>2.7981799999999999</c:v>
                </c:pt>
                <c:pt idx="766">
                  <c:v>2.80138</c:v>
                </c:pt>
                <c:pt idx="767">
                  <c:v>2.7932800000000002</c:v>
                </c:pt>
                <c:pt idx="768">
                  <c:v>2.79332</c:v>
                </c:pt>
                <c:pt idx="769">
                  <c:v>2.7956799999999999</c:v>
                </c:pt>
                <c:pt idx="770">
                  <c:v>2.7967599999999999</c:v>
                </c:pt>
                <c:pt idx="771">
                  <c:v>2.7980100000000001</c:v>
                </c:pt>
                <c:pt idx="772">
                  <c:v>2.7942100000000001</c:v>
                </c:pt>
                <c:pt idx="773">
                  <c:v>2.7942499999999999</c:v>
                </c:pt>
                <c:pt idx="774">
                  <c:v>2.79345</c:v>
                </c:pt>
                <c:pt idx="775">
                  <c:v>2.7970000000000002</c:v>
                </c:pt>
                <c:pt idx="776">
                  <c:v>2.7928799999999998</c:v>
                </c:pt>
                <c:pt idx="777">
                  <c:v>2.7902399999999998</c:v>
                </c:pt>
                <c:pt idx="778">
                  <c:v>2.7868400000000002</c:v>
                </c:pt>
                <c:pt idx="779">
                  <c:v>2.79901</c:v>
                </c:pt>
                <c:pt idx="780">
                  <c:v>2.79393</c:v>
                </c:pt>
                <c:pt idx="781">
                  <c:v>2.7926500000000001</c:v>
                </c:pt>
                <c:pt idx="782">
                  <c:v>2.7921</c:v>
                </c:pt>
                <c:pt idx="783">
                  <c:v>2.7974700000000001</c:v>
                </c:pt>
                <c:pt idx="784">
                  <c:v>2.8005900000000001</c:v>
                </c:pt>
                <c:pt idx="785">
                  <c:v>2.78844</c:v>
                </c:pt>
                <c:pt idx="786">
                  <c:v>2.7907099999999998</c:v>
                </c:pt>
                <c:pt idx="787">
                  <c:v>2.79135</c:v>
                </c:pt>
                <c:pt idx="788">
                  <c:v>2.7938399999999999</c:v>
                </c:pt>
                <c:pt idx="789">
                  <c:v>2.7918799999999999</c:v>
                </c:pt>
                <c:pt idx="790">
                  <c:v>2.79426</c:v>
                </c:pt>
                <c:pt idx="791">
                  <c:v>2.7924500000000001</c:v>
                </c:pt>
                <c:pt idx="792">
                  <c:v>2.7938200000000002</c:v>
                </c:pt>
                <c:pt idx="793">
                  <c:v>2.7959200000000002</c:v>
                </c:pt>
                <c:pt idx="794">
                  <c:v>2.7963300000000002</c:v>
                </c:pt>
                <c:pt idx="795">
                  <c:v>2.79251</c:v>
                </c:pt>
                <c:pt idx="796">
                  <c:v>2.7911899999999998</c:v>
                </c:pt>
                <c:pt idx="797">
                  <c:v>2.7868499999999998</c:v>
                </c:pt>
                <c:pt idx="798">
                  <c:v>2.7913199999999998</c:v>
                </c:pt>
                <c:pt idx="799">
                  <c:v>2.7982800000000001</c:v>
                </c:pt>
                <c:pt idx="800">
                  <c:v>2.79053</c:v>
                </c:pt>
                <c:pt idx="801">
                  <c:v>2.79054</c:v>
                </c:pt>
                <c:pt idx="802">
                  <c:v>2.78932</c:v>
                </c:pt>
                <c:pt idx="803">
                  <c:v>2.7870499999999998</c:v>
                </c:pt>
                <c:pt idx="804">
                  <c:v>2.78878</c:v>
                </c:pt>
                <c:pt idx="805">
                  <c:v>2.7857799999999999</c:v>
                </c:pt>
                <c:pt idx="806">
                  <c:v>2.7886899999999999</c:v>
                </c:pt>
                <c:pt idx="807">
                  <c:v>2.7871600000000001</c:v>
                </c:pt>
                <c:pt idx="808">
                  <c:v>2.7935599999999998</c:v>
                </c:pt>
                <c:pt idx="809">
                  <c:v>2.79332</c:v>
                </c:pt>
                <c:pt idx="810">
                  <c:v>2.7975699999999999</c:v>
                </c:pt>
                <c:pt idx="811">
                  <c:v>2.8005499999999999</c:v>
                </c:pt>
                <c:pt idx="812">
                  <c:v>2.7952900000000001</c:v>
                </c:pt>
                <c:pt idx="813">
                  <c:v>2.7937799999999999</c:v>
                </c:pt>
                <c:pt idx="814">
                  <c:v>2.7958500000000002</c:v>
                </c:pt>
                <c:pt idx="815">
                  <c:v>2.7926899999999999</c:v>
                </c:pt>
                <c:pt idx="816">
                  <c:v>2.9110499999999999</c:v>
                </c:pt>
                <c:pt idx="817">
                  <c:v>2.7882400000000001</c:v>
                </c:pt>
                <c:pt idx="818">
                  <c:v>2.7958400000000001</c:v>
                </c:pt>
                <c:pt idx="819">
                  <c:v>2.7932600000000001</c:v>
                </c:pt>
                <c:pt idx="820">
                  <c:v>2.7926700000000002</c:v>
                </c:pt>
                <c:pt idx="821">
                  <c:v>2.7948</c:v>
                </c:pt>
                <c:pt idx="822">
                  <c:v>2.7935699999999999</c:v>
                </c:pt>
                <c:pt idx="823">
                  <c:v>2.7960799999999999</c:v>
                </c:pt>
                <c:pt idx="824">
                  <c:v>2.7938100000000001</c:v>
                </c:pt>
                <c:pt idx="825">
                  <c:v>2.7940499999999999</c:v>
                </c:pt>
                <c:pt idx="826">
                  <c:v>2.7938800000000001</c:v>
                </c:pt>
                <c:pt idx="827">
                  <c:v>2.7924199999999999</c:v>
                </c:pt>
                <c:pt idx="828">
                  <c:v>2.7949999999999999</c:v>
                </c:pt>
                <c:pt idx="829">
                  <c:v>2.7915800000000002</c:v>
                </c:pt>
                <c:pt idx="830">
                  <c:v>2.7952499999999998</c:v>
                </c:pt>
                <c:pt idx="831">
                  <c:v>2.7983699999999998</c:v>
                </c:pt>
                <c:pt idx="832">
                  <c:v>2.7912499999999998</c:v>
                </c:pt>
                <c:pt idx="833">
                  <c:v>2.7993800000000002</c:v>
                </c:pt>
                <c:pt idx="834">
                  <c:v>2.7964600000000002</c:v>
                </c:pt>
                <c:pt idx="835">
                  <c:v>2.7949799999999998</c:v>
                </c:pt>
                <c:pt idx="836">
                  <c:v>2.7948200000000001</c:v>
                </c:pt>
                <c:pt idx="837">
                  <c:v>2.7858100000000001</c:v>
                </c:pt>
                <c:pt idx="838">
                  <c:v>2.7900100000000001</c:v>
                </c:pt>
                <c:pt idx="839">
                  <c:v>2.7786400000000002</c:v>
                </c:pt>
                <c:pt idx="840">
                  <c:v>2.7851400000000002</c:v>
                </c:pt>
                <c:pt idx="841">
                  <c:v>2.7844600000000002</c:v>
                </c:pt>
                <c:pt idx="842">
                  <c:v>2.7882699999999998</c:v>
                </c:pt>
                <c:pt idx="843">
                  <c:v>2.7856000000000001</c:v>
                </c:pt>
                <c:pt idx="844">
                  <c:v>2.7878400000000001</c:v>
                </c:pt>
                <c:pt idx="845">
                  <c:v>2.7913899999999998</c:v>
                </c:pt>
                <c:pt idx="846">
                  <c:v>2.7928999999999999</c:v>
                </c:pt>
                <c:pt idx="847">
                  <c:v>2.7998500000000002</c:v>
                </c:pt>
                <c:pt idx="848">
                  <c:v>2.7928799999999998</c:v>
                </c:pt>
                <c:pt idx="849">
                  <c:v>2.7864599999999999</c:v>
                </c:pt>
                <c:pt idx="850">
                  <c:v>2.7899600000000002</c:v>
                </c:pt>
                <c:pt idx="851">
                  <c:v>2.7881200000000002</c:v>
                </c:pt>
                <c:pt idx="852">
                  <c:v>2.79081</c:v>
                </c:pt>
                <c:pt idx="853">
                  <c:v>2.7993199999999998</c:v>
                </c:pt>
                <c:pt idx="854">
                  <c:v>2.7918599999999998</c:v>
                </c:pt>
                <c:pt idx="855">
                  <c:v>2.7969300000000001</c:v>
                </c:pt>
                <c:pt idx="856">
                  <c:v>2.78986</c:v>
                </c:pt>
                <c:pt idx="857">
                  <c:v>2.7963200000000001</c:v>
                </c:pt>
                <c:pt idx="858">
                  <c:v>2.7812700000000001</c:v>
                </c:pt>
                <c:pt idx="859">
                  <c:v>2.7983699999999998</c:v>
                </c:pt>
                <c:pt idx="860">
                  <c:v>2.7921999999999998</c:v>
                </c:pt>
                <c:pt idx="861">
                  <c:v>2.7823799999999999</c:v>
                </c:pt>
                <c:pt idx="862">
                  <c:v>2.7813699999999999</c:v>
                </c:pt>
                <c:pt idx="863">
                  <c:v>2.78302</c:v>
                </c:pt>
                <c:pt idx="864">
                  <c:v>2.7897599999999998</c:v>
                </c:pt>
                <c:pt idx="865">
                  <c:v>2.79</c:v>
                </c:pt>
                <c:pt idx="866">
                  <c:v>2.7942900000000002</c:v>
                </c:pt>
                <c:pt idx="867">
                  <c:v>2.79596</c:v>
                </c:pt>
                <c:pt idx="868">
                  <c:v>2.8156599999999998</c:v>
                </c:pt>
                <c:pt idx="869">
                  <c:v>2.7874500000000002</c:v>
                </c:pt>
                <c:pt idx="870">
                  <c:v>2.7854000000000001</c:v>
                </c:pt>
                <c:pt idx="871">
                  <c:v>2.7928199999999999</c:v>
                </c:pt>
                <c:pt idx="872">
                  <c:v>2.7834099999999999</c:v>
                </c:pt>
                <c:pt idx="873">
                  <c:v>2.7898800000000001</c:v>
                </c:pt>
                <c:pt idx="874">
                  <c:v>2.7839499999999999</c:v>
                </c:pt>
                <c:pt idx="875">
                  <c:v>2.7892999999999999</c:v>
                </c:pt>
                <c:pt idx="876">
                  <c:v>2.7848799999999998</c:v>
                </c:pt>
                <c:pt idx="877">
                  <c:v>2.7908499999999998</c:v>
                </c:pt>
                <c:pt idx="878">
                  <c:v>2.7976899999999998</c:v>
                </c:pt>
                <c:pt idx="879">
                  <c:v>2.7857699999999999</c:v>
                </c:pt>
                <c:pt idx="880">
                  <c:v>2.79006</c:v>
                </c:pt>
                <c:pt idx="881">
                  <c:v>2.7929499999999998</c:v>
                </c:pt>
                <c:pt idx="882">
                  <c:v>2.7897400000000001</c:v>
                </c:pt>
                <c:pt idx="883">
                  <c:v>2.78437</c:v>
                </c:pt>
                <c:pt idx="884">
                  <c:v>2.7900399999999999</c:v>
                </c:pt>
                <c:pt idx="885">
                  <c:v>2.7851499999999998</c:v>
                </c:pt>
                <c:pt idx="886">
                  <c:v>2.7877200000000002</c:v>
                </c:pt>
                <c:pt idx="887">
                  <c:v>2.78647</c:v>
                </c:pt>
                <c:pt idx="888">
                  <c:v>2.7879299999999998</c:v>
                </c:pt>
                <c:pt idx="889">
                  <c:v>2.7961299999999998</c:v>
                </c:pt>
                <c:pt idx="890">
                  <c:v>2.7833800000000002</c:v>
                </c:pt>
                <c:pt idx="891">
                  <c:v>2.7871100000000002</c:v>
                </c:pt>
                <c:pt idx="892">
                  <c:v>2.7965</c:v>
                </c:pt>
                <c:pt idx="893">
                  <c:v>2.78857</c:v>
                </c:pt>
                <c:pt idx="894">
                  <c:v>2.7967300000000002</c:v>
                </c:pt>
                <c:pt idx="895">
                  <c:v>2.7824800000000001</c:v>
                </c:pt>
                <c:pt idx="896">
                  <c:v>2.7906300000000002</c:v>
                </c:pt>
                <c:pt idx="897">
                  <c:v>2.7942200000000001</c:v>
                </c:pt>
                <c:pt idx="898">
                  <c:v>2.7900200000000002</c:v>
                </c:pt>
                <c:pt idx="899">
                  <c:v>2.7892299999999999</c:v>
                </c:pt>
                <c:pt idx="900">
                  <c:v>2.7839299999999998</c:v>
                </c:pt>
                <c:pt idx="901">
                  <c:v>2.7890000000000001</c:v>
                </c:pt>
                <c:pt idx="902">
                  <c:v>2.8078599999999998</c:v>
                </c:pt>
                <c:pt idx="903">
                  <c:v>2.7964199999999999</c:v>
                </c:pt>
                <c:pt idx="904">
                  <c:v>2.7974399999999999</c:v>
                </c:pt>
                <c:pt idx="905">
                  <c:v>2.7935699999999999</c:v>
                </c:pt>
                <c:pt idx="906">
                  <c:v>2.7974800000000002</c:v>
                </c:pt>
                <c:pt idx="907">
                  <c:v>2.79732</c:v>
                </c:pt>
                <c:pt idx="908">
                  <c:v>2.7936299999999998</c:v>
                </c:pt>
                <c:pt idx="909">
                  <c:v>2.7985899999999999</c:v>
                </c:pt>
                <c:pt idx="910">
                  <c:v>2.7950900000000001</c:v>
                </c:pt>
                <c:pt idx="911">
                  <c:v>2.7899400000000001</c:v>
                </c:pt>
                <c:pt idx="912">
                  <c:v>2.7888000000000002</c:v>
                </c:pt>
                <c:pt idx="913">
                  <c:v>2.7907700000000002</c:v>
                </c:pt>
                <c:pt idx="914">
                  <c:v>2.81162</c:v>
                </c:pt>
                <c:pt idx="915">
                  <c:v>2.79366</c:v>
                </c:pt>
                <c:pt idx="916">
                  <c:v>2.7951600000000001</c:v>
                </c:pt>
                <c:pt idx="917">
                  <c:v>2.7934000000000001</c:v>
                </c:pt>
                <c:pt idx="918">
                  <c:v>2.7888099999999998</c:v>
                </c:pt>
                <c:pt idx="919">
                  <c:v>2.7933500000000002</c:v>
                </c:pt>
                <c:pt idx="920">
                  <c:v>2.7912400000000002</c:v>
                </c:pt>
                <c:pt idx="921">
                  <c:v>2.7924699999999998</c:v>
                </c:pt>
                <c:pt idx="922">
                  <c:v>2.7895799999999999</c:v>
                </c:pt>
                <c:pt idx="923">
                  <c:v>2.7926199999999999</c:v>
                </c:pt>
                <c:pt idx="924">
                  <c:v>2.7816100000000001</c:v>
                </c:pt>
                <c:pt idx="925">
                  <c:v>2.79264</c:v>
                </c:pt>
                <c:pt idx="926">
                  <c:v>2.7879299999999998</c:v>
                </c:pt>
                <c:pt idx="927">
                  <c:v>2.7890199999999998</c:v>
                </c:pt>
                <c:pt idx="928">
                  <c:v>2.79515</c:v>
                </c:pt>
                <c:pt idx="929">
                  <c:v>2.7920699999999998</c:v>
                </c:pt>
                <c:pt idx="930">
                  <c:v>2.7974399999999999</c:v>
                </c:pt>
                <c:pt idx="931">
                  <c:v>2.7939699999999998</c:v>
                </c:pt>
                <c:pt idx="932">
                  <c:v>2.79623</c:v>
                </c:pt>
                <c:pt idx="933">
                  <c:v>2.7926799999999998</c:v>
                </c:pt>
                <c:pt idx="934">
                  <c:v>2.7879800000000001</c:v>
                </c:pt>
                <c:pt idx="935">
                  <c:v>2.7902399999999998</c:v>
                </c:pt>
                <c:pt idx="936">
                  <c:v>2.7906</c:v>
                </c:pt>
                <c:pt idx="937">
                  <c:v>2.7841</c:v>
                </c:pt>
                <c:pt idx="938">
                  <c:v>2.7934399999999999</c:v>
                </c:pt>
                <c:pt idx="939">
                  <c:v>2.79068</c:v>
                </c:pt>
                <c:pt idx="940">
                  <c:v>2.7924000000000002</c:v>
                </c:pt>
                <c:pt idx="941">
                  <c:v>2.79183</c:v>
                </c:pt>
                <c:pt idx="942">
                  <c:v>2.7841900000000002</c:v>
                </c:pt>
                <c:pt idx="943">
                  <c:v>2.7856399999999999</c:v>
                </c:pt>
                <c:pt idx="944">
                  <c:v>2.7854899999999998</c:v>
                </c:pt>
                <c:pt idx="945">
                  <c:v>2.7896299999999998</c:v>
                </c:pt>
                <c:pt idx="946">
                  <c:v>2.7899699999999998</c:v>
                </c:pt>
                <c:pt idx="947">
                  <c:v>2.7878099999999999</c:v>
                </c:pt>
                <c:pt idx="948">
                  <c:v>2.7916799999999999</c:v>
                </c:pt>
                <c:pt idx="949">
                  <c:v>2.7864900000000001</c:v>
                </c:pt>
                <c:pt idx="950">
                  <c:v>2.7878799999999999</c:v>
                </c:pt>
                <c:pt idx="951">
                  <c:v>2.7907999999999999</c:v>
                </c:pt>
                <c:pt idx="952">
                  <c:v>2.7905700000000002</c:v>
                </c:pt>
                <c:pt idx="953">
                  <c:v>2.7971900000000001</c:v>
                </c:pt>
                <c:pt idx="954">
                  <c:v>2.78762</c:v>
                </c:pt>
                <c:pt idx="955">
                  <c:v>2.7910200000000001</c:v>
                </c:pt>
                <c:pt idx="956">
                  <c:v>2.7889900000000001</c:v>
                </c:pt>
                <c:pt idx="957">
                  <c:v>2.7883499999999999</c:v>
                </c:pt>
                <c:pt idx="958">
                  <c:v>2.7935099999999999</c:v>
                </c:pt>
                <c:pt idx="959">
                  <c:v>2.78613</c:v>
                </c:pt>
                <c:pt idx="960">
                  <c:v>2.7934100000000002</c:v>
                </c:pt>
                <c:pt idx="961">
                  <c:v>2.7858299999999998</c:v>
                </c:pt>
                <c:pt idx="962">
                  <c:v>2.7890799999999998</c:v>
                </c:pt>
                <c:pt idx="963">
                  <c:v>2.7958599999999998</c:v>
                </c:pt>
                <c:pt idx="964">
                  <c:v>2.7858100000000001</c:v>
                </c:pt>
                <c:pt idx="965">
                  <c:v>2.78762</c:v>
                </c:pt>
                <c:pt idx="966">
                  <c:v>2.7866200000000001</c:v>
                </c:pt>
                <c:pt idx="967">
                  <c:v>2.7866499999999998</c:v>
                </c:pt>
                <c:pt idx="968">
                  <c:v>2.7907099999999998</c:v>
                </c:pt>
                <c:pt idx="969">
                  <c:v>2.7886799999999998</c:v>
                </c:pt>
                <c:pt idx="970">
                  <c:v>2.7890799999999998</c:v>
                </c:pt>
                <c:pt idx="971">
                  <c:v>2.7904499999999999</c:v>
                </c:pt>
                <c:pt idx="972">
                  <c:v>2.7840699999999998</c:v>
                </c:pt>
                <c:pt idx="973">
                  <c:v>2.7845900000000001</c:v>
                </c:pt>
                <c:pt idx="974">
                  <c:v>2.7890899999999998</c:v>
                </c:pt>
                <c:pt idx="975">
                  <c:v>2.7825700000000002</c:v>
                </c:pt>
                <c:pt idx="976">
                  <c:v>2.78064</c:v>
                </c:pt>
                <c:pt idx="977">
                  <c:v>2.7772899999999998</c:v>
                </c:pt>
                <c:pt idx="978">
                  <c:v>2.7793600000000001</c:v>
                </c:pt>
                <c:pt idx="979">
                  <c:v>2.7838799999999999</c:v>
                </c:pt>
                <c:pt idx="980">
                  <c:v>2.7868599999999999</c:v>
                </c:pt>
                <c:pt idx="981">
                  <c:v>2.78349</c:v>
                </c:pt>
                <c:pt idx="982">
                  <c:v>2.7858299999999998</c:v>
                </c:pt>
                <c:pt idx="983">
                  <c:v>2.7884099999999998</c:v>
                </c:pt>
                <c:pt idx="984">
                  <c:v>2.78166</c:v>
                </c:pt>
                <c:pt idx="985">
                  <c:v>2.7869299999999999</c:v>
                </c:pt>
                <c:pt idx="986">
                  <c:v>2.78573</c:v>
                </c:pt>
                <c:pt idx="987">
                  <c:v>2.7872499999999998</c:v>
                </c:pt>
                <c:pt idx="988">
                  <c:v>2.7886600000000001</c:v>
                </c:pt>
                <c:pt idx="989">
                  <c:v>2.7869999999999999</c:v>
                </c:pt>
                <c:pt idx="990">
                  <c:v>2.7865099999999998</c:v>
                </c:pt>
                <c:pt idx="991">
                  <c:v>2.78661</c:v>
                </c:pt>
                <c:pt idx="992">
                  <c:v>2.7859600000000002</c:v>
                </c:pt>
                <c:pt idx="993">
                  <c:v>2.7883499999999999</c:v>
                </c:pt>
                <c:pt idx="994">
                  <c:v>2.78742</c:v>
                </c:pt>
                <c:pt idx="995">
                  <c:v>2.7871100000000002</c:v>
                </c:pt>
                <c:pt idx="996">
                  <c:v>2.7873999999999999</c:v>
                </c:pt>
                <c:pt idx="997">
                  <c:v>2.7852100000000002</c:v>
                </c:pt>
                <c:pt idx="998">
                  <c:v>2.7848199999999999</c:v>
                </c:pt>
                <c:pt idx="999">
                  <c:v>2.7848700000000002</c:v>
                </c:pt>
                <c:pt idx="1000">
                  <c:v>2.7896999999999998</c:v>
                </c:pt>
                <c:pt idx="1001">
                  <c:v>2.7864599999999999</c:v>
                </c:pt>
                <c:pt idx="1002">
                  <c:v>2.7920600000000002</c:v>
                </c:pt>
                <c:pt idx="1003">
                  <c:v>2.7908499999999998</c:v>
                </c:pt>
                <c:pt idx="1004">
                  <c:v>2.78803</c:v>
                </c:pt>
                <c:pt idx="1005">
                  <c:v>2.78016</c:v>
                </c:pt>
                <c:pt idx="1006">
                  <c:v>2.78505</c:v>
                </c:pt>
                <c:pt idx="1007">
                  <c:v>2.7835800000000002</c:v>
                </c:pt>
                <c:pt idx="1008">
                  <c:v>2.7823500000000001</c:v>
                </c:pt>
                <c:pt idx="1009">
                  <c:v>2.7862800000000001</c:v>
                </c:pt>
                <c:pt idx="1010">
                  <c:v>2.7888099999999998</c:v>
                </c:pt>
                <c:pt idx="1011">
                  <c:v>2.7848700000000002</c:v>
                </c:pt>
                <c:pt idx="1012">
                  <c:v>2.7856299999999998</c:v>
                </c:pt>
                <c:pt idx="1013">
                  <c:v>2.7841999999999998</c:v>
                </c:pt>
                <c:pt idx="1014">
                  <c:v>2.7932700000000001</c:v>
                </c:pt>
                <c:pt idx="1015">
                  <c:v>2.7865700000000002</c:v>
                </c:pt>
                <c:pt idx="1016">
                  <c:v>2.7882199999999999</c:v>
                </c:pt>
                <c:pt idx="1017">
                  <c:v>2.7925499999999999</c:v>
                </c:pt>
                <c:pt idx="1018">
                  <c:v>2.7886799999999998</c:v>
                </c:pt>
                <c:pt idx="1019">
                  <c:v>2.78593</c:v>
                </c:pt>
                <c:pt idx="1020">
                  <c:v>2.78756</c:v>
                </c:pt>
                <c:pt idx="1021">
                  <c:v>2.7857400000000001</c:v>
                </c:pt>
                <c:pt idx="1022">
                  <c:v>2.7884500000000001</c:v>
                </c:pt>
                <c:pt idx="1023">
                  <c:v>2.7844899999999999</c:v>
                </c:pt>
                <c:pt idx="1024">
                  <c:v>2.7858900000000002</c:v>
                </c:pt>
                <c:pt idx="1025">
                  <c:v>2.7833299999999999</c:v>
                </c:pt>
                <c:pt idx="1026">
                  <c:v>2.78592</c:v>
                </c:pt>
                <c:pt idx="1027">
                  <c:v>2.78484</c:v>
                </c:pt>
                <c:pt idx="1028">
                  <c:v>2.7845499999999999</c:v>
                </c:pt>
                <c:pt idx="1029">
                  <c:v>2.7820800000000001</c:v>
                </c:pt>
                <c:pt idx="1030">
                  <c:v>2.7831100000000002</c:v>
                </c:pt>
                <c:pt idx="1031">
                  <c:v>2.7807499999999998</c:v>
                </c:pt>
                <c:pt idx="1032">
                  <c:v>2.7848199999999999</c:v>
                </c:pt>
                <c:pt idx="1033">
                  <c:v>2.78592</c:v>
                </c:pt>
                <c:pt idx="1034">
                  <c:v>2.7858700000000001</c:v>
                </c:pt>
                <c:pt idx="1035">
                  <c:v>2.7865000000000002</c:v>
                </c:pt>
                <c:pt idx="1036">
                  <c:v>2.7896700000000001</c:v>
                </c:pt>
                <c:pt idx="1037">
                  <c:v>2.7875399999999999</c:v>
                </c:pt>
                <c:pt idx="1038">
                  <c:v>2.7852700000000001</c:v>
                </c:pt>
                <c:pt idx="1039">
                  <c:v>2.7839800000000001</c:v>
                </c:pt>
                <c:pt idx="1040">
                  <c:v>2.7878400000000001</c:v>
                </c:pt>
                <c:pt idx="1041">
                  <c:v>2.7857500000000002</c:v>
                </c:pt>
                <c:pt idx="1042">
                  <c:v>2.7873800000000002</c:v>
                </c:pt>
                <c:pt idx="1043">
                  <c:v>2.7882199999999999</c:v>
                </c:pt>
                <c:pt idx="1044">
                  <c:v>2.7850999999999999</c:v>
                </c:pt>
                <c:pt idx="1045">
                  <c:v>2.7887300000000002</c:v>
                </c:pt>
                <c:pt idx="1046">
                  <c:v>2.7933599999999998</c:v>
                </c:pt>
                <c:pt idx="1047">
                  <c:v>2.78668</c:v>
                </c:pt>
                <c:pt idx="1048">
                  <c:v>2.7844799999999998</c:v>
                </c:pt>
                <c:pt idx="1049">
                  <c:v>2.7854000000000001</c:v>
                </c:pt>
                <c:pt idx="1050">
                  <c:v>2.78654</c:v>
                </c:pt>
                <c:pt idx="1051">
                  <c:v>2.7852100000000002</c:v>
                </c:pt>
                <c:pt idx="1052">
                  <c:v>2.79637</c:v>
                </c:pt>
                <c:pt idx="1053">
                  <c:v>2.7979400000000001</c:v>
                </c:pt>
                <c:pt idx="1054">
                  <c:v>2.8142800000000001</c:v>
                </c:pt>
                <c:pt idx="1055">
                  <c:v>3.4944000000000002</c:v>
                </c:pt>
                <c:pt idx="1056">
                  <c:v>2.7826</c:v>
                </c:pt>
                <c:pt idx="1057">
                  <c:v>2.7856299999999998</c:v>
                </c:pt>
                <c:pt idx="1058">
                  <c:v>2.7843</c:v>
                </c:pt>
                <c:pt idx="1059">
                  <c:v>2.7865600000000001</c:v>
                </c:pt>
                <c:pt idx="1060">
                  <c:v>2.7936100000000001</c:v>
                </c:pt>
                <c:pt idx="1061">
                  <c:v>2.7831600000000001</c:v>
                </c:pt>
                <c:pt idx="1062">
                  <c:v>2.7850299999999999</c:v>
                </c:pt>
                <c:pt idx="1063">
                  <c:v>2.7841999999999998</c:v>
                </c:pt>
                <c:pt idx="1064">
                  <c:v>2.7885800000000001</c:v>
                </c:pt>
                <c:pt idx="1065">
                  <c:v>2.7855799999999999</c:v>
                </c:pt>
                <c:pt idx="1066">
                  <c:v>2.7848600000000001</c:v>
                </c:pt>
                <c:pt idx="1067">
                  <c:v>2.7886199999999999</c:v>
                </c:pt>
                <c:pt idx="1068">
                  <c:v>2.78681</c:v>
                </c:pt>
                <c:pt idx="1069">
                  <c:v>2.78613</c:v>
                </c:pt>
                <c:pt idx="1070">
                  <c:v>2.7906200000000001</c:v>
                </c:pt>
                <c:pt idx="1071">
                  <c:v>2.78226</c:v>
                </c:pt>
                <c:pt idx="1072">
                  <c:v>2.78959</c:v>
                </c:pt>
                <c:pt idx="1073">
                  <c:v>2.7860299999999998</c:v>
                </c:pt>
                <c:pt idx="1074">
                  <c:v>2.7859500000000001</c:v>
                </c:pt>
                <c:pt idx="1075">
                  <c:v>2.7904200000000001</c:v>
                </c:pt>
                <c:pt idx="1076">
                  <c:v>2.7861400000000001</c:v>
                </c:pt>
                <c:pt idx="1077">
                  <c:v>2.7905700000000002</c:v>
                </c:pt>
                <c:pt idx="1078">
                  <c:v>2.7906</c:v>
                </c:pt>
                <c:pt idx="1079">
                  <c:v>2.7885300000000002</c:v>
                </c:pt>
                <c:pt idx="1080">
                  <c:v>2.7864399999999998</c:v>
                </c:pt>
                <c:pt idx="1081">
                  <c:v>2.78714</c:v>
                </c:pt>
                <c:pt idx="1082">
                  <c:v>2.7927200000000001</c:v>
                </c:pt>
                <c:pt idx="1083">
                  <c:v>2.78302</c:v>
                </c:pt>
                <c:pt idx="1084">
                  <c:v>2.7864300000000002</c:v>
                </c:pt>
                <c:pt idx="1085">
                  <c:v>2.7963499999999999</c:v>
                </c:pt>
                <c:pt idx="1086">
                  <c:v>2.7976999999999999</c:v>
                </c:pt>
                <c:pt idx="1087">
                  <c:v>2.79853</c:v>
                </c:pt>
                <c:pt idx="1088">
                  <c:v>2.7880699999999998</c:v>
                </c:pt>
                <c:pt idx="1089">
                  <c:v>2.7901600000000002</c:v>
                </c:pt>
                <c:pt idx="1090">
                  <c:v>2.7816000000000001</c:v>
                </c:pt>
                <c:pt idx="1091">
                  <c:v>2.7958099999999999</c:v>
                </c:pt>
                <c:pt idx="1092">
                  <c:v>2.7860299999999998</c:v>
                </c:pt>
                <c:pt idx="1093">
                  <c:v>2.7831800000000002</c:v>
                </c:pt>
                <c:pt idx="1094">
                  <c:v>2.78064</c:v>
                </c:pt>
                <c:pt idx="1095">
                  <c:v>2.7801499999999999</c:v>
                </c:pt>
                <c:pt idx="1096">
                  <c:v>2.7798500000000002</c:v>
                </c:pt>
                <c:pt idx="1097">
                  <c:v>2.7898299999999998</c:v>
                </c:pt>
                <c:pt idx="1098">
                  <c:v>2.78389</c:v>
                </c:pt>
                <c:pt idx="1099">
                  <c:v>2.7838599999999998</c:v>
                </c:pt>
                <c:pt idx="1100">
                  <c:v>2.78356</c:v>
                </c:pt>
                <c:pt idx="1101">
                  <c:v>2.7852199999999998</c:v>
                </c:pt>
                <c:pt idx="1102">
                  <c:v>2.7884899999999999</c:v>
                </c:pt>
                <c:pt idx="1103">
                  <c:v>2.7915100000000002</c:v>
                </c:pt>
                <c:pt idx="1104">
                  <c:v>2.79861</c:v>
                </c:pt>
                <c:pt idx="1105">
                  <c:v>2.7958799999999999</c:v>
                </c:pt>
                <c:pt idx="1106">
                  <c:v>2.79854</c:v>
                </c:pt>
                <c:pt idx="1107">
                  <c:v>2.7930299999999999</c:v>
                </c:pt>
                <c:pt idx="1108">
                  <c:v>2.7995399999999999</c:v>
                </c:pt>
                <c:pt idx="1109">
                  <c:v>2.79949</c:v>
                </c:pt>
                <c:pt idx="1110">
                  <c:v>2.8009599999999999</c:v>
                </c:pt>
                <c:pt idx="1111">
                  <c:v>2.7936399999999999</c:v>
                </c:pt>
                <c:pt idx="1112">
                  <c:v>2.7986</c:v>
                </c:pt>
                <c:pt idx="1113">
                  <c:v>2.8</c:v>
                </c:pt>
                <c:pt idx="1114">
                  <c:v>2.8007399999999998</c:v>
                </c:pt>
                <c:pt idx="1115">
                  <c:v>2.8012700000000001</c:v>
                </c:pt>
                <c:pt idx="1116">
                  <c:v>2.8022300000000002</c:v>
                </c:pt>
                <c:pt idx="1117">
                  <c:v>2.8028200000000001</c:v>
                </c:pt>
                <c:pt idx="1118">
                  <c:v>2.8023699999999998</c:v>
                </c:pt>
                <c:pt idx="1119">
                  <c:v>2.8043100000000001</c:v>
                </c:pt>
                <c:pt idx="1120">
                  <c:v>2.8023199999999999</c:v>
                </c:pt>
                <c:pt idx="1121">
                  <c:v>2.8105199999999999</c:v>
                </c:pt>
                <c:pt idx="1122">
                  <c:v>2.8022399999999998</c:v>
                </c:pt>
                <c:pt idx="1123">
                  <c:v>2.8079700000000001</c:v>
                </c:pt>
                <c:pt idx="1124">
                  <c:v>2.80938</c:v>
                </c:pt>
                <c:pt idx="1125">
                  <c:v>2.8101799999999999</c:v>
                </c:pt>
                <c:pt idx="1126">
                  <c:v>2.8103899999999999</c:v>
                </c:pt>
                <c:pt idx="1127">
                  <c:v>2.8127499999999999</c:v>
                </c:pt>
                <c:pt idx="1128">
                  <c:v>2.8438400000000001</c:v>
                </c:pt>
                <c:pt idx="1129">
                  <c:v>3.07891</c:v>
                </c:pt>
                <c:pt idx="1130">
                  <c:v>3.1074099999999998</c:v>
                </c:pt>
                <c:pt idx="1131">
                  <c:v>3.0975799999999998</c:v>
                </c:pt>
                <c:pt idx="1132">
                  <c:v>3.1254499999999998</c:v>
                </c:pt>
                <c:pt idx="1133">
                  <c:v>3.1486900000000002</c:v>
                </c:pt>
                <c:pt idx="1134">
                  <c:v>3.1339000000000001</c:v>
                </c:pt>
                <c:pt idx="1135">
                  <c:v>3.1936</c:v>
                </c:pt>
                <c:pt idx="1136">
                  <c:v>3.1805599999999998</c:v>
                </c:pt>
                <c:pt idx="1137">
                  <c:v>3.2428300000000001</c:v>
                </c:pt>
                <c:pt idx="1138">
                  <c:v>3.2539600000000002</c:v>
                </c:pt>
                <c:pt idx="1139">
                  <c:v>3.2741600000000002</c:v>
                </c:pt>
                <c:pt idx="1140">
                  <c:v>3.2934199999999998</c:v>
                </c:pt>
                <c:pt idx="1141">
                  <c:v>3.2556600000000002</c:v>
                </c:pt>
                <c:pt idx="1142">
                  <c:v>3.3161399999999999</c:v>
                </c:pt>
                <c:pt idx="1143">
                  <c:v>3.3481299999999998</c:v>
                </c:pt>
                <c:pt idx="1144">
                  <c:v>3.34632</c:v>
                </c:pt>
                <c:pt idx="1145">
                  <c:v>3.3551000000000002</c:v>
                </c:pt>
                <c:pt idx="1146">
                  <c:v>3.2960199999999999</c:v>
                </c:pt>
                <c:pt idx="1147">
                  <c:v>3.38964</c:v>
                </c:pt>
                <c:pt idx="1148">
                  <c:v>3.3757700000000002</c:v>
                </c:pt>
                <c:pt idx="1149">
                  <c:v>3.33277</c:v>
                </c:pt>
                <c:pt idx="1150">
                  <c:v>3.5455299999999998</c:v>
                </c:pt>
                <c:pt idx="1151">
                  <c:v>3.6558999999999999</c:v>
                </c:pt>
                <c:pt idx="1152">
                  <c:v>3.7387899999999998</c:v>
                </c:pt>
                <c:pt idx="1153">
                  <c:v>3.76708</c:v>
                </c:pt>
                <c:pt idx="1154">
                  <c:v>3.7939400000000001</c:v>
                </c:pt>
                <c:pt idx="1155">
                  <c:v>3.8281100000000001</c:v>
                </c:pt>
                <c:pt idx="1156">
                  <c:v>3.8418999999999999</c:v>
                </c:pt>
                <c:pt idx="1157">
                  <c:v>3.8465699999999998</c:v>
                </c:pt>
                <c:pt idx="1158">
                  <c:v>3.8382700000000001</c:v>
                </c:pt>
                <c:pt idx="1159">
                  <c:v>3.8393700000000002</c:v>
                </c:pt>
                <c:pt idx="1160">
                  <c:v>3.8369499999999999</c:v>
                </c:pt>
                <c:pt idx="1161">
                  <c:v>3.8200699999999999</c:v>
                </c:pt>
                <c:pt idx="1162">
                  <c:v>3.8638400000000002</c:v>
                </c:pt>
                <c:pt idx="1163">
                  <c:v>3.8516900000000001</c:v>
                </c:pt>
                <c:pt idx="1164">
                  <c:v>3.8446799999999999</c:v>
                </c:pt>
                <c:pt idx="1165">
                  <c:v>3.8493300000000001</c:v>
                </c:pt>
                <c:pt idx="1166">
                  <c:v>3.8132100000000002</c:v>
                </c:pt>
                <c:pt idx="1167">
                  <c:v>3.8629600000000002</c:v>
                </c:pt>
                <c:pt idx="1168">
                  <c:v>3.85243</c:v>
                </c:pt>
                <c:pt idx="1169">
                  <c:v>3.8248600000000001</c:v>
                </c:pt>
                <c:pt idx="1170">
                  <c:v>4.1533600000000002</c:v>
                </c:pt>
                <c:pt idx="1171">
                  <c:v>4.18276</c:v>
                </c:pt>
                <c:pt idx="1172">
                  <c:v>4.2774099999999997</c:v>
                </c:pt>
                <c:pt idx="1173">
                  <c:v>4.2805099999999996</c:v>
                </c:pt>
                <c:pt idx="1174">
                  <c:v>4.2931100000000004</c:v>
                </c:pt>
                <c:pt idx="1175">
                  <c:v>4.2907299999999999</c:v>
                </c:pt>
                <c:pt idx="1176">
                  <c:v>4.2219300000000004</c:v>
                </c:pt>
                <c:pt idx="1177">
                  <c:v>4.2525599999999999</c:v>
                </c:pt>
                <c:pt idx="1178">
                  <c:v>4.2715800000000002</c:v>
                </c:pt>
                <c:pt idx="1179">
                  <c:v>4.2736400000000003</c:v>
                </c:pt>
                <c:pt idx="1180">
                  <c:v>4.2747999999999999</c:v>
                </c:pt>
                <c:pt idx="1181">
                  <c:v>4.2958499999999997</c:v>
                </c:pt>
                <c:pt idx="1182">
                  <c:v>4.2841500000000003</c:v>
                </c:pt>
                <c:pt idx="1183">
                  <c:v>4.29542</c:v>
                </c:pt>
                <c:pt idx="1184">
                  <c:v>4.2982899999999997</c:v>
                </c:pt>
                <c:pt idx="1185">
                  <c:v>4.2921800000000001</c:v>
                </c:pt>
                <c:pt idx="1186">
                  <c:v>4.3116899999999996</c:v>
                </c:pt>
                <c:pt idx="1187">
                  <c:v>4.2943499999999997</c:v>
                </c:pt>
                <c:pt idx="1188">
                  <c:v>4.2882800000000003</c:v>
                </c:pt>
                <c:pt idx="1189">
                  <c:v>4.2978300000000003</c:v>
                </c:pt>
                <c:pt idx="1190">
                  <c:v>4.5540399999999996</c:v>
                </c:pt>
                <c:pt idx="1191">
                  <c:v>4.6411899999999999</c:v>
                </c:pt>
                <c:pt idx="1192">
                  <c:v>4.7778400000000003</c:v>
                </c:pt>
                <c:pt idx="1193">
                  <c:v>4.8001300000000002</c:v>
                </c:pt>
                <c:pt idx="1194">
                  <c:v>4.8171200000000001</c:v>
                </c:pt>
                <c:pt idx="1195">
                  <c:v>4.81067</c:v>
                </c:pt>
                <c:pt idx="1196">
                  <c:v>4.80966</c:v>
                </c:pt>
                <c:pt idx="1197">
                  <c:v>4.8092899999999998</c:v>
                </c:pt>
                <c:pt idx="1198">
                  <c:v>4.7961900000000002</c:v>
                </c:pt>
                <c:pt idx="1199">
                  <c:v>4.8069899999999999</c:v>
                </c:pt>
                <c:pt idx="1200">
                  <c:v>4.8174400000000004</c:v>
                </c:pt>
                <c:pt idx="1201">
                  <c:v>4.8179100000000004</c:v>
                </c:pt>
                <c:pt idx="1202">
                  <c:v>4.8113000000000001</c:v>
                </c:pt>
                <c:pt idx="1203">
                  <c:v>4.8178200000000002</c:v>
                </c:pt>
                <c:pt idx="1204">
                  <c:v>4.8160699999999999</c:v>
                </c:pt>
                <c:pt idx="1205">
                  <c:v>4.8364000000000003</c:v>
                </c:pt>
                <c:pt idx="1206">
                  <c:v>4.7639399999999998</c:v>
                </c:pt>
                <c:pt idx="1207">
                  <c:v>4.8323999999999998</c:v>
                </c:pt>
                <c:pt idx="1208">
                  <c:v>4.8375300000000001</c:v>
                </c:pt>
                <c:pt idx="1209">
                  <c:v>4.8407600000000004</c:v>
                </c:pt>
                <c:pt idx="1210">
                  <c:v>4.8177399999999997</c:v>
                </c:pt>
                <c:pt idx="1211">
                  <c:v>4.8002000000000002</c:v>
                </c:pt>
                <c:pt idx="1212">
                  <c:v>4.8097099999999999</c:v>
                </c:pt>
                <c:pt idx="1213">
                  <c:v>4.8090200000000003</c:v>
                </c:pt>
                <c:pt idx="1214">
                  <c:v>4.8048400000000004</c:v>
                </c:pt>
                <c:pt idx="1215">
                  <c:v>4.9056800000000003</c:v>
                </c:pt>
                <c:pt idx="1216">
                  <c:v>4.9651500000000004</c:v>
                </c:pt>
                <c:pt idx="1217">
                  <c:v>4.9897999999999998</c:v>
                </c:pt>
                <c:pt idx="1218">
                  <c:v>4.96943</c:v>
                </c:pt>
                <c:pt idx="1219">
                  <c:v>4.9919599999999997</c:v>
                </c:pt>
                <c:pt idx="1220">
                  <c:v>4.9785899999999996</c:v>
                </c:pt>
                <c:pt idx="1221">
                  <c:v>5.0241300000000004</c:v>
                </c:pt>
                <c:pt idx="1222">
                  <c:v>4.9602599999999999</c:v>
                </c:pt>
                <c:pt idx="1223">
                  <c:v>4.9765899999999998</c:v>
                </c:pt>
                <c:pt idx="1224">
                  <c:v>4.9853199999999998</c:v>
                </c:pt>
                <c:pt idx="1225">
                  <c:v>4.9872399999999999</c:v>
                </c:pt>
                <c:pt idx="1226">
                  <c:v>4.9488000000000003</c:v>
                </c:pt>
                <c:pt idx="1227">
                  <c:v>4.9908400000000004</c:v>
                </c:pt>
                <c:pt idx="1228">
                  <c:v>5.0171400000000004</c:v>
                </c:pt>
                <c:pt idx="1229">
                  <c:v>5.0240999999999998</c:v>
                </c:pt>
                <c:pt idx="1230">
                  <c:v>4.9863299999999997</c:v>
                </c:pt>
                <c:pt idx="1231">
                  <c:v>4.9982300000000004</c:v>
                </c:pt>
                <c:pt idx="1232">
                  <c:v>5.0058600000000002</c:v>
                </c:pt>
                <c:pt idx="1233">
                  <c:v>5.0159099999999999</c:v>
                </c:pt>
                <c:pt idx="1234">
                  <c:v>5.0163200000000003</c:v>
                </c:pt>
                <c:pt idx="1235">
                  <c:v>5.1308800000000003</c:v>
                </c:pt>
                <c:pt idx="1236">
                  <c:v>5.1878200000000003</c:v>
                </c:pt>
                <c:pt idx="1237">
                  <c:v>5.23184</c:v>
                </c:pt>
                <c:pt idx="1238">
                  <c:v>5.2723699999999996</c:v>
                </c:pt>
                <c:pt idx="1239">
                  <c:v>5.3246200000000004</c:v>
                </c:pt>
                <c:pt idx="1240">
                  <c:v>5.2825899999999999</c:v>
                </c:pt>
                <c:pt idx="1241">
                  <c:v>5.3619300000000001</c:v>
                </c:pt>
                <c:pt idx="1242">
                  <c:v>5.3917799999999998</c:v>
                </c:pt>
                <c:pt idx="1243">
                  <c:v>5.4030300000000002</c:v>
                </c:pt>
                <c:pt idx="1244">
                  <c:v>5.4663300000000001</c:v>
                </c:pt>
                <c:pt idx="1245">
                  <c:v>5.3876600000000003</c:v>
                </c:pt>
                <c:pt idx="1246">
                  <c:v>5.4818499999999997</c:v>
                </c:pt>
                <c:pt idx="1247">
                  <c:v>5.4779600000000004</c:v>
                </c:pt>
                <c:pt idx="1248">
                  <c:v>5.4608600000000003</c:v>
                </c:pt>
                <c:pt idx="1249">
                  <c:v>5.5110799999999998</c:v>
                </c:pt>
                <c:pt idx="1250">
                  <c:v>5.4030800000000001</c:v>
                </c:pt>
                <c:pt idx="1251">
                  <c:v>5.58338</c:v>
                </c:pt>
                <c:pt idx="1252">
                  <c:v>5.4681100000000002</c:v>
                </c:pt>
                <c:pt idx="1253">
                  <c:v>5.4733099999999997</c:v>
                </c:pt>
                <c:pt idx="1254">
                  <c:v>5.5412400000000002</c:v>
                </c:pt>
                <c:pt idx="1255">
                  <c:v>5.44984</c:v>
                </c:pt>
                <c:pt idx="1256">
                  <c:v>5.6503899999999998</c:v>
                </c:pt>
                <c:pt idx="1257">
                  <c:v>5.6082000000000001</c:v>
                </c:pt>
                <c:pt idx="1258">
                  <c:v>5.5616700000000003</c:v>
                </c:pt>
                <c:pt idx="1259">
                  <c:v>5.5464900000000004</c:v>
                </c:pt>
                <c:pt idx="1260">
                  <c:v>5.5006500000000003</c:v>
                </c:pt>
                <c:pt idx="1261">
                  <c:v>5.5803799999999999</c:v>
                </c:pt>
                <c:pt idx="1262">
                  <c:v>5.6197600000000003</c:v>
                </c:pt>
                <c:pt idx="1263">
                  <c:v>5.5857200000000002</c:v>
                </c:pt>
                <c:pt idx="1264">
                  <c:v>5.6412699999999996</c:v>
                </c:pt>
                <c:pt idx="1265">
                  <c:v>5.4736900000000004</c:v>
                </c:pt>
                <c:pt idx="1266">
                  <c:v>5.61266</c:v>
                </c:pt>
                <c:pt idx="1267">
                  <c:v>5.56088</c:v>
                </c:pt>
                <c:pt idx="1268">
                  <c:v>5.5859800000000002</c:v>
                </c:pt>
                <c:pt idx="1269">
                  <c:v>5.5544000000000002</c:v>
                </c:pt>
                <c:pt idx="1270">
                  <c:v>5.5407599999999997</c:v>
                </c:pt>
                <c:pt idx="1271">
                  <c:v>5.6977900000000004</c:v>
                </c:pt>
                <c:pt idx="1272">
                  <c:v>5.5780399999999997</c:v>
                </c:pt>
                <c:pt idx="1273">
                  <c:v>5.5284199999999997</c:v>
                </c:pt>
                <c:pt idx="1274">
                  <c:v>5.6402799999999997</c:v>
                </c:pt>
                <c:pt idx="1275">
                  <c:v>5.5605399999999996</c:v>
                </c:pt>
                <c:pt idx="1276">
                  <c:v>5.73184</c:v>
                </c:pt>
                <c:pt idx="1277">
                  <c:v>5.8889500000000004</c:v>
                </c:pt>
                <c:pt idx="1278">
                  <c:v>5.4792199999999998</c:v>
                </c:pt>
                <c:pt idx="1279">
                  <c:v>5.6752099999999999</c:v>
                </c:pt>
                <c:pt idx="1280">
                  <c:v>5.5879200000000004</c:v>
                </c:pt>
                <c:pt idx="1281">
                  <c:v>5.6049199999999999</c:v>
                </c:pt>
                <c:pt idx="1282">
                  <c:v>5.5622699999999998</c:v>
                </c:pt>
                <c:pt idx="1283">
                  <c:v>5.6187800000000001</c:v>
                </c:pt>
                <c:pt idx="1284">
                  <c:v>5.6021099999999997</c:v>
                </c:pt>
                <c:pt idx="1285">
                  <c:v>5.5595800000000004</c:v>
                </c:pt>
                <c:pt idx="1286">
                  <c:v>5.5949200000000001</c:v>
                </c:pt>
                <c:pt idx="1287">
                  <c:v>5.57491</c:v>
                </c:pt>
                <c:pt idx="1288">
                  <c:v>5.6227999999999998</c:v>
                </c:pt>
                <c:pt idx="1289">
                  <c:v>5.6238200000000003</c:v>
                </c:pt>
                <c:pt idx="1290">
                  <c:v>5.5529599999999997</c:v>
                </c:pt>
                <c:pt idx="1291">
                  <c:v>5.5922700000000001</c:v>
                </c:pt>
                <c:pt idx="1292">
                  <c:v>5.5540900000000004</c:v>
                </c:pt>
                <c:pt idx="1293">
                  <c:v>5.6521699999999999</c:v>
                </c:pt>
                <c:pt idx="1294">
                  <c:v>5.9770099999999999</c:v>
                </c:pt>
                <c:pt idx="1295">
                  <c:v>5.5941000000000001</c:v>
                </c:pt>
                <c:pt idx="1296">
                  <c:v>5.6019899999999998</c:v>
                </c:pt>
                <c:pt idx="1297">
                  <c:v>5.7102000000000004</c:v>
                </c:pt>
                <c:pt idx="1298">
                  <c:v>5.6247699999999998</c:v>
                </c:pt>
                <c:pt idx="1299">
                  <c:v>5.6116700000000002</c:v>
                </c:pt>
                <c:pt idx="1300">
                  <c:v>5.5815000000000001</c:v>
                </c:pt>
                <c:pt idx="1301">
                  <c:v>5.5050699999999999</c:v>
                </c:pt>
                <c:pt idx="1302">
                  <c:v>5.6202100000000002</c:v>
                </c:pt>
                <c:pt idx="1303">
                  <c:v>5.6373899999999999</c:v>
                </c:pt>
                <c:pt idx="1304">
                  <c:v>5.6086799999999997</c:v>
                </c:pt>
                <c:pt idx="1305">
                  <c:v>5.6626099999999999</c:v>
                </c:pt>
                <c:pt idx="1306">
                  <c:v>5.5950100000000003</c:v>
                </c:pt>
                <c:pt idx="1307">
                  <c:v>5.5772899999999996</c:v>
                </c:pt>
                <c:pt idx="1308">
                  <c:v>5.5462999999999996</c:v>
                </c:pt>
                <c:pt idx="1309">
                  <c:v>5.5022599999999997</c:v>
                </c:pt>
                <c:pt idx="1310">
                  <c:v>5.5127800000000002</c:v>
                </c:pt>
                <c:pt idx="1311">
                  <c:v>5.5568900000000001</c:v>
                </c:pt>
                <c:pt idx="1312">
                  <c:v>5.5287199999999999</c:v>
                </c:pt>
                <c:pt idx="1313">
                  <c:v>5.4630400000000003</c:v>
                </c:pt>
                <c:pt idx="1314">
                  <c:v>5.4871400000000001</c:v>
                </c:pt>
                <c:pt idx="1315">
                  <c:v>5.4175000000000004</c:v>
                </c:pt>
                <c:pt idx="1316">
                  <c:v>5.5527300000000004</c:v>
                </c:pt>
                <c:pt idx="1317">
                  <c:v>5.5073299999999996</c:v>
                </c:pt>
                <c:pt idx="1318">
                  <c:v>5.6265099999999997</c:v>
                </c:pt>
                <c:pt idx="1319">
                  <c:v>5.5670999999999999</c:v>
                </c:pt>
                <c:pt idx="1320">
                  <c:v>5.54155</c:v>
                </c:pt>
                <c:pt idx="1321">
                  <c:v>5.5143300000000002</c:v>
                </c:pt>
                <c:pt idx="1322">
                  <c:v>5.5686900000000001</c:v>
                </c:pt>
                <c:pt idx="1323">
                  <c:v>5.5270799999999998</c:v>
                </c:pt>
                <c:pt idx="1324">
                  <c:v>5.62493</c:v>
                </c:pt>
                <c:pt idx="1325">
                  <c:v>5.5796299999999999</c:v>
                </c:pt>
                <c:pt idx="1326">
                  <c:v>5.5830299999999999</c:v>
                </c:pt>
                <c:pt idx="1327">
                  <c:v>5.5897699999999997</c:v>
                </c:pt>
                <c:pt idx="1328">
                  <c:v>5.5452899999999996</c:v>
                </c:pt>
                <c:pt idx="1329">
                  <c:v>5.6449699999999998</c:v>
                </c:pt>
                <c:pt idx="1330">
                  <c:v>5.6450199999999997</c:v>
                </c:pt>
                <c:pt idx="1331">
                  <c:v>5.6249399999999996</c:v>
                </c:pt>
                <c:pt idx="1332">
                  <c:v>5.6252199999999997</c:v>
                </c:pt>
                <c:pt idx="1333">
                  <c:v>5.6059900000000003</c:v>
                </c:pt>
                <c:pt idx="1334">
                  <c:v>5.6469300000000002</c:v>
                </c:pt>
                <c:pt idx="1335">
                  <c:v>5.9139400000000002</c:v>
                </c:pt>
                <c:pt idx="1336">
                  <c:v>5.5853200000000003</c:v>
                </c:pt>
                <c:pt idx="1337">
                  <c:v>5.6213100000000003</c:v>
                </c:pt>
                <c:pt idx="1338">
                  <c:v>5.6822600000000003</c:v>
                </c:pt>
                <c:pt idx="1339">
                  <c:v>5.6927599999999998</c:v>
                </c:pt>
                <c:pt idx="1340">
                  <c:v>5.5816499999999998</c:v>
                </c:pt>
                <c:pt idx="1341">
                  <c:v>5.6669799999999997</c:v>
                </c:pt>
                <c:pt idx="1342">
                  <c:v>5.6370699999999996</c:v>
                </c:pt>
                <c:pt idx="1343">
                  <c:v>5.6492399999999998</c:v>
                </c:pt>
                <c:pt idx="1344">
                  <c:v>5.5738899999999996</c:v>
                </c:pt>
                <c:pt idx="1345">
                  <c:v>5.6322200000000002</c:v>
                </c:pt>
                <c:pt idx="1346">
                  <c:v>5.6265999999999998</c:v>
                </c:pt>
                <c:pt idx="1347">
                  <c:v>5.5695899999999998</c:v>
                </c:pt>
                <c:pt idx="1348">
                  <c:v>5.5863500000000004</c:v>
                </c:pt>
                <c:pt idx="1349">
                  <c:v>5.5547000000000004</c:v>
                </c:pt>
                <c:pt idx="1350">
                  <c:v>5.6099899999999998</c:v>
                </c:pt>
                <c:pt idx="1351">
                  <c:v>5.5154100000000001</c:v>
                </c:pt>
                <c:pt idx="1352">
                  <c:v>5.5616500000000002</c:v>
                </c:pt>
                <c:pt idx="1353">
                  <c:v>5.5598099999999997</c:v>
                </c:pt>
                <c:pt idx="1354">
                  <c:v>5.5689399999999996</c:v>
                </c:pt>
                <c:pt idx="1355">
                  <c:v>5.69259</c:v>
                </c:pt>
                <c:pt idx="1356">
                  <c:v>5.6019199999999998</c:v>
                </c:pt>
                <c:pt idx="1357">
                  <c:v>5.62446</c:v>
                </c:pt>
                <c:pt idx="1358">
                  <c:v>5.6145500000000004</c:v>
                </c:pt>
                <c:pt idx="1359">
                  <c:v>5.5869799999999996</c:v>
                </c:pt>
                <c:pt idx="1360">
                  <c:v>5.6914199999999999</c:v>
                </c:pt>
                <c:pt idx="1361">
                  <c:v>5.6550500000000001</c:v>
                </c:pt>
                <c:pt idx="1362">
                  <c:v>5.6292299999999997</c:v>
                </c:pt>
                <c:pt idx="1363">
                  <c:v>5.6365999999999996</c:v>
                </c:pt>
                <c:pt idx="1364">
                  <c:v>5.6081799999999999</c:v>
                </c:pt>
                <c:pt idx="1365">
                  <c:v>5.6628100000000003</c:v>
                </c:pt>
                <c:pt idx="1366">
                  <c:v>5.5940500000000002</c:v>
                </c:pt>
                <c:pt idx="1367">
                  <c:v>5.6441800000000004</c:v>
                </c:pt>
                <c:pt idx="1368">
                  <c:v>5.5414199999999996</c:v>
                </c:pt>
                <c:pt idx="1369">
                  <c:v>5.6908599999999998</c:v>
                </c:pt>
                <c:pt idx="1370">
                  <c:v>5.6505400000000003</c:v>
                </c:pt>
                <c:pt idx="1371">
                  <c:v>5.5879700000000003</c:v>
                </c:pt>
                <c:pt idx="1372">
                  <c:v>5.6483600000000003</c:v>
                </c:pt>
                <c:pt idx="1373">
                  <c:v>5.6016199999999996</c:v>
                </c:pt>
                <c:pt idx="1374">
                  <c:v>5.6675300000000002</c:v>
                </c:pt>
                <c:pt idx="1375">
                  <c:v>5.5845799999999999</c:v>
                </c:pt>
                <c:pt idx="1376">
                  <c:v>5.5625200000000001</c:v>
                </c:pt>
                <c:pt idx="1377">
                  <c:v>5.5675699999999999</c:v>
                </c:pt>
                <c:pt idx="1378">
                  <c:v>5.53193</c:v>
                </c:pt>
                <c:pt idx="1379">
                  <c:v>5.6134199999999996</c:v>
                </c:pt>
                <c:pt idx="1380">
                  <c:v>5.5934999999999997</c:v>
                </c:pt>
                <c:pt idx="1381">
                  <c:v>5.6286199999999997</c:v>
                </c:pt>
                <c:pt idx="1382">
                  <c:v>5.6196599999999997</c:v>
                </c:pt>
                <c:pt idx="1383">
                  <c:v>5.5045599999999997</c:v>
                </c:pt>
                <c:pt idx="1384">
                  <c:v>5.6513400000000003</c:v>
                </c:pt>
                <c:pt idx="1385">
                  <c:v>5.5881299999999996</c:v>
                </c:pt>
                <c:pt idx="1386">
                  <c:v>5.5565199999999999</c:v>
                </c:pt>
                <c:pt idx="1387">
                  <c:v>5.58901</c:v>
                </c:pt>
                <c:pt idx="1388">
                  <c:v>5.6019600000000001</c:v>
                </c:pt>
                <c:pt idx="1389">
                  <c:v>5.6279899999999996</c:v>
                </c:pt>
                <c:pt idx="1390">
                  <c:v>5.6182999999999996</c:v>
                </c:pt>
                <c:pt idx="1391">
                  <c:v>5.5641699999999998</c:v>
                </c:pt>
                <c:pt idx="1392">
                  <c:v>5.62676</c:v>
                </c:pt>
                <c:pt idx="1393">
                  <c:v>5.5308299999999999</c:v>
                </c:pt>
                <c:pt idx="1394">
                  <c:v>5.6291799999999999</c:v>
                </c:pt>
                <c:pt idx="1395">
                  <c:v>5.6412899999999997</c:v>
                </c:pt>
                <c:pt idx="1396">
                  <c:v>5.6128299999999998</c:v>
                </c:pt>
                <c:pt idx="1397">
                  <c:v>5.6284900000000002</c:v>
                </c:pt>
                <c:pt idx="1398">
                  <c:v>5.5976600000000003</c:v>
                </c:pt>
                <c:pt idx="1399">
                  <c:v>5.6020000000000003</c:v>
                </c:pt>
                <c:pt idx="1400">
                  <c:v>5.59354</c:v>
                </c:pt>
                <c:pt idx="1401">
                  <c:v>5.6462300000000001</c:v>
                </c:pt>
                <c:pt idx="1402">
                  <c:v>5.5781499999999999</c:v>
                </c:pt>
                <c:pt idx="1403">
                  <c:v>5.6414799999999996</c:v>
                </c:pt>
                <c:pt idx="1404">
                  <c:v>5.6135099999999998</c:v>
                </c:pt>
                <c:pt idx="1405">
                  <c:v>5.5715300000000001</c:v>
                </c:pt>
                <c:pt idx="1406">
                  <c:v>5.53714</c:v>
                </c:pt>
                <c:pt idx="1407">
                  <c:v>5.5064500000000001</c:v>
                </c:pt>
                <c:pt idx="1408">
                  <c:v>5.6390099999999999</c:v>
                </c:pt>
                <c:pt idx="1409">
                  <c:v>5.6421299999999999</c:v>
                </c:pt>
                <c:pt idx="1410">
                  <c:v>5.6412199999999997</c:v>
                </c:pt>
                <c:pt idx="1411">
                  <c:v>5.6719299999999997</c:v>
                </c:pt>
                <c:pt idx="1412">
                  <c:v>5.7860199999999997</c:v>
                </c:pt>
                <c:pt idx="1413">
                  <c:v>5.8403</c:v>
                </c:pt>
                <c:pt idx="1414">
                  <c:v>5.82592</c:v>
                </c:pt>
                <c:pt idx="1415">
                  <c:v>5.8217800000000004</c:v>
                </c:pt>
                <c:pt idx="1416">
                  <c:v>5.8409199999999997</c:v>
                </c:pt>
                <c:pt idx="1417">
                  <c:v>5.7799500000000004</c:v>
                </c:pt>
                <c:pt idx="1418">
                  <c:v>5.8172699999999997</c:v>
                </c:pt>
                <c:pt idx="1419">
                  <c:v>5.8473699999999997</c:v>
                </c:pt>
                <c:pt idx="1420">
                  <c:v>5.8331299999999997</c:v>
                </c:pt>
                <c:pt idx="1421">
                  <c:v>5.8420699999999997</c:v>
                </c:pt>
                <c:pt idx="1422">
                  <c:v>5.8164699999999998</c:v>
                </c:pt>
                <c:pt idx="1423">
                  <c:v>5.8478899999999996</c:v>
                </c:pt>
                <c:pt idx="1424">
                  <c:v>5.8335299999999997</c:v>
                </c:pt>
                <c:pt idx="1425">
                  <c:v>5.85764</c:v>
                </c:pt>
                <c:pt idx="1426">
                  <c:v>5.8297100000000004</c:v>
                </c:pt>
                <c:pt idx="1427">
                  <c:v>5.8209999999999997</c:v>
                </c:pt>
                <c:pt idx="1428">
                  <c:v>5.8440599999999998</c:v>
                </c:pt>
                <c:pt idx="1429">
                  <c:v>5.8264199999999997</c:v>
                </c:pt>
                <c:pt idx="1430">
                  <c:v>5.8662099999999997</c:v>
                </c:pt>
                <c:pt idx="1431">
                  <c:v>5.8639700000000001</c:v>
                </c:pt>
                <c:pt idx="1432">
                  <c:v>5.8481800000000002</c:v>
                </c:pt>
                <c:pt idx="1433">
                  <c:v>5.8952</c:v>
                </c:pt>
                <c:pt idx="1434">
                  <c:v>5.8965899999999998</c:v>
                </c:pt>
                <c:pt idx="1435">
                  <c:v>5.8802700000000003</c:v>
                </c:pt>
                <c:pt idx="1436">
                  <c:v>5.8629199999999999</c:v>
                </c:pt>
                <c:pt idx="1437">
                  <c:v>5.7995900000000002</c:v>
                </c:pt>
                <c:pt idx="1438">
                  <c:v>5.8817399999999997</c:v>
                </c:pt>
                <c:pt idx="1439">
                  <c:v>5.9214099999999998</c:v>
                </c:pt>
                <c:pt idx="1440">
                  <c:v>5.9170800000000003</c:v>
                </c:pt>
                <c:pt idx="1441">
                  <c:v>5.9255800000000001</c:v>
                </c:pt>
                <c:pt idx="1442">
                  <c:v>5.8145199999999999</c:v>
                </c:pt>
                <c:pt idx="1443">
                  <c:v>5.9255399999999998</c:v>
                </c:pt>
                <c:pt idx="1444">
                  <c:v>5.9420000000000002</c:v>
                </c:pt>
                <c:pt idx="1445">
                  <c:v>5.8702699999999997</c:v>
                </c:pt>
                <c:pt idx="1446">
                  <c:v>5.8667199999999999</c:v>
                </c:pt>
                <c:pt idx="1447">
                  <c:v>5.8302500000000004</c:v>
                </c:pt>
                <c:pt idx="1448">
                  <c:v>5.8732899999999999</c:v>
                </c:pt>
                <c:pt idx="1449">
                  <c:v>5.8985200000000004</c:v>
                </c:pt>
                <c:pt idx="1450">
                  <c:v>5.8257599999999998</c:v>
                </c:pt>
                <c:pt idx="1451">
                  <c:v>5.8578000000000001</c:v>
                </c:pt>
                <c:pt idx="1452">
                  <c:v>5.8329300000000002</c:v>
                </c:pt>
                <c:pt idx="1453">
                  <c:v>5.9130500000000001</c:v>
                </c:pt>
                <c:pt idx="1454">
                  <c:v>5.8895400000000002</c:v>
                </c:pt>
                <c:pt idx="1455">
                  <c:v>5.8484499999999997</c:v>
                </c:pt>
                <c:pt idx="1456">
                  <c:v>5.9049800000000001</c:v>
                </c:pt>
                <c:pt idx="1457">
                  <c:v>5.8844599999999998</c:v>
                </c:pt>
                <c:pt idx="1458">
                  <c:v>5.8830799999999996</c:v>
                </c:pt>
                <c:pt idx="1459">
                  <c:v>5.8304299999999998</c:v>
                </c:pt>
                <c:pt idx="1460">
                  <c:v>5.8836899999999996</c:v>
                </c:pt>
                <c:pt idx="1461">
                  <c:v>5.8197599999999996</c:v>
                </c:pt>
                <c:pt idx="1462">
                  <c:v>5.7981999999999996</c:v>
                </c:pt>
                <c:pt idx="1463">
                  <c:v>5.8101900000000004</c:v>
                </c:pt>
                <c:pt idx="1464">
                  <c:v>5.8047300000000002</c:v>
                </c:pt>
                <c:pt idx="1465">
                  <c:v>5.8768099999999999</c:v>
                </c:pt>
                <c:pt idx="1466">
                  <c:v>5.8248800000000003</c:v>
                </c:pt>
                <c:pt idx="1467">
                  <c:v>5.8304099999999996</c:v>
                </c:pt>
                <c:pt idx="1468">
                  <c:v>5.8241800000000001</c:v>
                </c:pt>
                <c:pt idx="1469">
                  <c:v>5.7529599999999999</c:v>
                </c:pt>
                <c:pt idx="1470">
                  <c:v>5.8424699999999996</c:v>
                </c:pt>
                <c:pt idx="1471">
                  <c:v>5.8103499999999997</c:v>
                </c:pt>
                <c:pt idx="1472">
                  <c:v>5.8013199999999996</c:v>
                </c:pt>
                <c:pt idx="1473">
                  <c:v>5.8162399999999996</c:v>
                </c:pt>
                <c:pt idx="1474">
                  <c:v>5.7849700000000004</c:v>
                </c:pt>
                <c:pt idx="1475">
                  <c:v>5.85677</c:v>
                </c:pt>
                <c:pt idx="1476">
                  <c:v>5.7854999999999999</c:v>
                </c:pt>
                <c:pt idx="1477">
                  <c:v>5.8185000000000002</c:v>
                </c:pt>
                <c:pt idx="1478">
                  <c:v>5.8002099999999999</c:v>
                </c:pt>
                <c:pt idx="1479">
                  <c:v>5.7789599999999997</c:v>
                </c:pt>
                <c:pt idx="1480">
                  <c:v>5.8548799999999996</c:v>
                </c:pt>
                <c:pt idx="1481">
                  <c:v>5.78505</c:v>
                </c:pt>
                <c:pt idx="1482">
                  <c:v>5.8070000000000004</c:v>
                </c:pt>
                <c:pt idx="1483">
                  <c:v>5.8394199999999996</c:v>
                </c:pt>
                <c:pt idx="1484">
                  <c:v>5.8268300000000002</c:v>
                </c:pt>
                <c:pt idx="1485">
                  <c:v>5.9202500000000002</c:v>
                </c:pt>
                <c:pt idx="1486">
                  <c:v>5.93614</c:v>
                </c:pt>
                <c:pt idx="1487">
                  <c:v>6.1066500000000001</c:v>
                </c:pt>
                <c:pt idx="1488">
                  <c:v>5.9318099999999996</c:v>
                </c:pt>
                <c:pt idx="1489">
                  <c:v>5.9225500000000002</c:v>
                </c:pt>
                <c:pt idx="1490">
                  <c:v>5.9080300000000001</c:v>
                </c:pt>
                <c:pt idx="1491">
                  <c:v>5.8576600000000001</c:v>
                </c:pt>
                <c:pt idx="1492">
                  <c:v>5.9244599999999998</c:v>
                </c:pt>
                <c:pt idx="1493">
                  <c:v>5.9668700000000001</c:v>
                </c:pt>
                <c:pt idx="1494">
                  <c:v>5.9775499999999999</c:v>
                </c:pt>
                <c:pt idx="1495">
                  <c:v>5.9549599999999998</c:v>
                </c:pt>
                <c:pt idx="1496">
                  <c:v>5.79474</c:v>
                </c:pt>
                <c:pt idx="1497">
                  <c:v>5.9583700000000004</c:v>
                </c:pt>
                <c:pt idx="1498">
                  <c:v>5.89114</c:v>
                </c:pt>
                <c:pt idx="1499">
                  <c:v>5.8443100000000001</c:v>
                </c:pt>
                <c:pt idx="1500">
                  <c:v>5.7904</c:v>
                </c:pt>
                <c:pt idx="1501">
                  <c:v>5.8401399999999999</c:v>
                </c:pt>
                <c:pt idx="1502">
                  <c:v>5.9534099999999999</c:v>
                </c:pt>
                <c:pt idx="1503">
                  <c:v>5.9218500000000001</c:v>
                </c:pt>
                <c:pt idx="1504">
                  <c:v>5.9331899999999997</c:v>
                </c:pt>
                <c:pt idx="1505">
                  <c:v>5.9065899999999996</c:v>
                </c:pt>
                <c:pt idx="1506">
                  <c:v>6.0136399999999997</c:v>
                </c:pt>
                <c:pt idx="1507">
                  <c:v>5.9774599999999998</c:v>
                </c:pt>
                <c:pt idx="1508">
                  <c:v>5.9820099999999998</c:v>
                </c:pt>
                <c:pt idx="1509">
                  <c:v>5.8187699999999998</c:v>
                </c:pt>
                <c:pt idx="1510">
                  <c:v>5.8663699999999999</c:v>
                </c:pt>
                <c:pt idx="1511">
                  <c:v>5.87493</c:v>
                </c:pt>
                <c:pt idx="1512">
                  <c:v>5.8711700000000002</c:v>
                </c:pt>
                <c:pt idx="1513">
                  <c:v>5.8641100000000002</c:v>
                </c:pt>
                <c:pt idx="1514">
                  <c:v>5.7829899999999999</c:v>
                </c:pt>
                <c:pt idx="1515">
                  <c:v>5.8876099999999996</c:v>
                </c:pt>
                <c:pt idx="1516">
                  <c:v>5.81074</c:v>
                </c:pt>
                <c:pt idx="1517">
                  <c:v>5.84558</c:v>
                </c:pt>
                <c:pt idx="1518">
                  <c:v>5.9062200000000002</c:v>
                </c:pt>
                <c:pt idx="1519">
                  <c:v>5.9029499999999997</c:v>
                </c:pt>
                <c:pt idx="1520">
                  <c:v>5.8914</c:v>
                </c:pt>
                <c:pt idx="1521">
                  <c:v>5.8756899999999996</c:v>
                </c:pt>
                <c:pt idx="1522">
                  <c:v>5.8513599999999997</c:v>
                </c:pt>
                <c:pt idx="1523">
                  <c:v>6.1894600000000004</c:v>
                </c:pt>
                <c:pt idx="1524">
                  <c:v>5.9576700000000002</c:v>
                </c:pt>
                <c:pt idx="1525">
                  <c:v>5.9144699999999997</c:v>
                </c:pt>
                <c:pt idx="1526">
                  <c:v>5.8810399999999996</c:v>
                </c:pt>
                <c:pt idx="1527">
                  <c:v>5.7725499999999998</c:v>
                </c:pt>
                <c:pt idx="1528">
                  <c:v>5.9295999999999998</c:v>
                </c:pt>
                <c:pt idx="1529">
                  <c:v>5.9324700000000004</c:v>
                </c:pt>
                <c:pt idx="1530">
                  <c:v>5.9520999999999997</c:v>
                </c:pt>
                <c:pt idx="1531">
                  <c:v>5.99899</c:v>
                </c:pt>
                <c:pt idx="1532">
                  <c:v>5.9751599999999998</c:v>
                </c:pt>
                <c:pt idx="1533">
                  <c:v>6.0070100000000002</c:v>
                </c:pt>
                <c:pt idx="1534">
                  <c:v>6.0726000000000004</c:v>
                </c:pt>
                <c:pt idx="1535">
                  <c:v>6.1034199999999998</c:v>
                </c:pt>
                <c:pt idx="1536">
                  <c:v>6.0520699999999996</c:v>
                </c:pt>
                <c:pt idx="1537">
                  <c:v>6.1767300000000001</c:v>
                </c:pt>
                <c:pt idx="1538">
                  <c:v>6.2084900000000003</c:v>
                </c:pt>
                <c:pt idx="1539">
                  <c:v>6.3968800000000003</c:v>
                </c:pt>
                <c:pt idx="1540">
                  <c:v>6.3042400000000001</c:v>
                </c:pt>
                <c:pt idx="1541">
                  <c:v>6.2763099999999996</c:v>
                </c:pt>
                <c:pt idx="1542">
                  <c:v>6.1528099999999997</c:v>
                </c:pt>
                <c:pt idx="1543">
                  <c:v>6.0086899999999996</c:v>
                </c:pt>
                <c:pt idx="1544">
                  <c:v>6.0089300000000003</c:v>
                </c:pt>
                <c:pt idx="1545">
                  <c:v>6.1560699999999997</c:v>
                </c:pt>
                <c:pt idx="1546">
                  <c:v>6.0457400000000003</c:v>
                </c:pt>
                <c:pt idx="1547">
                  <c:v>6.11381</c:v>
                </c:pt>
                <c:pt idx="1548">
                  <c:v>6.1246299999999998</c:v>
                </c:pt>
                <c:pt idx="1549">
                  <c:v>6.0068400000000004</c:v>
                </c:pt>
                <c:pt idx="1550">
                  <c:v>6.0069100000000004</c:v>
                </c:pt>
                <c:pt idx="1551">
                  <c:v>6.0362099999999996</c:v>
                </c:pt>
                <c:pt idx="1552">
                  <c:v>6.10684</c:v>
                </c:pt>
                <c:pt idx="1553">
                  <c:v>6.1136900000000001</c:v>
                </c:pt>
                <c:pt idx="1554">
                  <c:v>6.0524800000000001</c:v>
                </c:pt>
                <c:pt idx="1555">
                  <c:v>6.0169800000000002</c:v>
                </c:pt>
                <c:pt idx="1556">
                  <c:v>5.9692999999999996</c:v>
                </c:pt>
                <c:pt idx="1557">
                  <c:v>5.9799899999999999</c:v>
                </c:pt>
                <c:pt idx="1558">
                  <c:v>6.0523100000000003</c:v>
                </c:pt>
                <c:pt idx="1559">
                  <c:v>6.0077600000000002</c:v>
                </c:pt>
                <c:pt idx="1560">
                  <c:v>6.02475</c:v>
                </c:pt>
                <c:pt idx="1561">
                  <c:v>6.0414000000000003</c:v>
                </c:pt>
                <c:pt idx="1562">
                  <c:v>6.1542399999999997</c:v>
                </c:pt>
                <c:pt idx="1563">
                  <c:v>6.0949099999999996</c:v>
                </c:pt>
                <c:pt idx="1564">
                  <c:v>6.1318999999999999</c:v>
                </c:pt>
                <c:pt idx="1565">
                  <c:v>6.0591400000000002</c:v>
                </c:pt>
                <c:pt idx="1566">
                  <c:v>6.0494599999999998</c:v>
                </c:pt>
                <c:pt idx="1567">
                  <c:v>6.1254900000000001</c:v>
                </c:pt>
                <c:pt idx="1568">
                  <c:v>6.1215900000000003</c:v>
                </c:pt>
                <c:pt idx="1569">
                  <c:v>6.0900499999999997</c:v>
                </c:pt>
                <c:pt idx="1570">
                  <c:v>6.1518899999999999</c:v>
                </c:pt>
                <c:pt idx="1571">
                  <c:v>6.1534399999999998</c:v>
                </c:pt>
                <c:pt idx="1572">
                  <c:v>6.1653200000000004</c:v>
                </c:pt>
                <c:pt idx="1573">
                  <c:v>6.1834100000000003</c:v>
                </c:pt>
                <c:pt idx="1574">
                  <c:v>6.1576300000000002</c:v>
                </c:pt>
                <c:pt idx="1575">
                  <c:v>6.1320899999999998</c:v>
                </c:pt>
                <c:pt idx="1576">
                  <c:v>6.1611599999999997</c:v>
                </c:pt>
                <c:pt idx="1577">
                  <c:v>6.1396800000000002</c:v>
                </c:pt>
                <c:pt idx="1578">
                  <c:v>6.1831199999999997</c:v>
                </c:pt>
                <c:pt idx="1579">
                  <c:v>6.2725400000000002</c:v>
                </c:pt>
                <c:pt idx="1580">
                  <c:v>6.2753699999999997</c:v>
                </c:pt>
                <c:pt idx="1581">
                  <c:v>6.2114099999999999</c:v>
                </c:pt>
                <c:pt idx="1582">
                  <c:v>6.1533699999999998</c:v>
                </c:pt>
                <c:pt idx="1583">
                  <c:v>6.1227600000000004</c:v>
                </c:pt>
                <c:pt idx="1584">
                  <c:v>6.1085799999999999</c:v>
                </c:pt>
                <c:pt idx="1585">
                  <c:v>6.1346600000000002</c:v>
                </c:pt>
                <c:pt idx="1586">
                  <c:v>6.1993900000000002</c:v>
                </c:pt>
                <c:pt idx="1587">
                  <c:v>6.1960600000000001</c:v>
                </c:pt>
                <c:pt idx="1588">
                  <c:v>6.1974799999999997</c:v>
                </c:pt>
                <c:pt idx="1589">
                  <c:v>6.2414399999999999</c:v>
                </c:pt>
                <c:pt idx="1590">
                  <c:v>6.2502399999999998</c:v>
                </c:pt>
                <c:pt idx="1591">
                  <c:v>6.2685199999999996</c:v>
                </c:pt>
                <c:pt idx="1592">
                  <c:v>6.2195900000000002</c:v>
                </c:pt>
                <c:pt idx="1593">
                  <c:v>6.2391500000000004</c:v>
                </c:pt>
                <c:pt idx="1594">
                  <c:v>6.2465200000000003</c:v>
                </c:pt>
                <c:pt idx="1595">
                  <c:v>6.23271</c:v>
                </c:pt>
                <c:pt idx="1596">
                  <c:v>6.2945599999999997</c:v>
                </c:pt>
                <c:pt idx="1597">
                  <c:v>6.2514799999999999</c:v>
                </c:pt>
                <c:pt idx="1598">
                  <c:v>6.2372300000000003</c:v>
                </c:pt>
                <c:pt idx="1599">
                  <c:v>6.2535600000000002</c:v>
                </c:pt>
                <c:pt idx="1600">
                  <c:v>6.2431000000000001</c:v>
                </c:pt>
                <c:pt idx="1601">
                  <c:v>6.3330900000000003</c:v>
                </c:pt>
                <c:pt idx="1602">
                  <c:v>6.3010200000000003</c:v>
                </c:pt>
                <c:pt idx="1603">
                  <c:v>6.2147500000000004</c:v>
                </c:pt>
                <c:pt idx="1604">
                  <c:v>6.1959799999999996</c:v>
                </c:pt>
                <c:pt idx="1605">
                  <c:v>6.1457899999999999</c:v>
                </c:pt>
                <c:pt idx="1606">
                  <c:v>6.3806799999999999</c:v>
                </c:pt>
                <c:pt idx="1607">
                  <c:v>6.3878300000000001</c:v>
                </c:pt>
                <c:pt idx="1608">
                  <c:v>6.3677799999999998</c:v>
                </c:pt>
                <c:pt idx="1609">
                  <c:v>6.3948099999999997</c:v>
                </c:pt>
                <c:pt idx="1610">
                  <c:v>6.2934400000000004</c:v>
                </c:pt>
                <c:pt idx="1611">
                  <c:v>6.4190800000000001</c:v>
                </c:pt>
                <c:pt idx="1612">
                  <c:v>6.4275900000000004</c:v>
                </c:pt>
                <c:pt idx="1613">
                  <c:v>6.4129100000000001</c:v>
                </c:pt>
                <c:pt idx="1614">
                  <c:v>6.3181099999999999</c:v>
                </c:pt>
                <c:pt idx="1615">
                  <c:v>6.3509399999999996</c:v>
                </c:pt>
                <c:pt idx="1616">
                  <c:v>6.45024</c:v>
                </c:pt>
                <c:pt idx="1617">
                  <c:v>6.4508400000000004</c:v>
                </c:pt>
                <c:pt idx="1618">
                  <c:v>6.35494</c:v>
                </c:pt>
                <c:pt idx="1619">
                  <c:v>6.35928</c:v>
                </c:pt>
                <c:pt idx="1620">
                  <c:v>6.3127000000000004</c:v>
                </c:pt>
                <c:pt idx="1621">
                  <c:v>6.4496599999999997</c:v>
                </c:pt>
                <c:pt idx="1622">
                  <c:v>6.4664599999999997</c:v>
                </c:pt>
                <c:pt idx="1623">
                  <c:v>6.38584</c:v>
                </c:pt>
                <c:pt idx="1624">
                  <c:v>6.3743100000000004</c:v>
                </c:pt>
                <c:pt idx="1625">
                  <c:v>6.3372999999999999</c:v>
                </c:pt>
                <c:pt idx="1626">
                  <c:v>6.43621</c:v>
                </c:pt>
                <c:pt idx="1627">
                  <c:v>6.2460300000000002</c:v>
                </c:pt>
                <c:pt idx="1628">
                  <c:v>6.1581200000000003</c:v>
                </c:pt>
                <c:pt idx="1629">
                  <c:v>6.1840000000000002</c:v>
                </c:pt>
                <c:pt idx="1630">
                  <c:v>6.2328400000000004</c:v>
                </c:pt>
                <c:pt idx="1631">
                  <c:v>6.2415000000000003</c:v>
                </c:pt>
                <c:pt idx="1632">
                  <c:v>6.1317700000000004</c:v>
                </c:pt>
                <c:pt idx="1633">
                  <c:v>6.1643400000000002</c:v>
                </c:pt>
                <c:pt idx="1634">
                  <c:v>6.1257799999999998</c:v>
                </c:pt>
                <c:pt idx="1635">
                  <c:v>6.1703799999999998</c:v>
                </c:pt>
                <c:pt idx="1636">
                  <c:v>6.2119900000000001</c:v>
                </c:pt>
                <c:pt idx="1637">
                  <c:v>6.1857800000000003</c:v>
                </c:pt>
                <c:pt idx="1638">
                  <c:v>6.2178300000000002</c:v>
                </c:pt>
                <c:pt idx="1639">
                  <c:v>6.1129899999999999</c:v>
                </c:pt>
                <c:pt idx="1640">
                  <c:v>6.20716</c:v>
                </c:pt>
                <c:pt idx="1641">
                  <c:v>6.2010500000000004</c:v>
                </c:pt>
                <c:pt idx="1642">
                  <c:v>6.2078499999999996</c:v>
                </c:pt>
                <c:pt idx="1643">
                  <c:v>6.2322199999999999</c:v>
                </c:pt>
                <c:pt idx="1644">
                  <c:v>6.2052699999999996</c:v>
                </c:pt>
                <c:pt idx="1645">
                  <c:v>6.24709</c:v>
                </c:pt>
                <c:pt idx="1646">
                  <c:v>6.1645500000000002</c:v>
                </c:pt>
                <c:pt idx="1647">
                  <c:v>6.1563499999999998</c:v>
                </c:pt>
                <c:pt idx="1648">
                  <c:v>6.2079500000000003</c:v>
                </c:pt>
                <c:pt idx="1649">
                  <c:v>6.1291099999999998</c:v>
                </c:pt>
                <c:pt idx="1650">
                  <c:v>6.2426500000000003</c:v>
                </c:pt>
                <c:pt idx="1651">
                  <c:v>6.2451100000000004</c:v>
                </c:pt>
                <c:pt idx="1652">
                  <c:v>6.1856299999999997</c:v>
                </c:pt>
                <c:pt idx="1653">
                  <c:v>6.1443700000000003</c:v>
                </c:pt>
                <c:pt idx="1654">
                  <c:v>6.0847899999999999</c:v>
                </c:pt>
                <c:pt idx="1655">
                  <c:v>6.14825</c:v>
                </c:pt>
                <c:pt idx="1656">
                  <c:v>6.1177200000000003</c:v>
                </c:pt>
                <c:pt idx="1657">
                  <c:v>6.0392099999999997</c:v>
                </c:pt>
                <c:pt idx="1658">
                  <c:v>5.9786299999999999</c:v>
                </c:pt>
                <c:pt idx="1659">
                  <c:v>6.0076900000000002</c:v>
                </c:pt>
                <c:pt idx="1660">
                  <c:v>6.1036900000000003</c:v>
                </c:pt>
                <c:pt idx="1661">
                  <c:v>6.1192000000000002</c:v>
                </c:pt>
                <c:pt idx="1662">
                  <c:v>5.99092</c:v>
                </c:pt>
                <c:pt idx="1663">
                  <c:v>6.0775899999999998</c:v>
                </c:pt>
                <c:pt idx="1664">
                  <c:v>6.0530999999999997</c:v>
                </c:pt>
                <c:pt idx="1665">
                  <c:v>6.1725500000000002</c:v>
                </c:pt>
                <c:pt idx="1666">
                  <c:v>6.1599700000000004</c:v>
                </c:pt>
                <c:pt idx="1667">
                  <c:v>6.0966300000000002</c:v>
                </c:pt>
                <c:pt idx="1668">
                  <c:v>6.0559399999999997</c:v>
                </c:pt>
                <c:pt idx="1669">
                  <c:v>6.0748699999999998</c:v>
                </c:pt>
                <c:pt idx="1670">
                  <c:v>6.1841400000000002</c:v>
                </c:pt>
                <c:pt idx="1671">
                  <c:v>6.2009600000000002</c:v>
                </c:pt>
                <c:pt idx="1672">
                  <c:v>6.2026199999999996</c:v>
                </c:pt>
                <c:pt idx="1673">
                  <c:v>6.1841299999999997</c:v>
                </c:pt>
                <c:pt idx="1674">
                  <c:v>6.1279399999999997</c:v>
                </c:pt>
                <c:pt idx="1675">
                  <c:v>6.1848599999999996</c:v>
                </c:pt>
                <c:pt idx="1676">
                  <c:v>6.1298000000000004</c:v>
                </c:pt>
                <c:pt idx="1678">
                  <c:v>6.0925799999999999</c:v>
                </c:pt>
                <c:pt idx="1679">
                  <c:v>6.1614199999999997</c:v>
                </c:pt>
                <c:pt idx="1680">
                  <c:v>6.1847099999999999</c:v>
                </c:pt>
                <c:pt idx="1681">
                  <c:v>6.1504300000000001</c:v>
                </c:pt>
                <c:pt idx="1682">
                  <c:v>6.0992199999999999</c:v>
                </c:pt>
                <c:pt idx="1683">
                  <c:v>6.0136000000000003</c:v>
                </c:pt>
                <c:pt idx="1684">
                  <c:v>5.9701199999999996</c:v>
                </c:pt>
                <c:pt idx="1685">
                  <c:v>6.03864</c:v>
                </c:pt>
                <c:pt idx="1686">
                  <c:v>6.0969199999999999</c:v>
                </c:pt>
                <c:pt idx="1687">
                  <c:v>5.9718200000000001</c:v>
                </c:pt>
                <c:pt idx="1688">
                  <c:v>5.8523199999999997</c:v>
                </c:pt>
                <c:pt idx="1689">
                  <c:v>5.9171699999999996</c:v>
                </c:pt>
                <c:pt idx="1690">
                  <c:v>6.1527599999999998</c:v>
                </c:pt>
                <c:pt idx="1691">
                  <c:v>6.1259399999999999</c:v>
                </c:pt>
                <c:pt idx="1692">
                  <c:v>6.0770799999999996</c:v>
                </c:pt>
                <c:pt idx="1693">
                  <c:v>6.0543399999999998</c:v>
                </c:pt>
                <c:pt idx="1694">
                  <c:v>5.99817</c:v>
                </c:pt>
                <c:pt idx="1695">
                  <c:v>6.08589</c:v>
                </c:pt>
                <c:pt idx="1696">
                  <c:v>6.1432000000000002</c:v>
                </c:pt>
                <c:pt idx="1699">
                  <c:v>6.1581099999999998</c:v>
                </c:pt>
                <c:pt idx="1700">
                  <c:v>6.1544600000000003</c:v>
                </c:pt>
                <c:pt idx="1701">
                  <c:v>6.1803100000000004</c:v>
                </c:pt>
                <c:pt idx="1703">
                  <c:v>6.02515</c:v>
                </c:pt>
                <c:pt idx="1704">
                  <c:v>5.9804000000000004</c:v>
                </c:pt>
                <c:pt idx="1705">
                  <c:v>6.0747299999999997</c:v>
                </c:pt>
                <c:pt idx="1706">
                  <c:v>6.0579999999999998</c:v>
                </c:pt>
                <c:pt idx="1707">
                  <c:v>6.0404900000000001</c:v>
                </c:pt>
                <c:pt idx="1708">
                  <c:v>6.0519499999999997</c:v>
                </c:pt>
                <c:pt idx="1709">
                  <c:v>6.0575200000000002</c:v>
                </c:pt>
                <c:pt idx="1710">
                  <c:v>6.1536799999999996</c:v>
                </c:pt>
                <c:pt idx="1711">
                  <c:v>6.0339999999999998</c:v>
                </c:pt>
                <c:pt idx="1712">
                  <c:v>5.9852100000000004</c:v>
                </c:pt>
                <c:pt idx="1713">
                  <c:v>5.7688899999999999</c:v>
                </c:pt>
                <c:pt idx="1714">
                  <c:v>5.7535600000000002</c:v>
                </c:pt>
                <c:pt idx="1715">
                  <c:v>5.82416</c:v>
                </c:pt>
                <c:pt idx="1716">
                  <c:v>5.7661199999999999</c:v>
                </c:pt>
                <c:pt idx="1717">
                  <c:v>5.7322899999999999</c:v>
                </c:pt>
                <c:pt idx="1718">
                  <c:v>5.7284800000000002</c:v>
                </c:pt>
                <c:pt idx="1719">
                  <c:v>5.9225700000000003</c:v>
                </c:pt>
                <c:pt idx="1723">
                  <c:v>5.8598699999999999</c:v>
                </c:pt>
                <c:pt idx="1724">
                  <c:v>5.8326700000000002</c:v>
                </c:pt>
                <c:pt idx="1725">
                  <c:v>5.7968500000000001</c:v>
                </c:pt>
                <c:pt idx="1726">
                  <c:v>5.7882800000000003</c:v>
                </c:pt>
                <c:pt idx="1727">
                  <c:v>5.75617</c:v>
                </c:pt>
                <c:pt idx="1728">
                  <c:v>5.7832100000000004</c:v>
                </c:pt>
                <c:pt idx="1729">
                  <c:v>5.6904700000000004</c:v>
                </c:pt>
                <c:pt idx="1730">
                  <c:v>5.7716900000000004</c:v>
                </c:pt>
                <c:pt idx="1731">
                  <c:v>5.6330400000000003</c:v>
                </c:pt>
                <c:pt idx="1732">
                  <c:v>5.6677999999999997</c:v>
                </c:pt>
                <c:pt idx="1733">
                  <c:v>5.6508599999999998</c:v>
                </c:pt>
                <c:pt idx="1734">
                  <c:v>5.6413700000000002</c:v>
                </c:pt>
                <c:pt idx="1735">
                  <c:v>5.7121399999999998</c:v>
                </c:pt>
                <c:pt idx="1736">
                  <c:v>5.6996099999999998</c:v>
                </c:pt>
                <c:pt idx="1737">
                  <c:v>5.6663500000000004</c:v>
                </c:pt>
                <c:pt idx="1738">
                  <c:v>5.8152600000000003</c:v>
                </c:pt>
                <c:pt idx="1739">
                  <c:v>5.8006200000000003</c:v>
                </c:pt>
                <c:pt idx="1740">
                  <c:v>5.8323700000000001</c:v>
                </c:pt>
                <c:pt idx="1741">
                  <c:v>5.8135300000000001</c:v>
                </c:pt>
                <c:pt idx="1742">
                  <c:v>5.6381300000000003</c:v>
                </c:pt>
                <c:pt idx="1743">
                  <c:v>5.6368299999999998</c:v>
                </c:pt>
                <c:pt idx="1744">
                  <c:v>5.7315399999999999</c:v>
                </c:pt>
                <c:pt idx="1745">
                  <c:v>5.8867700000000003</c:v>
                </c:pt>
                <c:pt idx="1746">
                  <c:v>5.8181599999999998</c:v>
                </c:pt>
                <c:pt idx="1747">
                  <c:v>5.6743600000000001</c:v>
                </c:pt>
                <c:pt idx="1748">
                  <c:v>5.7163599999999999</c:v>
                </c:pt>
                <c:pt idx="1749">
                  <c:v>5.6750600000000002</c:v>
                </c:pt>
                <c:pt idx="1750">
                  <c:v>5.7693099999999999</c:v>
                </c:pt>
                <c:pt idx="1751">
                  <c:v>5.7313400000000003</c:v>
                </c:pt>
                <c:pt idx="1752">
                  <c:v>5.6212799999999996</c:v>
                </c:pt>
                <c:pt idx="1753">
                  <c:v>5.5876799999999998</c:v>
                </c:pt>
                <c:pt idx="1754">
                  <c:v>5.6804500000000004</c:v>
                </c:pt>
                <c:pt idx="1755">
                  <c:v>5.7942499999999999</c:v>
                </c:pt>
                <c:pt idx="1756">
                  <c:v>5.7872899999999996</c:v>
                </c:pt>
                <c:pt idx="1757">
                  <c:v>5.7621200000000004</c:v>
                </c:pt>
                <c:pt idx="1758">
                  <c:v>5.8167400000000002</c:v>
                </c:pt>
                <c:pt idx="1759">
                  <c:v>5.8039399999999999</c:v>
                </c:pt>
                <c:pt idx="1760">
                  <c:v>5.9992799999999997</c:v>
                </c:pt>
                <c:pt idx="1761">
                  <c:v>5.9961599999999997</c:v>
                </c:pt>
                <c:pt idx="1762">
                  <c:v>6.0907</c:v>
                </c:pt>
                <c:pt idx="1763">
                  <c:v>6.6738099999999996</c:v>
                </c:pt>
                <c:pt idx="1764">
                  <c:v>5.9869199999999996</c:v>
                </c:pt>
                <c:pt idx="1765">
                  <c:v>5.7462600000000004</c:v>
                </c:pt>
                <c:pt idx="1766">
                  <c:v>5.6608200000000002</c:v>
                </c:pt>
                <c:pt idx="1767">
                  <c:v>5.5664100000000003</c:v>
                </c:pt>
                <c:pt idx="1768">
                  <c:v>5.4304399999999999</c:v>
                </c:pt>
                <c:pt idx="1769">
                  <c:v>5.5710499999999996</c:v>
                </c:pt>
                <c:pt idx="1770">
                  <c:v>5.6745799999999997</c:v>
                </c:pt>
                <c:pt idx="1771">
                  <c:v>5.6212099999999996</c:v>
                </c:pt>
                <c:pt idx="1773">
                  <c:v>5.7674300000000001</c:v>
                </c:pt>
                <c:pt idx="1774">
                  <c:v>5.7108699999999999</c:v>
                </c:pt>
                <c:pt idx="1775">
                  <c:v>5.7113500000000004</c:v>
                </c:pt>
                <c:pt idx="1776">
                  <c:v>5.7058099999999996</c:v>
                </c:pt>
                <c:pt idx="1777">
                  <c:v>5.7647599999999999</c:v>
                </c:pt>
                <c:pt idx="1778">
                  <c:v>5.7984200000000001</c:v>
                </c:pt>
                <c:pt idx="1779">
                  <c:v>5.8220299999999998</c:v>
                </c:pt>
                <c:pt idx="1780">
                  <c:v>5.89384</c:v>
                </c:pt>
                <c:pt idx="1782">
                  <c:v>5.8022200000000002</c:v>
                </c:pt>
                <c:pt idx="1783">
                  <c:v>5.8273000000000001</c:v>
                </c:pt>
                <c:pt idx="1784">
                  <c:v>5.8173500000000002</c:v>
                </c:pt>
                <c:pt idx="1785">
                  <c:v>5.8373200000000001</c:v>
                </c:pt>
                <c:pt idx="1786">
                  <c:v>5.8764700000000003</c:v>
                </c:pt>
                <c:pt idx="1787">
                  <c:v>5.9800899999999997</c:v>
                </c:pt>
                <c:pt idx="1790">
                  <c:v>5.9601199999999999</c:v>
                </c:pt>
                <c:pt idx="1791">
                  <c:v>5.8504699999999996</c:v>
                </c:pt>
                <c:pt idx="1792">
                  <c:v>5.8592899999999997</c:v>
                </c:pt>
                <c:pt idx="1793">
                  <c:v>5.8726799999999999</c:v>
                </c:pt>
                <c:pt idx="1794">
                  <c:v>5.7730199999999998</c:v>
                </c:pt>
                <c:pt idx="1795">
                  <c:v>5.8339800000000004</c:v>
                </c:pt>
                <c:pt idx="1796">
                  <c:v>5.7417499999999997</c:v>
                </c:pt>
                <c:pt idx="1797">
                  <c:v>5.7257600000000002</c:v>
                </c:pt>
                <c:pt idx="1798">
                  <c:v>5.8224799999999997</c:v>
                </c:pt>
                <c:pt idx="1799">
                  <c:v>5.7039200000000001</c:v>
                </c:pt>
                <c:pt idx="1800">
                  <c:v>5.8763100000000001</c:v>
                </c:pt>
                <c:pt idx="1803">
                  <c:v>5.7627100000000002</c:v>
                </c:pt>
                <c:pt idx="1804">
                  <c:v>5.7415599999999998</c:v>
                </c:pt>
                <c:pt idx="1805">
                  <c:v>5.6869699999999996</c:v>
                </c:pt>
                <c:pt idx="1806">
                  <c:v>5.7027000000000001</c:v>
                </c:pt>
                <c:pt idx="1809">
                  <c:v>5.6855099999999998</c:v>
                </c:pt>
                <c:pt idx="1810">
                  <c:v>5.4574699999999998</c:v>
                </c:pt>
                <c:pt idx="1811">
                  <c:v>5.4005099999999997</c:v>
                </c:pt>
                <c:pt idx="1812">
                  <c:v>5.2849700000000004</c:v>
                </c:pt>
                <c:pt idx="1813">
                  <c:v>5.4064500000000004</c:v>
                </c:pt>
                <c:pt idx="1814">
                  <c:v>5.33718</c:v>
                </c:pt>
                <c:pt idx="1815">
                  <c:v>5.1982999999999997</c:v>
                </c:pt>
                <c:pt idx="1816">
                  <c:v>5.1881199999999996</c:v>
                </c:pt>
                <c:pt idx="1817">
                  <c:v>5.1760999999999999</c:v>
                </c:pt>
                <c:pt idx="1818">
                  <c:v>5.1542399999999997</c:v>
                </c:pt>
                <c:pt idx="1819">
                  <c:v>5.1407699999999998</c:v>
                </c:pt>
                <c:pt idx="1820">
                  <c:v>5.1578600000000003</c:v>
                </c:pt>
                <c:pt idx="1821">
                  <c:v>5.1684000000000001</c:v>
                </c:pt>
                <c:pt idx="1823">
                  <c:v>5.2764800000000003</c:v>
                </c:pt>
                <c:pt idx="1824">
                  <c:v>5.1178100000000004</c:v>
                </c:pt>
                <c:pt idx="1825">
                  <c:v>5.0585300000000002</c:v>
                </c:pt>
                <c:pt idx="1826">
                  <c:v>5.0360800000000001</c:v>
                </c:pt>
                <c:pt idx="1827">
                  <c:v>5.0562800000000001</c:v>
                </c:pt>
                <c:pt idx="1828">
                  <c:v>5.2064300000000001</c:v>
                </c:pt>
                <c:pt idx="1829">
                  <c:v>5.1679700000000004</c:v>
                </c:pt>
                <c:pt idx="1830">
                  <c:v>5.1406299999999998</c:v>
                </c:pt>
                <c:pt idx="1831">
                  <c:v>5.1088199999999997</c:v>
                </c:pt>
                <c:pt idx="1832">
                  <c:v>5.1421000000000001</c:v>
                </c:pt>
                <c:pt idx="1833">
                  <c:v>5.1356700000000002</c:v>
                </c:pt>
                <c:pt idx="1834">
                  <c:v>5.1364099999999997</c:v>
                </c:pt>
                <c:pt idx="1835">
                  <c:v>5.0758400000000004</c:v>
                </c:pt>
                <c:pt idx="1836">
                  <c:v>4.9350500000000004</c:v>
                </c:pt>
                <c:pt idx="1837">
                  <c:v>4.8303900000000004</c:v>
                </c:pt>
                <c:pt idx="1838">
                  <c:v>4.8485199999999997</c:v>
                </c:pt>
                <c:pt idx="1839">
                  <c:v>4.8433799999999998</c:v>
                </c:pt>
                <c:pt idx="1840">
                  <c:v>4.7813400000000001</c:v>
                </c:pt>
                <c:pt idx="1841">
                  <c:v>4.7988400000000002</c:v>
                </c:pt>
                <c:pt idx="1842">
                  <c:v>4.8123800000000001</c:v>
                </c:pt>
                <c:pt idx="1843">
                  <c:v>4.8319599999999996</c:v>
                </c:pt>
                <c:pt idx="1844">
                  <c:v>4.7520699999999998</c:v>
                </c:pt>
                <c:pt idx="1845">
                  <c:v>4.7565</c:v>
                </c:pt>
                <c:pt idx="1846">
                  <c:v>4.7659799999999999</c:v>
                </c:pt>
                <c:pt idx="1847">
                  <c:v>4.7539800000000003</c:v>
                </c:pt>
                <c:pt idx="1848">
                  <c:v>4.8305600000000002</c:v>
                </c:pt>
                <c:pt idx="1849">
                  <c:v>4.7617500000000001</c:v>
                </c:pt>
                <c:pt idx="1850">
                  <c:v>4.7556700000000003</c:v>
                </c:pt>
                <c:pt idx="1851">
                  <c:v>4.7367999999999997</c:v>
                </c:pt>
                <c:pt idx="1852">
                  <c:v>4.6913400000000003</c:v>
                </c:pt>
                <c:pt idx="1853">
                  <c:v>4.7847</c:v>
                </c:pt>
                <c:pt idx="1854">
                  <c:v>4.7530999999999999</c:v>
                </c:pt>
                <c:pt idx="1855">
                  <c:v>4.7492400000000004</c:v>
                </c:pt>
                <c:pt idx="1856">
                  <c:v>4.8112500000000002</c:v>
                </c:pt>
                <c:pt idx="1857">
                  <c:v>4.7677399999999999</c:v>
                </c:pt>
                <c:pt idx="1859">
                  <c:v>4.78301</c:v>
                </c:pt>
                <c:pt idx="1860">
                  <c:v>4.6815100000000003</c:v>
                </c:pt>
                <c:pt idx="1861">
                  <c:v>4.4458500000000001</c:v>
                </c:pt>
                <c:pt idx="1862">
                  <c:v>4.3483700000000001</c:v>
                </c:pt>
                <c:pt idx="1863">
                  <c:v>4.4050200000000004</c:v>
                </c:pt>
                <c:pt idx="1864">
                  <c:v>4.4030100000000001</c:v>
                </c:pt>
                <c:pt idx="1865">
                  <c:v>4.4196</c:v>
                </c:pt>
                <c:pt idx="1866">
                  <c:v>4.4948100000000002</c:v>
                </c:pt>
                <c:pt idx="1867">
                  <c:v>4.6766100000000002</c:v>
                </c:pt>
                <c:pt idx="1868">
                  <c:v>4.5586700000000002</c:v>
                </c:pt>
                <c:pt idx="1869">
                  <c:v>4.4903500000000003</c:v>
                </c:pt>
                <c:pt idx="1870">
                  <c:v>4.4853399999999999</c:v>
                </c:pt>
                <c:pt idx="1871">
                  <c:v>4.5298499999999997</c:v>
                </c:pt>
                <c:pt idx="1873">
                  <c:v>4.5392999999999999</c:v>
                </c:pt>
                <c:pt idx="1874">
                  <c:v>4.5808099999999996</c:v>
                </c:pt>
                <c:pt idx="1875">
                  <c:v>4.5867500000000003</c:v>
                </c:pt>
                <c:pt idx="1876">
                  <c:v>4.5697400000000004</c:v>
                </c:pt>
                <c:pt idx="1877">
                  <c:v>4.5800200000000002</c:v>
                </c:pt>
                <c:pt idx="1878">
                  <c:v>4.5544500000000001</c:v>
                </c:pt>
                <c:pt idx="1879">
                  <c:v>4.5890399999999998</c:v>
                </c:pt>
                <c:pt idx="1880">
                  <c:v>4.4292400000000001</c:v>
                </c:pt>
                <c:pt idx="1881">
                  <c:v>4.1442399999999999</c:v>
                </c:pt>
                <c:pt idx="1882">
                  <c:v>4.1280400000000004</c:v>
                </c:pt>
                <c:pt idx="1883">
                  <c:v>4.1662400000000002</c:v>
                </c:pt>
                <c:pt idx="1884">
                  <c:v>4.1203399999999997</c:v>
                </c:pt>
                <c:pt idx="1885">
                  <c:v>4.03111</c:v>
                </c:pt>
                <c:pt idx="1886">
                  <c:v>3.9982500000000001</c:v>
                </c:pt>
                <c:pt idx="1887">
                  <c:v>3.9700299999999999</c:v>
                </c:pt>
                <c:pt idx="1888">
                  <c:v>3.97519</c:v>
                </c:pt>
                <c:pt idx="1889">
                  <c:v>3.9888300000000001</c:v>
                </c:pt>
                <c:pt idx="1890">
                  <c:v>4.0172699999999999</c:v>
                </c:pt>
                <c:pt idx="1891">
                  <c:v>4.0042499999999999</c:v>
                </c:pt>
                <c:pt idx="1892">
                  <c:v>4.05952</c:v>
                </c:pt>
                <c:pt idx="1893">
                  <c:v>4.0438799999999997</c:v>
                </c:pt>
                <c:pt idx="1894">
                  <c:v>4.0145499999999998</c:v>
                </c:pt>
                <c:pt idx="1895">
                  <c:v>3.9975700000000001</c:v>
                </c:pt>
                <c:pt idx="1896">
                  <c:v>4.01105</c:v>
                </c:pt>
                <c:pt idx="1897">
                  <c:v>4.0273500000000002</c:v>
                </c:pt>
                <c:pt idx="1898">
                  <c:v>4.0187299999999997</c:v>
                </c:pt>
                <c:pt idx="1899">
                  <c:v>4.0227700000000004</c:v>
                </c:pt>
                <c:pt idx="1900">
                  <c:v>3.97729</c:v>
                </c:pt>
                <c:pt idx="1901">
                  <c:v>3.9949699999999999</c:v>
                </c:pt>
                <c:pt idx="1902">
                  <c:v>4.0335299999999998</c:v>
                </c:pt>
                <c:pt idx="1903">
                  <c:v>4.0097899999999997</c:v>
                </c:pt>
                <c:pt idx="1904">
                  <c:v>3.99064</c:v>
                </c:pt>
                <c:pt idx="1905">
                  <c:v>3.8992200000000001</c:v>
                </c:pt>
                <c:pt idx="1906">
                  <c:v>4.0041500000000001</c:v>
                </c:pt>
                <c:pt idx="1907">
                  <c:v>4.0005699999999997</c:v>
                </c:pt>
                <c:pt idx="1908">
                  <c:v>4.0082700000000004</c:v>
                </c:pt>
                <c:pt idx="1909">
                  <c:v>3.99485</c:v>
                </c:pt>
                <c:pt idx="1910">
                  <c:v>3.99804</c:v>
                </c:pt>
                <c:pt idx="1911">
                  <c:v>4.0008499999999998</c:v>
                </c:pt>
                <c:pt idx="1912">
                  <c:v>3.9994200000000002</c:v>
                </c:pt>
                <c:pt idx="1913">
                  <c:v>4.0175799999999997</c:v>
                </c:pt>
                <c:pt idx="1914">
                  <c:v>3.9941</c:v>
                </c:pt>
                <c:pt idx="1915">
                  <c:v>3.9958200000000001</c:v>
                </c:pt>
                <c:pt idx="1916">
                  <c:v>3.9630899999999998</c:v>
                </c:pt>
                <c:pt idx="1917">
                  <c:v>4.01213</c:v>
                </c:pt>
                <c:pt idx="1918">
                  <c:v>3.9885700000000002</c:v>
                </c:pt>
                <c:pt idx="1919">
                  <c:v>3.9930699999999999</c:v>
                </c:pt>
                <c:pt idx="1920">
                  <c:v>3.9775299999999998</c:v>
                </c:pt>
                <c:pt idx="1921">
                  <c:v>3.9542600000000001</c:v>
                </c:pt>
                <c:pt idx="1922">
                  <c:v>4.0004600000000003</c:v>
                </c:pt>
                <c:pt idx="1923">
                  <c:v>3.9839000000000002</c:v>
                </c:pt>
                <c:pt idx="1924">
                  <c:v>3.9992000000000001</c:v>
                </c:pt>
                <c:pt idx="1925">
                  <c:v>3.9943499999999998</c:v>
                </c:pt>
                <c:pt idx="1926">
                  <c:v>4.0261399999999998</c:v>
                </c:pt>
                <c:pt idx="1927">
                  <c:v>4.1644300000000003</c:v>
                </c:pt>
                <c:pt idx="1928">
                  <c:v>4.1065699999999996</c:v>
                </c:pt>
                <c:pt idx="1929">
                  <c:v>4.0800599999999996</c:v>
                </c:pt>
                <c:pt idx="1930">
                  <c:v>4.1499699999999997</c:v>
                </c:pt>
                <c:pt idx="1931">
                  <c:v>4.0992499999999996</c:v>
                </c:pt>
                <c:pt idx="1932">
                  <c:v>4.1579699999999997</c:v>
                </c:pt>
                <c:pt idx="1933">
                  <c:v>4.15198</c:v>
                </c:pt>
                <c:pt idx="1934">
                  <c:v>4.18574</c:v>
                </c:pt>
                <c:pt idx="1935">
                  <c:v>4.10541</c:v>
                </c:pt>
                <c:pt idx="1936">
                  <c:v>4.0815099999999997</c:v>
                </c:pt>
                <c:pt idx="1937">
                  <c:v>4.1552499999999997</c:v>
                </c:pt>
                <c:pt idx="1938">
                  <c:v>4.0875199999999996</c:v>
                </c:pt>
                <c:pt idx="1939">
                  <c:v>4.0942299999999996</c:v>
                </c:pt>
                <c:pt idx="1940">
                  <c:v>4.0891099999999998</c:v>
                </c:pt>
                <c:pt idx="1941">
                  <c:v>4.0720900000000002</c:v>
                </c:pt>
                <c:pt idx="1942">
                  <c:v>4.0873499999999998</c:v>
                </c:pt>
                <c:pt idx="1943">
                  <c:v>4.0960799999999997</c:v>
                </c:pt>
                <c:pt idx="1944">
                  <c:v>4.1217899999999998</c:v>
                </c:pt>
                <c:pt idx="1945">
                  <c:v>4.1586400000000001</c:v>
                </c:pt>
                <c:pt idx="1946">
                  <c:v>4.1863299999999999</c:v>
                </c:pt>
                <c:pt idx="1947">
                  <c:v>4.1707000000000001</c:v>
                </c:pt>
                <c:pt idx="1948">
                  <c:v>4.1907800000000002</c:v>
                </c:pt>
                <c:pt idx="1949">
                  <c:v>4.1464999999999996</c:v>
                </c:pt>
                <c:pt idx="1950">
                  <c:v>4.2469099999999997</c:v>
                </c:pt>
                <c:pt idx="1953">
                  <c:v>4.1454800000000001</c:v>
                </c:pt>
                <c:pt idx="1954">
                  <c:v>4.1203799999999999</c:v>
                </c:pt>
                <c:pt idx="1955">
                  <c:v>4.1257799999999998</c:v>
                </c:pt>
                <c:pt idx="1957">
                  <c:v>4.0037399999999996</c:v>
                </c:pt>
                <c:pt idx="1958">
                  <c:v>3.9096099999999998</c:v>
                </c:pt>
                <c:pt idx="1959">
                  <c:v>3.8492600000000001</c:v>
                </c:pt>
                <c:pt idx="1960">
                  <c:v>3.8151700000000002</c:v>
                </c:pt>
                <c:pt idx="1961">
                  <c:v>3.81094</c:v>
                </c:pt>
                <c:pt idx="1962">
                  <c:v>3.7885800000000001</c:v>
                </c:pt>
                <c:pt idx="1963">
                  <c:v>3.7744300000000002</c:v>
                </c:pt>
                <c:pt idx="1964">
                  <c:v>3.76966</c:v>
                </c:pt>
                <c:pt idx="1965">
                  <c:v>3.7595700000000001</c:v>
                </c:pt>
                <c:pt idx="1966">
                  <c:v>3.7391700000000001</c:v>
                </c:pt>
                <c:pt idx="1968">
                  <c:v>3.7121900000000001</c:v>
                </c:pt>
                <c:pt idx="1969">
                  <c:v>3.6864699999999999</c:v>
                </c:pt>
                <c:pt idx="1970">
                  <c:v>3.6703800000000002</c:v>
                </c:pt>
                <c:pt idx="1971">
                  <c:v>3.6553599999999999</c:v>
                </c:pt>
                <c:pt idx="1972">
                  <c:v>3.6841200000000001</c:v>
                </c:pt>
                <c:pt idx="1973">
                  <c:v>3.6954099999999999</c:v>
                </c:pt>
                <c:pt idx="1974">
                  <c:v>3.7009099999999999</c:v>
                </c:pt>
                <c:pt idx="1975">
                  <c:v>3.7314400000000001</c:v>
                </c:pt>
                <c:pt idx="1976">
                  <c:v>3.7761999999999998</c:v>
                </c:pt>
                <c:pt idx="1977">
                  <c:v>3.8540899999999998</c:v>
                </c:pt>
                <c:pt idx="1978">
                  <c:v>3.8529100000000001</c:v>
                </c:pt>
                <c:pt idx="1979">
                  <c:v>3.79738</c:v>
                </c:pt>
                <c:pt idx="1980">
                  <c:v>3.8520699999999999</c:v>
                </c:pt>
                <c:pt idx="1981">
                  <c:v>3.9051900000000002</c:v>
                </c:pt>
                <c:pt idx="1982">
                  <c:v>3.87906</c:v>
                </c:pt>
                <c:pt idx="1983">
                  <c:v>3.87893</c:v>
                </c:pt>
                <c:pt idx="1984">
                  <c:v>3.8611</c:v>
                </c:pt>
                <c:pt idx="1985">
                  <c:v>3.8743400000000001</c:v>
                </c:pt>
                <c:pt idx="1986">
                  <c:v>3.8815900000000001</c:v>
                </c:pt>
                <c:pt idx="1987">
                  <c:v>3.9485199999999998</c:v>
                </c:pt>
                <c:pt idx="1990">
                  <c:v>3.9172400000000001</c:v>
                </c:pt>
                <c:pt idx="1991">
                  <c:v>3.96149</c:v>
                </c:pt>
                <c:pt idx="1992">
                  <c:v>3.9828100000000002</c:v>
                </c:pt>
                <c:pt idx="1993">
                  <c:v>4.0885699999999998</c:v>
                </c:pt>
                <c:pt idx="1994">
                  <c:v>4.1050399999999998</c:v>
                </c:pt>
                <c:pt idx="1995">
                  <c:v>4.1631600000000004</c:v>
                </c:pt>
                <c:pt idx="1996">
                  <c:v>4.1654499999999999</c:v>
                </c:pt>
                <c:pt idx="1997">
                  <c:v>4.2375999999999996</c:v>
                </c:pt>
                <c:pt idx="1998">
                  <c:v>4.2091399999999997</c:v>
                </c:pt>
                <c:pt idx="1999">
                  <c:v>4.22689</c:v>
                </c:pt>
                <c:pt idx="2000">
                  <c:v>4.1979199999999999</c:v>
                </c:pt>
                <c:pt idx="2001">
                  <c:v>4.18614</c:v>
                </c:pt>
                <c:pt idx="2002">
                  <c:v>4.0244900000000001</c:v>
                </c:pt>
                <c:pt idx="2003">
                  <c:v>4.2111000000000001</c:v>
                </c:pt>
                <c:pt idx="2004">
                  <c:v>4.1303599999999996</c:v>
                </c:pt>
                <c:pt idx="2005">
                  <c:v>4.03505</c:v>
                </c:pt>
                <c:pt idx="2006">
                  <c:v>4.0272800000000002</c:v>
                </c:pt>
                <c:pt idx="2007">
                  <c:v>4.0143899999999997</c:v>
                </c:pt>
                <c:pt idx="2008">
                  <c:v>4.1604900000000002</c:v>
                </c:pt>
                <c:pt idx="2009">
                  <c:v>4.7267200000000003</c:v>
                </c:pt>
                <c:pt idx="2015">
                  <c:v>4.01877</c:v>
                </c:pt>
                <c:pt idx="2016">
                  <c:v>4.0224000000000002</c:v>
                </c:pt>
                <c:pt idx="2017">
                  <c:v>3.9169499999999999</c:v>
                </c:pt>
                <c:pt idx="2018">
                  <c:v>3.9159000000000002</c:v>
                </c:pt>
                <c:pt idx="2019">
                  <c:v>3.8502299999999998</c:v>
                </c:pt>
                <c:pt idx="2020">
                  <c:v>3.99966</c:v>
                </c:pt>
                <c:pt idx="2021">
                  <c:v>4.1089000000000002</c:v>
                </c:pt>
                <c:pt idx="2023">
                  <c:v>4.1204200000000002</c:v>
                </c:pt>
                <c:pt idx="2024">
                  <c:v>4.0911499999999998</c:v>
                </c:pt>
                <c:pt idx="2025">
                  <c:v>4.1237000000000004</c:v>
                </c:pt>
                <c:pt idx="2026">
                  <c:v>4.1471999999999998</c:v>
                </c:pt>
                <c:pt idx="2027">
                  <c:v>4.1184000000000003</c:v>
                </c:pt>
                <c:pt idx="2028">
                  <c:v>4.1833</c:v>
                </c:pt>
                <c:pt idx="2029">
                  <c:v>4.22424</c:v>
                </c:pt>
                <c:pt idx="2030">
                  <c:v>3.9802399999999998</c:v>
                </c:pt>
                <c:pt idx="2031">
                  <c:v>4.0597399999999997</c:v>
                </c:pt>
                <c:pt idx="2032">
                  <c:v>3.9131300000000002</c:v>
                </c:pt>
                <c:pt idx="2033">
                  <c:v>4.0664400000000001</c:v>
                </c:pt>
                <c:pt idx="2034">
                  <c:v>4.08988</c:v>
                </c:pt>
                <c:pt idx="2035">
                  <c:v>4.0904400000000001</c:v>
                </c:pt>
                <c:pt idx="2036">
                  <c:v>4.1314200000000003</c:v>
                </c:pt>
                <c:pt idx="2037">
                  <c:v>4.2339900000000004</c:v>
                </c:pt>
                <c:pt idx="2038">
                  <c:v>4.3379500000000002</c:v>
                </c:pt>
                <c:pt idx="2039">
                  <c:v>4.4257499999999999</c:v>
                </c:pt>
                <c:pt idx="2040">
                  <c:v>4.6363000000000003</c:v>
                </c:pt>
                <c:pt idx="2041">
                  <c:v>4.8558000000000003</c:v>
                </c:pt>
                <c:pt idx="2043">
                  <c:v>4.71225</c:v>
                </c:pt>
                <c:pt idx="2044">
                  <c:v>4.4639300000000004</c:v>
                </c:pt>
                <c:pt idx="2045">
                  <c:v>4.1027699999999996</c:v>
                </c:pt>
                <c:pt idx="2046">
                  <c:v>4.1174799999999996</c:v>
                </c:pt>
                <c:pt idx="2047">
                  <c:v>4.1620100000000004</c:v>
                </c:pt>
                <c:pt idx="2048">
                  <c:v>4.22851</c:v>
                </c:pt>
                <c:pt idx="2049">
                  <c:v>4.1880199999999999</c:v>
                </c:pt>
                <c:pt idx="2050">
                  <c:v>5.0809100000000003</c:v>
                </c:pt>
                <c:pt idx="2053">
                  <c:v>4.5430000000000001</c:v>
                </c:pt>
                <c:pt idx="2054">
                  <c:v>4.6043399999999997</c:v>
                </c:pt>
                <c:pt idx="2055">
                  <c:v>5.1488699999999996</c:v>
                </c:pt>
                <c:pt idx="2056">
                  <c:v>5.3034400000000002</c:v>
                </c:pt>
                <c:pt idx="2057">
                  <c:v>5.2056100000000001</c:v>
                </c:pt>
                <c:pt idx="2058">
                  <c:v>5.3081500000000004</c:v>
                </c:pt>
                <c:pt idx="2059">
                  <c:v>5.3140200000000002</c:v>
                </c:pt>
                <c:pt idx="2062">
                  <c:v>5.5861700000000001</c:v>
                </c:pt>
                <c:pt idx="2064">
                  <c:v>5.6086400000000003</c:v>
                </c:pt>
                <c:pt idx="2065">
                  <c:v>5.3687800000000001</c:v>
                </c:pt>
                <c:pt idx="2066">
                  <c:v>5.25129</c:v>
                </c:pt>
                <c:pt idx="2067">
                  <c:v>5.3391500000000001</c:v>
                </c:pt>
                <c:pt idx="2068">
                  <c:v>5.3686199999999999</c:v>
                </c:pt>
                <c:pt idx="2069">
                  <c:v>5.7106399999999997</c:v>
                </c:pt>
                <c:pt idx="2070">
                  <c:v>5.9830699999999997</c:v>
                </c:pt>
                <c:pt idx="2071">
                  <c:v>6.0262599999999997</c:v>
                </c:pt>
                <c:pt idx="2072">
                  <c:v>6.03423</c:v>
                </c:pt>
                <c:pt idx="2073">
                  <c:v>6.1906800000000004</c:v>
                </c:pt>
                <c:pt idx="2075">
                  <c:v>6.3407</c:v>
                </c:pt>
                <c:pt idx="2076">
                  <c:v>6.6183899999999998</c:v>
                </c:pt>
                <c:pt idx="2077">
                  <c:v>6.1664399999999997</c:v>
                </c:pt>
                <c:pt idx="2078">
                  <c:v>5.9164000000000003</c:v>
                </c:pt>
                <c:pt idx="2079">
                  <c:v>5.6250799999999996</c:v>
                </c:pt>
                <c:pt idx="2080">
                  <c:v>5.6497900000000003</c:v>
                </c:pt>
                <c:pt idx="2081">
                  <c:v>5.7307300000000003</c:v>
                </c:pt>
                <c:pt idx="2082">
                  <c:v>6.2349199999999998</c:v>
                </c:pt>
                <c:pt idx="2083">
                  <c:v>6.38619</c:v>
                </c:pt>
                <c:pt idx="2084">
                  <c:v>6.0045299999999999</c:v>
                </c:pt>
                <c:pt idx="2085">
                  <c:v>6.0111699999999999</c:v>
                </c:pt>
                <c:pt idx="2086">
                  <c:v>5.8220200000000002</c:v>
                </c:pt>
                <c:pt idx="2087">
                  <c:v>5.6662600000000003</c:v>
                </c:pt>
                <c:pt idx="2090">
                  <c:v>6.0217499999999999</c:v>
                </c:pt>
                <c:pt idx="2091">
                  <c:v>6.0313299999999996</c:v>
                </c:pt>
                <c:pt idx="2092">
                  <c:v>6.1098299999999997</c:v>
                </c:pt>
                <c:pt idx="2093">
                  <c:v>6.1043799999999999</c:v>
                </c:pt>
                <c:pt idx="2094">
                  <c:v>6.1045199999999999</c:v>
                </c:pt>
                <c:pt idx="2097">
                  <c:v>6.1057300000000003</c:v>
                </c:pt>
                <c:pt idx="2098">
                  <c:v>6.0740400000000001</c:v>
                </c:pt>
                <c:pt idx="2099">
                  <c:v>6.1145800000000001</c:v>
                </c:pt>
                <c:pt idx="2100">
                  <c:v>6.1677099999999996</c:v>
                </c:pt>
                <c:pt idx="2101">
                  <c:v>6.13598</c:v>
                </c:pt>
                <c:pt idx="2104">
                  <c:v>6.1464100000000004</c:v>
                </c:pt>
                <c:pt idx="2105">
                  <c:v>6.1795299999999997</c:v>
                </c:pt>
                <c:pt idx="2106">
                  <c:v>6.1840900000000003</c:v>
                </c:pt>
                <c:pt idx="2107">
                  <c:v>6.2480099999999998</c:v>
                </c:pt>
                <c:pt idx="2108">
                  <c:v>6.2995099999999997</c:v>
                </c:pt>
                <c:pt idx="2111">
                  <c:v>6.2498100000000001</c:v>
                </c:pt>
                <c:pt idx="2112">
                  <c:v>6.3047899999999997</c:v>
                </c:pt>
                <c:pt idx="2113">
                  <c:v>6.2957400000000003</c:v>
                </c:pt>
                <c:pt idx="2114">
                  <c:v>6.2384000000000004</c:v>
                </c:pt>
                <c:pt idx="2115">
                  <c:v>6.2312599999999998</c:v>
                </c:pt>
                <c:pt idx="2118">
                  <c:v>6.3037799999999997</c:v>
                </c:pt>
                <c:pt idx="2119">
                  <c:v>6.2850799999999998</c:v>
                </c:pt>
                <c:pt idx="2120">
                  <c:v>6.24709</c:v>
                </c:pt>
                <c:pt idx="2121">
                  <c:v>6.1619700000000002</c:v>
                </c:pt>
                <c:pt idx="2122">
                  <c:v>5.9283000000000001</c:v>
                </c:pt>
                <c:pt idx="2125">
                  <c:v>5.9599500000000001</c:v>
                </c:pt>
                <c:pt idx="2126">
                  <c:v>5.6866700000000003</c:v>
                </c:pt>
                <c:pt idx="2127">
                  <c:v>5.5862600000000002</c:v>
                </c:pt>
                <c:pt idx="2128">
                  <c:v>5.8577899999999996</c:v>
                </c:pt>
                <c:pt idx="2129">
                  <c:v>6.12493</c:v>
                </c:pt>
                <c:pt idx="2133">
                  <c:v>6.02501</c:v>
                </c:pt>
                <c:pt idx="2134">
                  <c:v>6.0670000000000002</c:v>
                </c:pt>
                <c:pt idx="2135">
                  <c:v>6.1140699999999999</c:v>
                </c:pt>
                <c:pt idx="2136">
                  <c:v>6.0828800000000003</c:v>
                </c:pt>
                <c:pt idx="2139">
                  <c:v>6.1421400000000004</c:v>
                </c:pt>
                <c:pt idx="2141">
                  <c:v>6.1240100000000002</c:v>
                </c:pt>
                <c:pt idx="2142">
                  <c:v>6.1619799999999998</c:v>
                </c:pt>
                <c:pt idx="2143">
                  <c:v>6.1536900000000001</c:v>
                </c:pt>
                <c:pt idx="2144">
                  <c:v>6.0651799999999998</c:v>
                </c:pt>
                <c:pt idx="2145">
                  <c:v>6.1316199999999998</c:v>
                </c:pt>
                <c:pt idx="2146">
                  <c:v>5.7512100000000004</c:v>
                </c:pt>
                <c:pt idx="2147">
                  <c:v>5.5038400000000003</c:v>
                </c:pt>
                <c:pt idx="2148">
                  <c:v>5.6516900000000003</c:v>
                </c:pt>
                <c:pt idx="2149">
                  <c:v>6.0615500000000004</c:v>
                </c:pt>
                <c:pt idx="2150">
                  <c:v>5.9900099999999998</c:v>
                </c:pt>
                <c:pt idx="2151">
                  <c:v>5.93825</c:v>
                </c:pt>
                <c:pt idx="2152">
                  <c:v>5.9600600000000004</c:v>
                </c:pt>
                <c:pt idx="2153">
                  <c:v>6.0469799999999996</c:v>
                </c:pt>
                <c:pt idx="2154">
                  <c:v>6.0455399999999999</c:v>
                </c:pt>
                <c:pt idx="2155">
                  <c:v>5.68588</c:v>
                </c:pt>
                <c:pt idx="2156">
                  <c:v>5.6873899999999997</c:v>
                </c:pt>
                <c:pt idx="2157">
                  <c:v>5.9242999999999997</c:v>
                </c:pt>
                <c:pt idx="2158">
                  <c:v>5.7319000000000004</c:v>
                </c:pt>
                <c:pt idx="2159">
                  <c:v>5.9119000000000002</c:v>
                </c:pt>
                <c:pt idx="2160">
                  <c:v>5.9028299999999998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F01-44F8-9B43-0940E65ED0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Lending Facility</c:v>
                </c:pt>
              </c:strCache>
            </c:strRef>
          </c:tx>
          <c:spPr>
            <a:ln w="2857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2083"/>
              <c:layout>
                <c:manualLayout>
                  <c:x val="2.8550491972186155E-2"/>
                  <c:y val="-7.4747785081872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F01-44F8-9B43-0940E65ED090}"/>
                </c:ext>
              </c:extLst>
            </c:dLbl>
            <c:spPr>
              <a:solidFill>
                <a:srgbClr val="7C4B3B"/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Sheet1!$A$2:$A$2162</c:f>
              <c:numCache>
                <c:formatCode>d\-mmm\-yy</c:formatCode>
                <c:ptCount val="2161"/>
                <c:pt idx="0">
                  <c:v>43102</c:v>
                </c:pt>
                <c:pt idx="1">
                  <c:v>43103</c:v>
                </c:pt>
                <c:pt idx="2">
                  <c:v>43104</c:v>
                </c:pt>
                <c:pt idx="3">
                  <c:v>43105</c:v>
                </c:pt>
                <c:pt idx="4">
                  <c:v>43108</c:v>
                </c:pt>
                <c:pt idx="5">
                  <c:v>43109</c:v>
                </c:pt>
                <c:pt idx="6">
                  <c:v>43110</c:v>
                </c:pt>
                <c:pt idx="7">
                  <c:v>43111</c:v>
                </c:pt>
                <c:pt idx="8">
                  <c:v>43112</c:v>
                </c:pt>
                <c:pt idx="9">
                  <c:v>43115</c:v>
                </c:pt>
                <c:pt idx="10">
                  <c:v>43116</c:v>
                </c:pt>
                <c:pt idx="11">
                  <c:v>43117</c:v>
                </c:pt>
                <c:pt idx="12">
                  <c:v>43118</c:v>
                </c:pt>
                <c:pt idx="13">
                  <c:v>43119</c:v>
                </c:pt>
                <c:pt idx="14">
                  <c:v>43122</c:v>
                </c:pt>
                <c:pt idx="15">
                  <c:v>43123</c:v>
                </c:pt>
                <c:pt idx="16">
                  <c:v>43124</c:v>
                </c:pt>
                <c:pt idx="17">
                  <c:v>43125</c:v>
                </c:pt>
                <c:pt idx="18">
                  <c:v>43126</c:v>
                </c:pt>
                <c:pt idx="19">
                  <c:v>43129</c:v>
                </c:pt>
                <c:pt idx="20">
                  <c:v>43130</c:v>
                </c:pt>
                <c:pt idx="21">
                  <c:v>43131</c:v>
                </c:pt>
                <c:pt idx="22">
                  <c:v>43132</c:v>
                </c:pt>
                <c:pt idx="23">
                  <c:v>43133</c:v>
                </c:pt>
                <c:pt idx="24">
                  <c:v>43136</c:v>
                </c:pt>
                <c:pt idx="25">
                  <c:v>43137</c:v>
                </c:pt>
                <c:pt idx="26">
                  <c:v>43138</c:v>
                </c:pt>
                <c:pt idx="27">
                  <c:v>43139</c:v>
                </c:pt>
                <c:pt idx="28">
                  <c:v>43140</c:v>
                </c:pt>
                <c:pt idx="29">
                  <c:v>43143</c:v>
                </c:pt>
                <c:pt idx="30">
                  <c:v>43144</c:v>
                </c:pt>
                <c:pt idx="31">
                  <c:v>43145</c:v>
                </c:pt>
                <c:pt idx="32">
                  <c:v>43146</c:v>
                </c:pt>
                <c:pt idx="33">
                  <c:v>43150</c:v>
                </c:pt>
                <c:pt idx="34">
                  <c:v>43151</c:v>
                </c:pt>
                <c:pt idx="35">
                  <c:v>43152</c:v>
                </c:pt>
                <c:pt idx="36">
                  <c:v>43153</c:v>
                </c:pt>
                <c:pt idx="37">
                  <c:v>43154</c:v>
                </c:pt>
                <c:pt idx="38">
                  <c:v>43157</c:v>
                </c:pt>
                <c:pt idx="39">
                  <c:v>43158</c:v>
                </c:pt>
                <c:pt idx="40">
                  <c:v>43159</c:v>
                </c:pt>
                <c:pt idx="41">
                  <c:v>43160</c:v>
                </c:pt>
                <c:pt idx="42">
                  <c:v>43161</c:v>
                </c:pt>
                <c:pt idx="43">
                  <c:v>43164</c:v>
                </c:pt>
                <c:pt idx="44">
                  <c:v>43165</c:v>
                </c:pt>
                <c:pt idx="45">
                  <c:v>43166</c:v>
                </c:pt>
                <c:pt idx="46">
                  <c:v>43167</c:v>
                </c:pt>
                <c:pt idx="47">
                  <c:v>43168</c:v>
                </c:pt>
                <c:pt idx="48">
                  <c:v>43171</c:v>
                </c:pt>
                <c:pt idx="49">
                  <c:v>43172</c:v>
                </c:pt>
                <c:pt idx="50">
                  <c:v>43173</c:v>
                </c:pt>
                <c:pt idx="51">
                  <c:v>43174</c:v>
                </c:pt>
                <c:pt idx="52">
                  <c:v>43175</c:v>
                </c:pt>
                <c:pt idx="53">
                  <c:v>43178</c:v>
                </c:pt>
                <c:pt idx="54">
                  <c:v>43179</c:v>
                </c:pt>
                <c:pt idx="55">
                  <c:v>43180</c:v>
                </c:pt>
                <c:pt idx="56">
                  <c:v>43181</c:v>
                </c:pt>
                <c:pt idx="57">
                  <c:v>43182</c:v>
                </c:pt>
                <c:pt idx="58">
                  <c:v>43185</c:v>
                </c:pt>
                <c:pt idx="59">
                  <c:v>43186</c:v>
                </c:pt>
                <c:pt idx="60">
                  <c:v>43187</c:v>
                </c:pt>
                <c:pt idx="61">
                  <c:v>43188</c:v>
                </c:pt>
                <c:pt idx="62">
                  <c:v>43192</c:v>
                </c:pt>
                <c:pt idx="63">
                  <c:v>43193</c:v>
                </c:pt>
                <c:pt idx="64">
                  <c:v>43194</c:v>
                </c:pt>
                <c:pt idx="65">
                  <c:v>43195</c:v>
                </c:pt>
                <c:pt idx="66">
                  <c:v>43196</c:v>
                </c:pt>
                <c:pt idx="67">
                  <c:v>43199</c:v>
                </c:pt>
                <c:pt idx="68">
                  <c:v>43200</c:v>
                </c:pt>
                <c:pt idx="69">
                  <c:v>43201</c:v>
                </c:pt>
                <c:pt idx="70">
                  <c:v>43202</c:v>
                </c:pt>
                <c:pt idx="71">
                  <c:v>43203</c:v>
                </c:pt>
                <c:pt idx="72">
                  <c:v>43206</c:v>
                </c:pt>
                <c:pt idx="73">
                  <c:v>43207</c:v>
                </c:pt>
                <c:pt idx="74">
                  <c:v>43208</c:v>
                </c:pt>
                <c:pt idx="75">
                  <c:v>43209</c:v>
                </c:pt>
                <c:pt idx="76">
                  <c:v>43210</c:v>
                </c:pt>
                <c:pt idx="77">
                  <c:v>43213</c:v>
                </c:pt>
                <c:pt idx="78">
                  <c:v>43214</c:v>
                </c:pt>
                <c:pt idx="79">
                  <c:v>43215</c:v>
                </c:pt>
                <c:pt idx="80">
                  <c:v>43216</c:v>
                </c:pt>
                <c:pt idx="81">
                  <c:v>43217</c:v>
                </c:pt>
                <c:pt idx="82">
                  <c:v>43220</c:v>
                </c:pt>
                <c:pt idx="83">
                  <c:v>43222</c:v>
                </c:pt>
                <c:pt idx="84">
                  <c:v>43223</c:v>
                </c:pt>
                <c:pt idx="85">
                  <c:v>43224</c:v>
                </c:pt>
                <c:pt idx="86">
                  <c:v>43227</c:v>
                </c:pt>
                <c:pt idx="87">
                  <c:v>43228</c:v>
                </c:pt>
                <c:pt idx="88">
                  <c:v>43229</c:v>
                </c:pt>
                <c:pt idx="89">
                  <c:v>43231</c:v>
                </c:pt>
                <c:pt idx="90">
                  <c:v>43234</c:v>
                </c:pt>
                <c:pt idx="91">
                  <c:v>43235</c:v>
                </c:pt>
                <c:pt idx="92">
                  <c:v>43236</c:v>
                </c:pt>
                <c:pt idx="93">
                  <c:v>43237</c:v>
                </c:pt>
                <c:pt idx="94">
                  <c:v>43238</c:v>
                </c:pt>
                <c:pt idx="95">
                  <c:v>43241</c:v>
                </c:pt>
                <c:pt idx="96">
                  <c:v>43242</c:v>
                </c:pt>
                <c:pt idx="97">
                  <c:v>43243</c:v>
                </c:pt>
                <c:pt idx="98">
                  <c:v>43244</c:v>
                </c:pt>
                <c:pt idx="99">
                  <c:v>43245</c:v>
                </c:pt>
                <c:pt idx="100">
                  <c:v>43248</c:v>
                </c:pt>
                <c:pt idx="101">
                  <c:v>43250</c:v>
                </c:pt>
                <c:pt idx="102">
                  <c:v>43251</c:v>
                </c:pt>
                <c:pt idx="103">
                  <c:v>43255</c:v>
                </c:pt>
                <c:pt idx="104">
                  <c:v>43256</c:v>
                </c:pt>
                <c:pt idx="105">
                  <c:v>43257</c:v>
                </c:pt>
                <c:pt idx="106">
                  <c:v>43258</c:v>
                </c:pt>
                <c:pt idx="107">
                  <c:v>43259</c:v>
                </c:pt>
                <c:pt idx="108">
                  <c:v>43272</c:v>
                </c:pt>
                <c:pt idx="109">
                  <c:v>43273</c:v>
                </c:pt>
                <c:pt idx="110">
                  <c:v>43276</c:v>
                </c:pt>
                <c:pt idx="111">
                  <c:v>43277</c:v>
                </c:pt>
                <c:pt idx="112">
                  <c:v>43279</c:v>
                </c:pt>
                <c:pt idx="113">
                  <c:v>43280</c:v>
                </c:pt>
                <c:pt idx="114">
                  <c:v>43283</c:v>
                </c:pt>
                <c:pt idx="115">
                  <c:v>43284</c:v>
                </c:pt>
                <c:pt idx="116">
                  <c:v>43285</c:v>
                </c:pt>
                <c:pt idx="117">
                  <c:v>43286</c:v>
                </c:pt>
                <c:pt idx="118">
                  <c:v>43287</c:v>
                </c:pt>
                <c:pt idx="119">
                  <c:v>43290</c:v>
                </c:pt>
                <c:pt idx="120">
                  <c:v>43291</c:v>
                </c:pt>
                <c:pt idx="121">
                  <c:v>43292</c:v>
                </c:pt>
                <c:pt idx="122">
                  <c:v>43293</c:v>
                </c:pt>
                <c:pt idx="123">
                  <c:v>43294</c:v>
                </c:pt>
                <c:pt idx="124">
                  <c:v>43297</c:v>
                </c:pt>
                <c:pt idx="125">
                  <c:v>43298</c:v>
                </c:pt>
                <c:pt idx="126">
                  <c:v>43299</c:v>
                </c:pt>
                <c:pt idx="127">
                  <c:v>43300</c:v>
                </c:pt>
                <c:pt idx="128">
                  <c:v>43301</c:v>
                </c:pt>
                <c:pt idx="129">
                  <c:v>43304</c:v>
                </c:pt>
                <c:pt idx="130">
                  <c:v>43305</c:v>
                </c:pt>
                <c:pt idx="131">
                  <c:v>43306</c:v>
                </c:pt>
                <c:pt idx="132">
                  <c:v>43307</c:v>
                </c:pt>
                <c:pt idx="133">
                  <c:v>43308</c:v>
                </c:pt>
                <c:pt idx="134">
                  <c:v>43311</c:v>
                </c:pt>
                <c:pt idx="135">
                  <c:v>43312</c:v>
                </c:pt>
                <c:pt idx="136">
                  <c:v>43313</c:v>
                </c:pt>
                <c:pt idx="137">
                  <c:v>43314</c:v>
                </c:pt>
                <c:pt idx="138">
                  <c:v>43315</c:v>
                </c:pt>
                <c:pt idx="139">
                  <c:v>43318</c:v>
                </c:pt>
                <c:pt idx="140">
                  <c:v>43319</c:v>
                </c:pt>
                <c:pt idx="141">
                  <c:v>43320</c:v>
                </c:pt>
                <c:pt idx="142">
                  <c:v>43321</c:v>
                </c:pt>
                <c:pt idx="143">
                  <c:v>43322</c:v>
                </c:pt>
                <c:pt idx="144">
                  <c:v>43325</c:v>
                </c:pt>
                <c:pt idx="145">
                  <c:v>43326</c:v>
                </c:pt>
                <c:pt idx="146">
                  <c:v>43327</c:v>
                </c:pt>
                <c:pt idx="147">
                  <c:v>43328</c:v>
                </c:pt>
                <c:pt idx="148">
                  <c:v>43332</c:v>
                </c:pt>
                <c:pt idx="149">
                  <c:v>43333</c:v>
                </c:pt>
                <c:pt idx="150">
                  <c:v>43335</c:v>
                </c:pt>
                <c:pt idx="151">
                  <c:v>43336</c:v>
                </c:pt>
                <c:pt idx="152">
                  <c:v>43339</c:v>
                </c:pt>
                <c:pt idx="153">
                  <c:v>43340</c:v>
                </c:pt>
                <c:pt idx="154">
                  <c:v>43341</c:v>
                </c:pt>
                <c:pt idx="155">
                  <c:v>43342</c:v>
                </c:pt>
                <c:pt idx="156">
                  <c:v>43343</c:v>
                </c:pt>
                <c:pt idx="157">
                  <c:v>43346</c:v>
                </c:pt>
                <c:pt idx="158">
                  <c:v>43347</c:v>
                </c:pt>
                <c:pt idx="159">
                  <c:v>43348</c:v>
                </c:pt>
                <c:pt idx="160">
                  <c:v>43349</c:v>
                </c:pt>
                <c:pt idx="161">
                  <c:v>43350</c:v>
                </c:pt>
                <c:pt idx="162">
                  <c:v>43353</c:v>
                </c:pt>
                <c:pt idx="163">
                  <c:v>43355</c:v>
                </c:pt>
                <c:pt idx="164">
                  <c:v>43356</c:v>
                </c:pt>
                <c:pt idx="165">
                  <c:v>43357</c:v>
                </c:pt>
                <c:pt idx="166">
                  <c:v>43360</c:v>
                </c:pt>
                <c:pt idx="167">
                  <c:v>43361</c:v>
                </c:pt>
                <c:pt idx="168">
                  <c:v>43362</c:v>
                </c:pt>
                <c:pt idx="169">
                  <c:v>43363</c:v>
                </c:pt>
                <c:pt idx="170">
                  <c:v>43364</c:v>
                </c:pt>
                <c:pt idx="171">
                  <c:v>43367</c:v>
                </c:pt>
                <c:pt idx="172">
                  <c:v>43368</c:v>
                </c:pt>
                <c:pt idx="173">
                  <c:v>43369</c:v>
                </c:pt>
                <c:pt idx="174">
                  <c:v>43370</c:v>
                </c:pt>
                <c:pt idx="175">
                  <c:v>43371</c:v>
                </c:pt>
                <c:pt idx="176">
                  <c:v>43374</c:v>
                </c:pt>
                <c:pt idx="177">
                  <c:v>43375</c:v>
                </c:pt>
                <c:pt idx="178">
                  <c:v>43376</c:v>
                </c:pt>
                <c:pt idx="179">
                  <c:v>43377</c:v>
                </c:pt>
                <c:pt idx="180">
                  <c:v>43378</c:v>
                </c:pt>
                <c:pt idx="181">
                  <c:v>43381</c:v>
                </c:pt>
                <c:pt idx="182">
                  <c:v>43382</c:v>
                </c:pt>
                <c:pt idx="183">
                  <c:v>43383</c:v>
                </c:pt>
                <c:pt idx="184">
                  <c:v>43384</c:v>
                </c:pt>
                <c:pt idx="185">
                  <c:v>43385</c:v>
                </c:pt>
                <c:pt idx="186">
                  <c:v>43388</c:v>
                </c:pt>
                <c:pt idx="187">
                  <c:v>43389</c:v>
                </c:pt>
                <c:pt idx="188">
                  <c:v>43390</c:v>
                </c:pt>
                <c:pt idx="189">
                  <c:v>43391</c:v>
                </c:pt>
                <c:pt idx="190">
                  <c:v>43392</c:v>
                </c:pt>
                <c:pt idx="191">
                  <c:v>43395</c:v>
                </c:pt>
                <c:pt idx="192">
                  <c:v>43396</c:v>
                </c:pt>
                <c:pt idx="193">
                  <c:v>43397</c:v>
                </c:pt>
                <c:pt idx="194">
                  <c:v>43398</c:v>
                </c:pt>
                <c:pt idx="195">
                  <c:v>43399</c:v>
                </c:pt>
                <c:pt idx="196">
                  <c:v>43402</c:v>
                </c:pt>
                <c:pt idx="197">
                  <c:v>43403</c:v>
                </c:pt>
                <c:pt idx="198">
                  <c:v>43404</c:v>
                </c:pt>
                <c:pt idx="199">
                  <c:v>43405</c:v>
                </c:pt>
                <c:pt idx="200">
                  <c:v>43406</c:v>
                </c:pt>
                <c:pt idx="201">
                  <c:v>43409</c:v>
                </c:pt>
                <c:pt idx="202">
                  <c:v>43410</c:v>
                </c:pt>
                <c:pt idx="203">
                  <c:v>43411</c:v>
                </c:pt>
                <c:pt idx="204">
                  <c:v>43412</c:v>
                </c:pt>
                <c:pt idx="205">
                  <c:v>43413</c:v>
                </c:pt>
                <c:pt idx="206">
                  <c:v>43416</c:v>
                </c:pt>
                <c:pt idx="207">
                  <c:v>43417</c:v>
                </c:pt>
                <c:pt idx="208">
                  <c:v>43418</c:v>
                </c:pt>
                <c:pt idx="209">
                  <c:v>43419</c:v>
                </c:pt>
                <c:pt idx="210">
                  <c:v>43420</c:v>
                </c:pt>
                <c:pt idx="211">
                  <c:v>43423</c:v>
                </c:pt>
                <c:pt idx="212">
                  <c:v>43425</c:v>
                </c:pt>
                <c:pt idx="213">
                  <c:v>43426</c:v>
                </c:pt>
                <c:pt idx="214">
                  <c:v>43427</c:v>
                </c:pt>
                <c:pt idx="215">
                  <c:v>43430</c:v>
                </c:pt>
                <c:pt idx="216">
                  <c:v>43431</c:v>
                </c:pt>
                <c:pt idx="217">
                  <c:v>43432</c:v>
                </c:pt>
                <c:pt idx="218">
                  <c:v>43433</c:v>
                </c:pt>
                <c:pt idx="219">
                  <c:v>43434</c:v>
                </c:pt>
                <c:pt idx="220">
                  <c:v>43437</c:v>
                </c:pt>
                <c:pt idx="221">
                  <c:v>43438</c:v>
                </c:pt>
                <c:pt idx="222">
                  <c:v>43439</c:v>
                </c:pt>
                <c:pt idx="223">
                  <c:v>43440</c:v>
                </c:pt>
                <c:pt idx="224">
                  <c:v>43441</c:v>
                </c:pt>
                <c:pt idx="225">
                  <c:v>43444</c:v>
                </c:pt>
                <c:pt idx="226">
                  <c:v>43445</c:v>
                </c:pt>
                <c:pt idx="227">
                  <c:v>43446</c:v>
                </c:pt>
                <c:pt idx="228">
                  <c:v>43447</c:v>
                </c:pt>
                <c:pt idx="229">
                  <c:v>43448</c:v>
                </c:pt>
                <c:pt idx="230">
                  <c:v>43451</c:v>
                </c:pt>
                <c:pt idx="231">
                  <c:v>43452</c:v>
                </c:pt>
                <c:pt idx="232">
                  <c:v>43453</c:v>
                </c:pt>
                <c:pt idx="233">
                  <c:v>43454</c:v>
                </c:pt>
                <c:pt idx="234">
                  <c:v>43455</c:v>
                </c:pt>
                <c:pt idx="235">
                  <c:v>43460</c:v>
                </c:pt>
                <c:pt idx="236">
                  <c:v>43461</c:v>
                </c:pt>
                <c:pt idx="237">
                  <c:v>43462</c:v>
                </c:pt>
                <c:pt idx="238">
                  <c:v>43465</c:v>
                </c:pt>
                <c:pt idx="239">
                  <c:v>43467</c:v>
                </c:pt>
                <c:pt idx="240">
                  <c:v>43468</c:v>
                </c:pt>
                <c:pt idx="241">
                  <c:v>43469</c:v>
                </c:pt>
                <c:pt idx="242">
                  <c:v>43472</c:v>
                </c:pt>
                <c:pt idx="243">
                  <c:v>43473</c:v>
                </c:pt>
                <c:pt idx="244">
                  <c:v>43474</c:v>
                </c:pt>
                <c:pt idx="245">
                  <c:v>43475</c:v>
                </c:pt>
                <c:pt idx="246">
                  <c:v>43476</c:v>
                </c:pt>
                <c:pt idx="247">
                  <c:v>43479</c:v>
                </c:pt>
                <c:pt idx="248">
                  <c:v>43480</c:v>
                </c:pt>
                <c:pt idx="249">
                  <c:v>43481</c:v>
                </c:pt>
                <c:pt idx="250">
                  <c:v>43482</c:v>
                </c:pt>
                <c:pt idx="251">
                  <c:v>43483</c:v>
                </c:pt>
                <c:pt idx="252">
                  <c:v>43486</c:v>
                </c:pt>
                <c:pt idx="253">
                  <c:v>43487</c:v>
                </c:pt>
                <c:pt idx="254">
                  <c:v>43488</c:v>
                </c:pt>
                <c:pt idx="255">
                  <c:v>43489</c:v>
                </c:pt>
                <c:pt idx="256">
                  <c:v>43490</c:v>
                </c:pt>
                <c:pt idx="257">
                  <c:v>43493</c:v>
                </c:pt>
                <c:pt idx="258">
                  <c:v>43494</c:v>
                </c:pt>
                <c:pt idx="259">
                  <c:v>43495</c:v>
                </c:pt>
                <c:pt idx="260">
                  <c:v>43496</c:v>
                </c:pt>
                <c:pt idx="261">
                  <c:v>43497</c:v>
                </c:pt>
                <c:pt idx="262">
                  <c:v>43500</c:v>
                </c:pt>
                <c:pt idx="263">
                  <c:v>43502</c:v>
                </c:pt>
                <c:pt idx="264">
                  <c:v>43503</c:v>
                </c:pt>
                <c:pt idx="265">
                  <c:v>43504</c:v>
                </c:pt>
                <c:pt idx="266">
                  <c:v>43507</c:v>
                </c:pt>
                <c:pt idx="267">
                  <c:v>43508</c:v>
                </c:pt>
                <c:pt idx="268">
                  <c:v>43509</c:v>
                </c:pt>
                <c:pt idx="269">
                  <c:v>43510</c:v>
                </c:pt>
                <c:pt idx="270">
                  <c:v>43511</c:v>
                </c:pt>
                <c:pt idx="271">
                  <c:v>43514</c:v>
                </c:pt>
                <c:pt idx="272">
                  <c:v>43515</c:v>
                </c:pt>
                <c:pt idx="273">
                  <c:v>43516</c:v>
                </c:pt>
                <c:pt idx="274">
                  <c:v>43517</c:v>
                </c:pt>
                <c:pt idx="275">
                  <c:v>43518</c:v>
                </c:pt>
                <c:pt idx="276">
                  <c:v>43521</c:v>
                </c:pt>
                <c:pt idx="277">
                  <c:v>43522</c:v>
                </c:pt>
                <c:pt idx="278">
                  <c:v>43523</c:v>
                </c:pt>
                <c:pt idx="279">
                  <c:v>43524</c:v>
                </c:pt>
                <c:pt idx="280">
                  <c:v>43525</c:v>
                </c:pt>
                <c:pt idx="281">
                  <c:v>43528</c:v>
                </c:pt>
                <c:pt idx="282">
                  <c:v>43529</c:v>
                </c:pt>
                <c:pt idx="283">
                  <c:v>43530</c:v>
                </c:pt>
                <c:pt idx="284">
                  <c:v>43532</c:v>
                </c:pt>
                <c:pt idx="285">
                  <c:v>43535</c:v>
                </c:pt>
                <c:pt idx="286">
                  <c:v>43536</c:v>
                </c:pt>
                <c:pt idx="287">
                  <c:v>43537</c:v>
                </c:pt>
                <c:pt idx="288">
                  <c:v>43538</c:v>
                </c:pt>
                <c:pt idx="289">
                  <c:v>43539</c:v>
                </c:pt>
                <c:pt idx="290">
                  <c:v>43542</c:v>
                </c:pt>
                <c:pt idx="291">
                  <c:v>43543</c:v>
                </c:pt>
                <c:pt idx="292">
                  <c:v>43544</c:v>
                </c:pt>
                <c:pt idx="293">
                  <c:v>43545</c:v>
                </c:pt>
                <c:pt idx="294">
                  <c:v>43546</c:v>
                </c:pt>
                <c:pt idx="295">
                  <c:v>43549</c:v>
                </c:pt>
                <c:pt idx="296">
                  <c:v>43550</c:v>
                </c:pt>
                <c:pt idx="297">
                  <c:v>43551</c:v>
                </c:pt>
                <c:pt idx="298">
                  <c:v>43552</c:v>
                </c:pt>
                <c:pt idx="299">
                  <c:v>43553</c:v>
                </c:pt>
                <c:pt idx="300">
                  <c:v>43556</c:v>
                </c:pt>
                <c:pt idx="301">
                  <c:v>43557</c:v>
                </c:pt>
                <c:pt idx="302">
                  <c:v>43559</c:v>
                </c:pt>
                <c:pt idx="303">
                  <c:v>43560</c:v>
                </c:pt>
                <c:pt idx="304">
                  <c:v>43563</c:v>
                </c:pt>
                <c:pt idx="305">
                  <c:v>43564</c:v>
                </c:pt>
                <c:pt idx="306">
                  <c:v>43565</c:v>
                </c:pt>
                <c:pt idx="307">
                  <c:v>43566</c:v>
                </c:pt>
                <c:pt idx="308">
                  <c:v>43567</c:v>
                </c:pt>
                <c:pt idx="309">
                  <c:v>43570</c:v>
                </c:pt>
                <c:pt idx="310">
                  <c:v>43571</c:v>
                </c:pt>
                <c:pt idx="311">
                  <c:v>43573</c:v>
                </c:pt>
                <c:pt idx="312">
                  <c:v>43577</c:v>
                </c:pt>
                <c:pt idx="313">
                  <c:v>43578</c:v>
                </c:pt>
                <c:pt idx="314">
                  <c:v>43579</c:v>
                </c:pt>
                <c:pt idx="315">
                  <c:v>43580</c:v>
                </c:pt>
                <c:pt idx="316">
                  <c:v>43581</c:v>
                </c:pt>
                <c:pt idx="317">
                  <c:v>43584</c:v>
                </c:pt>
                <c:pt idx="318">
                  <c:v>43585</c:v>
                </c:pt>
                <c:pt idx="319">
                  <c:v>43587</c:v>
                </c:pt>
                <c:pt idx="320">
                  <c:v>43588</c:v>
                </c:pt>
                <c:pt idx="321">
                  <c:v>43591</c:v>
                </c:pt>
                <c:pt idx="322">
                  <c:v>43592</c:v>
                </c:pt>
                <c:pt idx="323">
                  <c:v>43593</c:v>
                </c:pt>
                <c:pt idx="324">
                  <c:v>43594</c:v>
                </c:pt>
                <c:pt idx="325">
                  <c:v>43595</c:v>
                </c:pt>
                <c:pt idx="326">
                  <c:v>43598</c:v>
                </c:pt>
                <c:pt idx="327">
                  <c:v>43599</c:v>
                </c:pt>
                <c:pt idx="328">
                  <c:v>43600</c:v>
                </c:pt>
                <c:pt idx="329">
                  <c:v>43601</c:v>
                </c:pt>
                <c:pt idx="330">
                  <c:v>43602</c:v>
                </c:pt>
                <c:pt idx="331">
                  <c:v>43605</c:v>
                </c:pt>
                <c:pt idx="332">
                  <c:v>43606</c:v>
                </c:pt>
                <c:pt idx="333">
                  <c:v>43607</c:v>
                </c:pt>
                <c:pt idx="334">
                  <c:v>43608</c:v>
                </c:pt>
                <c:pt idx="335">
                  <c:v>43609</c:v>
                </c:pt>
                <c:pt idx="336">
                  <c:v>43612</c:v>
                </c:pt>
                <c:pt idx="337">
                  <c:v>43613</c:v>
                </c:pt>
                <c:pt idx="338">
                  <c:v>43614</c:v>
                </c:pt>
                <c:pt idx="339">
                  <c:v>43616</c:v>
                </c:pt>
                <c:pt idx="340">
                  <c:v>43626</c:v>
                </c:pt>
                <c:pt idx="341">
                  <c:v>43627</c:v>
                </c:pt>
                <c:pt idx="342">
                  <c:v>43628</c:v>
                </c:pt>
                <c:pt idx="343">
                  <c:v>43629</c:v>
                </c:pt>
                <c:pt idx="344">
                  <c:v>43630</c:v>
                </c:pt>
                <c:pt idx="345">
                  <c:v>43633</c:v>
                </c:pt>
                <c:pt idx="346">
                  <c:v>43634</c:v>
                </c:pt>
                <c:pt idx="347">
                  <c:v>43635</c:v>
                </c:pt>
                <c:pt idx="348">
                  <c:v>43636</c:v>
                </c:pt>
                <c:pt idx="349">
                  <c:v>43637</c:v>
                </c:pt>
                <c:pt idx="350">
                  <c:v>43640</c:v>
                </c:pt>
                <c:pt idx="351">
                  <c:v>43641</c:v>
                </c:pt>
                <c:pt idx="352">
                  <c:v>43642</c:v>
                </c:pt>
                <c:pt idx="353">
                  <c:v>43643</c:v>
                </c:pt>
                <c:pt idx="354">
                  <c:v>43644</c:v>
                </c:pt>
                <c:pt idx="355">
                  <c:v>43647</c:v>
                </c:pt>
                <c:pt idx="356">
                  <c:v>43648</c:v>
                </c:pt>
                <c:pt idx="357">
                  <c:v>43649</c:v>
                </c:pt>
                <c:pt idx="358">
                  <c:v>43650</c:v>
                </c:pt>
                <c:pt idx="359">
                  <c:v>43651</c:v>
                </c:pt>
                <c:pt idx="360">
                  <c:v>43654</c:v>
                </c:pt>
                <c:pt idx="361">
                  <c:v>43655</c:v>
                </c:pt>
                <c:pt idx="362">
                  <c:v>43656</c:v>
                </c:pt>
                <c:pt idx="363">
                  <c:v>43657</c:v>
                </c:pt>
                <c:pt idx="364">
                  <c:v>43658</c:v>
                </c:pt>
                <c:pt idx="365">
                  <c:v>43661</c:v>
                </c:pt>
                <c:pt idx="366">
                  <c:v>43662</c:v>
                </c:pt>
                <c:pt idx="367">
                  <c:v>43663</c:v>
                </c:pt>
                <c:pt idx="368">
                  <c:v>43664</c:v>
                </c:pt>
                <c:pt idx="369">
                  <c:v>43665</c:v>
                </c:pt>
                <c:pt idx="370">
                  <c:v>43668</c:v>
                </c:pt>
                <c:pt idx="371">
                  <c:v>43669</c:v>
                </c:pt>
                <c:pt idx="372">
                  <c:v>43670</c:v>
                </c:pt>
                <c:pt idx="373">
                  <c:v>43671</c:v>
                </c:pt>
                <c:pt idx="374">
                  <c:v>43672</c:v>
                </c:pt>
                <c:pt idx="375">
                  <c:v>43675</c:v>
                </c:pt>
                <c:pt idx="376">
                  <c:v>43676</c:v>
                </c:pt>
                <c:pt idx="377">
                  <c:v>43677</c:v>
                </c:pt>
                <c:pt idx="378">
                  <c:v>43678</c:v>
                </c:pt>
                <c:pt idx="379">
                  <c:v>43679</c:v>
                </c:pt>
                <c:pt idx="380">
                  <c:v>43682</c:v>
                </c:pt>
                <c:pt idx="381">
                  <c:v>43683</c:v>
                </c:pt>
                <c:pt idx="382">
                  <c:v>43684</c:v>
                </c:pt>
                <c:pt idx="383">
                  <c:v>43685</c:v>
                </c:pt>
                <c:pt idx="384">
                  <c:v>43686</c:v>
                </c:pt>
                <c:pt idx="385">
                  <c:v>43689</c:v>
                </c:pt>
                <c:pt idx="386">
                  <c:v>43690</c:v>
                </c:pt>
                <c:pt idx="387">
                  <c:v>43691</c:v>
                </c:pt>
                <c:pt idx="388">
                  <c:v>43692</c:v>
                </c:pt>
                <c:pt idx="389">
                  <c:v>43693</c:v>
                </c:pt>
                <c:pt idx="390">
                  <c:v>43696</c:v>
                </c:pt>
                <c:pt idx="391">
                  <c:v>43697</c:v>
                </c:pt>
                <c:pt idx="392">
                  <c:v>43698</c:v>
                </c:pt>
                <c:pt idx="393">
                  <c:v>43699</c:v>
                </c:pt>
                <c:pt idx="394">
                  <c:v>43700</c:v>
                </c:pt>
                <c:pt idx="395">
                  <c:v>43703</c:v>
                </c:pt>
                <c:pt idx="396">
                  <c:v>43704</c:v>
                </c:pt>
                <c:pt idx="397">
                  <c:v>43705</c:v>
                </c:pt>
                <c:pt idx="398">
                  <c:v>43706</c:v>
                </c:pt>
                <c:pt idx="399">
                  <c:v>43707</c:v>
                </c:pt>
                <c:pt idx="400">
                  <c:v>43710</c:v>
                </c:pt>
                <c:pt idx="401">
                  <c:v>43711</c:v>
                </c:pt>
                <c:pt idx="402">
                  <c:v>43712</c:v>
                </c:pt>
                <c:pt idx="403">
                  <c:v>43713</c:v>
                </c:pt>
                <c:pt idx="404">
                  <c:v>43714</c:v>
                </c:pt>
                <c:pt idx="405">
                  <c:v>43717</c:v>
                </c:pt>
                <c:pt idx="406">
                  <c:v>43718</c:v>
                </c:pt>
                <c:pt idx="407">
                  <c:v>43719</c:v>
                </c:pt>
                <c:pt idx="408">
                  <c:v>43720</c:v>
                </c:pt>
                <c:pt idx="409">
                  <c:v>43721</c:v>
                </c:pt>
                <c:pt idx="410">
                  <c:v>43724</c:v>
                </c:pt>
                <c:pt idx="411">
                  <c:v>43725</c:v>
                </c:pt>
                <c:pt idx="412">
                  <c:v>43726</c:v>
                </c:pt>
                <c:pt idx="413">
                  <c:v>43727</c:v>
                </c:pt>
                <c:pt idx="414">
                  <c:v>43728</c:v>
                </c:pt>
                <c:pt idx="415">
                  <c:v>43731</c:v>
                </c:pt>
                <c:pt idx="416">
                  <c:v>43732</c:v>
                </c:pt>
                <c:pt idx="417">
                  <c:v>43733</c:v>
                </c:pt>
                <c:pt idx="418">
                  <c:v>43734</c:v>
                </c:pt>
                <c:pt idx="419">
                  <c:v>43735</c:v>
                </c:pt>
                <c:pt idx="420">
                  <c:v>43738</c:v>
                </c:pt>
                <c:pt idx="421">
                  <c:v>43739</c:v>
                </c:pt>
                <c:pt idx="422">
                  <c:v>43740</c:v>
                </c:pt>
                <c:pt idx="423">
                  <c:v>43741</c:v>
                </c:pt>
                <c:pt idx="424">
                  <c:v>43742</c:v>
                </c:pt>
                <c:pt idx="425">
                  <c:v>43745</c:v>
                </c:pt>
                <c:pt idx="426">
                  <c:v>43746</c:v>
                </c:pt>
                <c:pt idx="427">
                  <c:v>43747</c:v>
                </c:pt>
                <c:pt idx="428">
                  <c:v>43748</c:v>
                </c:pt>
                <c:pt idx="429">
                  <c:v>43749</c:v>
                </c:pt>
                <c:pt idx="430">
                  <c:v>43752</c:v>
                </c:pt>
                <c:pt idx="431">
                  <c:v>43753</c:v>
                </c:pt>
                <c:pt idx="432">
                  <c:v>43754</c:v>
                </c:pt>
                <c:pt idx="433">
                  <c:v>43755</c:v>
                </c:pt>
                <c:pt idx="434">
                  <c:v>43756</c:v>
                </c:pt>
                <c:pt idx="435">
                  <c:v>43759</c:v>
                </c:pt>
                <c:pt idx="436">
                  <c:v>43760</c:v>
                </c:pt>
                <c:pt idx="437">
                  <c:v>43761</c:v>
                </c:pt>
                <c:pt idx="438">
                  <c:v>43762</c:v>
                </c:pt>
                <c:pt idx="439">
                  <c:v>43763</c:v>
                </c:pt>
                <c:pt idx="440">
                  <c:v>43766</c:v>
                </c:pt>
                <c:pt idx="441">
                  <c:v>43767</c:v>
                </c:pt>
                <c:pt idx="442">
                  <c:v>43768</c:v>
                </c:pt>
                <c:pt idx="443">
                  <c:v>43769</c:v>
                </c:pt>
                <c:pt idx="444">
                  <c:v>43770</c:v>
                </c:pt>
                <c:pt idx="445">
                  <c:v>43773</c:v>
                </c:pt>
                <c:pt idx="446">
                  <c:v>43774</c:v>
                </c:pt>
                <c:pt idx="447">
                  <c:v>43775</c:v>
                </c:pt>
                <c:pt idx="448">
                  <c:v>43776</c:v>
                </c:pt>
                <c:pt idx="449">
                  <c:v>43777</c:v>
                </c:pt>
                <c:pt idx="450">
                  <c:v>43780</c:v>
                </c:pt>
                <c:pt idx="451">
                  <c:v>43781</c:v>
                </c:pt>
                <c:pt idx="452">
                  <c:v>43782</c:v>
                </c:pt>
                <c:pt idx="453">
                  <c:v>43783</c:v>
                </c:pt>
                <c:pt idx="454">
                  <c:v>43784</c:v>
                </c:pt>
                <c:pt idx="455">
                  <c:v>43787</c:v>
                </c:pt>
                <c:pt idx="456">
                  <c:v>43788</c:v>
                </c:pt>
                <c:pt idx="457">
                  <c:v>43789</c:v>
                </c:pt>
                <c:pt idx="458">
                  <c:v>43790</c:v>
                </c:pt>
                <c:pt idx="459">
                  <c:v>43791</c:v>
                </c:pt>
                <c:pt idx="460">
                  <c:v>43794</c:v>
                </c:pt>
                <c:pt idx="461">
                  <c:v>43795</c:v>
                </c:pt>
                <c:pt idx="462">
                  <c:v>43796</c:v>
                </c:pt>
                <c:pt idx="463">
                  <c:v>43797</c:v>
                </c:pt>
                <c:pt idx="464">
                  <c:v>43798</c:v>
                </c:pt>
                <c:pt idx="465">
                  <c:v>43801</c:v>
                </c:pt>
                <c:pt idx="466">
                  <c:v>43802</c:v>
                </c:pt>
                <c:pt idx="467">
                  <c:v>43803</c:v>
                </c:pt>
                <c:pt idx="468">
                  <c:v>43804</c:v>
                </c:pt>
                <c:pt idx="469">
                  <c:v>43805</c:v>
                </c:pt>
                <c:pt idx="470">
                  <c:v>43808</c:v>
                </c:pt>
                <c:pt idx="471">
                  <c:v>43809</c:v>
                </c:pt>
                <c:pt idx="472">
                  <c:v>43810</c:v>
                </c:pt>
                <c:pt idx="473">
                  <c:v>43811</c:v>
                </c:pt>
                <c:pt idx="474">
                  <c:v>43812</c:v>
                </c:pt>
                <c:pt idx="475">
                  <c:v>43815</c:v>
                </c:pt>
                <c:pt idx="476">
                  <c:v>43816</c:v>
                </c:pt>
                <c:pt idx="477">
                  <c:v>43817</c:v>
                </c:pt>
                <c:pt idx="478">
                  <c:v>43818</c:v>
                </c:pt>
                <c:pt idx="479">
                  <c:v>43819</c:v>
                </c:pt>
                <c:pt idx="480">
                  <c:v>43822</c:v>
                </c:pt>
                <c:pt idx="481">
                  <c:v>43825</c:v>
                </c:pt>
                <c:pt idx="482">
                  <c:v>43826</c:v>
                </c:pt>
                <c:pt idx="483">
                  <c:v>43829</c:v>
                </c:pt>
                <c:pt idx="484">
                  <c:v>43830</c:v>
                </c:pt>
                <c:pt idx="485">
                  <c:v>43832</c:v>
                </c:pt>
                <c:pt idx="486">
                  <c:v>43833</c:v>
                </c:pt>
                <c:pt idx="487">
                  <c:v>43836</c:v>
                </c:pt>
                <c:pt idx="488">
                  <c:v>43837</c:v>
                </c:pt>
                <c:pt idx="489">
                  <c:v>43838</c:v>
                </c:pt>
                <c:pt idx="490">
                  <c:v>43839</c:v>
                </c:pt>
                <c:pt idx="491">
                  <c:v>43840</c:v>
                </c:pt>
                <c:pt idx="492">
                  <c:v>43843</c:v>
                </c:pt>
                <c:pt idx="493">
                  <c:v>43844</c:v>
                </c:pt>
                <c:pt idx="494">
                  <c:v>43845</c:v>
                </c:pt>
                <c:pt idx="495">
                  <c:v>43846</c:v>
                </c:pt>
                <c:pt idx="496">
                  <c:v>43847</c:v>
                </c:pt>
                <c:pt idx="497">
                  <c:v>43850</c:v>
                </c:pt>
                <c:pt idx="498">
                  <c:v>43851</c:v>
                </c:pt>
                <c:pt idx="499">
                  <c:v>43852</c:v>
                </c:pt>
                <c:pt idx="500">
                  <c:v>43853</c:v>
                </c:pt>
                <c:pt idx="501">
                  <c:v>43854</c:v>
                </c:pt>
                <c:pt idx="502">
                  <c:v>43857</c:v>
                </c:pt>
                <c:pt idx="503">
                  <c:v>43858</c:v>
                </c:pt>
                <c:pt idx="504">
                  <c:v>43859</c:v>
                </c:pt>
                <c:pt idx="505">
                  <c:v>43860</c:v>
                </c:pt>
                <c:pt idx="506">
                  <c:v>43861</c:v>
                </c:pt>
                <c:pt idx="507">
                  <c:v>43864</c:v>
                </c:pt>
                <c:pt idx="508">
                  <c:v>43865</c:v>
                </c:pt>
                <c:pt idx="509">
                  <c:v>43866</c:v>
                </c:pt>
                <c:pt idx="510">
                  <c:v>43867</c:v>
                </c:pt>
                <c:pt idx="511">
                  <c:v>43868</c:v>
                </c:pt>
                <c:pt idx="512">
                  <c:v>43871</c:v>
                </c:pt>
                <c:pt idx="513">
                  <c:v>43872</c:v>
                </c:pt>
                <c:pt idx="514">
                  <c:v>43873</c:v>
                </c:pt>
                <c:pt idx="515">
                  <c:v>43874</c:v>
                </c:pt>
                <c:pt idx="516">
                  <c:v>43875</c:v>
                </c:pt>
                <c:pt idx="517">
                  <c:v>43878</c:v>
                </c:pt>
                <c:pt idx="518">
                  <c:v>43879</c:v>
                </c:pt>
                <c:pt idx="519">
                  <c:v>43880</c:v>
                </c:pt>
                <c:pt idx="520">
                  <c:v>43881</c:v>
                </c:pt>
                <c:pt idx="521">
                  <c:v>43882</c:v>
                </c:pt>
                <c:pt idx="522">
                  <c:v>43885</c:v>
                </c:pt>
                <c:pt idx="523">
                  <c:v>43886</c:v>
                </c:pt>
                <c:pt idx="524">
                  <c:v>43887</c:v>
                </c:pt>
                <c:pt idx="525">
                  <c:v>43888</c:v>
                </c:pt>
                <c:pt idx="526">
                  <c:v>43889</c:v>
                </c:pt>
                <c:pt idx="527">
                  <c:v>43892</c:v>
                </c:pt>
                <c:pt idx="528">
                  <c:v>43893</c:v>
                </c:pt>
                <c:pt idx="529">
                  <c:v>43894</c:v>
                </c:pt>
                <c:pt idx="530">
                  <c:v>43895</c:v>
                </c:pt>
                <c:pt idx="531">
                  <c:v>43896</c:v>
                </c:pt>
                <c:pt idx="532">
                  <c:v>43899</c:v>
                </c:pt>
                <c:pt idx="533">
                  <c:v>43900</c:v>
                </c:pt>
                <c:pt idx="534">
                  <c:v>43901</c:v>
                </c:pt>
                <c:pt idx="535">
                  <c:v>43902</c:v>
                </c:pt>
                <c:pt idx="536">
                  <c:v>43903</c:v>
                </c:pt>
                <c:pt idx="537">
                  <c:v>43906</c:v>
                </c:pt>
                <c:pt idx="538">
                  <c:v>43907</c:v>
                </c:pt>
                <c:pt idx="539">
                  <c:v>43908</c:v>
                </c:pt>
                <c:pt idx="540">
                  <c:v>43909</c:v>
                </c:pt>
                <c:pt idx="541">
                  <c:v>43910</c:v>
                </c:pt>
                <c:pt idx="542">
                  <c:v>43913</c:v>
                </c:pt>
                <c:pt idx="543">
                  <c:v>43914</c:v>
                </c:pt>
                <c:pt idx="544">
                  <c:v>43916</c:v>
                </c:pt>
                <c:pt idx="545">
                  <c:v>43917</c:v>
                </c:pt>
                <c:pt idx="546">
                  <c:v>43920</c:v>
                </c:pt>
                <c:pt idx="547">
                  <c:v>43921</c:v>
                </c:pt>
                <c:pt idx="548">
                  <c:v>43922</c:v>
                </c:pt>
                <c:pt idx="549">
                  <c:v>43923</c:v>
                </c:pt>
                <c:pt idx="550">
                  <c:v>43924</c:v>
                </c:pt>
                <c:pt idx="551">
                  <c:v>43927</c:v>
                </c:pt>
                <c:pt idx="552">
                  <c:v>43928</c:v>
                </c:pt>
                <c:pt idx="553">
                  <c:v>43929</c:v>
                </c:pt>
                <c:pt idx="554">
                  <c:v>43930</c:v>
                </c:pt>
                <c:pt idx="555">
                  <c:v>43934</c:v>
                </c:pt>
                <c:pt idx="556">
                  <c:v>43935</c:v>
                </c:pt>
                <c:pt idx="557">
                  <c:v>43936</c:v>
                </c:pt>
                <c:pt idx="558">
                  <c:v>43937</c:v>
                </c:pt>
                <c:pt idx="559">
                  <c:v>43938</c:v>
                </c:pt>
                <c:pt idx="560">
                  <c:v>43941</c:v>
                </c:pt>
                <c:pt idx="561">
                  <c:v>43942</c:v>
                </c:pt>
                <c:pt idx="562">
                  <c:v>43943</c:v>
                </c:pt>
                <c:pt idx="563">
                  <c:v>43944</c:v>
                </c:pt>
                <c:pt idx="564">
                  <c:v>43945</c:v>
                </c:pt>
                <c:pt idx="565">
                  <c:v>43948</c:v>
                </c:pt>
                <c:pt idx="566">
                  <c:v>43949</c:v>
                </c:pt>
                <c:pt idx="567">
                  <c:v>43950</c:v>
                </c:pt>
                <c:pt idx="568">
                  <c:v>43951</c:v>
                </c:pt>
                <c:pt idx="569">
                  <c:v>43955</c:v>
                </c:pt>
                <c:pt idx="570">
                  <c:v>43956</c:v>
                </c:pt>
                <c:pt idx="571">
                  <c:v>43957</c:v>
                </c:pt>
                <c:pt idx="572">
                  <c:v>43959</c:v>
                </c:pt>
                <c:pt idx="573">
                  <c:v>43962</c:v>
                </c:pt>
                <c:pt idx="574">
                  <c:v>43963</c:v>
                </c:pt>
                <c:pt idx="575">
                  <c:v>43964</c:v>
                </c:pt>
                <c:pt idx="576">
                  <c:v>43965</c:v>
                </c:pt>
                <c:pt idx="577">
                  <c:v>43966</c:v>
                </c:pt>
                <c:pt idx="578">
                  <c:v>43969</c:v>
                </c:pt>
                <c:pt idx="579">
                  <c:v>43970</c:v>
                </c:pt>
                <c:pt idx="580">
                  <c:v>43971</c:v>
                </c:pt>
                <c:pt idx="581">
                  <c:v>43973</c:v>
                </c:pt>
                <c:pt idx="582">
                  <c:v>43977</c:v>
                </c:pt>
                <c:pt idx="583">
                  <c:v>43978</c:v>
                </c:pt>
                <c:pt idx="584">
                  <c:v>43979</c:v>
                </c:pt>
                <c:pt idx="585">
                  <c:v>43980</c:v>
                </c:pt>
                <c:pt idx="586">
                  <c:v>43984</c:v>
                </c:pt>
                <c:pt idx="587">
                  <c:v>43985</c:v>
                </c:pt>
                <c:pt idx="588">
                  <c:v>43986</c:v>
                </c:pt>
                <c:pt idx="589">
                  <c:v>43987</c:v>
                </c:pt>
                <c:pt idx="590">
                  <c:v>43990</c:v>
                </c:pt>
                <c:pt idx="591">
                  <c:v>43991</c:v>
                </c:pt>
                <c:pt idx="592">
                  <c:v>43992</c:v>
                </c:pt>
                <c:pt idx="593">
                  <c:v>43993</c:v>
                </c:pt>
                <c:pt idx="594">
                  <c:v>43994</c:v>
                </c:pt>
                <c:pt idx="595">
                  <c:v>43997</c:v>
                </c:pt>
                <c:pt idx="596">
                  <c:v>43998</c:v>
                </c:pt>
                <c:pt idx="597">
                  <c:v>43999</c:v>
                </c:pt>
                <c:pt idx="598">
                  <c:v>44000</c:v>
                </c:pt>
                <c:pt idx="599">
                  <c:v>44001</c:v>
                </c:pt>
                <c:pt idx="600">
                  <c:v>44004</c:v>
                </c:pt>
                <c:pt idx="601">
                  <c:v>44005</c:v>
                </c:pt>
                <c:pt idx="602">
                  <c:v>44006</c:v>
                </c:pt>
                <c:pt idx="603">
                  <c:v>44007</c:v>
                </c:pt>
                <c:pt idx="604">
                  <c:v>44008</c:v>
                </c:pt>
                <c:pt idx="605">
                  <c:v>44011</c:v>
                </c:pt>
                <c:pt idx="606">
                  <c:v>44012</c:v>
                </c:pt>
                <c:pt idx="607">
                  <c:v>44013</c:v>
                </c:pt>
                <c:pt idx="608">
                  <c:v>44014</c:v>
                </c:pt>
                <c:pt idx="609">
                  <c:v>44015</c:v>
                </c:pt>
                <c:pt idx="610">
                  <c:v>44018</c:v>
                </c:pt>
                <c:pt idx="611">
                  <c:v>44019</c:v>
                </c:pt>
                <c:pt idx="612">
                  <c:v>44020</c:v>
                </c:pt>
                <c:pt idx="613">
                  <c:v>44021</c:v>
                </c:pt>
                <c:pt idx="614">
                  <c:v>44022</c:v>
                </c:pt>
                <c:pt idx="615">
                  <c:v>44025</c:v>
                </c:pt>
                <c:pt idx="616">
                  <c:v>44026</c:v>
                </c:pt>
                <c:pt idx="617">
                  <c:v>44027</c:v>
                </c:pt>
                <c:pt idx="618">
                  <c:v>44028</c:v>
                </c:pt>
                <c:pt idx="619">
                  <c:v>44029</c:v>
                </c:pt>
                <c:pt idx="620">
                  <c:v>44032</c:v>
                </c:pt>
                <c:pt idx="621">
                  <c:v>44033</c:v>
                </c:pt>
                <c:pt idx="622">
                  <c:v>44034</c:v>
                </c:pt>
                <c:pt idx="623">
                  <c:v>44035</c:v>
                </c:pt>
                <c:pt idx="624">
                  <c:v>44036</c:v>
                </c:pt>
                <c:pt idx="625">
                  <c:v>44039</c:v>
                </c:pt>
                <c:pt idx="626">
                  <c:v>44040</c:v>
                </c:pt>
                <c:pt idx="627">
                  <c:v>44041</c:v>
                </c:pt>
                <c:pt idx="628">
                  <c:v>44042</c:v>
                </c:pt>
                <c:pt idx="629">
                  <c:v>44046</c:v>
                </c:pt>
                <c:pt idx="630">
                  <c:v>44047</c:v>
                </c:pt>
                <c:pt idx="631">
                  <c:v>44048</c:v>
                </c:pt>
                <c:pt idx="632">
                  <c:v>44049</c:v>
                </c:pt>
                <c:pt idx="633">
                  <c:v>44050</c:v>
                </c:pt>
                <c:pt idx="634">
                  <c:v>44053</c:v>
                </c:pt>
                <c:pt idx="635">
                  <c:v>44054</c:v>
                </c:pt>
                <c:pt idx="636">
                  <c:v>44055</c:v>
                </c:pt>
                <c:pt idx="637">
                  <c:v>44056</c:v>
                </c:pt>
                <c:pt idx="638">
                  <c:v>44057</c:v>
                </c:pt>
                <c:pt idx="639">
                  <c:v>44061</c:v>
                </c:pt>
                <c:pt idx="640">
                  <c:v>44062</c:v>
                </c:pt>
                <c:pt idx="641">
                  <c:v>44067</c:v>
                </c:pt>
                <c:pt idx="642">
                  <c:v>44068</c:v>
                </c:pt>
                <c:pt idx="643">
                  <c:v>44069</c:v>
                </c:pt>
                <c:pt idx="644">
                  <c:v>44070</c:v>
                </c:pt>
                <c:pt idx="645">
                  <c:v>44071</c:v>
                </c:pt>
                <c:pt idx="646">
                  <c:v>44074</c:v>
                </c:pt>
                <c:pt idx="647">
                  <c:v>44075</c:v>
                </c:pt>
                <c:pt idx="648">
                  <c:v>44076</c:v>
                </c:pt>
                <c:pt idx="649">
                  <c:v>44077</c:v>
                </c:pt>
                <c:pt idx="650">
                  <c:v>44078</c:v>
                </c:pt>
                <c:pt idx="651">
                  <c:v>44081</c:v>
                </c:pt>
                <c:pt idx="652">
                  <c:v>44082</c:v>
                </c:pt>
                <c:pt idx="653">
                  <c:v>44083</c:v>
                </c:pt>
                <c:pt idx="654">
                  <c:v>44084</c:v>
                </c:pt>
                <c:pt idx="655">
                  <c:v>44085</c:v>
                </c:pt>
                <c:pt idx="656">
                  <c:v>44088</c:v>
                </c:pt>
                <c:pt idx="657">
                  <c:v>44089</c:v>
                </c:pt>
                <c:pt idx="658">
                  <c:v>44090</c:v>
                </c:pt>
                <c:pt idx="659">
                  <c:v>44091</c:v>
                </c:pt>
                <c:pt idx="660">
                  <c:v>44092</c:v>
                </c:pt>
                <c:pt idx="661">
                  <c:v>44095</c:v>
                </c:pt>
                <c:pt idx="662">
                  <c:v>44096</c:v>
                </c:pt>
                <c:pt idx="663">
                  <c:v>44097</c:v>
                </c:pt>
                <c:pt idx="664">
                  <c:v>44098</c:v>
                </c:pt>
                <c:pt idx="665">
                  <c:v>44099</c:v>
                </c:pt>
                <c:pt idx="666">
                  <c:v>44102</c:v>
                </c:pt>
                <c:pt idx="667">
                  <c:v>44103</c:v>
                </c:pt>
                <c:pt idx="668">
                  <c:v>44104</c:v>
                </c:pt>
                <c:pt idx="669">
                  <c:v>44105</c:v>
                </c:pt>
                <c:pt idx="670">
                  <c:v>44106</c:v>
                </c:pt>
                <c:pt idx="671">
                  <c:v>44109</c:v>
                </c:pt>
                <c:pt idx="672">
                  <c:v>44110</c:v>
                </c:pt>
                <c:pt idx="673">
                  <c:v>44111</c:v>
                </c:pt>
                <c:pt idx="674">
                  <c:v>44112</c:v>
                </c:pt>
                <c:pt idx="675">
                  <c:v>44113</c:v>
                </c:pt>
                <c:pt idx="676">
                  <c:v>44116</c:v>
                </c:pt>
                <c:pt idx="677">
                  <c:v>44117</c:v>
                </c:pt>
                <c:pt idx="678">
                  <c:v>44118</c:v>
                </c:pt>
                <c:pt idx="679">
                  <c:v>44119</c:v>
                </c:pt>
                <c:pt idx="680">
                  <c:v>44120</c:v>
                </c:pt>
                <c:pt idx="681">
                  <c:v>44123</c:v>
                </c:pt>
                <c:pt idx="682">
                  <c:v>44124</c:v>
                </c:pt>
                <c:pt idx="683">
                  <c:v>44125</c:v>
                </c:pt>
                <c:pt idx="684">
                  <c:v>44126</c:v>
                </c:pt>
                <c:pt idx="685">
                  <c:v>44127</c:v>
                </c:pt>
                <c:pt idx="686">
                  <c:v>44130</c:v>
                </c:pt>
                <c:pt idx="687">
                  <c:v>44131</c:v>
                </c:pt>
                <c:pt idx="688">
                  <c:v>44137</c:v>
                </c:pt>
                <c:pt idx="689">
                  <c:v>44138</c:v>
                </c:pt>
                <c:pt idx="690">
                  <c:v>44139</c:v>
                </c:pt>
                <c:pt idx="691">
                  <c:v>44140</c:v>
                </c:pt>
                <c:pt idx="692">
                  <c:v>44141</c:v>
                </c:pt>
                <c:pt idx="693">
                  <c:v>44144</c:v>
                </c:pt>
                <c:pt idx="694">
                  <c:v>44145</c:v>
                </c:pt>
                <c:pt idx="695">
                  <c:v>44146</c:v>
                </c:pt>
                <c:pt idx="696">
                  <c:v>44147</c:v>
                </c:pt>
                <c:pt idx="697">
                  <c:v>44148</c:v>
                </c:pt>
                <c:pt idx="698">
                  <c:v>44151</c:v>
                </c:pt>
                <c:pt idx="699">
                  <c:v>44152</c:v>
                </c:pt>
                <c:pt idx="700">
                  <c:v>44153</c:v>
                </c:pt>
                <c:pt idx="701">
                  <c:v>44154</c:v>
                </c:pt>
                <c:pt idx="702">
                  <c:v>44155</c:v>
                </c:pt>
                <c:pt idx="703">
                  <c:v>44158</c:v>
                </c:pt>
                <c:pt idx="704">
                  <c:v>44159</c:v>
                </c:pt>
                <c:pt idx="705">
                  <c:v>44160</c:v>
                </c:pt>
                <c:pt idx="706">
                  <c:v>44161</c:v>
                </c:pt>
                <c:pt idx="707">
                  <c:v>44162</c:v>
                </c:pt>
                <c:pt idx="708">
                  <c:v>44165</c:v>
                </c:pt>
                <c:pt idx="709">
                  <c:v>44166</c:v>
                </c:pt>
                <c:pt idx="710">
                  <c:v>44167</c:v>
                </c:pt>
                <c:pt idx="711">
                  <c:v>44168</c:v>
                </c:pt>
                <c:pt idx="712">
                  <c:v>44169</c:v>
                </c:pt>
                <c:pt idx="713">
                  <c:v>44172</c:v>
                </c:pt>
                <c:pt idx="714">
                  <c:v>44173</c:v>
                </c:pt>
                <c:pt idx="715">
                  <c:v>44175</c:v>
                </c:pt>
                <c:pt idx="716">
                  <c:v>44176</c:v>
                </c:pt>
                <c:pt idx="717">
                  <c:v>44179</c:v>
                </c:pt>
                <c:pt idx="718">
                  <c:v>44180</c:v>
                </c:pt>
                <c:pt idx="719">
                  <c:v>44181</c:v>
                </c:pt>
                <c:pt idx="720">
                  <c:v>44182</c:v>
                </c:pt>
                <c:pt idx="721">
                  <c:v>44183</c:v>
                </c:pt>
                <c:pt idx="722">
                  <c:v>44186</c:v>
                </c:pt>
                <c:pt idx="723">
                  <c:v>44187</c:v>
                </c:pt>
                <c:pt idx="724">
                  <c:v>44188</c:v>
                </c:pt>
                <c:pt idx="725">
                  <c:v>44193</c:v>
                </c:pt>
                <c:pt idx="726">
                  <c:v>44194</c:v>
                </c:pt>
                <c:pt idx="727">
                  <c:v>44195</c:v>
                </c:pt>
                <c:pt idx="728">
                  <c:v>44200</c:v>
                </c:pt>
                <c:pt idx="729">
                  <c:v>44201</c:v>
                </c:pt>
                <c:pt idx="730">
                  <c:v>44202</c:v>
                </c:pt>
                <c:pt idx="731">
                  <c:v>44203</c:v>
                </c:pt>
                <c:pt idx="732">
                  <c:v>44204</c:v>
                </c:pt>
                <c:pt idx="733">
                  <c:v>44207</c:v>
                </c:pt>
                <c:pt idx="734">
                  <c:v>44208</c:v>
                </c:pt>
                <c:pt idx="735">
                  <c:v>44209</c:v>
                </c:pt>
                <c:pt idx="736">
                  <c:v>44210</c:v>
                </c:pt>
                <c:pt idx="737">
                  <c:v>44211</c:v>
                </c:pt>
                <c:pt idx="738">
                  <c:v>44214</c:v>
                </c:pt>
                <c:pt idx="739">
                  <c:v>44215</c:v>
                </c:pt>
                <c:pt idx="740">
                  <c:v>44216</c:v>
                </c:pt>
                <c:pt idx="741">
                  <c:v>44217</c:v>
                </c:pt>
                <c:pt idx="742">
                  <c:v>44218</c:v>
                </c:pt>
                <c:pt idx="743">
                  <c:v>44221</c:v>
                </c:pt>
                <c:pt idx="744">
                  <c:v>44222</c:v>
                </c:pt>
                <c:pt idx="745">
                  <c:v>44223</c:v>
                </c:pt>
                <c:pt idx="746">
                  <c:v>44224</c:v>
                </c:pt>
                <c:pt idx="747">
                  <c:v>44225</c:v>
                </c:pt>
                <c:pt idx="748">
                  <c:v>44228</c:v>
                </c:pt>
                <c:pt idx="749">
                  <c:v>44229</c:v>
                </c:pt>
                <c:pt idx="750">
                  <c:v>44230</c:v>
                </c:pt>
                <c:pt idx="751">
                  <c:v>44231</c:v>
                </c:pt>
                <c:pt idx="752">
                  <c:v>44232</c:v>
                </c:pt>
                <c:pt idx="753">
                  <c:v>44235</c:v>
                </c:pt>
                <c:pt idx="754">
                  <c:v>44236</c:v>
                </c:pt>
                <c:pt idx="755">
                  <c:v>44237</c:v>
                </c:pt>
                <c:pt idx="756">
                  <c:v>44238</c:v>
                </c:pt>
                <c:pt idx="757">
                  <c:v>44242</c:v>
                </c:pt>
                <c:pt idx="758">
                  <c:v>44243</c:v>
                </c:pt>
                <c:pt idx="759">
                  <c:v>44244</c:v>
                </c:pt>
                <c:pt idx="760">
                  <c:v>44245</c:v>
                </c:pt>
                <c:pt idx="761">
                  <c:v>44246</c:v>
                </c:pt>
                <c:pt idx="762">
                  <c:v>44249</c:v>
                </c:pt>
                <c:pt idx="763">
                  <c:v>44250</c:v>
                </c:pt>
                <c:pt idx="764">
                  <c:v>44251</c:v>
                </c:pt>
                <c:pt idx="765">
                  <c:v>44252</c:v>
                </c:pt>
                <c:pt idx="766">
                  <c:v>44253</c:v>
                </c:pt>
                <c:pt idx="767">
                  <c:v>44256</c:v>
                </c:pt>
                <c:pt idx="768">
                  <c:v>44257</c:v>
                </c:pt>
                <c:pt idx="769">
                  <c:v>44258</c:v>
                </c:pt>
                <c:pt idx="770">
                  <c:v>44259</c:v>
                </c:pt>
                <c:pt idx="771">
                  <c:v>44260</c:v>
                </c:pt>
                <c:pt idx="772">
                  <c:v>44263</c:v>
                </c:pt>
                <c:pt idx="773">
                  <c:v>44264</c:v>
                </c:pt>
                <c:pt idx="774">
                  <c:v>44265</c:v>
                </c:pt>
                <c:pt idx="775">
                  <c:v>44267</c:v>
                </c:pt>
                <c:pt idx="776">
                  <c:v>44270</c:v>
                </c:pt>
                <c:pt idx="777">
                  <c:v>44271</c:v>
                </c:pt>
                <c:pt idx="778">
                  <c:v>44272</c:v>
                </c:pt>
                <c:pt idx="779">
                  <c:v>44273</c:v>
                </c:pt>
                <c:pt idx="780">
                  <c:v>44274</c:v>
                </c:pt>
                <c:pt idx="781">
                  <c:v>44277</c:v>
                </c:pt>
                <c:pt idx="782">
                  <c:v>44278</c:v>
                </c:pt>
                <c:pt idx="783">
                  <c:v>44279</c:v>
                </c:pt>
                <c:pt idx="784">
                  <c:v>44280</c:v>
                </c:pt>
                <c:pt idx="785">
                  <c:v>44281</c:v>
                </c:pt>
                <c:pt idx="786">
                  <c:v>44284</c:v>
                </c:pt>
                <c:pt idx="787">
                  <c:v>44285</c:v>
                </c:pt>
                <c:pt idx="788">
                  <c:v>44286</c:v>
                </c:pt>
                <c:pt idx="789">
                  <c:v>44287</c:v>
                </c:pt>
                <c:pt idx="790">
                  <c:v>44291</c:v>
                </c:pt>
                <c:pt idx="791">
                  <c:v>44292</c:v>
                </c:pt>
                <c:pt idx="792">
                  <c:v>44293</c:v>
                </c:pt>
                <c:pt idx="793">
                  <c:v>44294</c:v>
                </c:pt>
                <c:pt idx="794">
                  <c:v>44295</c:v>
                </c:pt>
                <c:pt idx="795">
                  <c:v>44298</c:v>
                </c:pt>
                <c:pt idx="796">
                  <c:v>44299</c:v>
                </c:pt>
                <c:pt idx="797">
                  <c:v>44300</c:v>
                </c:pt>
                <c:pt idx="798">
                  <c:v>44301</c:v>
                </c:pt>
                <c:pt idx="799">
                  <c:v>44302</c:v>
                </c:pt>
                <c:pt idx="800">
                  <c:v>44305</c:v>
                </c:pt>
                <c:pt idx="801">
                  <c:v>44306</c:v>
                </c:pt>
                <c:pt idx="802">
                  <c:v>44307</c:v>
                </c:pt>
                <c:pt idx="803">
                  <c:v>44308</c:v>
                </c:pt>
                <c:pt idx="804">
                  <c:v>44309</c:v>
                </c:pt>
                <c:pt idx="805">
                  <c:v>44312</c:v>
                </c:pt>
                <c:pt idx="806">
                  <c:v>44313</c:v>
                </c:pt>
                <c:pt idx="807">
                  <c:v>44314</c:v>
                </c:pt>
                <c:pt idx="808">
                  <c:v>44315</c:v>
                </c:pt>
                <c:pt idx="809">
                  <c:v>44316</c:v>
                </c:pt>
                <c:pt idx="810">
                  <c:v>44319</c:v>
                </c:pt>
                <c:pt idx="811">
                  <c:v>44320</c:v>
                </c:pt>
                <c:pt idx="812">
                  <c:v>44321</c:v>
                </c:pt>
                <c:pt idx="813">
                  <c:v>44322</c:v>
                </c:pt>
                <c:pt idx="814">
                  <c:v>44323</c:v>
                </c:pt>
                <c:pt idx="815">
                  <c:v>44326</c:v>
                </c:pt>
                <c:pt idx="816">
                  <c:v>44327</c:v>
                </c:pt>
                <c:pt idx="817">
                  <c:v>44333</c:v>
                </c:pt>
                <c:pt idx="818">
                  <c:v>44334</c:v>
                </c:pt>
                <c:pt idx="819">
                  <c:v>44335</c:v>
                </c:pt>
                <c:pt idx="820">
                  <c:v>44336</c:v>
                </c:pt>
                <c:pt idx="821">
                  <c:v>44337</c:v>
                </c:pt>
                <c:pt idx="822">
                  <c:v>44340</c:v>
                </c:pt>
                <c:pt idx="823">
                  <c:v>44341</c:v>
                </c:pt>
                <c:pt idx="824">
                  <c:v>44343</c:v>
                </c:pt>
                <c:pt idx="825">
                  <c:v>44344</c:v>
                </c:pt>
                <c:pt idx="826">
                  <c:v>44347</c:v>
                </c:pt>
                <c:pt idx="827">
                  <c:v>44349</c:v>
                </c:pt>
                <c:pt idx="828">
                  <c:v>44350</c:v>
                </c:pt>
                <c:pt idx="829">
                  <c:v>44351</c:v>
                </c:pt>
                <c:pt idx="830">
                  <c:v>44354</c:v>
                </c:pt>
                <c:pt idx="831">
                  <c:v>44355</c:v>
                </c:pt>
                <c:pt idx="832">
                  <c:v>44356</c:v>
                </c:pt>
                <c:pt idx="833">
                  <c:v>44357</c:v>
                </c:pt>
                <c:pt idx="834">
                  <c:v>44358</c:v>
                </c:pt>
                <c:pt idx="835">
                  <c:v>44361</c:v>
                </c:pt>
                <c:pt idx="836">
                  <c:v>44362</c:v>
                </c:pt>
                <c:pt idx="837">
                  <c:v>44363</c:v>
                </c:pt>
                <c:pt idx="838">
                  <c:v>44364</c:v>
                </c:pt>
                <c:pt idx="839">
                  <c:v>44365</c:v>
                </c:pt>
                <c:pt idx="840">
                  <c:v>44368</c:v>
                </c:pt>
                <c:pt idx="841">
                  <c:v>44369</c:v>
                </c:pt>
                <c:pt idx="842">
                  <c:v>44370</c:v>
                </c:pt>
                <c:pt idx="843">
                  <c:v>44371</c:v>
                </c:pt>
                <c:pt idx="844">
                  <c:v>44372</c:v>
                </c:pt>
                <c:pt idx="845">
                  <c:v>44375</c:v>
                </c:pt>
                <c:pt idx="846">
                  <c:v>44376</c:v>
                </c:pt>
                <c:pt idx="847">
                  <c:v>44377</c:v>
                </c:pt>
                <c:pt idx="848">
                  <c:v>44378</c:v>
                </c:pt>
                <c:pt idx="849">
                  <c:v>44379</c:v>
                </c:pt>
                <c:pt idx="850">
                  <c:v>44382</c:v>
                </c:pt>
                <c:pt idx="851">
                  <c:v>44383</c:v>
                </c:pt>
                <c:pt idx="852">
                  <c:v>44384</c:v>
                </c:pt>
                <c:pt idx="853">
                  <c:v>44385</c:v>
                </c:pt>
                <c:pt idx="854">
                  <c:v>44386</c:v>
                </c:pt>
                <c:pt idx="855">
                  <c:v>44389</c:v>
                </c:pt>
                <c:pt idx="856">
                  <c:v>44390</c:v>
                </c:pt>
                <c:pt idx="857">
                  <c:v>44391</c:v>
                </c:pt>
                <c:pt idx="858">
                  <c:v>44392</c:v>
                </c:pt>
                <c:pt idx="859">
                  <c:v>44393</c:v>
                </c:pt>
                <c:pt idx="860">
                  <c:v>44396</c:v>
                </c:pt>
                <c:pt idx="861">
                  <c:v>44398</c:v>
                </c:pt>
                <c:pt idx="862">
                  <c:v>44399</c:v>
                </c:pt>
                <c:pt idx="863">
                  <c:v>44400</c:v>
                </c:pt>
                <c:pt idx="864">
                  <c:v>44403</c:v>
                </c:pt>
                <c:pt idx="865">
                  <c:v>44404</c:v>
                </c:pt>
                <c:pt idx="866">
                  <c:v>44405</c:v>
                </c:pt>
                <c:pt idx="867">
                  <c:v>44406</c:v>
                </c:pt>
                <c:pt idx="868">
                  <c:v>44407</c:v>
                </c:pt>
                <c:pt idx="869">
                  <c:v>44410</c:v>
                </c:pt>
                <c:pt idx="870">
                  <c:v>44411</c:v>
                </c:pt>
                <c:pt idx="871">
                  <c:v>44412</c:v>
                </c:pt>
                <c:pt idx="872">
                  <c:v>44413</c:v>
                </c:pt>
                <c:pt idx="873">
                  <c:v>44414</c:v>
                </c:pt>
                <c:pt idx="874">
                  <c:v>44417</c:v>
                </c:pt>
                <c:pt idx="875">
                  <c:v>44418</c:v>
                </c:pt>
                <c:pt idx="876">
                  <c:v>44420</c:v>
                </c:pt>
                <c:pt idx="877">
                  <c:v>44421</c:v>
                </c:pt>
                <c:pt idx="878">
                  <c:v>44424</c:v>
                </c:pt>
                <c:pt idx="879">
                  <c:v>44426</c:v>
                </c:pt>
                <c:pt idx="880">
                  <c:v>44427</c:v>
                </c:pt>
                <c:pt idx="881">
                  <c:v>44428</c:v>
                </c:pt>
                <c:pt idx="882">
                  <c:v>44431</c:v>
                </c:pt>
                <c:pt idx="883">
                  <c:v>44432</c:v>
                </c:pt>
                <c:pt idx="884">
                  <c:v>44433</c:v>
                </c:pt>
                <c:pt idx="885">
                  <c:v>44434</c:v>
                </c:pt>
                <c:pt idx="886">
                  <c:v>44435</c:v>
                </c:pt>
                <c:pt idx="887">
                  <c:v>44438</c:v>
                </c:pt>
                <c:pt idx="888">
                  <c:v>44439</c:v>
                </c:pt>
                <c:pt idx="889">
                  <c:v>44440</c:v>
                </c:pt>
                <c:pt idx="890">
                  <c:v>44441</c:v>
                </c:pt>
                <c:pt idx="891">
                  <c:v>44442</c:v>
                </c:pt>
                <c:pt idx="892">
                  <c:v>44445</c:v>
                </c:pt>
                <c:pt idx="893">
                  <c:v>44446</c:v>
                </c:pt>
                <c:pt idx="894">
                  <c:v>44447</c:v>
                </c:pt>
                <c:pt idx="895">
                  <c:v>44448</c:v>
                </c:pt>
                <c:pt idx="896">
                  <c:v>44449</c:v>
                </c:pt>
                <c:pt idx="897">
                  <c:v>44452</c:v>
                </c:pt>
                <c:pt idx="898">
                  <c:v>44453</c:v>
                </c:pt>
                <c:pt idx="899">
                  <c:v>44454</c:v>
                </c:pt>
                <c:pt idx="900">
                  <c:v>44455</c:v>
                </c:pt>
                <c:pt idx="901">
                  <c:v>44456</c:v>
                </c:pt>
                <c:pt idx="902">
                  <c:v>44459</c:v>
                </c:pt>
                <c:pt idx="903">
                  <c:v>44460</c:v>
                </c:pt>
                <c:pt idx="904">
                  <c:v>44461</c:v>
                </c:pt>
                <c:pt idx="905">
                  <c:v>44462</c:v>
                </c:pt>
                <c:pt idx="906">
                  <c:v>44463</c:v>
                </c:pt>
                <c:pt idx="907">
                  <c:v>44466</c:v>
                </c:pt>
                <c:pt idx="908">
                  <c:v>44467</c:v>
                </c:pt>
                <c:pt idx="909">
                  <c:v>44468</c:v>
                </c:pt>
                <c:pt idx="910">
                  <c:v>44469</c:v>
                </c:pt>
                <c:pt idx="911">
                  <c:v>44470</c:v>
                </c:pt>
                <c:pt idx="912">
                  <c:v>44473</c:v>
                </c:pt>
                <c:pt idx="913">
                  <c:v>44474</c:v>
                </c:pt>
                <c:pt idx="914">
                  <c:v>44475</c:v>
                </c:pt>
                <c:pt idx="915">
                  <c:v>44476</c:v>
                </c:pt>
                <c:pt idx="916">
                  <c:v>44477</c:v>
                </c:pt>
                <c:pt idx="917">
                  <c:v>44480</c:v>
                </c:pt>
                <c:pt idx="918">
                  <c:v>44481</c:v>
                </c:pt>
                <c:pt idx="919">
                  <c:v>44482</c:v>
                </c:pt>
                <c:pt idx="920">
                  <c:v>44483</c:v>
                </c:pt>
                <c:pt idx="921">
                  <c:v>44484</c:v>
                </c:pt>
                <c:pt idx="922">
                  <c:v>44487</c:v>
                </c:pt>
                <c:pt idx="923">
                  <c:v>44488</c:v>
                </c:pt>
                <c:pt idx="924">
                  <c:v>44490</c:v>
                </c:pt>
                <c:pt idx="925">
                  <c:v>44491</c:v>
                </c:pt>
                <c:pt idx="926">
                  <c:v>44494</c:v>
                </c:pt>
                <c:pt idx="927">
                  <c:v>44495</c:v>
                </c:pt>
                <c:pt idx="928">
                  <c:v>44496</c:v>
                </c:pt>
                <c:pt idx="929">
                  <c:v>44497</c:v>
                </c:pt>
                <c:pt idx="930">
                  <c:v>44498</c:v>
                </c:pt>
                <c:pt idx="931">
                  <c:v>44501</c:v>
                </c:pt>
                <c:pt idx="932">
                  <c:v>44502</c:v>
                </c:pt>
                <c:pt idx="933">
                  <c:v>44503</c:v>
                </c:pt>
                <c:pt idx="934">
                  <c:v>44504</c:v>
                </c:pt>
                <c:pt idx="935">
                  <c:v>44505</c:v>
                </c:pt>
                <c:pt idx="936">
                  <c:v>44508</c:v>
                </c:pt>
                <c:pt idx="937">
                  <c:v>44509</c:v>
                </c:pt>
                <c:pt idx="938">
                  <c:v>44510</c:v>
                </c:pt>
                <c:pt idx="939">
                  <c:v>44511</c:v>
                </c:pt>
                <c:pt idx="940">
                  <c:v>44512</c:v>
                </c:pt>
                <c:pt idx="941">
                  <c:v>44515</c:v>
                </c:pt>
                <c:pt idx="942">
                  <c:v>44516</c:v>
                </c:pt>
                <c:pt idx="943">
                  <c:v>44517</c:v>
                </c:pt>
                <c:pt idx="944">
                  <c:v>44518</c:v>
                </c:pt>
                <c:pt idx="945">
                  <c:v>44519</c:v>
                </c:pt>
                <c:pt idx="946">
                  <c:v>44522</c:v>
                </c:pt>
                <c:pt idx="947">
                  <c:v>44523</c:v>
                </c:pt>
                <c:pt idx="948">
                  <c:v>44524</c:v>
                </c:pt>
                <c:pt idx="949">
                  <c:v>44525</c:v>
                </c:pt>
                <c:pt idx="950">
                  <c:v>44526</c:v>
                </c:pt>
                <c:pt idx="951">
                  <c:v>44529</c:v>
                </c:pt>
                <c:pt idx="952">
                  <c:v>44530</c:v>
                </c:pt>
                <c:pt idx="953">
                  <c:v>44531</c:v>
                </c:pt>
                <c:pt idx="954">
                  <c:v>44532</c:v>
                </c:pt>
                <c:pt idx="955">
                  <c:v>44533</c:v>
                </c:pt>
                <c:pt idx="956">
                  <c:v>44536</c:v>
                </c:pt>
                <c:pt idx="957">
                  <c:v>44537</c:v>
                </c:pt>
                <c:pt idx="958">
                  <c:v>44538</c:v>
                </c:pt>
                <c:pt idx="959">
                  <c:v>44539</c:v>
                </c:pt>
                <c:pt idx="960">
                  <c:v>44540</c:v>
                </c:pt>
                <c:pt idx="961">
                  <c:v>44543</c:v>
                </c:pt>
                <c:pt idx="962">
                  <c:v>44544</c:v>
                </c:pt>
                <c:pt idx="963">
                  <c:v>44545</c:v>
                </c:pt>
                <c:pt idx="964">
                  <c:v>44546</c:v>
                </c:pt>
                <c:pt idx="965">
                  <c:v>44547</c:v>
                </c:pt>
                <c:pt idx="966">
                  <c:v>44550</c:v>
                </c:pt>
                <c:pt idx="967">
                  <c:v>44551</c:v>
                </c:pt>
                <c:pt idx="968">
                  <c:v>44552</c:v>
                </c:pt>
                <c:pt idx="969">
                  <c:v>44553</c:v>
                </c:pt>
                <c:pt idx="970">
                  <c:v>44554</c:v>
                </c:pt>
                <c:pt idx="971">
                  <c:v>44557</c:v>
                </c:pt>
                <c:pt idx="972">
                  <c:v>44558</c:v>
                </c:pt>
                <c:pt idx="973">
                  <c:v>44559</c:v>
                </c:pt>
                <c:pt idx="974">
                  <c:v>44560</c:v>
                </c:pt>
                <c:pt idx="975">
                  <c:v>44561</c:v>
                </c:pt>
                <c:pt idx="976">
                  <c:v>44564</c:v>
                </c:pt>
                <c:pt idx="977">
                  <c:v>44565</c:v>
                </c:pt>
                <c:pt idx="978">
                  <c:v>44566</c:v>
                </c:pt>
                <c:pt idx="979">
                  <c:v>44567</c:v>
                </c:pt>
                <c:pt idx="980">
                  <c:v>44568</c:v>
                </c:pt>
                <c:pt idx="981">
                  <c:v>44571</c:v>
                </c:pt>
                <c:pt idx="982">
                  <c:v>44572</c:v>
                </c:pt>
                <c:pt idx="983">
                  <c:v>44573</c:v>
                </c:pt>
                <c:pt idx="984">
                  <c:v>44574</c:v>
                </c:pt>
                <c:pt idx="985">
                  <c:v>44575</c:v>
                </c:pt>
                <c:pt idx="986">
                  <c:v>44578</c:v>
                </c:pt>
                <c:pt idx="987">
                  <c:v>44579</c:v>
                </c:pt>
                <c:pt idx="988">
                  <c:v>44580</c:v>
                </c:pt>
                <c:pt idx="989">
                  <c:v>44581</c:v>
                </c:pt>
                <c:pt idx="990">
                  <c:v>44582</c:v>
                </c:pt>
                <c:pt idx="991">
                  <c:v>44585</c:v>
                </c:pt>
                <c:pt idx="992">
                  <c:v>44586</c:v>
                </c:pt>
                <c:pt idx="993">
                  <c:v>44587</c:v>
                </c:pt>
                <c:pt idx="994">
                  <c:v>44588</c:v>
                </c:pt>
                <c:pt idx="995">
                  <c:v>44589</c:v>
                </c:pt>
                <c:pt idx="996">
                  <c:v>44592</c:v>
                </c:pt>
                <c:pt idx="997">
                  <c:v>44594</c:v>
                </c:pt>
                <c:pt idx="998">
                  <c:v>44595</c:v>
                </c:pt>
                <c:pt idx="999">
                  <c:v>44596</c:v>
                </c:pt>
                <c:pt idx="1000">
                  <c:v>44599</c:v>
                </c:pt>
                <c:pt idx="1001">
                  <c:v>44600</c:v>
                </c:pt>
                <c:pt idx="1002">
                  <c:v>44601</c:v>
                </c:pt>
                <c:pt idx="1003">
                  <c:v>44602</c:v>
                </c:pt>
                <c:pt idx="1004">
                  <c:v>44603</c:v>
                </c:pt>
                <c:pt idx="1005">
                  <c:v>44606</c:v>
                </c:pt>
                <c:pt idx="1006">
                  <c:v>44607</c:v>
                </c:pt>
                <c:pt idx="1007">
                  <c:v>44608</c:v>
                </c:pt>
                <c:pt idx="1008">
                  <c:v>44609</c:v>
                </c:pt>
                <c:pt idx="1009">
                  <c:v>44610</c:v>
                </c:pt>
                <c:pt idx="1010">
                  <c:v>44613</c:v>
                </c:pt>
                <c:pt idx="1011">
                  <c:v>44614</c:v>
                </c:pt>
                <c:pt idx="1012">
                  <c:v>44615</c:v>
                </c:pt>
                <c:pt idx="1013">
                  <c:v>44616</c:v>
                </c:pt>
                <c:pt idx="1014">
                  <c:v>44617</c:v>
                </c:pt>
                <c:pt idx="1015">
                  <c:v>44621</c:v>
                </c:pt>
                <c:pt idx="1016">
                  <c:v>44622</c:v>
                </c:pt>
                <c:pt idx="1017">
                  <c:v>44624</c:v>
                </c:pt>
                <c:pt idx="1018">
                  <c:v>44627</c:v>
                </c:pt>
                <c:pt idx="1019">
                  <c:v>44628</c:v>
                </c:pt>
                <c:pt idx="1020">
                  <c:v>44629</c:v>
                </c:pt>
                <c:pt idx="1021">
                  <c:v>44630</c:v>
                </c:pt>
                <c:pt idx="1022">
                  <c:v>44631</c:v>
                </c:pt>
                <c:pt idx="1023">
                  <c:v>44634</c:v>
                </c:pt>
                <c:pt idx="1024">
                  <c:v>44635</c:v>
                </c:pt>
                <c:pt idx="1025">
                  <c:v>44636</c:v>
                </c:pt>
                <c:pt idx="1026">
                  <c:v>44637</c:v>
                </c:pt>
                <c:pt idx="1027">
                  <c:v>44638</c:v>
                </c:pt>
                <c:pt idx="1028">
                  <c:v>44641</c:v>
                </c:pt>
                <c:pt idx="1029">
                  <c:v>44642</c:v>
                </c:pt>
                <c:pt idx="1030">
                  <c:v>44643</c:v>
                </c:pt>
                <c:pt idx="1031">
                  <c:v>44644</c:v>
                </c:pt>
                <c:pt idx="1032">
                  <c:v>44645</c:v>
                </c:pt>
                <c:pt idx="1033">
                  <c:v>44648</c:v>
                </c:pt>
                <c:pt idx="1034">
                  <c:v>44649</c:v>
                </c:pt>
                <c:pt idx="1035">
                  <c:v>44650</c:v>
                </c:pt>
                <c:pt idx="1036">
                  <c:v>44651</c:v>
                </c:pt>
                <c:pt idx="1037">
                  <c:v>44652</c:v>
                </c:pt>
                <c:pt idx="1038">
                  <c:v>44655</c:v>
                </c:pt>
                <c:pt idx="1039">
                  <c:v>44656</c:v>
                </c:pt>
                <c:pt idx="1040">
                  <c:v>44657</c:v>
                </c:pt>
                <c:pt idx="1041">
                  <c:v>44658</c:v>
                </c:pt>
                <c:pt idx="1042">
                  <c:v>44659</c:v>
                </c:pt>
                <c:pt idx="1043">
                  <c:v>44662</c:v>
                </c:pt>
                <c:pt idx="1044">
                  <c:v>44663</c:v>
                </c:pt>
                <c:pt idx="1045">
                  <c:v>44664</c:v>
                </c:pt>
                <c:pt idx="1046">
                  <c:v>44665</c:v>
                </c:pt>
                <c:pt idx="1047">
                  <c:v>44669</c:v>
                </c:pt>
                <c:pt idx="1048">
                  <c:v>44670</c:v>
                </c:pt>
                <c:pt idx="1049">
                  <c:v>44671</c:v>
                </c:pt>
                <c:pt idx="1050">
                  <c:v>44672</c:v>
                </c:pt>
                <c:pt idx="1051">
                  <c:v>44673</c:v>
                </c:pt>
                <c:pt idx="1052">
                  <c:v>44676</c:v>
                </c:pt>
                <c:pt idx="1053">
                  <c:v>44677</c:v>
                </c:pt>
                <c:pt idx="1054">
                  <c:v>44678</c:v>
                </c:pt>
                <c:pt idx="1055">
                  <c:v>44679</c:v>
                </c:pt>
                <c:pt idx="1056">
                  <c:v>44690</c:v>
                </c:pt>
                <c:pt idx="1057">
                  <c:v>44691</c:v>
                </c:pt>
                <c:pt idx="1058">
                  <c:v>44692</c:v>
                </c:pt>
                <c:pt idx="1059">
                  <c:v>44693</c:v>
                </c:pt>
                <c:pt idx="1060">
                  <c:v>44694</c:v>
                </c:pt>
                <c:pt idx="1061">
                  <c:v>44698</c:v>
                </c:pt>
                <c:pt idx="1062">
                  <c:v>44699</c:v>
                </c:pt>
                <c:pt idx="1063">
                  <c:v>44700</c:v>
                </c:pt>
                <c:pt idx="1064">
                  <c:v>44701</c:v>
                </c:pt>
                <c:pt idx="1065">
                  <c:v>44704</c:v>
                </c:pt>
                <c:pt idx="1066">
                  <c:v>44705</c:v>
                </c:pt>
                <c:pt idx="1067">
                  <c:v>44706</c:v>
                </c:pt>
                <c:pt idx="1068">
                  <c:v>44708</c:v>
                </c:pt>
                <c:pt idx="1069">
                  <c:v>44711</c:v>
                </c:pt>
                <c:pt idx="1070">
                  <c:v>44712</c:v>
                </c:pt>
                <c:pt idx="1071">
                  <c:v>44714</c:v>
                </c:pt>
                <c:pt idx="1072">
                  <c:v>44715</c:v>
                </c:pt>
                <c:pt idx="1073">
                  <c:v>44718</c:v>
                </c:pt>
                <c:pt idx="1074">
                  <c:v>44719</c:v>
                </c:pt>
                <c:pt idx="1075">
                  <c:v>44720</c:v>
                </c:pt>
                <c:pt idx="1076">
                  <c:v>44721</c:v>
                </c:pt>
                <c:pt idx="1077">
                  <c:v>44722</c:v>
                </c:pt>
                <c:pt idx="1078">
                  <c:v>44725</c:v>
                </c:pt>
                <c:pt idx="1079">
                  <c:v>44726</c:v>
                </c:pt>
                <c:pt idx="1080">
                  <c:v>44727</c:v>
                </c:pt>
                <c:pt idx="1081">
                  <c:v>44728</c:v>
                </c:pt>
                <c:pt idx="1082">
                  <c:v>44729</c:v>
                </c:pt>
                <c:pt idx="1083">
                  <c:v>44732</c:v>
                </c:pt>
                <c:pt idx="1084">
                  <c:v>44733</c:v>
                </c:pt>
                <c:pt idx="1085">
                  <c:v>44734</c:v>
                </c:pt>
                <c:pt idx="1086">
                  <c:v>44735</c:v>
                </c:pt>
                <c:pt idx="1087">
                  <c:v>44736</c:v>
                </c:pt>
                <c:pt idx="1088">
                  <c:v>44739</c:v>
                </c:pt>
                <c:pt idx="1089">
                  <c:v>44740</c:v>
                </c:pt>
                <c:pt idx="1090">
                  <c:v>44741</c:v>
                </c:pt>
                <c:pt idx="1091">
                  <c:v>44742</c:v>
                </c:pt>
                <c:pt idx="1092">
                  <c:v>44743</c:v>
                </c:pt>
                <c:pt idx="1093">
                  <c:v>44746</c:v>
                </c:pt>
                <c:pt idx="1094">
                  <c:v>44747</c:v>
                </c:pt>
                <c:pt idx="1095">
                  <c:v>44748</c:v>
                </c:pt>
                <c:pt idx="1096">
                  <c:v>44749</c:v>
                </c:pt>
                <c:pt idx="1097">
                  <c:v>44750</c:v>
                </c:pt>
                <c:pt idx="1098">
                  <c:v>44753</c:v>
                </c:pt>
                <c:pt idx="1099">
                  <c:v>44754</c:v>
                </c:pt>
                <c:pt idx="1100">
                  <c:v>44755</c:v>
                </c:pt>
                <c:pt idx="1101">
                  <c:v>44756</c:v>
                </c:pt>
                <c:pt idx="1102">
                  <c:v>44757</c:v>
                </c:pt>
                <c:pt idx="1103">
                  <c:v>44760</c:v>
                </c:pt>
                <c:pt idx="1104">
                  <c:v>44761</c:v>
                </c:pt>
                <c:pt idx="1105">
                  <c:v>44762</c:v>
                </c:pt>
                <c:pt idx="1106">
                  <c:v>44763</c:v>
                </c:pt>
                <c:pt idx="1107">
                  <c:v>44764</c:v>
                </c:pt>
                <c:pt idx="1108">
                  <c:v>44767</c:v>
                </c:pt>
                <c:pt idx="1109">
                  <c:v>44768</c:v>
                </c:pt>
                <c:pt idx="1110">
                  <c:v>44769</c:v>
                </c:pt>
                <c:pt idx="1111">
                  <c:v>44770</c:v>
                </c:pt>
                <c:pt idx="1112">
                  <c:v>44771</c:v>
                </c:pt>
                <c:pt idx="1113">
                  <c:v>44774</c:v>
                </c:pt>
                <c:pt idx="1114">
                  <c:v>44775</c:v>
                </c:pt>
                <c:pt idx="1115">
                  <c:v>44776</c:v>
                </c:pt>
                <c:pt idx="1116">
                  <c:v>44777</c:v>
                </c:pt>
                <c:pt idx="1117">
                  <c:v>44778</c:v>
                </c:pt>
                <c:pt idx="1118">
                  <c:v>44781</c:v>
                </c:pt>
                <c:pt idx="1119">
                  <c:v>44782</c:v>
                </c:pt>
                <c:pt idx="1120">
                  <c:v>44783</c:v>
                </c:pt>
                <c:pt idx="1121">
                  <c:v>44784</c:v>
                </c:pt>
                <c:pt idx="1122">
                  <c:v>44785</c:v>
                </c:pt>
                <c:pt idx="1123">
                  <c:v>44788</c:v>
                </c:pt>
                <c:pt idx="1124">
                  <c:v>44789</c:v>
                </c:pt>
                <c:pt idx="1125">
                  <c:v>44791</c:v>
                </c:pt>
                <c:pt idx="1126">
                  <c:v>44792</c:v>
                </c:pt>
                <c:pt idx="1127">
                  <c:v>44795</c:v>
                </c:pt>
                <c:pt idx="1128">
                  <c:v>44796</c:v>
                </c:pt>
                <c:pt idx="1129">
                  <c:v>44797</c:v>
                </c:pt>
                <c:pt idx="1130">
                  <c:v>44798</c:v>
                </c:pt>
                <c:pt idx="1131">
                  <c:v>44799</c:v>
                </c:pt>
                <c:pt idx="1132">
                  <c:v>44802</c:v>
                </c:pt>
                <c:pt idx="1133">
                  <c:v>44803</c:v>
                </c:pt>
                <c:pt idx="1134">
                  <c:v>44804</c:v>
                </c:pt>
                <c:pt idx="1135">
                  <c:v>44805</c:v>
                </c:pt>
                <c:pt idx="1136">
                  <c:v>44806</c:v>
                </c:pt>
                <c:pt idx="1137">
                  <c:v>44809</c:v>
                </c:pt>
                <c:pt idx="1138">
                  <c:v>44810</c:v>
                </c:pt>
                <c:pt idx="1139">
                  <c:v>44811</c:v>
                </c:pt>
                <c:pt idx="1140">
                  <c:v>44812</c:v>
                </c:pt>
                <c:pt idx="1141">
                  <c:v>44813</c:v>
                </c:pt>
                <c:pt idx="1142">
                  <c:v>44816</c:v>
                </c:pt>
                <c:pt idx="1143">
                  <c:v>44817</c:v>
                </c:pt>
                <c:pt idx="1144">
                  <c:v>44818</c:v>
                </c:pt>
                <c:pt idx="1145">
                  <c:v>44819</c:v>
                </c:pt>
                <c:pt idx="1146">
                  <c:v>44820</c:v>
                </c:pt>
                <c:pt idx="1147">
                  <c:v>44823</c:v>
                </c:pt>
                <c:pt idx="1148">
                  <c:v>44824</c:v>
                </c:pt>
                <c:pt idx="1149">
                  <c:v>44825</c:v>
                </c:pt>
                <c:pt idx="1150">
                  <c:v>44826</c:v>
                </c:pt>
                <c:pt idx="1151">
                  <c:v>44827</c:v>
                </c:pt>
                <c:pt idx="1152">
                  <c:v>44830</c:v>
                </c:pt>
                <c:pt idx="1153">
                  <c:v>44831</c:v>
                </c:pt>
                <c:pt idx="1154">
                  <c:v>44832</c:v>
                </c:pt>
                <c:pt idx="1155">
                  <c:v>44833</c:v>
                </c:pt>
                <c:pt idx="1156">
                  <c:v>44834</c:v>
                </c:pt>
                <c:pt idx="1157">
                  <c:v>44837</c:v>
                </c:pt>
                <c:pt idx="1158">
                  <c:v>44838</c:v>
                </c:pt>
                <c:pt idx="1159">
                  <c:v>44839</c:v>
                </c:pt>
                <c:pt idx="1160">
                  <c:v>44840</c:v>
                </c:pt>
                <c:pt idx="1161">
                  <c:v>44841</c:v>
                </c:pt>
                <c:pt idx="1162">
                  <c:v>44844</c:v>
                </c:pt>
                <c:pt idx="1163">
                  <c:v>44845</c:v>
                </c:pt>
                <c:pt idx="1164">
                  <c:v>44846</c:v>
                </c:pt>
                <c:pt idx="1165">
                  <c:v>44847</c:v>
                </c:pt>
                <c:pt idx="1166">
                  <c:v>44848</c:v>
                </c:pt>
                <c:pt idx="1167">
                  <c:v>44851</c:v>
                </c:pt>
                <c:pt idx="1168">
                  <c:v>44852</c:v>
                </c:pt>
                <c:pt idx="1169">
                  <c:v>44853</c:v>
                </c:pt>
                <c:pt idx="1170">
                  <c:v>44854</c:v>
                </c:pt>
                <c:pt idx="1171">
                  <c:v>44855</c:v>
                </c:pt>
                <c:pt idx="1172">
                  <c:v>44858</c:v>
                </c:pt>
                <c:pt idx="1173">
                  <c:v>44859</c:v>
                </c:pt>
                <c:pt idx="1174">
                  <c:v>44860</c:v>
                </c:pt>
                <c:pt idx="1175">
                  <c:v>44861</c:v>
                </c:pt>
                <c:pt idx="1176">
                  <c:v>44862</c:v>
                </c:pt>
                <c:pt idx="1177">
                  <c:v>44865</c:v>
                </c:pt>
                <c:pt idx="1178">
                  <c:v>44866</c:v>
                </c:pt>
                <c:pt idx="1179">
                  <c:v>44867</c:v>
                </c:pt>
                <c:pt idx="1180">
                  <c:v>44868</c:v>
                </c:pt>
                <c:pt idx="1181">
                  <c:v>44869</c:v>
                </c:pt>
                <c:pt idx="1182">
                  <c:v>44872</c:v>
                </c:pt>
                <c:pt idx="1183">
                  <c:v>44873</c:v>
                </c:pt>
                <c:pt idx="1184">
                  <c:v>44874</c:v>
                </c:pt>
                <c:pt idx="1185">
                  <c:v>44875</c:v>
                </c:pt>
                <c:pt idx="1186">
                  <c:v>44876</c:v>
                </c:pt>
                <c:pt idx="1187">
                  <c:v>44879</c:v>
                </c:pt>
                <c:pt idx="1188">
                  <c:v>44880</c:v>
                </c:pt>
                <c:pt idx="1189">
                  <c:v>44881</c:v>
                </c:pt>
                <c:pt idx="1190">
                  <c:v>44882</c:v>
                </c:pt>
                <c:pt idx="1191">
                  <c:v>44883</c:v>
                </c:pt>
                <c:pt idx="1192">
                  <c:v>44886</c:v>
                </c:pt>
                <c:pt idx="1193">
                  <c:v>44887</c:v>
                </c:pt>
                <c:pt idx="1194">
                  <c:v>44888</c:v>
                </c:pt>
                <c:pt idx="1195">
                  <c:v>44889</c:v>
                </c:pt>
                <c:pt idx="1196">
                  <c:v>44890</c:v>
                </c:pt>
                <c:pt idx="1197">
                  <c:v>44893</c:v>
                </c:pt>
                <c:pt idx="1198">
                  <c:v>44894</c:v>
                </c:pt>
                <c:pt idx="1199">
                  <c:v>44895</c:v>
                </c:pt>
                <c:pt idx="1200">
                  <c:v>44896</c:v>
                </c:pt>
                <c:pt idx="1201">
                  <c:v>44897</c:v>
                </c:pt>
                <c:pt idx="1202">
                  <c:v>44900</c:v>
                </c:pt>
                <c:pt idx="1203">
                  <c:v>44901</c:v>
                </c:pt>
                <c:pt idx="1204">
                  <c:v>44902</c:v>
                </c:pt>
                <c:pt idx="1205">
                  <c:v>44903</c:v>
                </c:pt>
                <c:pt idx="1206">
                  <c:v>44904</c:v>
                </c:pt>
                <c:pt idx="1207">
                  <c:v>44907</c:v>
                </c:pt>
                <c:pt idx="1208">
                  <c:v>44908</c:v>
                </c:pt>
                <c:pt idx="1209">
                  <c:v>44909</c:v>
                </c:pt>
                <c:pt idx="1210">
                  <c:v>44910</c:v>
                </c:pt>
                <c:pt idx="1211">
                  <c:v>44911</c:v>
                </c:pt>
                <c:pt idx="1212">
                  <c:v>44914</c:v>
                </c:pt>
                <c:pt idx="1213">
                  <c:v>44915</c:v>
                </c:pt>
                <c:pt idx="1214">
                  <c:v>44916</c:v>
                </c:pt>
                <c:pt idx="1215">
                  <c:v>44917</c:v>
                </c:pt>
                <c:pt idx="1216">
                  <c:v>44918</c:v>
                </c:pt>
                <c:pt idx="1217">
                  <c:v>44921</c:v>
                </c:pt>
                <c:pt idx="1218">
                  <c:v>44922</c:v>
                </c:pt>
                <c:pt idx="1219">
                  <c:v>44923</c:v>
                </c:pt>
                <c:pt idx="1220">
                  <c:v>44924</c:v>
                </c:pt>
                <c:pt idx="1221">
                  <c:v>44925</c:v>
                </c:pt>
                <c:pt idx="1222">
                  <c:v>44928</c:v>
                </c:pt>
                <c:pt idx="1223">
                  <c:v>44929</c:v>
                </c:pt>
                <c:pt idx="1224">
                  <c:v>44930</c:v>
                </c:pt>
                <c:pt idx="1225">
                  <c:v>44931</c:v>
                </c:pt>
                <c:pt idx="1226">
                  <c:v>44932</c:v>
                </c:pt>
                <c:pt idx="1227">
                  <c:v>44935</c:v>
                </c:pt>
                <c:pt idx="1228">
                  <c:v>44936</c:v>
                </c:pt>
                <c:pt idx="1229">
                  <c:v>44937</c:v>
                </c:pt>
                <c:pt idx="1230">
                  <c:v>44938</c:v>
                </c:pt>
                <c:pt idx="1231">
                  <c:v>44939</c:v>
                </c:pt>
                <c:pt idx="1232">
                  <c:v>44942</c:v>
                </c:pt>
                <c:pt idx="1233">
                  <c:v>44943</c:v>
                </c:pt>
                <c:pt idx="1234">
                  <c:v>44944</c:v>
                </c:pt>
                <c:pt idx="1235">
                  <c:v>44945</c:v>
                </c:pt>
                <c:pt idx="1236">
                  <c:v>44946</c:v>
                </c:pt>
                <c:pt idx="1237">
                  <c:v>44950</c:v>
                </c:pt>
                <c:pt idx="1238">
                  <c:v>44951</c:v>
                </c:pt>
                <c:pt idx="1239">
                  <c:v>44952</c:v>
                </c:pt>
                <c:pt idx="1240">
                  <c:v>44953</c:v>
                </c:pt>
                <c:pt idx="1241">
                  <c:v>44956</c:v>
                </c:pt>
                <c:pt idx="1242">
                  <c:v>44957</c:v>
                </c:pt>
                <c:pt idx="1243">
                  <c:v>44958</c:v>
                </c:pt>
                <c:pt idx="1244">
                  <c:v>44959</c:v>
                </c:pt>
                <c:pt idx="1245">
                  <c:v>44960</c:v>
                </c:pt>
                <c:pt idx="1246">
                  <c:v>44963</c:v>
                </c:pt>
                <c:pt idx="1247">
                  <c:v>44964</c:v>
                </c:pt>
                <c:pt idx="1248">
                  <c:v>44965</c:v>
                </c:pt>
                <c:pt idx="1249">
                  <c:v>44966</c:v>
                </c:pt>
                <c:pt idx="1250">
                  <c:v>44967</c:v>
                </c:pt>
                <c:pt idx="1251">
                  <c:v>44970</c:v>
                </c:pt>
                <c:pt idx="1252">
                  <c:v>44971</c:v>
                </c:pt>
                <c:pt idx="1253">
                  <c:v>44972</c:v>
                </c:pt>
                <c:pt idx="1254">
                  <c:v>44973</c:v>
                </c:pt>
                <c:pt idx="1255">
                  <c:v>44974</c:v>
                </c:pt>
                <c:pt idx="1256">
                  <c:v>44977</c:v>
                </c:pt>
                <c:pt idx="1257">
                  <c:v>44978</c:v>
                </c:pt>
                <c:pt idx="1258">
                  <c:v>44979</c:v>
                </c:pt>
                <c:pt idx="1259">
                  <c:v>44980</c:v>
                </c:pt>
                <c:pt idx="1260">
                  <c:v>44981</c:v>
                </c:pt>
                <c:pt idx="1261">
                  <c:v>44984</c:v>
                </c:pt>
                <c:pt idx="1262">
                  <c:v>44985</c:v>
                </c:pt>
                <c:pt idx="1263">
                  <c:v>44986</c:v>
                </c:pt>
                <c:pt idx="1264">
                  <c:v>44987</c:v>
                </c:pt>
                <c:pt idx="1265">
                  <c:v>44988</c:v>
                </c:pt>
                <c:pt idx="1266">
                  <c:v>44991</c:v>
                </c:pt>
                <c:pt idx="1267">
                  <c:v>44992</c:v>
                </c:pt>
                <c:pt idx="1268">
                  <c:v>44993</c:v>
                </c:pt>
                <c:pt idx="1269">
                  <c:v>44994</c:v>
                </c:pt>
                <c:pt idx="1270">
                  <c:v>44995</c:v>
                </c:pt>
                <c:pt idx="1271">
                  <c:v>44998</c:v>
                </c:pt>
                <c:pt idx="1272">
                  <c:v>44999</c:v>
                </c:pt>
                <c:pt idx="1273">
                  <c:v>45000</c:v>
                </c:pt>
                <c:pt idx="1274">
                  <c:v>45001</c:v>
                </c:pt>
                <c:pt idx="1275">
                  <c:v>45002</c:v>
                </c:pt>
                <c:pt idx="1276">
                  <c:v>45005</c:v>
                </c:pt>
                <c:pt idx="1277">
                  <c:v>45006</c:v>
                </c:pt>
                <c:pt idx="1278">
                  <c:v>45009</c:v>
                </c:pt>
                <c:pt idx="1279">
                  <c:v>45012</c:v>
                </c:pt>
                <c:pt idx="1280">
                  <c:v>45013</c:v>
                </c:pt>
                <c:pt idx="1281">
                  <c:v>45014</c:v>
                </c:pt>
                <c:pt idx="1282">
                  <c:v>45015</c:v>
                </c:pt>
                <c:pt idx="1283">
                  <c:v>45016</c:v>
                </c:pt>
                <c:pt idx="1284">
                  <c:v>45019</c:v>
                </c:pt>
                <c:pt idx="1285">
                  <c:v>45020</c:v>
                </c:pt>
                <c:pt idx="1286">
                  <c:v>45021</c:v>
                </c:pt>
                <c:pt idx="1287">
                  <c:v>45022</c:v>
                </c:pt>
                <c:pt idx="1288">
                  <c:v>45026</c:v>
                </c:pt>
                <c:pt idx="1289">
                  <c:v>45027</c:v>
                </c:pt>
                <c:pt idx="1290">
                  <c:v>45028</c:v>
                </c:pt>
                <c:pt idx="1291">
                  <c:v>45029</c:v>
                </c:pt>
                <c:pt idx="1292">
                  <c:v>45030</c:v>
                </c:pt>
                <c:pt idx="1293">
                  <c:v>45033</c:v>
                </c:pt>
                <c:pt idx="1294">
                  <c:v>45034</c:v>
                </c:pt>
                <c:pt idx="1295">
                  <c:v>45042</c:v>
                </c:pt>
                <c:pt idx="1296">
                  <c:v>45043</c:v>
                </c:pt>
                <c:pt idx="1297">
                  <c:v>45044</c:v>
                </c:pt>
                <c:pt idx="1298">
                  <c:v>45048</c:v>
                </c:pt>
                <c:pt idx="1299">
                  <c:v>45049</c:v>
                </c:pt>
                <c:pt idx="1300">
                  <c:v>45050</c:v>
                </c:pt>
                <c:pt idx="1301">
                  <c:v>45051</c:v>
                </c:pt>
                <c:pt idx="1302">
                  <c:v>45054</c:v>
                </c:pt>
                <c:pt idx="1303">
                  <c:v>45055</c:v>
                </c:pt>
                <c:pt idx="1304">
                  <c:v>45056</c:v>
                </c:pt>
                <c:pt idx="1305">
                  <c:v>45057</c:v>
                </c:pt>
                <c:pt idx="1306">
                  <c:v>45058</c:v>
                </c:pt>
                <c:pt idx="1307">
                  <c:v>45061</c:v>
                </c:pt>
                <c:pt idx="1308">
                  <c:v>45062</c:v>
                </c:pt>
                <c:pt idx="1309">
                  <c:v>45063</c:v>
                </c:pt>
                <c:pt idx="1310">
                  <c:v>45065</c:v>
                </c:pt>
                <c:pt idx="1311">
                  <c:v>45068</c:v>
                </c:pt>
                <c:pt idx="1312">
                  <c:v>45069</c:v>
                </c:pt>
                <c:pt idx="1313">
                  <c:v>45070</c:v>
                </c:pt>
                <c:pt idx="1314">
                  <c:v>45071</c:v>
                </c:pt>
                <c:pt idx="1315">
                  <c:v>45072</c:v>
                </c:pt>
                <c:pt idx="1316">
                  <c:v>45075</c:v>
                </c:pt>
                <c:pt idx="1317">
                  <c:v>45076</c:v>
                </c:pt>
                <c:pt idx="1318">
                  <c:v>45077</c:v>
                </c:pt>
                <c:pt idx="1319">
                  <c:v>45082</c:v>
                </c:pt>
                <c:pt idx="1320">
                  <c:v>45083</c:v>
                </c:pt>
                <c:pt idx="1321">
                  <c:v>45084</c:v>
                </c:pt>
                <c:pt idx="1322">
                  <c:v>45085</c:v>
                </c:pt>
                <c:pt idx="1323">
                  <c:v>45086</c:v>
                </c:pt>
                <c:pt idx="1324">
                  <c:v>45089</c:v>
                </c:pt>
                <c:pt idx="1325">
                  <c:v>45090</c:v>
                </c:pt>
                <c:pt idx="1326">
                  <c:v>45091</c:v>
                </c:pt>
                <c:pt idx="1327">
                  <c:v>45092</c:v>
                </c:pt>
                <c:pt idx="1328">
                  <c:v>45093</c:v>
                </c:pt>
                <c:pt idx="1329">
                  <c:v>45096</c:v>
                </c:pt>
                <c:pt idx="1330">
                  <c:v>45097</c:v>
                </c:pt>
                <c:pt idx="1331">
                  <c:v>45098</c:v>
                </c:pt>
                <c:pt idx="1332">
                  <c:v>45099</c:v>
                </c:pt>
                <c:pt idx="1333">
                  <c:v>45100</c:v>
                </c:pt>
                <c:pt idx="1334">
                  <c:v>45103</c:v>
                </c:pt>
                <c:pt idx="1335">
                  <c:v>45104</c:v>
                </c:pt>
                <c:pt idx="1336">
                  <c:v>45110</c:v>
                </c:pt>
                <c:pt idx="1337">
                  <c:v>45111</c:v>
                </c:pt>
                <c:pt idx="1338">
                  <c:v>45112</c:v>
                </c:pt>
                <c:pt idx="1339">
                  <c:v>45113</c:v>
                </c:pt>
                <c:pt idx="1340">
                  <c:v>45114</c:v>
                </c:pt>
                <c:pt idx="1341">
                  <c:v>45117</c:v>
                </c:pt>
                <c:pt idx="1342">
                  <c:v>45118</c:v>
                </c:pt>
                <c:pt idx="1343">
                  <c:v>45119</c:v>
                </c:pt>
                <c:pt idx="1344">
                  <c:v>45120</c:v>
                </c:pt>
                <c:pt idx="1345">
                  <c:v>45121</c:v>
                </c:pt>
                <c:pt idx="1346">
                  <c:v>45124</c:v>
                </c:pt>
                <c:pt idx="1347">
                  <c:v>45125</c:v>
                </c:pt>
                <c:pt idx="1348">
                  <c:v>45127</c:v>
                </c:pt>
                <c:pt idx="1349">
                  <c:v>45128</c:v>
                </c:pt>
                <c:pt idx="1350">
                  <c:v>45131</c:v>
                </c:pt>
                <c:pt idx="1351">
                  <c:v>45132</c:v>
                </c:pt>
                <c:pt idx="1352">
                  <c:v>45133</c:v>
                </c:pt>
                <c:pt idx="1353">
                  <c:v>45134</c:v>
                </c:pt>
                <c:pt idx="1354">
                  <c:v>45135</c:v>
                </c:pt>
                <c:pt idx="1355">
                  <c:v>45138</c:v>
                </c:pt>
                <c:pt idx="1356">
                  <c:v>45139</c:v>
                </c:pt>
                <c:pt idx="1357">
                  <c:v>45140</c:v>
                </c:pt>
                <c:pt idx="1358">
                  <c:v>45141</c:v>
                </c:pt>
                <c:pt idx="1359">
                  <c:v>45142</c:v>
                </c:pt>
                <c:pt idx="1360">
                  <c:v>45145</c:v>
                </c:pt>
                <c:pt idx="1361">
                  <c:v>45146</c:v>
                </c:pt>
                <c:pt idx="1362">
                  <c:v>45147</c:v>
                </c:pt>
                <c:pt idx="1363">
                  <c:v>45148</c:v>
                </c:pt>
                <c:pt idx="1364">
                  <c:v>45149</c:v>
                </c:pt>
                <c:pt idx="1365">
                  <c:v>45152</c:v>
                </c:pt>
                <c:pt idx="1366">
                  <c:v>45153</c:v>
                </c:pt>
                <c:pt idx="1367">
                  <c:v>45154</c:v>
                </c:pt>
                <c:pt idx="1368">
                  <c:v>45156</c:v>
                </c:pt>
                <c:pt idx="1369">
                  <c:v>45159</c:v>
                </c:pt>
                <c:pt idx="1370">
                  <c:v>45160</c:v>
                </c:pt>
                <c:pt idx="1371">
                  <c:v>45161</c:v>
                </c:pt>
                <c:pt idx="1372">
                  <c:v>45162</c:v>
                </c:pt>
                <c:pt idx="1373">
                  <c:v>45163</c:v>
                </c:pt>
                <c:pt idx="1374">
                  <c:v>45166</c:v>
                </c:pt>
                <c:pt idx="1375">
                  <c:v>45167</c:v>
                </c:pt>
                <c:pt idx="1376">
                  <c:v>45168</c:v>
                </c:pt>
                <c:pt idx="1377">
                  <c:v>45169</c:v>
                </c:pt>
                <c:pt idx="1378">
                  <c:v>45170</c:v>
                </c:pt>
                <c:pt idx="1379">
                  <c:v>45173</c:v>
                </c:pt>
                <c:pt idx="1380">
                  <c:v>45174</c:v>
                </c:pt>
                <c:pt idx="1381">
                  <c:v>45175</c:v>
                </c:pt>
                <c:pt idx="1382">
                  <c:v>45176</c:v>
                </c:pt>
                <c:pt idx="1383">
                  <c:v>45177</c:v>
                </c:pt>
                <c:pt idx="1384">
                  <c:v>45180</c:v>
                </c:pt>
                <c:pt idx="1385">
                  <c:v>45181</c:v>
                </c:pt>
                <c:pt idx="1386">
                  <c:v>45182</c:v>
                </c:pt>
                <c:pt idx="1387">
                  <c:v>45183</c:v>
                </c:pt>
                <c:pt idx="1388">
                  <c:v>45184</c:v>
                </c:pt>
                <c:pt idx="1389">
                  <c:v>45187</c:v>
                </c:pt>
                <c:pt idx="1390">
                  <c:v>45188</c:v>
                </c:pt>
                <c:pt idx="1391">
                  <c:v>45189</c:v>
                </c:pt>
                <c:pt idx="1392">
                  <c:v>45190</c:v>
                </c:pt>
                <c:pt idx="1393">
                  <c:v>45191</c:v>
                </c:pt>
                <c:pt idx="1394">
                  <c:v>45194</c:v>
                </c:pt>
                <c:pt idx="1395">
                  <c:v>45195</c:v>
                </c:pt>
                <c:pt idx="1396">
                  <c:v>45196</c:v>
                </c:pt>
                <c:pt idx="1397">
                  <c:v>45198</c:v>
                </c:pt>
                <c:pt idx="1398">
                  <c:v>45201</c:v>
                </c:pt>
                <c:pt idx="1399">
                  <c:v>45202</c:v>
                </c:pt>
                <c:pt idx="1400">
                  <c:v>45203</c:v>
                </c:pt>
                <c:pt idx="1401">
                  <c:v>45204</c:v>
                </c:pt>
                <c:pt idx="1402">
                  <c:v>45205</c:v>
                </c:pt>
                <c:pt idx="1403">
                  <c:v>45208</c:v>
                </c:pt>
                <c:pt idx="1404">
                  <c:v>45209</c:v>
                </c:pt>
                <c:pt idx="1405">
                  <c:v>45210</c:v>
                </c:pt>
                <c:pt idx="1406">
                  <c:v>45211</c:v>
                </c:pt>
                <c:pt idx="1407">
                  <c:v>45212</c:v>
                </c:pt>
                <c:pt idx="1408">
                  <c:v>45215</c:v>
                </c:pt>
                <c:pt idx="1409">
                  <c:v>45216</c:v>
                </c:pt>
                <c:pt idx="1410">
                  <c:v>45217</c:v>
                </c:pt>
                <c:pt idx="1411">
                  <c:v>45218</c:v>
                </c:pt>
                <c:pt idx="1412">
                  <c:v>45219</c:v>
                </c:pt>
                <c:pt idx="1413">
                  <c:v>45222</c:v>
                </c:pt>
                <c:pt idx="1414">
                  <c:v>45223</c:v>
                </c:pt>
                <c:pt idx="1415">
                  <c:v>45224</c:v>
                </c:pt>
                <c:pt idx="1416">
                  <c:v>45225</c:v>
                </c:pt>
                <c:pt idx="1417">
                  <c:v>45226</c:v>
                </c:pt>
                <c:pt idx="1418">
                  <c:v>45229</c:v>
                </c:pt>
                <c:pt idx="1419">
                  <c:v>45230</c:v>
                </c:pt>
                <c:pt idx="1420">
                  <c:v>45231</c:v>
                </c:pt>
                <c:pt idx="1421">
                  <c:v>45232</c:v>
                </c:pt>
                <c:pt idx="1422">
                  <c:v>45233</c:v>
                </c:pt>
                <c:pt idx="1423">
                  <c:v>45236</c:v>
                </c:pt>
                <c:pt idx="1424">
                  <c:v>45237</c:v>
                </c:pt>
                <c:pt idx="1425">
                  <c:v>45238</c:v>
                </c:pt>
                <c:pt idx="1426">
                  <c:v>45239</c:v>
                </c:pt>
                <c:pt idx="1427">
                  <c:v>45240</c:v>
                </c:pt>
                <c:pt idx="1428">
                  <c:v>45243</c:v>
                </c:pt>
                <c:pt idx="1429">
                  <c:v>45244</c:v>
                </c:pt>
                <c:pt idx="1430">
                  <c:v>45245</c:v>
                </c:pt>
                <c:pt idx="1431">
                  <c:v>45246</c:v>
                </c:pt>
                <c:pt idx="1432">
                  <c:v>45247</c:v>
                </c:pt>
                <c:pt idx="1433">
                  <c:v>45250</c:v>
                </c:pt>
                <c:pt idx="1434">
                  <c:v>45251</c:v>
                </c:pt>
                <c:pt idx="1435">
                  <c:v>45252</c:v>
                </c:pt>
                <c:pt idx="1436">
                  <c:v>45253</c:v>
                </c:pt>
                <c:pt idx="1437">
                  <c:v>45254</c:v>
                </c:pt>
                <c:pt idx="1438">
                  <c:v>45257</c:v>
                </c:pt>
                <c:pt idx="1439">
                  <c:v>45258</c:v>
                </c:pt>
                <c:pt idx="1440">
                  <c:v>45259</c:v>
                </c:pt>
                <c:pt idx="1441">
                  <c:v>45260</c:v>
                </c:pt>
                <c:pt idx="1442">
                  <c:v>45261</c:v>
                </c:pt>
                <c:pt idx="1443">
                  <c:v>45264</c:v>
                </c:pt>
                <c:pt idx="1444">
                  <c:v>45265</c:v>
                </c:pt>
                <c:pt idx="1445">
                  <c:v>45266</c:v>
                </c:pt>
                <c:pt idx="1446">
                  <c:v>45267</c:v>
                </c:pt>
                <c:pt idx="1447">
                  <c:v>45268</c:v>
                </c:pt>
                <c:pt idx="1448">
                  <c:v>45271</c:v>
                </c:pt>
                <c:pt idx="1449">
                  <c:v>45272</c:v>
                </c:pt>
                <c:pt idx="1450">
                  <c:v>45273</c:v>
                </c:pt>
                <c:pt idx="1451">
                  <c:v>45274</c:v>
                </c:pt>
                <c:pt idx="1452">
                  <c:v>45275</c:v>
                </c:pt>
                <c:pt idx="1453">
                  <c:v>45278</c:v>
                </c:pt>
                <c:pt idx="1454">
                  <c:v>45279</c:v>
                </c:pt>
                <c:pt idx="1455">
                  <c:v>45280</c:v>
                </c:pt>
                <c:pt idx="1456">
                  <c:v>45281</c:v>
                </c:pt>
                <c:pt idx="1457">
                  <c:v>45282</c:v>
                </c:pt>
                <c:pt idx="1458">
                  <c:v>45287</c:v>
                </c:pt>
                <c:pt idx="1459">
                  <c:v>45288</c:v>
                </c:pt>
                <c:pt idx="1460">
                  <c:v>45289</c:v>
                </c:pt>
                <c:pt idx="1461">
                  <c:v>45293</c:v>
                </c:pt>
                <c:pt idx="1462">
                  <c:v>45294</c:v>
                </c:pt>
                <c:pt idx="1463">
                  <c:v>45295</c:v>
                </c:pt>
                <c:pt idx="1464">
                  <c:v>45296</c:v>
                </c:pt>
                <c:pt idx="1465">
                  <c:v>45299</c:v>
                </c:pt>
                <c:pt idx="1466">
                  <c:v>45300</c:v>
                </c:pt>
                <c:pt idx="1467">
                  <c:v>45301</c:v>
                </c:pt>
                <c:pt idx="1468">
                  <c:v>45302</c:v>
                </c:pt>
                <c:pt idx="1469">
                  <c:v>45303</c:v>
                </c:pt>
                <c:pt idx="1470">
                  <c:v>45306</c:v>
                </c:pt>
                <c:pt idx="1471">
                  <c:v>45307</c:v>
                </c:pt>
                <c:pt idx="1472">
                  <c:v>45308</c:v>
                </c:pt>
                <c:pt idx="1473">
                  <c:v>45309</c:v>
                </c:pt>
                <c:pt idx="1474">
                  <c:v>45310</c:v>
                </c:pt>
                <c:pt idx="1475">
                  <c:v>45313</c:v>
                </c:pt>
                <c:pt idx="1476">
                  <c:v>45314</c:v>
                </c:pt>
                <c:pt idx="1477">
                  <c:v>45315</c:v>
                </c:pt>
                <c:pt idx="1478">
                  <c:v>45316</c:v>
                </c:pt>
                <c:pt idx="1479">
                  <c:v>45317</c:v>
                </c:pt>
                <c:pt idx="1480">
                  <c:v>45320</c:v>
                </c:pt>
                <c:pt idx="1481">
                  <c:v>45321</c:v>
                </c:pt>
                <c:pt idx="1482">
                  <c:v>45322</c:v>
                </c:pt>
                <c:pt idx="1483">
                  <c:v>45323</c:v>
                </c:pt>
                <c:pt idx="1484">
                  <c:v>45324</c:v>
                </c:pt>
                <c:pt idx="1485">
                  <c:v>45327</c:v>
                </c:pt>
                <c:pt idx="1486">
                  <c:v>45328</c:v>
                </c:pt>
                <c:pt idx="1487">
                  <c:v>45329</c:v>
                </c:pt>
                <c:pt idx="1488">
                  <c:v>45334</c:v>
                </c:pt>
                <c:pt idx="1489">
                  <c:v>45335</c:v>
                </c:pt>
                <c:pt idx="1490">
                  <c:v>45337</c:v>
                </c:pt>
                <c:pt idx="1491">
                  <c:v>45338</c:v>
                </c:pt>
                <c:pt idx="1492">
                  <c:v>45341</c:v>
                </c:pt>
                <c:pt idx="1493">
                  <c:v>45342</c:v>
                </c:pt>
                <c:pt idx="1494">
                  <c:v>45343</c:v>
                </c:pt>
                <c:pt idx="1495">
                  <c:v>45344</c:v>
                </c:pt>
                <c:pt idx="1496">
                  <c:v>45345</c:v>
                </c:pt>
                <c:pt idx="1497">
                  <c:v>45348</c:v>
                </c:pt>
                <c:pt idx="1498">
                  <c:v>45349</c:v>
                </c:pt>
                <c:pt idx="1499">
                  <c:v>45350</c:v>
                </c:pt>
                <c:pt idx="1500">
                  <c:v>45351</c:v>
                </c:pt>
                <c:pt idx="1501">
                  <c:v>45352</c:v>
                </c:pt>
                <c:pt idx="1502">
                  <c:v>45355</c:v>
                </c:pt>
                <c:pt idx="1503">
                  <c:v>45356</c:v>
                </c:pt>
                <c:pt idx="1504">
                  <c:v>45357</c:v>
                </c:pt>
                <c:pt idx="1505">
                  <c:v>45358</c:v>
                </c:pt>
                <c:pt idx="1506">
                  <c:v>45359</c:v>
                </c:pt>
                <c:pt idx="1507">
                  <c:v>45364</c:v>
                </c:pt>
                <c:pt idx="1508">
                  <c:v>45365</c:v>
                </c:pt>
                <c:pt idx="1509">
                  <c:v>45366</c:v>
                </c:pt>
                <c:pt idx="1510">
                  <c:v>45369</c:v>
                </c:pt>
                <c:pt idx="1511">
                  <c:v>45370</c:v>
                </c:pt>
                <c:pt idx="1512">
                  <c:v>45371</c:v>
                </c:pt>
                <c:pt idx="1513">
                  <c:v>45372</c:v>
                </c:pt>
                <c:pt idx="1514">
                  <c:v>45373</c:v>
                </c:pt>
                <c:pt idx="1515">
                  <c:v>45376</c:v>
                </c:pt>
                <c:pt idx="1516">
                  <c:v>45377</c:v>
                </c:pt>
                <c:pt idx="1517">
                  <c:v>45378</c:v>
                </c:pt>
                <c:pt idx="1518">
                  <c:v>45379</c:v>
                </c:pt>
                <c:pt idx="1519">
                  <c:v>45383</c:v>
                </c:pt>
                <c:pt idx="1520">
                  <c:v>45384</c:v>
                </c:pt>
                <c:pt idx="1521">
                  <c:v>45385</c:v>
                </c:pt>
                <c:pt idx="1522">
                  <c:v>45386</c:v>
                </c:pt>
                <c:pt idx="1523">
                  <c:v>45387</c:v>
                </c:pt>
                <c:pt idx="1524">
                  <c:v>45398</c:v>
                </c:pt>
                <c:pt idx="1525">
                  <c:v>45399</c:v>
                </c:pt>
                <c:pt idx="1526">
                  <c:v>45400</c:v>
                </c:pt>
                <c:pt idx="1527">
                  <c:v>45401</c:v>
                </c:pt>
                <c:pt idx="1528">
                  <c:v>45404</c:v>
                </c:pt>
                <c:pt idx="1529">
                  <c:v>45405</c:v>
                </c:pt>
                <c:pt idx="1530">
                  <c:v>45406</c:v>
                </c:pt>
                <c:pt idx="1531">
                  <c:v>45407</c:v>
                </c:pt>
                <c:pt idx="1532">
                  <c:v>45408</c:v>
                </c:pt>
                <c:pt idx="1533">
                  <c:v>45411</c:v>
                </c:pt>
                <c:pt idx="1534">
                  <c:v>45412</c:v>
                </c:pt>
                <c:pt idx="1535">
                  <c:v>45414</c:v>
                </c:pt>
                <c:pt idx="1536">
                  <c:v>45415</c:v>
                </c:pt>
                <c:pt idx="1537">
                  <c:v>45418</c:v>
                </c:pt>
                <c:pt idx="1538">
                  <c:v>45419</c:v>
                </c:pt>
                <c:pt idx="1539">
                  <c:v>45420</c:v>
                </c:pt>
                <c:pt idx="1540">
                  <c:v>45425</c:v>
                </c:pt>
                <c:pt idx="1541">
                  <c:v>45426</c:v>
                </c:pt>
                <c:pt idx="1542">
                  <c:v>45427</c:v>
                </c:pt>
                <c:pt idx="1543">
                  <c:v>45428</c:v>
                </c:pt>
                <c:pt idx="1544">
                  <c:v>45429</c:v>
                </c:pt>
                <c:pt idx="1545">
                  <c:v>45432</c:v>
                </c:pt>
                <c:pt idx="1546">
                  <c:v>45433</c:v>
                </c:pt>
                <c:pt idx="1547">
                  <c:v>45434</c:v>
                </c:pt>
                <c:pt idx="1548">
                  <c:v>45439</c:v>
                </c:pt>
                <c:pt idx="1549">
                  <c:v>45440</c:v>
                </c:pt>
                <c:pt idx="1550">
                  <c:v>45441</c:v>
                </c:pt>
                <c:pt idx="1551">
                  <c:v>45442</c:v>
                </c:pt>
                <c:pt idx="1552">
                  <c:v>45443</c:v>
                </c:pt>
                <c:pt idx="1553">
                  <c:v>45446</c:v>
                </c:pt>
                <c:pt idx="1554">
                  <c:v>45447</c:v>
                </c:pt>
                <c:pt idx="1555">
                  <c:v>45448</c:v>
                </c:pt>
                <c:pt idx="1556">
                  <c:v>45449</c:v>
                </c:pt>
                <c:pt idx="1557">
                  <c:v>45450</c:v>
                </c:pt>
                <c:pt idx="1558">
                  <c:v>45453</c:v>
                </c:pt>
                <c:pt idx="1559">
                  <c:v>45454</c:v>
                </c:pt>
                <c:pt idx="1560">
                  <c:v>45455</c:v>
                </c:pt>
                <c:pt idx="1561">
                  <c:v>45456</c:v>
                </c:pt>
                <c:pt idx="1562">
                  <c:v>45457</c:v>
                </c:pt>
                <c:pt idx="1563">
                  <c:v>45462</c:v>
                </c:pt>
                <c:pt idx="1564">
                  <c:v>45463</c:v>
                </c:pt>
                <c:pt idx="1565">
                  <c:v>45464</c:v>
                </c:pt>
                <c:pt idx="1566">
                  <c:v>45467</c:v>
                </c:pt>
                <c:pt idx="1567">
                  <c:v>45468</c:v>
                </c:pt>
                <c:pt idx="1568">
                  <c:v>45469</c:v>
                </c:pt>
                <c:pt idx="1569">
                  <c:v>45470</c:v>
                </c:pt>
                <c:pt idx="1570">
                  <c:v>45471</c:v>
                </c:pt>
                <c:pt idx="1571">
                  <c:v>45474</c:v>
                </c:pt>
                <c:pt idx="1572">
                  <c:v>45475</c:v>
                </c:pt>
                <c:pt idx="1573">
                  <c:v>45476</c:v>
                </c:pt>
                <c:pt idx="1574">
                  <c:v>45477</c:v>
                </c:pt>
                <c:pt idx="1575">
                  <c:v>45478</c:v>
                </c:pt>
                <c:pt idx="1576">
                  <c:v>45481</c:v>
                </c:pt>
                <c:pt idx="1577">
                  <c:v>45482</c:v>
                </c:pt>
                <c:pt idx="1578">
                  <c:v>45483</c:v>
                </c:pt>
                <c:pt idx="1579">
                  <c:v>45484</c:v>
                </c:pt>
                <c:pt idx="1580">
                  <c:v>45485</c:v>
                </c:pt>
                <c:pt idx="1581">
                  <c:v>45488</c:v>
                </c:pt>
                <c:pt idx="1582">
                  <c:v>45489</c:v>
                </c:pt>
                <c:pt idx="1583">
                  <c:v>45490</c:v>
                </c:pt>
                <c:pt idx="1584">
                  <c:v>45491</c:v>
                </c:pt>
                <c:pt idx="1585">
                  <c:v>45492</c:v>
                </c:pt>
                <c:pt idx="1586">
                  <c:v>45495</c:v>
                </c:pt>
                <c:pt idx="1587">
                  <c:v>45496</c:v>
                </c:pt>
                <c:pt idx="1588">
                  <c:v>45497</c:v>
                </c:pt>
                <c:pt idx="1589">
                  <c:v>45498</c:v>
                </c:pt>
                <c:pt idx="1590">
                  <c:v>45499</c:v>
                </c:pt>
                <c:pt idx="1591">
                  <c:v>45502</c:v>
                </c:pt>
                <c:pt idx="1592">
                  <c:v>45503</c:v>
                </c:pt>
                <c:pt idx="1593">
                  <c:v>45504</c:v>
                </c:pt>
                <c:pt idx="1594">
                  <c:v>45505</c:v>
                </c:pt>
                <c:pt idx="1595">
                  <c:v>45506</c:v>
                </c:pt>
                <c:pt idx="1596">
                  <c:v>45509</c:v>
                </c:pt>
                <c:pt idx="1597">
                  <c:v>45510</c:v>
                </c:pt>
                <c:pt idx="1598">
                  <c:v>45511</c:v>
                </c:pt>
                <c:pt idx="1599">
                  <c:v>45512</c:v>
                </c:pt>
                <c:pt idx="1600">
                  <c:v>45513</c:v>
                </c:pt>
                <c:pt idx="1601">
                  <c:v>45516</c:v>
                </c:pt>
                <c:pt idx="1602">
                  <c:v>45517</c:v>
                </c:pt>
                <c:pt idx="1603">
                  <c:v>45518</c:v>
                </c:pt>
                <c:pt idx="1604">
                  <c:v>45519</c:v>
                </c:pt>
                <c:pt idx="1605">
                  <c:v>45520</c:v>
                </c:pt>
                <c:pt idx="1606">
                  <c:v>45523</c:v>
                </c:pt>
                <c:pt idx="1607">
                  <c:v>45524</c:v>
                </c:pt>
                <c:pt idx="1608">
                  <c:v>45525</c:v>
                </c:pt>
                <c:pt idx="1609">
                  <c:v>45526</c:v>
                </c:pt>
                <c:pt idx="1610">
                  <c:v>45527</c:v>
                </c:pt>
                <c:pt idx="1611">
                  <c:v>45530</c:v>
                </c:pt>
                <c:pt idx="1612">
                  <c:v>45531</c:v>
                </c:pt>
                <c:pt idx="1613">
                  <c:v>45532</c:v>
                </c:pt>
                <c:pt idx="1614">
                  <c:v>45533</c:v>
                </c:pt>
                <c:pt idx="1615">
                  <c:v>45534</c:v>
                </c:pt>
                <c:pt idx="1616">
                  <c:v>45537</c:v>
                </c:pt>
                <c:pt idx="1617">
                  <c:v>45538</c:v>
                </c:pt>
                <c:pt idx="1618">
                  <c:v>45539</c:v>
                </c:pt>
                <c:pt idx="1619">
                  <c:v>45540</c:v>
                </c:pt>
                <c:pt idx="1620">
                  <c:v>45541</c:v>
                </c:pt>
                <c:pt idx="1621">
                  <c:v>45544</c:v>
                </c:pt>
                <c:pt idx="1622">
                  <c:v>45545</c:v>
                </c:pt>
                <c:pt idx="1623">
                  <c:v>45546</c:v>
                </c:pt>
                <c:pt idx="1624">
                  <c:v>45547</c:v>
                </c:pt>
                <c:pt idx="1625">
                  <c:v>45548</c:v>
                </c:pt>
                <c:pt idx="1626">
                  <c:v>45552</c:v>
                </c:pt>
                <c:pt idx="1627">
                  <c:v>45553</c:v>
                </c:pt>
                <c:pt idx="1628">
                  <c:v>45554</c:v>
                </c:pt>
                <c:pt idx="1629">
                  <c:v>45555</c:v>
                </c:pt>
                <c:pt idx="1630">
                  <c:v>45558</c:v>
                </c:pt>
                <c:pt idx="1631">
                  <c:v>45559</c:v>
                </c:pt>
                <c:pt idx="1632">
                  <c:v>45560</c:v>
                </c:pt>
                <c:pt idx="1633">
                  <c:v>45561</c:v>
                </c:pt>
                <c:pt idx="1634">
                  <c:v>45562</c:v>
                </c:pt>
                <c:pt idx="1635">
                  <c:v>45565</c:v>
                </c:pt>
                <c:pt idx="1636">
                  <c:v>45566</c:v>
                </c:pt>
                <c:pt idx="1637">
                  <c:v>45567</c:v>
                </c:pt>
                <c:pt idx="1638">
                  <c:v>45568</c:v>
                </c:pt>
                <c:pt idx="1639">
                  <c:v>45569</c:v>
                </c:pt>
                <c:pt idx="1640">
                  <c:v>45572</c:v>
                </c:pt>
                <c:pt idx="1641">
                  <c:v>45573</c:v>
                </c:pt>
                <c:pt idx="1642">
                  <c:v>45574</c:v>
                </c:pt>
                <c:pt idx="1643">
                  <c:v>45575</c:v>
                </c:pt>
                <c:pt idx="1644">
                  <c:v>45576</c:v>
                </c:pt>
                <c:pt idx="1645">
                  <c:v>45579</c:v>
                </c:pt>
                <c:pt idx="1646">
                  <c:v>45580</c:v>
                </c:pt>
                <c:pt idx="1647">
                  <c:v>45581</c:v>
                </c:pt>
                <c:pt idx="1648">
                  <c:v>45582</c:v>
                </c:pt>
                <c:pt idx="1649">
                  <c:v>45583</c:v>
                </c:pt>
                <c:pt idx="1650">
                  <c:v>45586</c:v>
                </c:pt>
                <c:pt idx="1651">
                  <c:v>45587</c:v>
                </c:pt>
                <c:pt idx="1652">
                  <c:v>45588</c:v>
                </c:pt>
                <c:pt idx="1653">
                  <c:v>45589</c:v>
                </c:pt>
                <c:pt idx="1654">
                  <c:v>45590</c:v>
                </c:pt>
                <c:pt idx="1655">
                  <c:v>45593</c:v>
                </c:pt>
                <c:pt idx="1656">
                  <c:v>45594</c:v>
                </c:pt>
                <c:pt idx="1657">
                  <c:v>45595</c:v>
                </c:pt>
                <c:pt idx="1658">
                  <c:v>45596</c:v>
                </c:pt>
                <c:pt idx="1659">
                  <c:v>45597</c:v>
                </c:pt>
                <c:pt idx="1660">
                  <c:v>45600</c:v>
                </c:pt>
                <c:pt idx="1661">
                  <c:v>45601</c:v>
                </c:pt>
                <c:pt idx="1662">
                  <c:v>45602</c:v>
                </c:pt>
                <c:pt idx="1663">
                  <c:v>45603</c:v>
                </c:pt>
                <c:pt idx="1664">
                  <c:v>45604</c:v>
                </c:pt>
                <c:pt idx="1665">
                  <c:v>45607</c:v>
                </c:pt>
                <c:pt idx="1666">
                  <c:v>45608</c:v>
                </c:pt>
                <c:pt idx="1667">
                  <c:v>45609</c:v>
                </c:pt>
                <c:pt idx="1668">
                  <c:v>45610</c:v>
                </c:pt>
                <c:pt idx="1669">
                  <c:v>45611</c:v>
                </c:pt>
                <c:pt idx="1670">
                  <c:v>45614</c:v>
                </c:pt>
                <c:pt idx="1671">
                  <c:v>45615</c:v>
                </c:pt>
                <c:pt idx="1672">
                  <c:v>45616</c:v>
                </c:pt>
                <c:pt idx="1673">
                  <c:v>45617</c:v>
                </c:pt>
                <c:pt idx="1674">
                  <c:v>45618</c:v>
                </c:pt>
                <c:pt idx="1675">
                  <c:v>45621</c:v>
                </c:pt>
                <c:pt idx="1676">
                  <c:v>45622</c:v>
                </c:pt>
                <c:pt idx="1677">
                  <c:v>45623</c:v>
                </c:pt>
                <c:pt idx="1678">
                  <c:v>45624</c:v>
                </c:pt>
                <c:pt idx="1679">
                  <c:v>45625</c:v>
                </c:pt>
                <c:pt idx="1680">
                  <c:v>45628</c:v>
                </c:pt>
                <c:pt idx="1681">
                  <c:v>45629</c:v>
                </c:pt>
                <c:pt idx="1682">
                  <c:v>45630</c:v>
                </c:pt>
                <c:pt idx="1683">
                  <c:v>45631</c:v>
                </c:pt>
                <c:pt idx="1684">
                  <c:v>45632</c:v>
                </c:pt>
                <c:pt idx="1685">
                  <c:v>45635</c:v>
                </c:pt>
                <c:pt idx="1686">
                  <c:v>45636</c:v>
                </c:pt>
                <c:pt idx="1687">
                  <c:v>45637</c:v>
                </c:pt>
                <c:pt idx="1688">
                  <c:v>45638</c:v>
                </c:pt>
                <c:pt idx="1689">
                  <c:v>45639</c:v>
                </c:pt>
                <c:pt idx="1690">
                  <c:v>45642</c:v>
                </c:pt>
                <c:pt idx="1691">
                  <c:v>45643</c:v>
                </c:pt>
                <c:pt idx="1692">
                  <c:v>45644</c:v>
                </c:pt>
                <c:pt idx="1693">
                  <c:v>45645</c:v>
                </c:pt>
                <c:pt idx="1694">
                  <c:v>45646</c:v>
                </c:pt>
                <c:pt idx="1695">
                  <c:v>45649</c:v>
                </c:pt>
                <c:pt idx="1696">
                  <c:v>45650</c:v>
                </c:pt>
                <c:pt idx="1697">
                  <c:v>45651</c:v>
                </c:pt>
                <c:pt idx="1698">
                  <c:v>45652</c:v>
                </c:pt>
                <c:pt idx="1699">
                  <c:v>45653</c:v>
                </c:pt>
                <c:pt idx="1700">
                  <c:v>45656</c:v>
                </c:pt>
                <c:pt idx="1701">
                  <c:v>45657</c:v>
                </c:pt>
                <c:pt idx="1702">
                  <c:v>45658</c:v>
                </c:pt>
                <c:pt idx="1703">
                  <c:v>45659</c:v>
                </c:pt>
                <c:pt idx="1704">
                  <c:v>45660</c:v>
                </c:pt>
                <c:pt idx="1705">
                  <c:v>45663</c:v>
                </c:pt>
                <c:pt idx="1706">
                  <c:v>45664</c:v>
                </c:pt>
                <c:pt idx="1707">
                  <c:v>45665</c:v>
                </c:pt>
                <c:pt idx="1708">
                  <c:v>45666</c:v>
                </c:pt>
                <c:pt idx="1709">
                  <c:v>45667</c:v>
                </c:pt>
                <c:pt idx="1710">
                  <c:v>45670</c:v>
                </c:pt>
                <c:pt idx="1711">
                  <c:v>45671</c:v>
                </c:pt>
                <c:pt idx="1712">
                  <c:v>45672</c:v>
                </c:pt>
                <c:pt idx="1713">
                  <c:v>45673</c:v>
                </c:pt>
                <c:pt idx="1714">
                  <c:v>45674</c:v>
                </c:pt>
                <c:pt idx="1715">
                  <c:v>45677</c:v>
                </c:pt>
                <c:pt idx="1716">
                  <c:v>45678</c:v>
                </c:pt>
                <c:pt idx="1717">
                  <c:v>45679</c:v>
                </c:pt>
                <c:pt idx="1718">
                  <c:v>45680</c:v>
                </c:pt>
                <c:pt idx="1719">
                  <c:v>45681</c:v>
                </c:pt>
                <c:pt idx="1720">
                  <c:v>45684</c:v>
                </c:pt>
                <c:pt idx="1721">
                  <c:v>45685</c:v>
                </c:pt>
                <c:pt idx="1722">
                  <c:v>45686</c:v>
                </c:pt>
                <c:pt idx="1723">
                  <c:v>45687</c:v>
                </c:pt>
                <c:pt idx="1724">
                  <c:v>45688</c:v>
                </c:pt>
                <c:pt idx="1725">
                  <c:v>45691</c:v>
                </c:pt>
                <c:pt idx="1726">
                  <c:v>45692</c:v>
                </c:pt>
                <c:pt idx="1727">
                  <c:v>45693</c:v>
                </c:pt>
                <c:pt idx="1728">
                  <c:v>45694</c:v>
                </c:pt>
                <c:pt idx="1729">
                  <c:v>45695</c:v>
                </c:pt>
                <c:pt idx="1730">
                  <c:v>45698</c:v>
                </c:pt>
                <c:pt idx="1731">
                  <c:v>45699</c:v>
                </c:pt>
                <c:pt idx="1732">
                  <c:v>45700</c:v>
                </c:pt>
                <c:pt idx="1733">
                  <c:v>45701</c:v>
                </c:pt>
                <c:pt idx="1734">
                  <c:v>45702</c:v>
                </c:pt>
                <c:pt idx="1735">
                  <c:v>45705</c:v>
                </c:pt>
                <c:pt idx="1736">
                  <c:v>45706</c:v>
                </c:pt>
                <c:pt idx="1737">
                  <c:v>45707</c:v>
                </c:pt>
                <c:pt idx="1738">
                  <c:v>45708</c:v>
                </c:pt>
                <c:pt idx="1739">
                  <c:v>45709</c:v>
                </c:pt>
                <c:pt idx="1740">
                  <c:v>45712</c:v>
                </c:pt>
                <c:pt idx="1741">
                  <c:v>45713</c:v>
                </c:pt>
                <c:pt idx="1742">
                  <c:v>45714</c:v>
                </c:pt>
                <c:pt idx="1743">
                  <c:v>45715</c:v>
                </c:pt>
                <c:pt idx="1744">
                  <c:v>45716</c:v>
                </c:pt>
                <c:pt idx="1745">
                  <c:v>45719</c:v>
                </c:pt>
                <c:pt idx="1746">
                  <c:v>45720</c:v>
                </c:pt>
                <c:pt idx="1747">
                  <c:v>45721</c:v>
                </c:pt>
                <c:pt idx="1748">
                  <c:v>45722</c:v>
                </c:pt>
                <c:pt idx="1749">
                  <c:v>45723</c:v>
                </c:pt>
                <c:pt idx="1750">
                  <c:v>45726</c:v>
                </c:pt>
                <c:pt idx="1751">
                  <c:v>45727</c:v>
                </c:pt>
                <c:pt idx="1752">
                  <c:v>45728</c:v>
                </c:pt>
                <c:pt idx="1753">
                  <c:v>45729</c:v>
                </c:pt>
                <c:pt idx="1754">
                  <c:v>45730</c:v>
                </c:pt>
                <c:pt idx="1755">
                  <c:v>45733</c:v>
                </c:pt>
                <c:pt idx="1756">
                  <c:v>45734</c:v>
                </c:pt>
                <c:pt idx="1757">
                  <c:v>45735</c:v>
                </c:pt>
                <c:pt idx="1758">
                  <c:v>45736</c:v>
                </c:pt>
                <c:pt idx="1759">
                  <c:v>45737</c:v>
                </c:pt>
                <c:pt idx="1760">
                  <c:v>45740</c:v>
                </c:pt>
                <c:pt idx="1761">
                  <c:v>45741</c:v>
                </c:pt>
                <c:pt idx="1762">
                  <c:v>45742</c:v>
                </c:pt>
                <c:pt idx="1763">
                  <c:v>45743</c:v>
                </c:pt>
                <c:pt idx="1764">
                  <c:v>45755</c:v>
                </c:pt>
                <c:pt idx="1765">
                  <c:v>45756</c:v>
                </c:pt>
                <c:pt idx="1766">
                  <c:v>45757</c:v>
                </c:pt>
                <c:pt idx="1767">
                  <c:v>45758</c:v>
                </c:pt>
                <c:pt idx="1768">
                  <c:v>45761</c:v>
                </c:pt>
                <c:pt idx="1769">
                  <c:v>45762</c:v>
                </c:pt>
                <c:pt idx="1770">
                  <c:v>45763</c:v>
                </c:pt>
                <c:pt idx="1771">
                  <c:v>45764</c:v>
                </c:pt>
                <c:pt idx="1772">
                  <c:v>45765</c:v>
                </c:pt>
                <c:pt idx="1773">
                  <c:v>45768</c:v>
                </c:pt>
                <c:pt idx="1774">
                  <c:v>45769</c:v>
                </c:pt>
                <c:pt idx="1775">
                  <c:v>45770</c:v>
                </c:pt>
                <c:pt idx="1776">
                  <c:v>45771</c:v>
                </c:pt>
                <c:pt idx="1777">
                  <c:v>45772</c:v>
                </c:pt>
                <c:pt idx="1778">
                  <c:v>45775</c:v>
                </c:pt>
                <c:pt idx="1779">
                  <c:v>45776</c:v>
                </c:pt>
                <c:pt idx="1780">
                  <c:v>45777</c:v>
                </c:pt>
                <c:pt idx="1781">
                  <c:v>45778</c:v>
                </c:pt>
                <c:pt idx="1782">
                  <c:v>45779</c:v>
                </c:pt>
                <c:pt idx="1783">
                  <c:v>45782</c:v>
                </c:pt>
                <c:pt idx="1784">
                  <c:v>45783</c:v>
                </c:pt>
                <c:pt idx="1785">
                  <c:v>45784</c:v>
                </c:pt>
                <c:pt idx="1786">
                  <c:v>45785</c:v>
                </c:pt>
                <c:pt idx="1787">
                  <c:v>45786</c:v>
                </c:pt>
                <c:pt idx="1788">
                  <c:v>45789</c:v>
                </c:pt>
                <c:pt idx="1789">
                  <c:v>45790</c:v>
                </c:pt>
                <c:pt idx="1790">
                  <c:v>45791</c:v>
                </c:pt>
                <c:pt idx="1791">
                  <c:v>45792</c:v>
                </c:pt>
                <c:pt idx="1792">
                  <c:v>45793</c:v>
                </c:pt>
                <c:pt idx="1793">
                  <c:v>45796</c:v>
                </c:pt>
                <c:pt idx="1794">
                  <c:v>45797</c:v>
                </c:pt>
                <c:pt idx="1795">
                  <c:v>45798</c:v>
                </c:pt>
                <c:pt idx="1796">
                  <c:v>45799</c:v>
                </c:pt>
                <c:pt idx="1797">
                  <c:v>45800</c:v>
                </c:pt>
                <c:pt idx="1798">
                  <c:v>45803</c:v>
                </c:pt>
                <c:pt idx="1799">
                  <c:v>45804</c:v>
                </c:pt>
                <c:pt idx="1800">
                  <c:v>45805</c:v>
                </c:pt>
                <c:pt idx="1801">
                  <c:v>45806</c:v>
                </c:pt>
                <c:pt idx="1802">
                  <c:v>45807</c:v>
                </c:pt>
                <c:pt idx="1803">
                  <c:v>45810</c:v>
                </c:pt>
                <c:pt idx="1804">
                  <c:v>45811</c:v>
                </c:pt>
                <c:pt idx="1805">
                  <c:v>45812</c:v>
                </c:pt>
                <c:pt idx="1806">
                  <c:v>45813</c:v>
                </c:pt>
                <c:pt idx="1807">
                  <c:v>45814</c:v>
                </c:pt>
                <c:pt idx="1808">
                  <c:v>45817</c:v>
                </c:pt>
                <c:pt idx="1809">
                  <c:v>45818</c:v>
                </c:pt>
                <c:pt idx="1810">
                  <c:v>45819</c:v>
                </c:pt>
                <c:pt idx="1811">
                  <c:v>45820</c:v>
                </c:pt>
                <c:pt idx="1812">
                  <c:v>45821</c:v>
                </c:pt>
                <c:pt idx="1813">
                  <c:v>45824</c:v>
                </c:pt>
                <c:pt idx="1814">
                  <c:v>45825</c:v>
                </c:pt>
                <c:pt idx="1815">
                  <c:v>45826</c:v>
                </c:pt>
                <c:pt idx="1816">
                  <c:v>45827</c:v>
                </c:pt>
                <c:pt idx="1817">
                  <c:v>45828</c:v>
                </c:pt>
                <c:pt idx="1818">
                  <c:v>45831</c:v>
                </c:pt>
                <c:pt idx="1819">
                  <c:v>45832</c:v>
                </c:pt>
                <c:pt idx="1820">
                  <c:v>45833</c:v>
                </c:pt>
                <c:pt idx="1821">
                  <c:v>45834</c:v>
                </c:pt>
                <c:pt idx="1822">
                  <c:v>45835</c:v>
                </c:pt>
                <c:pt idx="1823">
                  <c:v>45838</c:v>
                </c:pt>
                <c:pt idx="1824">
                  <c:v>45839</c:v>
                </c:pt>
                <c:pt idx="1825">
                  <c:v>45840</c:v>
                </c:pt>
                <c:pt idx="1826">
                  <c:v>45841</c:v>
                </c:pt>
                <c:pt idx="1827">
                  <c:v>45842</c:v>
                </c:pt>
                <c:pt idx="1828">
                  <c:v>45845</c:v>
                </c:pt>
                <c:pt idx="1829">
                  <c:v>45846</c:v>
                </c:pt>
                <c:pt idx="1830">
                  <c:v>45847</c:v>
                </c:pt>
                <c:pt idx="1831">
                  <c:v>45848</c:v>
                </c:pt>
                <c:pt idx="1832">
                  <c:v>45849</c:v>
                </c:pt>
                <c:pt idx="1833">
                  <c:v>45852</c:v>
                </c:pt>
                <c:pt idx="1834">
                  <c:v>45853</c:v>
                </c:pt>
                <c:pt idx="1835">
                  <c:v>45854</c:v>
                </c:pt>
                <c:pt idx="1836">
                  <c:v>45855</c:v>
                </c:pt>
                <c:pt idx="1837">
                  <c:v>45856</c:v>
                </c:pt>
                <c:pt idx="1838">
                  <c:v>45859</c:v>
                </c:pt>
                <c:pt idx="1839">
                  <c:v>45860</c:v>
                </c:pt>
                <c:pt idx="1840">
                  <c:v>45861</c:v>
                </c:pt>
                <c:pt idx="1841">
                  <c:v>45862</c:v>
                </c:pt>
                <c:pt idx="1842">
                  <c:v>45863</c:v>
                </c:pt>
                <c:pt idx="1843">
                  <c:v>45866</c:v>
                </c:pt>
                <c:pt idx="1844">
                  <c:v>45867</c:v>
                </c:pt>
                <c:pt idx="1845">
                  <c:v>45868</c:v>
                </c:pt>
                <c:pt idx="1846">
                  <c:v>45869</c:v>
                </c:pt>
                <c:pt idx="1847">
                  <c:v>45870</c:v>
                </c:pt>
                <c:pt idx="1848">
                  <c:v>45873</c:v>
                </c:pt>
                <c:pt idx="1849">
                  <c:v>45874</c:v>
                </c:pt>
                <c:pt idx="1850">
                  <c:v>45875</c:v>
                </c:pt>
                <c:pt idx="1851">
                  <c:v>45876</c:v>
                </c:pt>
                <c:pt idx="1852">
                  <c:v>45877</c:v>
                </c:pt>
                <c:pt idx="1853">
                  <c:v>45880</c:v>
                </c:pt>
                <c:pt idx="1854">
                  <c:v>45881</c:v>
                </c:pt>
                <c:pt idx="1855">
                  <c:v>45882</c:v>
                </c:pt>
                <c:pt idx="1856">
                  <c:v>45883</c:v>
                </c:pt>
                <c:pt idx="1857">
                  <c:v>45884</c:v>
                </c:pt>
                <c:pt idx="1858">
                  <c:v>45887</c:v>
                </c:pt>
                <c:pt idx="1859">
                  <c:v>45888</c:v>
                </c:pt>
                <c:pt idx="1860">
                  <c:v>45889</c:v>
                </c:pt>
                <c:pt idx="1861">
                  <c:v>45890</c:v>
                </c:pt>
                <c:pt idx="1862">
                  <c:v>45891</c:v>
                </c:pt>
                <c:pt idx="1863">
                  <c:v>45894</c:v>
                </c:pt>
                <c:pt idx="1864">
                  <c:v>45895</c:v>
                </c:pt>
                <c:pt idx="1865">
                  <c:v>45896</c:v>
                </c:pt>
                <c:pt idx="1866">
                  <c:v>45897</c:v>
                </c:pt>
                <c:pt idx="1867">
                  <c:v>45898</c:v>
                </c:pt>
                <c:pt idx="1868">
                  <c:v>45901</c:v>
                </c:pt>
                <c:pt idx="1869">
                  <c:v>45902</c:v>
                </c:pt>
                <c:pt idx="1870">
                  <c:v>45903</c:v>
                </c:pt>
                <c:pt idx="1871">
                  <c:v>45904</c:v>
                </c:pt>
                <c:pt idx="1872">
                  <c:v>45905</c:v>
                </c:pt>
                <c:pt idx="1873">
                  <c:v>45908</c:v>
                </c:pt>
                <c:pt idx="1874">
                  <c:v>45909</c:v>
                </c:pt>
                <c:pt idx="1875">
                  <c:v>45910</c:v>
                </c:pt>
                <c:pt idx="1876">
                  <c:v>45911</c:v>
                </c:pt>
                <c:pt idx="1877">
                  <c:v>45912</c:v>
                </c:pt>
                <c:pt idx="1878">
                  <c:v>45915</c:v>
                </c:pt>
                <c:pt idx="1879">
                  <c:v>45916</c:v>
                </c:pt>
                <c:pt idx="1880">
                  <c:v>45917</c:v>
                </c:pt>
                <c:pt idx="1881">
                  <c:v>45918</c:v>
                </c:pt>
                <c:pt idx="1882">
                  <c:v>45919</c:v>
                </c:pt>
                <c:pt idx="1883">
                  <c:v>45922</c:v>
                </c:pt>
                <c:pt idx="1884">
                  <c:v>45923</c:v>
                </c:pt>
                <c:pt idx="1885">
                  <c:v>45924</c:v>
                </c:pt>
                <c:pt idx="1886">
                  <c:v>45925</c:v>
                </c:pt>
                <c:pt idx="1887">
                  <c:v>45926</c:v>
                </c:pt>
                <c:pt idx="1888">
                  <c:v>45929</c:v>
                </c:pt>
                <c:pt idx="1889">
                  <c:v>45930</c:v>
                </c:pt>
                <c:pt idx="1890">
                  <c:v>45931</c:v>
                </c:pt>
                <c:pt idx="1891">
                  <c:v>45932</c:v>
                </c:pt>
                <c:pt idx="1892">
                  <c:v>45933</c:v>
                </c:pt>
                <c:pt idx="1893">
                  <c:v>45936</c:v>
                </c:pt>
                <c:pt idx="1894">
                  <c:v>45937</c:v>
                </c:pt>
                <c:pt idx="1895">
                  <c:v>45938</c:v>
                </c:pt>
                <c:pt idx="1896">
                  <c:v>45939</c:v>
                </c:pt>
                <c:pt idx="1897">
                  <c:v>45940</c:v>
                </c:pt>
                <c:pt idx="1898">
                  <c:v>45943</c:v>
                </c:pt>
                <c:pt idx="1899">
                  <c:v>45944</c:v>
                </c:pt>
                <c:pt idx="1900">
                  <c:v>45945</c:v>
                </c:pt>
                <c:pt idx="1901">
                  <c:v>45946</c:v>
                </c:pt>
                <c:pt idx="1902">
                  <c:v>45947</c:v>
                </c:pt>
                <c:pt idx="1903">
                  <c:v>45950</c:v>
                </c:pt>
                <c:pt idx="1904">
                  <c:v>45951</c:v>
                </c:pt>
                <c:pt idx="1905">
                  <c:v>45952</c:v>
                </c:pt>
                <c:pt idx="1906">
                  <c:v>45953</c:v>
                </c:pt>
                <c:pt idx="1907">
                  <c:v>45954</c:v>
                </c:pt>
                <c:pt idx="1908">
                  <c:v>45957</c:v>
                </c:pt>
                <c:pt idx="1909">
                  <c:v>45958</c:v>
                </c:pt>
                <c:pt idx="1910">
                  <c:v>45959</c:v>
                </c:pt>
                <c:pt idx="1911">
                  <c:v>45960</c:v>
                </c:pt>
                <c:pt idx="1912">
                  <c:v>45961</c:v>
                </c:pt>
                <c:pt idx="1913">
                  <c:v>45964</c:v>
                </c:pt>
                <c:pt idx="1914">
                  <c:v>45965</c:v>
                </c:pt>
                <c:pt idx="1915">
                  <c:v>45966</c:v>
                </c:pt>
                <c:pt idx="1916">
                  <c:v>45967</c:v>
                </c:pt>
                <c:pt idx="1917">
                  <c:v>45968</c:v>
                </c:pt>
                <c:pt idx="1918">
                  <c:v>45971</c:v>
                </c:pt>
                <c:pt idx="1919">
                  <c:v>45972</c:v>
                </c:pt>
                <c:pt idx="1920">
                  <c:v>45973</c:v>
                </c:pt>
                <c:pt idx="1921">
                  <c:v>45974</c:v>
                </c:pt>
                <c:pt idx="1922">
                  <c:v>45975</c:v>
                </c:pt>
                <c:pt idx="1923">
                  <c:v>45978</c:v>
                </c:pt>
                <c:pt idx="1924">
                  <c:v>45979</c:v>
                </c:pt>
                <c:pt idx="1925">
                  <c:v>45980</c:v>
                </c:pt>
                <c:pt idx="1926">
                  <c:v>45981</c:v>
                </c:pt>
                <c:pt idx="1927">
                  <c:v>45982</c:v>
                </c:pt>
                <c:pt idx="1928">
                  <c:v>45985</c:v>
                </c:pt>
                <c:pt idx="1929">
                  <c:v>45986</c:v>
                </c:pt>
                <c:pt idx="1930">
                  <c:v>45987</c:v>
                </c:pt>
                <c:pt idx="1931">
                  <c:v>45988</c:v>
                </c:pt>
                <c:pt idx="1932">
                  <c:v>45989</c:v>
                </c:pt>
                <c:pt idx="1933">
                  <c:v>45992</c:v>
                </c:pt>
                <c:pt idx="1934">
                  <c:v>45993</c:v>
                </c:pt>
                <c:pt idx="1935">
                  <c:v>45994</c:v>
                </c:pt>
                <c:pt idx="1936">
                  <c:v>45995</c:v>
                </c:pt>
                <c:pt idx="1937">
                  <c:v>45996</c:v>
                </c:pt>
                <c:pt idx="1938">
                  <c:v>45999</c:v>
                </c:pt>
                <c:pt idx="1939">
                  <c:v>46000</c:v>
                </c:pt>
                <c:pt idx="1940">
                  <c:v>46001</c:v>
                </c:pt>
                <c:pt idx="1941">
                  <c:v>46002</c:v>
                </c:pt>
                <c:pt idx="1942">
                  <c:v>46003</c:v>
                </c:pt>
                <c:pt idx="1943">
                  <c:v>46006</c:v>
                </c:pt>
                <c:pt idx="1944">
                  <c:v>46007</c:v>
                </c:pt>
                <c:pt idx="1945">
                  <c:v>46008</c:v>
                </c:pt>
                <c:pt idx="1946">
                  <c:v>46009</c:v>
                </c:pt>
                <c:pt idx="1947">
                  <c:v>46010</c:v>
                </c:pt>
                <c:pt idx="1948">
                  <c:v>46013</c:v>
                </c:pt>
                <c:pt idx="1949">
                  <c:v>46014</c:v>
                </c:pt>
                <c:pt idx="1950">
                  <c:v>46015</c:v>
                </c:pt>
                <c:pt idx="1951">
                  <c:v>46016</c:v>
                </c:pt>
                <c:pt idx="1952">
                  <c:v>46017</c:v>
                </c:pt>
                <c:pt idx="1953">
                  <c:v>46020</c:v>
                </c:pt>
                <c:pt idx="1954">
                  <c:v>46021</c:v>
                </c:pt>
                <c:pt idx="1955">
                  <c:v>46022</c:v>
                </c:pt>
                <c:pt idx="1956">
                  <c:v>46023</c:v>
                </c:pt>
                <c:pt idx="1957">
                  <c:v>46024</c:v>
                </c:pt>
                <c:pt idx="1958">
                  <c:v>46027</c:v>
                </c:pt>
                <c:pt idx="1959">
                  <c:v>46028</c:v>
                </c:pt>
                <c:pt idx="1960">
                  <c:v>46029</c:v>
                </c:pt>
                <c:pt idx="1961">
                  <c:v>46030</c:v>
                </c:pt>
                <c:pt idx="1962">
                  <c:v>46031</c:v>
                </c:pt>
                <c:pt idx="1963">
                  <c:v>46034</c:v>
                </c:pt>
                <c:pt idx="1964">
                  <c:v>46035</c:v>
                </c:pt>
                <c:pt idx="1965">
                  <c:v>46036</c:v>
                </c:pt>
                <c:pt idx="1966">
                  <c:v>46037</c:v>
                </c:pt>
                <c:pt idx="1967">
                  <c:v>46038</c:v>
                </c:pt>
                <c:pt idx="1968">
                  <c:v>46041</c:v>
                </c:pt>
                <c:pt idx="1969">
                  <c:v>46042</c:v>
                </c:pt>
                <c:pt idx="1970">
                  <c:v>46043</c:v>
                </c:pt>
                <c:pt idx="1971">
                  <c:v>46044</c:v>
                </c:pt>
                <c:pt idx="1972">
                  <c:v>46045</c:v>
                </c:pt>
                <c:pt idx="1973">
                  <c:v>46048</c:v>
                </c:pt>
                <c:pt idx="1974">
                  <c:v>46049</c:v>
                </c:pt>
                <c:pt idx="1975">
                  <c:v>46050</c:v>
                </c:pt>
                <c:pt idx="1976">
                  <c:v>46051</c:v>
                </c:pt>
                <c:pt idx="1977">
                  <c:v>46052</c:v>
                </c:pt>
                <c:pt idx="1978">
                  <c:v>46055</c:v>
                </c:pt>
                <c:pt idx="1979">
                  <c:v>46056</c:v>
                </c:pt>
                <c:pt idx="1980">
                  <c:v>46057</c:v>
                </c:pt>
                <c:pt idx="1981">
                  <c:v>46058</c:v>
                </c:pt>
                <c:pt idx="1982">
                  <c:v>46059</c:v>
                </c:pt>
                <c:pt idx="1983">
                  <c:v>46062</c:v>
                </c:pt>
                <c:pt idx="1984">
                  <c:v>46063</c:v>
                </c:pt>
                <c:pt idx="1985">
                  <c:v>46064</c:v>
                </c:pt>
                <c:pt idx="1986">
                  <c:v>46065</c:v>
                </c:pt>
                <c:pt idx="1987">
                  <c:v>46066</c:v>
                </c:pt>
                <c:pt idx="1988">
                  <c:v>46069</c:v>
                </c:pt>
                <c:pt idx="1989">
                  <c:v>46070</c:v>
                </c:pt>
                <c:pt idx="1990">
                  <c:v>46071</c:v>
                </c:pt>
                <c:pt idx="1991">
                  <c:v>46072</c:v>
                </c:pt>
                <c:pt idx="1992">
                  <c:v>46073</c:v>
                </c:pt>
                <c:pt idx="1993">
                  <c:v>46076</c:v>
                </c:pt>
                <c:pt idx="1994">
                  <c:v>46077</c:v>
                </c:pt>
                <c:pt idx="1995">
                  <c:v>46078</c:v>
                </c:pt>
                <c:pt idx="1996">
                  <c:v>46079</c:v>
                </c:pt>
                <c:pt idx="1997">
                  <c:v>46080</c:v>
                </c:pt>
                <c:pt idx="1998">
                  <c:v>46083</c:v>
                </c:pt>
                <c:pt idx="1999">
                  <c:v>46084</c:v>
                </c:pt>
                <c:pt idx="2000">
                  <c:v>46085</c:v>
                </c:pt>
                <c:pt idx="2001">
                  <c:v>46086</c:v>
                </c:pt>
                <c:pt idx="2002">
                  <c:v>46087</c:v>
                </c:pt>
                <c:pt idx="2003">
                  <c:v>46090</c:v>
                </c:pt>
                <c:pt idx="2004">
                  <c:v>46091</c:v>
                </c:pt>
                <c:pt idx="2005">
                  <c:v>46092</c:v>
                </c:pt>
                <c:pt idx="2006">
                  <c:v>46093</c:v>
                </c:pt>
                <c:pt idx="2007">
                  <c:v>46094</c:v>
                </c:pt>
                <c:pt idx="2008">
                  <c:v>46097</c:v>
                </c:pt>
                <c:pt idx="2009">
                  <c:v>46098</c:v>
                </c:pt>
                <c:pt idx="2010">
                  <c:v>46099</c:v>
                </c:pt>
                <c:pt idx="2011">
                  <c:v>46100</c:v>
                </c:pt>
                <c:pt idx="2012">
                  <c:v>46101</c:v>
                </c:pt>
                <c:pt idx="2013">
                  <c:v>46104</c:v>
                </c:pt>
                <c:pt idx="2014">
                  <c:v>46105</c:v>
                </c:pt>
                <c:pt idx="2015">
                  <c:v>46106</c:v>
                </c:pt>
                <c:pt idx="2016">
                  <c:v>46107</c:v>
                </c:pt>
                <c:pt idx="2017">
                  <c:v>46108</c:v>
                </c:pt>
                <c:pt idx="2018">
                  <c:v>46111</c:v>
                </c:pt>
                <c:pt idx="2019">
                  <c:v>46112</c:v>
                </c:pt>
                <c:pt idx="2020">
                  <c:v>46113</c:v>
                </c:pt>
                <c:pt idx="2021">
                  <c:v>46114</c:v>
                </c:pt>
                <c:pt idx="2022">
                  <c:v>46115</c:v>
                </c:pt>
                <c:pt idx="2023">
                  <c:v>46118</c:v>
                </c:pt>
                <c:pt idx="2024">
                  <c:v>46119</c:v>
                </c:pt>
                <c:pt idx="2025">
                  <c:v>46120</c:v>
                </c:pt>
                <c:pt idx="2026">
                  <c:v>46121</c:v>
                </c:pt>
                <c:pt idx="2027">
                  <c:v>46122</c:v>
                </c:pt>
                <c:pt idx="2028">
                  <c:v>46125</c:v>
                </c:pt>
                <c:pt idx="2029">
                  <c:v>46126</c:v>
                </c:pt>
                <c:pt idx="2030">
                  <c:v>46127</c:v>
                </c:pt>
                <c:pt idx="2031">
                  <c:v>46128</c:v>
                </c:pt>
                <c:pt idx="2032">
                  <c:v>46129</c:v>
                </c:pt>
                <c:pt idx="2033">
                  <c:v>46132</c:v>
                </c:pt>
                <c:pt idx="2034">
                  <c:v>46133</c:v>
                </c:pt>
                <c:pt idx="2035">
                  <c:v>46134</c:v>
                </c:pt>
                <c:pt idx="2036">
                  <c:v>46135</c:v>
                </c:pt>
                <c:pt idx="2037">
                  <c:v>46136</c:v>
                </c:pt>
                <c:pt idx="2038">
                  <c:v>46139</c:v>
                </c:pt>
                <c:pt idx="2039">
                  <c:v>46140</c:v>
                </c:pt>
                <c:pt idx="2040">
                  <c:v>46141</c:v>
                </c:pt>
                <c:pt idx="2041">
                  <c:v>46142</c:v>
                </c:pt>
                <c:pt idx="2042">
                  <c:v>46143</c:v>
                </c:pt>
                <c:pt idx="2043">
                  <c:v>46146</c:v>
                </c:pt>
                <c:pt idx="2044">
                  <c:v>46147</c:v>
                </c:pt>
                <c:pt idx="2045">
                  <c:v>46148</c:v>
                </c:pt>
                <c:pt idx="2046">
                  <c:v>46149</c:v>
                </c:pt>
                <c:pt idx="2047">
                  <c:v>46150</c:v>
                </c:pt>
                <c:pt idx="2048">
                  <c:v>46153</c:v>
                </c:pt>
                <c:pt idx="2049">
                  <c:v>46154</c:v>
                </c:pt>
                <c:pt idx="2050">
                  <c:v>46155</c:v>
                </c:pt>
                <c:pt idx="2051">
                  <c:v>46156</c:v>
                </c:pt>
                <c:pt idx="2052">
                  <c:v>46157</c:v>
                </c:pt>
                <c:pt idx="2053">
                  <c:v>46160</c:v>
                </c:pt>
                <c:pt idx="2054">
                  <c:v>46161</c:v>
                </c:pt>
                <c:pt idx="2055">
                  <c:v>46162</c:v>
                </c:pt>
                <c:pt idx="2056">
                  <c:v>46163</c:v>
                </c:pt>
                <c:pt idx="2057">
                  <c:v>46164</c:v>
                </c:pt>
                <c:pt idx="2058">
                  <c:v>46167</c:v>
                </c:pt>
                <c:pt idx="2059">
                  <c:v>46168</c:v>
                </c:pt>
                <c:pt idx="2060">
                  <c:v>46169</c:v>
                </c:pt>
                <c:pt idx="2061">
                  <c:v>46170</c:v>
                </c:pt>
                <c:pt idx="2062">
                  <c:v>46171</c:v>
                </c:pt>
                <c:pt idx="2063">
                  <c:v>46174</c:v>
                </c:pt>
                <c:pt idx="2064">
                  <c:v>46175</c:v>
                </c:pt>
                <c:pt idx="2065">
                  <c:v>46176</c:v>
                </c:pt>
                <c:pt idx="2066">
                  <c:v>46177</c:v>
                </c:pt>
                <c:pt idx="2067">
                  <c:v>46178</c:v>
                </c:pt>
                <c:pt idx="2068">
                  <c:v>46181</c:v>
                </c:pt>
                <c:pt idx="2069">
                  <c:v>46182</c:v>
                </c:pt>
                <c:pt idx="2070">
                  <c:v>46183</c:v>
                </c:pt>
                <c:pt idx="2071">
                  <c:v>46184</c:v>
                </c:pt>
                <c:pt idx="2072">
                  <c:v>46185</c:v>
                </c:pt>
                <c:pt idx="2073">
                  <c:v>46188</c:v>
                </c:pt>
                <c:pt idx="2074">
                  <c:v>46189</c:v>
                </c:pt>
                <c:pt idx="2075">
                  <c:v>46190</c:v>
                </c:pt>
                <c:pt idx="2076">
                  <c:v>46191</c:v>
                </c:pt>
                <c:pt idx="2077">
                  <c:v>46192</c:v>
                </c:pt>
                <c:pt idx="2078">
                  <c:v>46195</c:v>
                </c:pt>
                <c:pt idx="2079">
                  <c:v>46196</c:v>
                </c:pt>
                <c:pt idx="2080">
                  <c:v>46197</c:v>
                </c:pt>
                <c:pt idx="2081">
                  <c:v>46198</c:v>
                </c:pt>
                <c:pt idx="2082">
                  <c:v>46199</c:v>
                </c:pt>
                <c:pt idx="2083">
                  <c:v>46202</c:v>
                </c:pt>
                <c:pt idx="2084">
                  <c:v>46203</c:v>
                </c:pt>
                <c:pt idx="2085">
                  <c:v>46204</c:v>
                </c:pt>
                <c:pt idx="2086">
                  <c:v>46205</c:v>
                </c:pt>
                <c:pt idx="2087">
                  <c:v>46206</c:v>
                </c:pt>
                <c:pt idx="2088">
                  <c:v>46207</c:v>
                </c:pt>
                <c:pt idx="2089">
                  <c:v>46208</c:v>
                </c:pt>
                <c:pt idx="2090">
                  <c:v>46209</c:v>
                </c:pt>
                <c:pt idx="2091">
                  <c:v>46210</c:v>
                </c:pt>
                <c:pt idx="2092">
                  <c:v>46211</c:v>
                </c:pt>
                <c:pt idx="2093">
                  <c:v>46212</c:v>
                </c:pt>
                <c:pt idx="2094">
                  <c:v>46213</c:v>
                </c:pt>
                <c:pt idx="2095">
                  <c:v>46214</c:v>
                </c:pt>
                <c:pt idx="2096">
                  <c:v>46215</c:v>
                </c:pt>
                <c:pt idx="2097">
                  <c:v>46216</c:v>
                </c:pt>
                <c:pt idx="2098">
                  <c:v>46217</c:v>
                </c:pt>
                <c:pt idx="2099">
                  <c:v>46218</c:v>
                </c:pt>
                <c:pt idx="2100">
                  <c:v>46219</c:v>
                </c:pt>
                <c:pt idx="2101">
                  <c:v>46220</c:v>
                </c:pt>
                <c:pt idx="2102">
                  <c:v>46221</c:v>
                </c:pt>
                <c:pt idx="2103">
                  <c:v>46222</c:v>
                </c:pt>
                <c:pt idx="2104">
                  <c:v>46223</c:v>
                </c:pt>
                <c:pt idx="2105">
                  <c:v>46224</c:v>
                </c:pt>
                <c:pt idx="2106">
                  <c:v>46225</c:v>
                </c:pt>
                <c:pt idx="2107">
                  <c:v>46226</c:v>
                </c:pt>
                <c:pt idx="2108">
                  <c:v>46227</c:v>
                </c:pt>
                <c:pt idx="2109">
                  <c:v>46228</c:v>
                </c:pt>
                <c:pt idx="2110">
                  <c:v>46229</c:v>
                </c:pt>
                <c:pt idx="2111">
                  <c:v>46230</c:v>
                </c:pt>
                <c:pt idx="2112">
                  <c:v>46231</c:v>
                </c:pt>
                <c:pt idx="2113">
                  <c:v>46232</c:v>
                </c:pt>
                <c:pt idx="2114">
                  <c:v>46233</c:v>
                </c:pt>
                <c:pt idx="2115">
                  <c:v>46234</c:v>
                </c:pt>
                <c:pt idx="2116">
                  <c:v>46235</c:v>
                </c:pt>
                <c:pt idx="2117">
                  <c:v>46236</c:v>
                </c:pt>
                <c:pt idx="2118">
                  <c:v>46237</c:v>
                </c:pt>
                <c:pt idx="2119">
                  <c:v>46238</c:v>
                </c:pt>
                <c:pt idx="2120">
                  <c:v>46239</c:v>
                </c:pt>
                <c:pt idx="2121">
                  <c:v>46240</c:v>
                </c:pt>
                <c:pt idx="2122">
                  <c:v>46241</c:v>
                </c:pt>
                <c:pt idx="2123">
                  <c:v>46242</c:v>
                </c:pt>
                <c:pt idx="2124">
                  <c:v>46243</c:v>
                </c:pt>
                <c:pt idx="2125">
                  <c:v>46244</c:v>
                </c:pt>
                <c:pt idx="2126">
                  <c:v>46245</c:v>
                </c:pt>
                <c:pt idx="2127">
                  <c:v>46246</c:v>
                </c:pt>
                <c:pt idx="2128">
                  <c:v>46247</c:v>
                </c:pt>
                <c:pt idx="2129">
                  <c:v>46248</c:v>
                </c:pt>
                <c:pt idx="2130">
                  <c:v>46249</c:v>
                </c:pt>
                <c:pt idx="2131">
                  <c:v>46250</c:v>
                </c:pt>
                <c:pt idx="2132">
                  <c:v>46251</c:v>
                </c:pt>
                <c:pt idx="2133">
                  <c:v>46252</c:v>
                </c:pt>
                <c:pt idx="2134">
                  <c:v>46253</c:v>
                </c:pt>
                <c:pt idx="2135">
                  <c:v>46254</c:v>
                </c:pt>
                <c:pt idx="2136">
                  <c:v>46255</c:v>
                </c:pt>
                <c:pt idx="2137">
                  <c:v>46256</c:v>
                </c:pt>
                <c:pt idx="2138">
                  <c:v>46257</c:v>
                </c:pt>
                <c:pt idx="2139">
                  <c:v>46258</c:v>
                </c:pt>
                <c:pt idx="2140">
                  <c:v>46259</c:v>
                </c:pt>
                <c:pt idx="2141">
                  <c:v>46260</c:v>
                </c:pt>
                <c:pt idx="2142">
                  <c:v>46261</c:v>
                </c:pt>
                <c:pt idx="2143">
                  <c:v>46262</c:v>
                </c:pt>
                <c:pt idx="2144">
                  <c:v>46265</c:v>
                </c:pt>
                <c:pt idx="2145">
                  <c:v>46266</c:v>
                </c:pt>
                <c:pt idx="2146">
                  <c:v>46267</c:v>
                </c:pt>
                <c:pt idx="2147">
                  <c:v>46268</c:v>
                </c:pt>
                <c:pt idx="2148">
                  <c:v>46269</c:v>
                </c:pt>
                <c:pt idx="2149">
                  <c:v>46272</c:v>
                </c:pt>
                <c:pt idx="2150">
                  <c:v>46273</c:v>
                </c:pt>
                <c:pt idx="2151">
                  <c:v>46274</c:v>
                </c:pt>
                <c:pt idx="2152">
                  <c:v>46275</c:v>
                </c:pt>
                <c:pt idx="2153">
                  <c:v>46276</c:v>
                </c:pt>
                <c:pt idx="2154">
                  <c:v>46279</c:v>
                </c:pt>
                <c:pt idx="2155">
                  <c:v>46280</c:v>
                </c:pt>
                <c:pt idx="2156">
                  <c:v>46281</c:v>
                </c:pt>
                <c:pt idx="2157">
                  <c:v>46282</c:v>
                </c:pt>
                <c:pt idx="2158">
                  <c:v>46283</c:v>
                </c:pt>
                <c:pt idx="2159">
                  <c:v>46286</c:v>
                </c:pt>
                <c:pt idx="2160">
                  <c:v>46287</c:v>
                </c:pt>
              </c:numCache>
            </c:numRef>
          </c:cat>
          <c:val>
            <c:numRef>
              <c:f>Sheet1!$D$2:$D$2162</c:f>
              <c:numCache>
                <c:formatCode>_(* #,##0.00_);_(* \(#,##0.00\);_(* "-"_);_(@_)</c:formatCode>
                <c:ptCount val="2161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5.25</c:v>
                </c:pt>
                <c:pt idx="95">
                  <c:v>5.25</c:v>
                </c:pt>
                <c:pt idx="96">
                  <c:v>5.25</c:v>
                </c:pt>
                <c:pt idx="97">
                  <c:v>5.25</c:v>
                </c:pt>
                <c:pt idx="98">
                  <c:v>5.25</c:v>
                </c:pt>
                <c:pt idx="99">
                  <c:v>5.25</c:v>
                </c:pt>
                <c:pt idx="100">
                  <c:v>5.25</c:v>
                </c:pt>
                <c:pt idx="101">
                  <c:v>5.25</c:v>
                </c:pt>
                <c:pt idx="102">
                  <c:v>5.5</c:v>
                </c:pt>
                <c:pt idx="103">
                  <c:v>5.5</c:v>
                </c:pt>
                <c:pt idx="104">
                  <c:v>5.5</c:v>
                </c:pt>
                <c:pt idx="105">
                  <c:v>5.5</c:v>
                </c:pt>
                <c:pt idx="106">
                  <c:v>5.5</c:v>
                </c:pt>
                <c:pt idx="107">
                  <c:v>5.5</c:v>
                </c:pt>
                <c:pt idx="108">
                  <c:v>5.5</c:v>
                </c:pt>
                <c:pt idx="109">
                  <c:v>5.5</c:v>
                </c:pt>
                <c:pt idx="110">
                  <c:v>5.5</c:v>
                </c:pt>
                <c:pt idx="111">
                  <c:v>5.5</c:v>
                </c:pt>
                <c:pt idx="112">
                  <c:v>5.5</c:v>
                </c:pt>
                <c:pt idx="113">
                  <c:v>6</c:v>
                </c:pt>
                <c:pt idx="114">
                  <c:v>6</c:v>
                </c:pt>
                <c:pt idx="115">
                  <c:v>6</c:v>
                </c:pt>
                <c:pt idx="116">
                  <c:v>6</c:v>
                </c:pt>
                <c:pt idx="117">
                  <c:v>6</c:v>
                </c:pt>
                <c:pt idx="118">
                  <c:v>6</c:v>
                </c:pt>
                <c:pt idx="119">
                  <c:v>6</c:v>
                </c:pt>
                <c:pt idx="120">
                  <c:v>6</c:v>
                </c:pt>
                <c:pt idx="121">
                  <c:v>6</c:v>
                </c:pt>
                <c:pt idx="122">
                  <c:v>6</c:v>
                </c:pt>
                <c:pt idx="123">
                  <c:v>6</c:v>
                </c:pt>
                <c:pt idx="124">
                  <c:v>6</c:v>
                </c:pt>
                <c:pt idx="125">
                  <c:v>6</c:v>
                </c:pt>
                <c:pt idx="126">
                  <c:v>6</c:v>
                </c:pt>
                <c:pt idx="127">
                  <c:v>6</c:v>
                </c:pt>
                <c:pt idx="128">
                  <c:v>6</c:v>
                </c:pt>
                <c:pt idx="129">
                  <c:v>6</c:v>
                </c:pt>
                <c:pt idx="130">
                  <c:v>6</c:v>
                </c:pt>
                <c:pt idx="131">
                  <c:v>6</c:v>
                </c:pt>
                <c:pt idx="132">
                  <c:v>6</c:v>
                </c:pt>
                <c:pt idx="133">
                  <c:v>6</c:v>
                </c:pt>
                <c:pt idx="134">
                  <c:v>6</c:v>
                </c:pt>
                <c:pt idx="135">
                  <c:v>6</c:v>
                </c:pt>
                <c:pt idx="136">
                  <c:v>6</c:v>
                </c:pt>
                <c:pt idx="137">
                  <c:v>6</c:v>
                </c:pt>
                <c:pt idx="138">
                  <c:v>6</c:v>
                </c:pt>
                <c:pt idx="139">
                  <c:v>6</c:v>
                </c:pt>
                <c:pt idx="140">
                  <c:v>6</c:v>
                </c:pt>
                <c:pt idx="141">
                  <c:v>6</c:v>
                </c:pt>
                <c:pt idx="142">
                  <c:v>6</c:v>
                </c:pt>
                <c:pt idx="143">
                  <c:v>6</c:v>
                </c:pt>
                <c:pt idx="144">
                  <c:v>6</c:v>
                </c:pt>
                <c:pt idx="145">
                  <c:v>6</c:v>
                </c:pt>
                <c:pt idx="146">
                  <c:v>6.25</c:v>
                </c:pt>
                <c:pt idx="147">
                  <c:v>6.25</c:v>
                </c:pt>
                <c:pt idx="148">
                  <c:v>6.25</c:v>
                </c:pt>
                <c:pt idx="149">
                  <c:v>6.25</c:v>
                </c:pt>
                <c:pt idx="150">
                  <c:v>6.25</c:v>
                </c:pt>
                <c:pt idx="151">
                  <c:v>6.25</c:v>
                </c:pt>
                <c:pt idx="152">
                  <c:v>6.25</c:v>
                </c:pt>
                <c:pt idx="153">
                  <c:v>6.25</c:v>
                </c:pt>
                <c:pt idx="154">
                  <c:v>6.25</c:v>
                </c:pt>
                <c:pt idx="155">
                  <c:v>6.25</c:v>
                </c:pt>
                <c:pt idx="156">
                  <c:v>6.25</c:v>
                </c:pt>
                <c:pt idx="157">
                  <c:v>6.25</c:v>
                </c:pt>
                <c:pt idx="158">
                  <c:v>6.25</c:v>
                </c:pt>
                <c:pt idx="159">
                  <c:v>6.25</c:v>
                </c:pt>
                <c:pt idx="160">
                  <c:v>6.25</c:v>
                </c:pt>
                <c:pt idx="161">
                  <c:v>6.25</c:v>
                </c:pt>
                <c:pt idx="162">
                  <c:v>6.25</c:v>
                </c:pt>
                <c:pt idx="163">
                  <c:v>6.25</c:v>
                </c:pt>
                <c:pt idx="164">
                  <c:v>6.25</c:v>
                </c:pt>
                <c:pt idx="165">
                  <c:v>6.25</c:v>
                </c:pt>
                <c:pt idx="166">
                  <c:v>6.25</c:v>
                </c:pt>
                <c:pt idx="167">
                  <c:v>6.25</c:v>
                </c:pt>
                <c:pt idx="168">
                  <c:v>6.25</c:v>
                </c:pt>
                <c:pt idx="169">
                  <c:v>6.25</c:v>
                </c:pt>
                <c:pt idx="170">
                  <c:v>6.25</c:v>
                </c:pt>
                <c:pt idx="171">
                  <c:v>6.25</c:v>
                </c:pt>
                <c:pt idx="172">
                  <c:v>6.25</c:v>
                </c:pt>
                <c:pt idx="173">
                  <c:v>6.25</c:v>
                </c:pt>
                <c:pt idx="174">
                  <c:v>6.5</c:v>
                </c:pt>
                <c:pt idx="175">
                  <c:v>6.5</c:v>
                </c:pt>
                <c:pt idx="176">
                  <c:v>6.5</c:v>
                </c:pt>
                <c:pt idx="177">
                  <c:v>6.5</c:v>
                </c:pt>
                <c:pt idx="178">
                  <c:v>6.5</c:v>
                </c:pt>
                <c:pt idx="179">
                  <c:v>6.5</c:v>
                </c:pt>
                <c:pt idx="180">
                  <c:v>6.5</c:v>
                </c:pt>
                <c:pt idx="181">
                  <c:v>6.5</c:v>
                </c:pt>
                <c:pt idx="182">
                  <c:v>6.5</c:v>
                </c:pt>
                <c:pt idx="183">
                  <c:v>6.5</c:v>
                </c:pt>
                <c:pt idx="184">
                  <c:v>6.5</c:v>
                </c:pt>
                <c:pt idx="185">
                  <c:v>6.5</c:v>
                </c:pt>
                <c:pt idx="186">
                  <c:v>6.5</c:v>
                </c:pt>
                <c:pt idx="187">
                  <c:v>6.5</c:v>
                </c:pt>
                <c:pt idx="188">
                  <c:v>6.5</c:v>
                </c:pt>
                <c:pt idx="189">
                  <c:v>6.5</c:v>
                </c:pt>
                <c:pt idx="190">
                  <c:v>6.5</c:v>
                </c:pt>
                <c:pt idx="191">
                  <c:v>6.5</c:v>
                </c:pt>
                <c:pt idx="192">
                  <c:v>6.5</c:v>
                </c:pt>
                <c:pt idx="193">
                  <c:v>6.5</c:v>
                </c:pt>
                <c:pt idx="194">
                  <c:v>6.5</c:v>
                </c:pt>
                <c:pt idx="195">
                  <c:v>6.5</c:v>
                </c:pt>
                <c:pt idx="196">
                  <c:v>6.5</c:v>
                </c:pt>
                <c:pt idx="197">
                  <c:v>6.5</c:v>
                </c:pt>
                <c:pt idx="198">
                  <c:v>6.5</c:v>
                </c:pt>
                <c:pt idx="199">
                  <c:v>6.5</c:v>
                </c:pt>
                <c:pt idx="200">
                  <c:v>6.5</c:v>
                </c:pt>
                <c:pt idx="201">
                  <c:v>6.5</c:v>
                </c:pt>
                <c:pt idx="202">
                  <c:v>6.5</c:v>
                </c:pt>
                <c:pt idx="203">
                  <c:v>6.5</c:v>
                </c:pt>
                <c:pt idx="204">
                  <c:v>6.5</c:v>
                </c:pt>
                <c:pt idx="205">
                  <c:v>6.5</c:v>
                </c:pt>
                <c:pt idx="206">
                  <c:v>6.5</c:v>
                </c:pt>
                <c:pt idx="207">
                  <c:v>6.5</c:v>
                </c:pt>
                <c:pt idx="208">
                  <c:v>6.5</c:v>
                </c:pt>
                <c:pt idx="209">
                  <c:v>6.75</c:v>
                </c:pt>
                <c:pt idx="210">
                  <c:v>6.75</c:v>
                </c:pt>
                <c:pt idx="211">
                  <c:v>6.75</c:v>
                </c:pt>
                <c:pt idx="212">
                  <c:v>6.75</c:v>
                </c:pt>
                <c:pt idx="213">
                  <c:v>6.75</c:v>
                </c:pt>
                <c:pt idx="214">
                  <c:v>6.75</c:v>
                </c:pt>
                <c:pt idx="215">
                  <c:v>6.75</c:v>
                </c:pt>
                <c:pt idx="216">
                  <c:v>6.75</c:v>
                </c:pt>
                <c:pt idx="217">
                  <c:v>6.75</c:v>
                </c:pt>
                <c:pt idx="218">
                  <c:v>6.75</c:v>
                </c:pt>
                <c:pt idx="219">
                  <c:v>6.75</c:v>
                </c:pt>
                <c:pt idx="220">
                  <c:v>6.75</c:v>
                </c:pt>
                <c:pt idx="221">
                  <c:v>6.75</c:v>
                </c:pt>
                <c:pt idx="222">
                  <c:v>6.75</c:v>
                </c:pt>
                <c:pt idx="223">
                  <c:v>6.75</c:v>
                </c:pt>
                <c:pt idx="224">
                  <c:v>6.75</c:v>
                </c:pt>
                <c:pt idx="225">
                  <c:v>6.75</c:v>
                </c:pt>
                <c:pt idx="226">
                  <c:v>6.75</c:v>
                </c:pt>
                <c:pt idx="227">
                  <c:v>6.75</c:v>
                </c:pt>
                <c:pt idx="228">
                  <c:v>6.75</c:v>
                </c:pt>
                <c:pt idx="229">
                  <c:v>6.75</c:v>
                </c:pt>
                <c:pt idx="230">
                  <c:v>6.75</c:v>
                </c:pt>
                <c:pt idx="231">
                  <c:v>6.75</c:v>
                </c:pt>
                <c:pt idx="232">
                  <c:v>6.75</c:v>
                </c:pt>
                <c:pt idx="233">
                  <c:v>6.75</c:v>
                </c:pt>
                <c:pt idx="234">
                  <c:v>6.75</c:v>
                </c:pt>
                <c:pt idx="235">
                  <c:v>6.75</c:v>
                </c:pt>
                <c:pt idx="236">
                  <c:v>6.75</c:v>
                </c:pt>
                <c:pt idx="237">
                  <c:v>6.75</c:v>
                </c:pt>
                <c:pt idx="238">
                  <c:v>6.75</c:v>
                </c:pt>
                <c:pt idx="239">
                  <c:v>6.75</c:v>
                </c:pt>
                <c:pt idx="240">
                  <c:v>6.75</c:v>
                </c:pt>
                <c:pt idx="241">
                  <c:v>6.75</c:v>
                </c:pt>
                <c:pt idx="242">
                  <c:v>6.75</c:v>
                </c:pt>
                <c:pt idx="243">
                  <c:v>6.75</c:v>
                </c:pt>
                <c:pt idx="244">
                  <c:v>6.75</c:v>
                </c:pt>
                <c:pt idx="245">
                  <c:v>6.75</c:v>
                </c:pt>
                <c:pt idx="246">
                  <c:v>6.75</c:v>
                </c:pt>
                <c:pt idx="247">
                  <c:v>6.75</c:v>
                </c:pt>
                <c:pt idx="248">
                  <c:v>6.75</c:v>
                </c:pt>
                <c:pt idx="249">
                  <c:v>6.75</c:v>
                </c:pt>
                <c:pt idx="250">
                  <c:v>6.75</c:v>
                </c:pt>
                <c:pt idx="251">
                  <c:v>6.75</c:v>
                </c:pt>
                <c:pt idx="252">
                  <c:v>6.75</c:v>
                </c:pt>
                <c:pt idx="253">
                  <c:v>6.75</c:v>
                </c:pt>
                <c:pt idx="254">
                  <c:v>6.75</c:v>
                </c:pt>
                <c:pt idx="255">
                  <c:v>6.75</c:v>
                </c:pt>
                <c:pt idx="256">
                  <c:v>6.75</c:v>
                </c:pt>
                <c:pt idx="257">
                  <c:v>6.75</c:v>
                </c:pt>
                <c:pt idx="258">
                  <c:v>6.75</c:v>
                </c:pt>
                <c:pt idx="259">
                  <c:v>6.75</c:v>
                </c:pt>
                <c:pt idx="260">
                  <c:v>6.75</c:v>
                </c:pt>
                <c:pt idx="261">
                  <c:v>6.75</c:v>
                </c:pt>
                <c:pt idx="262">
                  <c:v>6.75</c:v>
                </c:pt>
                <c:pt idx="263">
                  <c:v>6.75</c:v>
                </c:pt>
                <c:pt idx="264">
                  <c:v>6.75</c:v>
                </c:pt>
                <c:pt idx="265">
                  <c:v>6.75</c:v>
                </c:pt>
                <c:pt idx="266">
                  <c:v>6.75</c:v>
                </c:pt>
                <c:pt idx="267">
                  <c:v>6.75</c:v>
                </c:pt>
                <c:pt idx="268">
                  <c:v>6.75</c:v>
                </c:pt>
                <c:pt idx="269">
                  <c:v>6.75</c:v>
                </c:pt>
                <c:pt idx="270">
                  <c:v>6.75</c:v>
                </c:pt>
                <c:pt idx="271">
                  <c:v>6.75</c:v>
                </c:pt>
                <c:pt idx="272">
                  <c:v>6.75</c:v>
                </c:pt>
                <c:pt idx="273">
                  <c:v>6.75</c:v>
                </c:pt>
                <c:pt idx="274">
                  <c:v>6.75</c:v>
                </c:pt>
                <c:pt idx="275">
                  <c:v>6.75</c:v>
                </c:pt>
                <c:pt idx="276">
                  <c:v>6.75</c:v>
                </c:pt>
                <c:pt idx="277">
                  <c:v>6.75</c:v>
                </c:pt>
                <c:pt idx="278">
                  <c:v>6.75</c:v>
                </c:pt>
                <c:pt idx="279">
                  <c:v>6.75</c:v>
                </c:pt>
                <c:pt idx="280">
                  <c:v>6.75</c:v>
                </c:pt>
                <c:pt idx="281">
                  <c:v>6.75</c:v>
                </c:pt>
                <c:pt idx="282">
                  <c:v>6.75</c:v>
                </c:pt>
                <c:pt idx="283">
                  <c:v>6.75</c:v>
                </c:pt>
                <c:pt idx="284">
                  <c:v>6.75</c:v>
                </c:pt>
                <c:pt idx="285">
                  <c:v>6.75</c:v>
                </c:pt>
                <c:pt idx="286">
                  <c:v>6.75</c:v>
                </c:pt>
                <c:pt idx="287">
                  <c:v>6.75</c:v>
                </c:pt>
                <c:pt idx="288">
                  <c:v>6.75</c:v>
                </c:pt>
                <c:pt idx="289">
                  <c:v>6.75</c:v>
                </c:pt>
                <c:pt idx="290">
                  <c:v>6.75</c:v>
                </c:pt>
                <c:pt idx="291">
                  <c:v>6.75</c:v>
                </c:pt>
                <c:pt idx="292">
                  <c:v>6.75</c:v>
                </c:pt>
                <c:pt idx="293">
                  <c:v>6.75</c:v>
                </c:pt>
                <c:pt idx="294">
                  <c:v>6.75</c:v>
                </c:pt>
                <c:pt idx="295">
                  <c:v>6.75</c:v>
                </c:pt>
                <c:pt idx="296">
                  <c:v>6.75</c:v>
                </c:pt>
                <c:pt idx="297">
                  <c:v>6.75</c:v>
                </c:pt>
                <c:pt idx="298">
                  <c:v>6.75</c:v>
                </c:pt>
                <c:pt idx="299">
                  <c:v>6.75</c:v>
                </c:pt>
                <c:pt idx="300">
                  <c:v>6.75</c:v>
                </c:pt>
                <c:pt idx="301">
                  <c:v>6.75</c:v>
                </c:pt>
                <c:pt idx="302">
                  <c:v>6.75</c:v>
                </c:pt>
                <c:pt idx="303">
                  <c:v>6.75</c:v>
                </c:pt>
                <c:pt idx="304">
                  <c:v>6.75</c:v>
                </c:pt>
                <c:pt idx="305">
                  <c:v>6.75</c:v>
                </c:pt>
                <c:pt idx="306">
                  <c:v>6.75</c:v>
                </c:pt>
                <c:pt idx="307">
                  <c:v>6.75</c:v>
                </c:pt>
                <c:pt idx="308">
                  <c:v>6.75</c:v>
                </c:pt>
                <c:pt idx="309">
                  <c:v>6.75</c:v>
                </c:pt>
                <c:pt idx="310">
                  <c:v>6.75</c:v>
                </c:pt>
                <c:pt idx="311">
                  <c:v>6.75</c:v>
                </c:pt>
                <c:pt idx="312">
                  <c:v>6.75</c:v>
                </c:pt>
                <c:pt idx="313">
                  <c:v>6.75</c:v>
                </c:pt>
                <c:pt idx="314">
                  <c:v>6.75</c:v>
                </c:pt>
                <c:pt idx="315">
                  <c:v>6.75</c:v>
                </c:pt>
                <c:pt idx="316">
                  <c:v>6.75</c:v>
                </c:pt>
                <c:pt idx="317">
                  <c:v>6.75</c:v>
                </c:pt>
                <c:pt idx="318">
                  <c:v>6.75</c:v>
                </c:pt>
                <c:pt idx="319">
                  <c:v>6.75</c:v>
                </c:pt>
                <c:pt idx="320">
                  <c:v>6.75</c:v>
                </c:pt>
                <c:pt idx="321">
                  <c:v>6.75</c:v>
                </c:pt>
                <c:pt idx="322">
                  <c:v>6.75</c:v>
                </c:pt>
                <c:pt idx="323">
                  <c:v>6.75</c:v>
                </c:pt>
                <c:pt idx="324">
                  <c:v>6.75</c:v>
                </c:pt>
                <c:pt idx="325">
                  <c:v>6.75</c:v>
                </c:pt>
                <c:pt idx="326">
                  <c:v>6.75</c:v>
                </c:pt>
                <c:pt idx="327">
                  <c:v>6.75</c:v>
                </c:pt>
                <c:pt idx="328">
                  <c:v>6.75</c:v>
                </c:pt>
                <c:pt idx="329">
                  <c:v>6.75</c:v>
                </c:pt>
                <c:pt idx="330">
                  <c:v>6.75</c:v>
                </c:pt>
                <c:pt idx="331">
                  <c:v>6.75</c:v>
                </c:pt>
                <c:pt idx="332">
                  <c:v>6.75</c:v>
                </c:pt>
                <c:pt idx="333">
                  <c:v>6.75</c:v>
                </c:pt>
                <c:pt idx="334">
                  <c:v>6.75</c:v>
                </c:pt>
                <c:pt idx="335">
                  <c:v>6.75</c:v>
                </c:pt>
                <c:pt idx="336">
                  <c:v>6.75</c:v>
                </c:pt>
                <c:pt idx="337">
                  <c:v>6.75</c:v>
                </c:pt>
                <c:pt idx="338">
                  <c:v>6.75</c:v>
                </c:pt>
                <c:pt idx="339">
                  <c:v>6.75</c:v>
                </c:pt>
                <c:pt idx="340">
                  <c:v>6.75</c:v>
                </c:pt>
                <c:pt idx="341">
                  <c:v>6.75</c:v>
                </c:pt>
                <c:pt idx="342">
                  <c:v>6.75</c:v>
                </c:pt>
                <c:pt idx="343">
                  <c:v>6.75</c:v>
                </c:pt>
                <c:pt idx="344">
                  <c:v>6.75</c:v>
                </c:pt>
                <c:pt idx="345">
                  <c:v>6.75</c:v>
                </c:pt>
                <c:pt idx="346">
                  <c:v>6.75</c:v>
                </c:pt>
                <c:pt idx="347">
                  <c:v>6.75</c:v>
                </c:pt>
                <c:pt idx="348">
                  <c:v>6.75</c:v>
                </c:pt>
                <c:pt idx="349">
                  <c:v>6.75</c:v>
                </c:pt>
                <c:pt idx="350">
                  <c:v>6.75</c:v>
                </c:pt>
                <c:pt idx="351">
                  <c:v>6.75</c:v>
                </c:pt>
                <c:pt idx="352">
                  <c:v>6.75</c:v>
                </c:pt>
                <c:pt idx="353">
                  <c:v>6.75</c:v>
                </c:pt>
                <c:pt idx="354">
                  <c:v>6.75</c:v>
                </c:pt>
                <c:pt idx="355">
                  <c:v>6.75</c:v>
                </c:pt>
                <c:pt idx="356">
                  <c:v>6.75</c:v>
                </c:pt>
                <c:pt idx="357">
                  <c:v>6.75</c:v>
                </c:pt>
                <c:pt idx="358">
                  <c:v>6.75</c:v>
                </c:pt>
                <c:pt idx="359">
                  <c:v>6.75</c:v>
                </c:pt>
                <c:pt idx="360">
                  <c:v>6.75</c:v>
                </c:pt>
                <c:pt idx="361">
                  <c:v>6.75</c:v>
                </c:pt>
                <c:pt idx="362">
                  <c:v>6.75</c:v>
                </c:pt>
                <c:pt idx="363">
                  <c:v>6.75</c:v>
                </c:pt>
                <c:pt idx="364">
                  <c:v>6.75</c:v>
                </c:pt>
                <c:pt idx="365">
                  <c:v>6.75</c:v>
                </c:pt>
                <c:pt idx="366">
                  <c:v>6.75</c:v>
                </c:pt>
                <c:pt idx="367">
                  <c:v>6.75</c:v>
                </c:pt>
                <c:pt idx="368">
                  <c:v>6.5</c:v>
                </c:pt>
                <c:pt idx="369">
                  <c:v>6.5</c:v>
                </c:pt>
                <c:pt idx="370">
                  <c:v>6.5</c:v>
                </c:pt>
                <c:pt idx="371">
                  <c:v>6.5</c:v>
                </c:pt>
                <c:pt idx="372">
                  <c:v>6.5</c:v>
                </c:pt>
                <c:pt idx="373">
                  <c:v>6.5</c:v>
                </c:pt>
                <c:pt idx="374">
                  <c:v>6.5</c:v>
                </c:pt>
                <c:pt idx="375">
                  <c:v>6.5</c:v>
                </c:pt>
                <c:pt idx="376">
                  <c:v>6.5</c:v>
                </c:pt>
                <c:pt idx="377">
                  <c:v>6.5</c:v>
                </c:pt>
                <c:pt idx="378">
                  <c:v>6.5</c:v>
                </c:pt>
                <c:pt idx="379">
                  <c:v>6.5</c:v>
                </c:pt>
                <c:pt idx="380">
                  <c:v>6.5</c:v>
                </c:pt>
                <c:pt idx="381">
                  <c:v>6.5</c:v>
                </c:pt>
                <c:pt idx="382">
                  <c:v>6.5</c:v>
                </c:pt>
                <c:pt idx="383">
                  <c:v>6.5</c:v>
                </c:pt>
                <c:pt idx="384">
                  <c:v>6.5</c:v>
                </c:pt>
                <c:pt idx="385">
                  <c:v>6.5</c:v>
                </c:pt>
                <c:pt idx="386">
                  <c:v>6.5</c:v>
                </c:pt>
                <c:pt idx="387">
                  <c:v>6.5</c:v>
                </c:pt>
                <c:pt idx="388">
                  <c:v>6.5</c:v>
                </c:pt>
                <c:pt idx="389">
                  <c:v>6.5</c:v>
                </c:pt>
                <c:pt idx="390">
                  <c:v>6.5</c:v>
                </c:pt>
                <c:pt idx="391">
                  <c:v>6.5</c:v>
                </c:pt>
                <c:pt idx="392">
                  <c:v>6.5</c:v>
                </c:pt>
                <c:pt idx="393">
                  <c:v>6.25</c:v>
                </c:pt>
                <c:pt idx="394">
                  <c:v>6.25</c:v>
                </c:pt>
                <c:pt idx="395">
                  <c:v>6.25</c:v>
                </c:pt>
                <c:pt idx="396">
                  <c:v>6.25</c:v>
                </c:pt>
                <c:pt idx="397">
                  <c:v>6.25</c:v>
                </c:pt>
                <c:pt idx="398">
                  <c:v>6.25</c:v>
                </c:pt>
                <c:pt idx="399">
                  <c:v>6.25</c:v>
                </c:pt>
                <c:pt idx="400">
                  <c:v>6.25</c:v>
                </c:pt>
                <c:pt idx="401">
                  <c:v>6.25</c:v>
                </c:pt>
                <c:pt idx="402">
                  <c:v>6.25</c:v>
                </c:pt>
                <c:pt idx="403">
                  <c:v>6.25</c:v>
                </c:pt>
                <c:pt idx="404">
                  <c:v>6.25</c:v>
                </c:pt>
                <c:pt idx="405">
                  <c:v>6.25</c:v>
                </c:pt>
                <c:pt idx="406">
                  <c:v>6.25</c:v>
                </c:pt>
                <c:pt idx="407">
                  <c:v>6.25</c:v>
                </c:pt>
                <c:pt idx="408">
                  <c:v>6.25</c:v>
                </c:pt>
                <c:pt idx="409">
                  <c:v>6.25</c:v>
                </c:pt>
                <c:pt idx="410">
                  <c:v>6.25</c:v>
                </c:pt>
                <c:pt idx="411">
                  <c:v>6.25</c:v>
                </c:pt>
                <c:pt idx="412">
                  <c:v>6.25</c:v>
                </c:pt>
                <c:pt idx="413">
                  <c:v>6</c:v>
                </c:pt>
                <c:pt idx="414">
                  <c:v>6</c:v>
                </c:pt>
                <c:pt idx="415">
                  <c:v>6</c:v>
                </c:pt>
                <c:pt idx="416">
                  <c:v>6</c:v>
                </c:pt>
                <c:pt idx="417">
                  <c:v>6</c:v>
                </c:pt>
                <c:pt idx="418">
                  <c:v>6</c:v>
                </c:pt>
                <c:pt idx="419">
                  <c:v>6</c:v>
                </c:pt>
                <c:pt idx="420">
                  <c:v>6</c:v>
                </c:pt>
                <c:pt idx="421">
                  <c:v>6</c:v>
                </c:pt>
                <c:pt idx="422">
                  <c:v>6</c:v>
                </c:pt>
                <c:pt idx="423">
                  <c:v>6</c:v>
                </c:pt>
                <c:pt idx="424">
                  <c:v>6</c:v>
                </c:pt>
                <c:pt idx="425">
                  <c:v>6</c:v>
                </c:pt>
                <c:pt idx="426">
                  <c:v>6</c:v>
                </c:pt>
                <c:pt idx="427">
                  <c:v>6</c:v>
                </c:pt>
                <c:pt idx="428">
                  <c:v>6</c:v>
                </c:pt>
                <c:pt idx="429">
                  <c:v>6</c:v>
                </c:pt>
                <c:pt idx="430">
                  <c:v>6</c:v>
                </c:pt>
                <c:pt idx="431">
                  <c:v>6</c:v>
                </c:pt>
                <c:pt idx="432">
                  <c:v>6</c:v>
                </c:pt>
                <c:pt idx="433">
                  <c:v>6</c:v>
                </c:pt>
                <c:pt idx="434">
                  <c:v>6</c:v>
                </c:pt>
                <c:pt idx="435">
                  <c:v>6</c:v>
                </c:pt>
                <c:pt idx="436">
                  <c:v>6</c:v>
                </c:pt>
                <c:pt idx="437">
                  <c:v>6</c:v>
                </c:pt>
                <c:pt idx="438">
                  <c:v>5.75</c:v>
                </c:pt>
                <c:pt idx="439">
                  <c:v>5.75</c:v>
                </c:pt>
                <c:pt idx="440">
                  <c:v>5.75</c:v>
                </c:pt>
                <c:pt idx="441">
                  <c:v>5.75</c:v>
                </c:pt>
                <c:pt idx="442">
                  <c:v>5.75</c:v>
                </c:pt>
                <c:pt idx="443">
                  <c:v>5.75</c:v>
                </c:pt>
                <c:pt idx="444">
                  <c:v>5.75</c:v>
                </c:pt>
                <c:pt idx="445">
                  <c:v>5.75</c:v>
                </c:pt>
                <c:pt idx="446">
                  <c:v>5.75</c:v>
                </c:pt>
                <c:pt idx="447">
                  <c:v>5.75</c:v>
                </c:pt>
                <c:pt idx="448">
                  <c:v>5.75</c:v>
                </c:pt>
                <c:pt idx="449">
                  <c:v>5.75</c:v>
                </c:pt>
                <c:pt idx="450">
                  <c:v>5.75</c:v>
                </c:pt>
                <c:pt idx="451">
                  <c:v>5.75</c:v>
                </c:pt>
                <c:pt idx="452">
                  <c:v>5.75</c:v>
                </c:pt>
                <c:pt idx="453">
                  <c:v>5.75</c:v>
                </c:pt>
                <c:pt idx="454">
                  <c:v>5.75</c:v>
                </c:pt>
                <c:pt idx="455">
                  <c:v>5.75</c:v>
                </c:pt>
                <c:pt idx="456">
                  <c:v>5.75</c:v>
                </c:pt>
                <c:pt idx="457">
                  <c:v>5.75</c:v>
                </c:pt>
                <c:pt idx="458">
                  <c:v>5.75</c:v>
                </c:pt>
                <c:pt idx="459">
                  <c:v>5.75</c:v>
                </c:pt>
                <c:pt idx="460">
                  <c:v>5.75</c:v>
                </c:pt>
                <c:pt idx="461">
                  <c:v>5.75</c:v>
                </c:pt>
                <c:pt idx="462">
                  <c:v>5.75</c:v>
                </c:pt>
                <c:pt idx="463">
                  <c:v>5.75</c:v>
                </c:pt>
                <c:pt idx="464">
                  <c:v>5.75</c:v>
                </c:pt>
                <c:pt idx="465">
                  <c:v>5.75</c:v>
                </c:pt>
                <c:pt idx="466">
                  <c:v>5.75</c:v>
                </c:pt>
                <c:pt idx="467">
                  <c:v>5.75</c:v>
                </c:pt>
                <c:pt idx="468">
                  <c:v>5.75</c:v>
                </c:pt>
                <c:pt idx="469">
                  <c:v>5.75</c:v>
                </c:pt>
                <c:pt idx="470">
                  <c:v>5.75</c:v>
                </c:pt>
                <c:pt idx="471">
                  <c:v>5.75</c:v>
                </c:pt>
                <c:pt idx="472">
                  <c:v>5.75</c:v>
                </c:pt>
                <c:pt idx="473">
                  <c:v>5.75</c:v>
                </c:pt>
                <c:pt idx="474">
                  <c:v>5.75</c:v>
                </c:pt>
                <c:pt idx="475">
                  <c:v>5.75</c:v>
                </c:pt>
                <c:pt idx="476">
                  <c:v>5.75</c:v>
                </c:pt>
                <c:pt idx="477">
                  <c:v>5.75</c:v>
                </c:pt>
                <c:pt idx="478">
                  <c:v>5.75</c:v>
                </c:pt>
                <c:pt idx="479">
                  <c:v>5.75</c:v>
                </c:pt>
                <c:pt idx="480">
                  <c:v>5.75</c:v>
                </c:pt>
                <c:pt idx="481">
                  <c:v>5.75</c:v>
                </c:pt>
                <c:pt idx="482">
                  <c:v>5.75</c:v>
                </c:pt>
                <c:pt idx="483">
                  <c:v>5.75</c:v>
                </c:pt>
                <c:pt idx="484">
                  <c:v>5.75</c:v>
                </c:pt>
                <c:pt idx="485">
                  <c:v>5.75</c:v>
                </c:pt>
                <c:pt idx="486">
                  <c:v>5.75</c:v>
                </c:pt>
                <c:pt idx="487">
                  <c:v>5.75</c:v>
                </c:pt>
                <c:pt idx="488">
                  <c:v>5.75</c:v>
                </c:pt>
                <c:pt idx="489">
                  <c:v>5.75</c:v>
                </c:pt>
                <c:pt idx="490">
                  <c:v>5.75</c:v>
                </c:pt>
                <c:pt idx="491">
                  <c:v>5.75</c:v>
                </c:pt>
                <c:pt idx="492">
                  <c:v>5.75</c:v>
                </c:pt>
                <c:pt idx="493">
                  <c:v>5.75</c:v>
                </c:pt>
                <c:pt idx="494">
                  <c:v>5.75</c:v>
                </c:pt>
                <c:pt idx="495">
                  <c:v>5.75</c:v>
                </c:pt>
                <c:pt idx="496">
                  <c:v>5.75</c:v>
                </c:pt>
                <c:pt idx="497">
                  <c:v>5.75</c:v>
                </c:pt>
                <c:pt idx="498">
                  <c:v>5.75</c:v>
                </c:pt>
                <c:pt idx="499">
                  <c:v>5.75</c:v>
                </c:pt>
                <c:pt idx="500">
                  <c:v>5.75</c:v>
                </c:pt>
                <c:pt idx="501">
                  <c:v>5.75</c:v>
                </c:pt>
                <c:pt idx="502">
                  <c:v>5.75</c:v>
                </c:pt>
                <c:pt idx="503">
                  <c:v>5.75</c:v>
                </c:pt>
                <c:pt idx="504">
                  <c:v>5.75</c:v>
                </c:pt>
                <c:pt idx="505">
                  <c:v>5.75</c:v>
                </c:pt>
                <c:pt idx="506">
                  <c:v>5.75</c:v>
                </c:pt>
                <c:pt idx="507">
                  <c:v>5.75</c:v>
                </c:pt>
                <c:pt idx="508">
                  <c:v>5.75</c:v>
                </c:pt>
                <c:pt idx="509">
                  <c:v>5.75</c:v>
                </c:pt>
                <c:pt idx="510">
                  <c:v>5.75</c:v>
                </c:pt>
                <c:pt idx="511">
                  <c:v>5.75</c:v>
                </c:pt>
                <c:pt idx="512">
                  <c:v>5.75</c:v>
                </c:pt>
                <c:pt idx="513">
                  <c:v>5.75</c:v>
                </c:pt>
                <c:pt idx="514">
                  <c:v>5.75</c:v>
                </c:pt>
                <c:pt idx="515">
                  <c:v>5.75</c:v>
                </c:pt>
                <c:pt idx="516">
                  <c:v>5.75</c:v>
                </c:pt>
                <c:pt idx="517">
                  <c:v>5.75</c:v>
                </c:pt>
                <c:pt idx="518">
                  <c:v>5.75</c:v>
                </c:pt>
                <c:pt idx="519">
                  <c:v>5.75</c:v>
                </c:pt>
                <c:pt idx="520">
                  <c:v>5.5</c:v>
                </c:pt>
                <c:pt idx="521">
                  <c:v>5.5</c:v>
                </c:pt>
                <c:pt idx="522">
                  <c:v>5.5</c:v>
                </c:pt>
                <c:pt idx="523">
                  <c:v>5.5</c:v>
                </c:pt>
                <c:pt idx="524">
                  <c:v>5.5</c:v>
                </c:pt>
                <c:pt idx="525">
                  <c:v>5.5</c:v>
                </c:pt>
                <c:pt idx="526">
                  <c:v>5.5</c:v>
                </c:pt>
                <c:pt idx="527">
                  <c:v>5.5</c:v>
                </c:pt>
                <c:pt idx="528">
                  <c:v>5.5</c:v>
                </c:pt>
                <c:pt idx="529">
                  <c:v>5.5</c:v>
                </c:pt>
                <c:pt idx="530">
                  <c:v>5.5</c:v>
                </c:pt>
                <c:pt idx="531">
                  <c:v>5.5</c:v>
                </c:pt>
                <c:pt idx="532">
                  <c:v>5.5</c:v>
                </c:pt>
                <c:pt idx="533">
                  <c:v>5.5</c:v>
                </c:pt>
                <c:pt idx="534">
                  <c:v>5.5</c:v>
                </c:pt>
                <c:pt idx="535">
                  <c:v>5.5</c:v>
                </c:pt>
                <c:pt idx="536">
                  <c:v>5.5</c:v>
                </c:pt>
                <c:pt idx="537">
                  <c:v>5.5</c:v>
                </c:pt>
                <c:pt idx="538">
                  <c:v>5.5</c:v>
                </c:pt>
                <c:pt idx="539">
                  <c:v>5.5</c:v>
                </c:pt>
                <c:pt idx="540">
                  <c:v>5.25</c:v>
                </c:pt>
                <c:pt idx="541">
                  <c:v>5.25</c:v>
                </c:pt>
                <c:pt idx="542">
                  <c:v>5.25</c:v>
                </c:pt>
                <c:pt idx="543">
                  <c:v>5.25</c:v>
                </c:pt>
                <c:pt idx="544">
                  <c:v>5.25</c:v>
                </c:pt>
                <c:pt idx="545">
                  <c:v>5.25</c:v>
                </c:pt>
                <c:pt idx="546">
                  <c:v>5.25</c:v>
                </c:pt>
                <c:pt idx="547">
                  <c:v>5.25</c:v>
                </c:pt>
                <c:pt idx="548">
                  <c:v>5.25</c:v>
                </c:pt>
                <c:pt idx="549">
                  <c:v>5.25</c:v>
                </c:pt>
                <c:pt idx="550">
                  <c:v>5.25</c:v>
                </c:pt>
                <c:pt idx="551">
                  <c:v>5.25</c:v>
                </c:pt>
                <c:pt idx="552">
                  <c:v>5.25</c:v>
                </c:pt>
                <c:pt idx="553">
                  <c:v>5.25</c:v>
                </c:pt>
                <c:pt idx="554">
                  <c:v>5.25</c:v>
                </c:pt>
                <c:pt idx="555">
                  <c:v>5.25</c:v>
                </c:pt>
                <c:pt idx="556">
                  <c:v>5.25</c:v>
                </c:pt>
                <c:pt idx="557">
                  <c:v>5.25</c:v>
                </c:pt>
                <c:pt idx="558">
                  <c:v>5.25</c:v>
                </c:pt>
                <c:pt idx="559">
                  <c:v>5.25</c:v>
                </c:pt>
                <c:pt idx="560">
                  <c:v>5.25</c:v>
                </c:pt>
                <c:pt idx="561">
                  <c:v>5.25</c:v>
                </c:pt>
                <c:pt idx="562">
                  <c:v>5.25</c:v>
                </c:pt>
                <c:pt idx="563">
                  <c:v>5.25</c:v>
                </c:pt>
                <c:pt idx="564">
                  <c:v>5.25</c:v>
                </c:pt>
                <c:pt idx="565">
                  <c:v>5.25</c:v>
                </c:pt>
                <c:pt idx="566">
                  <c:v>5.25</c:v>
                </c:pt>
                <c:pt idx="567">
                  <c:v>5.25</c:v>
                </c:pt>
                <c:pt idx="568">
                  <c:v>5.25</c:v>
                </c:pt>
                <c:pt idx="569">
                  <c:v>5.25</c:v>
                </c:pt>
                <c:pt idx="570">
                  <c:v>5.25</c:v>
                </c:pt>
                <c:pt idx="571">
                  <c:v>5.25</c:v>
                </c:pt>
                <c:pt idx="572">
                  <c:v>5.25</c:v>
                </c:pt>
                <c:pt idx="573">
                  <c:v>5.25</c:v>
                </c:pt>
                <c:pt idx="574">
                  <c:v>5.25</c:v>
                </c:pt>
                <c:pt idx="575">
                  <c:v>5.25</c:v>
                </c:pt>
                <c:pt idx="576">
                  <c:v>5.25</c:v>
                </c:pt>
                <c:pt idx="577">
                  <c:v>5.25</c:v>
                </c:pt>
                <c:pt idx="578">
                  <c:v>5.25</c:v>
                </c:pt>
                <c:pt idx="579">
                  <c:v>5.25</c:v>
                </c:pt>
                <c:pt idx="580">
                  <c:v>5.25</c:v>
                </c:pt>
                <c:pt idx="581">
                  <c:v>5.25</c:v>
                </c:pt>
                <c:pt idx="582">
                  <c:v>5.25</c:v>
                </c:pt>
                <c:pt idx="583">
                  <c:v>5.25</c:v>
                </c:pt>
                <c:pt idx="584">
                  <c:v>5.25</c:v>
                </c:pt>
                <c:pt idx="585">
                  <c:v>5.25</c:v>
                </c:pt>
                <c:pt idx="586">
                  <c:v>5.25</c:v>
                </c:pt>
                <c:pt idx="587">
                  <c:v>5.25</c:v>
                </c:pt>
                <c:pt idx="588">
                  <c:v>5.25</c:v>
                </c:pt>
                <c:pt idx="589">
                  <c:v>5.25</c:v>
                </c:pt>
                <c:pt idx="590">
                  <c:v>5.25</c:v>
                </c:pt>
                <c:pt idx="591">
                  <c:v>5.25</c:v>
                </c:pt>
                <c:pt idx="592">
                  <c:v>5.25</c:v>
                </c:pt>
                <c:pt idx="593">
                  <c:v>5.25</c:v>
                </c:pt>
                <c:pt idx="594">
                  <c:v>5.25</c:v>
                </c:pt>
                <c:pt idx="595">
                  <c:v>5.25</c:v>
                </c:pt>
                <c:pt idx="596">
                  <c:v>5.25</c:v>
                </c:pt>
                <c:pt idx="597">
                  <c:v>5.25</c:v>
                </c:pt>
                <c:pt idx="598">
                  <c:v>5</c:v>
                </c:pt>
                <c:pt idx="599">
                  <c:v>5</c:v>
                </c:pt>
                <c:pt idx="600">
                  <c:v>5</c:v>
                </c:pt>
                <c:pt idx="601">
                  <c:v>5</c:v>
                </c:pt>
                <c:pt idx="602">
                  <c:v>5</c:v>
                </c:pt>
                <c:pt idx="603">
                  <c:v>5</c:v>
                </c:pt>
                <c:pt idx="604">
                  <c:v>5</c:v>
                </c:pt>
                <c:pt idx="605">
                  <c:v>5</c:v>
                </c:pt>
                <c:pt idx="606">
                  <c:v>5</c:v>
                </c:pt>
                <c:pt idx="607">
                  <c:v>5</c:v>
                </c:pt>
                <c:pt idx="608">
                  <c:v>5</c:v>
                </c:pt>
                <c:pt idx="609">
                  <c:v>5</c:v>
                </c:pt>
                <c:pt idx="610">
                  <c:v>5</c:v>
                </c:pt>
                <c:pt idx="611">
                  <c:v>5</c:v>
                </c:pt>
                <c:pt idx="612">
                  <c:v>5</c:v>
                </c:pt>
                <c:pt idx="613">
                  <c:v>5</c:v>
                </c:pt>
                <c:pt idx="614">
                  <c:v>5</c:v>
                </c:pt>
                <c:pt idx="615">
                  <c:v>5</c:v>
                </c:pt>
                <c:pt idx="616">
                  <c:v>5</c:v>
                </c:pt>
                <c:pt idx="617">
                  <c:v>5</c:v>
                </c:pt>
                <c:pt idx="618">
                  <c:v>4.75</c:v>
                </c:pt>
                <c:pt idx="619">
                  <c:v>4.75</c:v>
                </c:pt>
                <c:pt idx="620">
                  <c:v>4.75</c:v>
                </c:pt>
                <c:pt idx="621">
                  <c:v>4.75</c:v>
                </c:pt>
                <c:pt idx="622">
                  <c:v>4.75</c:v>
                </c:pt>
                <c:pt idx="623">
                  <c:v>4.75</c:v>
                </c:pt>
                <c:pt idx="624">
                  <c:v>4.75</c:v>
                </c:pt>
                <c:pt idx="625">
                  <c:v>4.75</c:v>
                </c:pt>
                <c:pt idx="626">
                  <c:v>4.75</c:v>
                </c:pt>
                <c:pt idx="627">
                  <c:v>4.75</c:v>
                </c:pt>
                <c:pt idx="628">
                  <c:v>4.75</c:v>
                </c:pt>
                <c:pt idx="629">
                  <c:v>4.75</c:v>
                </c:pt>
                <c:pt idx="630">
                  <c:v>4.75</c:v>
                </c:pt>
                <c:pt idx="631">
                  <c:v>4.75</c:v>
                </c:pt>
                <c:pt idx="632">
                  <c:v>4.75</c:v>
                </c:pt>
                <c:pt idx="633">
                  <c:v>4.75</c:v>
                </c:pt>
                <c:pt idx="634">
                  <c:v>4.75</c:v>
                </c:pt>
                <c:pt idx="635">
                  <c:v>4.75</c:v>
                </c:pt>
                <c:pt idx="636">
                  <c:v>4.75</c:v>
                </c:pt>
                <c:pt idx="637">
                  <c:v>4.75</c:v>
                </c:pt>
                <c:pt idx="638">
                  <c:v>4.75</c:v>
                </c:pt>
                <c:pt idx="639">
                  <c:v>4.75</c:v>
                </c:pt>
                <c:pt idx="640">
                  <c:v>4.75</c:v>
                </c:pt>
                <c:pt idx="641">
                  <c:v>4.75</c:v>
                </c:pt>
                <c:pt idx="642">
                  <c:v>4.75</c:v>
                </c:pt>
                <c:pt idx="643">
                  <c:v>4.75</c:v>
                </c:pt>
                <c:pt idx="644">
                  <c:v>4.75</c:v>
                </c:pt>
                <c:pt idx="645">
                  <c:v>4.75</c:v>
                </c:pt>
                <c:pt idx="646">
                  <c:v>4.75</c:v>
                </c:pt>
                <c:pt idx="647">
                  <c:v>4.75</c:v>
                </c:pt>
                <c:pt idx="648">
                  <c:v>4.75</c:v>
                </c:pt>
                <c:pt idx="649">
                  <c:v>4.75</c:v>
                </c:pt>
                <c:pt idx="650">
                  <c:v>4.75</c:v>
                </c:pt>
                <c:pt idx="651">
                  <c:v>4.75</c:v>
                </c:pt>
                <c:pt idx="652">
                  <c:v>4.75</c:v>
                </c:pt>
                <c:pt idx="653">
                  <c:v>4.75</c:v>
                </c:pt>
                <c:pt idx="654">
                  <c:v>4.75</c:v>
                </c:pt>
                <c:pt idx="655">
                  <c:v>4.75</c:v>
                </c:pt>
                <c:pt idx="656">
                  <c:v>4.75</c:v>
                </c:pt>
                <c:pt idx="657">
                  <c:v>4.75</c:v>
                </c:pt>
                <c:pt idx="658">
                  <c:v>4.75</c:v>
                </c:pt>
                <c:pt idx="659">
                  <c:v>4.75</c:v>
                </c:pt>
                <c:pt idx="660">
                  <c:v>4.75</c:v>
                </c:pt>
                <c:pt idx="661">
                  <c:v>4.75</c:v>
                </c:pt>
                <c:pt idx="662">
                  <c:v>4.75</c:v>
                </c:pt>
                <c:pt idx="663">
                  <c:v>4.75</c:v>
                </c:pt>
                <c:pt idx="664">
                  <c:v>4.75</c:v>
                </c:pt>
                <c:pt idx="665">
                  <c:v>4.75</c:v>
                </c:pt>
                <c:pt idx="666">
                  <c:v>4.75</c:v>
                </c:pt>
                <c:pt idx="667">
                  <c:v>4.75</c:v>
                </c:pt>
                <c:pt idx="668">
                  <c:v>4.75</c:v>
                </c:pt>
                <c:pt idx="669">
                  <c:v>4.75</c:v>
                </c:pt>
                <c:pt idx="670">
                  <c:v>4.75</c:v>
                </c:pt>
                <c:pt idx="671">
                  <c:v>4.75</c:v>
                </c:pt>
                <c:pt idx="672">
                  <c:v>4.75</c:v>
                </c:pt>
                <c:pt idx="673">
                  <c:v>4.75</c:v>
                </c:pt>
                <c:pt idx="674">
                  <c:v>4.75</c:v>
                </c:pt>
                <c:pt idx="675">
                  <c:v>4.75</c:v>
                </c:pt>
                <c:pt idx="676">
                  <c:v>4.75</c:v>
                </c:pt>
                <c:pt idx="677">
                  <c:v>4.75</c:v>
                </c:pt>
                <c:pt idx="678">
                  <c:v>4.75</c:v>
                </c:pt>
                <c:pt idx="679">
                  <c:v>4.75</c:v>
                </c:pt>
                <c:pt idx="680">
                  <c:v>4.75</c:v>
                </c:pt>
                <c:pt idx="681">
                  <c:v>4.75</c:v>
                </c:pt>
                <c:pt idx="682">
                  <c:v>4.75</c:v>
                </c:pt>
                <c:pt idx="683">
                  <c:v>4.75</c:v>
                </c:pt>
                <c:pt idx="684">
                  <c:v>4.75</c:v>
                </c:pt>
                <c:pt idx="685">
                  <c:v>4.75</c:v>
                </c:pt>
                <c:pt idx="686">
                  <c:v>4.75</c:v>
                </c:pt>
                <c:pt idx="687">
                  <c:v>4.75</c:v>
                </c:pt>
                <c:pt idx="688">
                  <c:v>4.75</c:v>
                </c:pt>
                <c:pt idx="689">
                  <c:v>4.75</c:v>
                </c:pt>
                <c:pt idx="690">
                  <c:v>4.75</c:v>
                </c:pt>
                <c:pt idx="691">
                  <c:v>4.75</c:v>
                </c:pt>
                <c:pt idx="692">
                  <c:v>4.75</c:v>
                </c:pt>
                <c:pt idx="693">
                  <c:v>4.75</c:v>
                </c:pt>
                <c:pt idx="694">
                  <c:v>4.75</c:v>
                </c:pt>
                <c:pt idx="695">
                  <c:v>4.75</c:v>
                </c:pt>
                <c:pt idx="696">
                  <c:v>4.75</c:v>
                </c:pt>
                <c:pt idx="697">
                  <c:v>4.75</c:v>
                </c:pt>
                <c:pt idx="698">
                  <c:v>4.75</c:v>
                </c:pt>
                <c:pt idx="699">
                  <c:v>4.75</c:v>
                </c:pt>
                <c:pt idx="700">
                  <c:v>4.75</c:v>
                </c:pt>
                <c:pt idx="701">
                  <c:v>4.5</c:v>
                </c:pt>
                <c:pt idx="702">
                  <c:v>4.5</c:v>
                </c:pt>
                <c:pt idx="703">
                  <c:v>4.5</c:v>
                </c:pt>
                <c:pt idx="704">
                  <c:v>4.5</c:v>
                </c:pt>
                <c:pt idx="705">
                  <c:v>4.5</c:v>
                </c:pt>
                <c:pt idx="706">
                  <c:v>4.5</c:v>
                </c:pt>
                <c:pt idx="707">
                  <c:v>4.5</c:v>
                </c:pt>
                <c:pt idx="708">
                  <c:v>4.5</c:v>
                </c:pt>
                <c:pt idx="709">
                  <c:v>4.5</c:v>
                </c:pt>
                <c:pt idx="710">
                  <c:v>4.5</c:v>
                </c:pt>
                <c:pt idx="711">
                  <c:v>4.5</c:v>
                </c:pt>
                <c:pt idx="712">
                  <c:v>4.5</c:v>
                </c:pt>
                <c:pt idx="713">
                  <c:v>4.5</c:v>
                </c:pt>
                <c:pt idx="714">
                  <c:v>4.5</c:v>
                </c:pt>
                <c:pt idx="715">
                  <c:v>4.5</c:v>
                </c:pt>
                <c:pt idx="716">
                  <c:v>4.5</c:v>
                </c:pt>
                <c:pt idx="717">
                  <c:v>4.5</c:v>
                </c:pt>
                <c:pt idx="718">
                  <c:v>4.5</c:v>
                </c:pt>
                <c:pt idx="719">
                  <c:v>4.5</c:v>
                </c:pt>
                <c:pt idx="720">
                  <c:v>4.5</c:v>
                </c:pt>
                <c:pt idx="721">
                  <c:v>4.5</c:v>
                </c:pt>
                <c:pt idx="722">
                  <c:v>4.5</c:v>
                </c:pt>
                <c:pt idx="723">
                  <c:v>4.5</c:v>
                </c:pt>
                <c:pt idx="724">
                  <c:v>4.5</c:v>
                </c:pt>
                <c:pt idx="725">
                  <c:v>4.5</c:v>
                </c:pt>
                <c:pt idx="726">
                  <c:v>4.5</c:v>
                </c:pt>
                <c:pt idx="727">
                  <c:v>4.5</c:v>
                </c:pt>
                <c:pt idx="728">
                  <c:v>4.5</c:v>
                </c:pt>
                <c:pt idx="729">
                  <c:v>4.5</c:v>
                </c:pt>
                <c:pt idx="730">
                  <c:v>4.5</c:v>
                </c:pt>
                <c:pt idx="731">
                  <c:v>4.5</c:v>
                </c:pt>
                <c:pt idx="732">
                  <c:v>4.5</c:v>
                </c:pt>
                <c:pt idx="733">
                  <c:v>4.5</c:v>
                </c:pt>
                <c:pt idx="734">
                  <c:v>4.5</c:v>
                </c:pt>
                <c:pt idx="735">
                  <c:v>4.5</c:v>
                </c:pt>
                <c:pt idx="736">
                  <c:v>4.5</c:v>
                </c:pt>
                <c:pt idx="737">
                  <c:v>4.5</c:v>
                </c:pt>
                <c:pt idx="738">
                  <c:v>4.5</c:v>
                </c:pt>
                <c:pt idx="739">
                  <c:v>4.5</c:v>
                </c:pt>
                <c:pt idx="740">
                  <c:v>4.5</c:v>
                </c:pt>
                <c:pt idx="741">
                  <c:v>4.5</c:v>
                </c:pt>
                <c:pt idx="742">
                  <c:v>4.5</c:v>
                </c:pt>
                <c:pt idx="743">
                  <c:v>4.5</c:v>
                </c:pt>
                <c:pt idx="744">
                  <c:v>4.5</c:v>
                </c:pt>
                <c:pt idx="745">
                  <c:v>4.5</c:v>
                </c:pt>
                <c:pt idx="746">
                  <c:v>4.5</c:v>
                </c:pt>
                <c:pt idx="747">
                  <c:v>4.5</c:v>
                </c:pt>
                <c:pt idx="748">
                  <c:v>4.5</c:v>
                </c:pt>
                <c:pt idx="749">
                  <c:v>4.5</c:v>
                </c:pt>
                <c:pt idx="750">
                  <c:v>4.5</c:v>
                </c:pt>
                <c:pt idx="751">
                  <c:v>4.5</c:v>
                </c:pt>
                <c:pt idx="752">
                  <c:v>4.5</c:v>
                </c:pt>
                <c:pt idx="753">
                  <c:v>4.5</c:v>
                </c:pt>
                <c:pt idx="754">
                  <c:v>4.5</c:v>
                </c:pt>
                <c:pt idx="755">
                  <c:v>4.5</c:v>
                </c:pt>
                <c:pt idx="756">
                  <c:v>4.5</c:v>
                </c:pt>
                <c:pt idx="757">
                  <c:v>4.5</c:v>
                </c:pt>
                <c:pt idx="758">
                  <c:v>4.5</c:v>
                </c:pt>
                <c:pt idx="759">
                  <c:v>4.5</c:v>
                </c:pt>
                <c:pt idx="760">
                  <c:v>4.25</c:v>
                </c:pt>
                <c:pt idx="761">
                  <c:v>4.25</c:v>
                </c:pt>
                <c:pt idx="762">
                  <c:v>4.25</c:v>
                </c:pt>
                <c:pt idx="763">
                  <c:v>4.25</c:v>
                </c:pt>
                <c:pt idx="764">
                  <c:v>4.25</c:v>
                </c:pt>
                <c:pt idx="765">
                  <c:v>4.25</c:v>
                </c:pt>
                <c:pt idx="766">
                  <c:v>4.25</c:v>
                </c:pt>
                <c:pt idx="767">
                  <c:v>4.25</c:v>
                </c:pt>
                <c:pt idx="768">
                  <c:v>4.25</c:v>
                </c:pt>
                <c:pt idx="769">
                  <c:v>4.25</c:v>
                </c:pt>
                <c:pt idx="770">
                  <c:v>4.25</c:v>
                </c:pt>
                <c:pt idx="771">
                  <c:v>4.25</c:v>
                </c:pt>
                <c:pt idx="772">
                  <c:v>4.25</c:v>
                </c:pt>
                <c:pt idx="773">
                  <c:v>4.25</c:v>
                </c:pt>
                <c:pt idx="774">
                  <c:v>4.25</c:v>
                </c:pt>
                <c:pt idx="775">
                  <c:v>4.25</c:v>
                </c:pt>
                <c:pt idx="776">
                  <c:v>4.25</c:v>
                </c:pt>
                <c:pt idx="777">
                  <c:v>4.25</c:v>
                </c:pt>
                <c:pt idx="778">
                  <c:v>4.25</c:v>
                </c:pt>
                <c:pt idx="779">
                  <c:v>4.25</c:v>
                </c:pt>
                <c:pt idx="780">
                  <c:v>4.25</c:v>
                </c:pt>
                <c:pt idx="781">
                  <c:v>4.25</c:v>
                </c:pt>
                <c:pt idx="782">
                  <c:v>4.25</c:v>
                </c:pt>
                <c:pt idx="783">
                  <c:v>4.25</c:v>
                </c:pt>
                <c:pt idx="784">
                  <c:v>4.25</c:v>
                </c:pt>
                <c:pt idx="785">
                  <c:v>4.25</c:v>
                </c:pt>
                <c:pt idx="786">
                  <c:v>4.25</c:v>
                </c:pt>
                <c:pt idx="787">
                  <c:v>4.25</c:v>
                </c:pt>
                <c:pt idx="788">
                  <c:v>4.25</c:v>
                </c:pt>
                <c:pt idx="789">
                  <c:v>4.25</c:v>
                </c:pt>
                <c:pt idx="790">
                  <c:v>4.25</c:v>
                </c:pt>
                <c:pt idx="791">
                  <c:v>4.25</c:v>
                </c:pt>
                <c:pt idx="792">
                  <c:v>4.25</c:v>
                </c:pt>
                <c:pt idx="793">
                  <c:v>4.25</c:v>
                </c:pt>
                <c:pt idx="794">
                  <c:v>4.25</c:v>
                </c:pt>
                <c:pt idx="795">
                  <c:v>4.25</c:v>
                </c:pt>
                <c:pt idx="796">
                  <c:v>4.25</c:v>
                </c:pt>
                <c:pt idx="797">
                  <c:v>4.25</c:v>
                </c:pt>
                <c:pt idx="798">
                  <c:v>4.25</c:v>
                </c:pt>
                <c:pt idx="799">
                  <c:v>4.25</c:v>
                </c:pt>
                <c:pt idx="800">
                  <c:v>4.25</c:v>
                </c:pt>
                <c:pt idx="801">
                  <c:v>4.25</c:v>
                </c:pt>
                <c:pt idx="802">
                  <c:v>4.25</c:v>
                </c:pt>
                <c:pt idx="803">
                  <c:v>4.25</c:v>
                </c:pt>
                <c:pt idx="804">
                  <c:v>4.25</c:v>
                </c:pt>
                <c:pt idx="805">
                  <c:v>4.25</c:v>
                </c:pt>
                <c:pt idx="806">
                  <c:v>4.25</c:v>
                </c:pt>
                <c:pt idx="807">
                  <c:v>4.25</c:v>
                </c:pt>
                <c:pt idx="808">
                  <c:v>4.25</c:v>
                </c:pt>
                <c:pt idx="809">
                  <c:v>4.25</c:v>
                </c:pt>
                <c:pt idx="810">
                  <c:v>4.25</c:v>
                </c:pt>
                <c:pt idx="811">
                  <c:v>4.25</c:v>
                </c:pt>
                <c:pt idx="812">
                  <c:v>4.25</c:v>
                </c:pt>
                <c:pt idx="813">
                  <c:v>4.25</c:v>
                </c:pt>
                <c:pt idx="814">
                  <c:v>4.25</c:v>
                </c:pt>
                <c:pt idx="815">
                  <c:v>4.25</c:v>
                </c:pt>
                <c:pt idx="816">
                  <c:v>4.25</c:v>
                </c:pt>
                <c:pt idx="817">
                  <c:v>4.25</c:v>
                </c:pt>
                <c:pt idx="818">
                  <c:v>4.25</c:v>
                </c:pt>
                <c:pt idx="819">
                  <c:v>4.25</c:v>
                </c:pt>
                <c:pt idx="820">
                  <c:v>4.25</c:v>
                </c:pt>
                <c:pt idx="821">
                  <c:v>4.25</c:v>
                </c:pt>
                <c:pt idx="822">
                  <c:v>4.25</c:v>
                </c:pt>
                <c:pt idx="823">
                  <c:v>4.25</c:v>
                </c:pt>
                <c:pt idx="824">
                  <c:v>4.25</c:v>
                </c:pt>
                <c:pt idx="825">
                  <c:v>4.25</c:v>
                </c:pt>
                <c:pt idx="826">
                  <c:v>4.25</c:v>
                </c:pt>
                <c:pt idx="827">
                  <c:v>4.25</c:v>
                </c:pt>
                <c:pt idx="828">
                  <c:v>4.25</c:v>
                </c:pt>
                <c:pt idx="829">
                  <c:v>4.25</c:v>
                </c:pt>
                <c:pt idx="830">
                  <c:v>4.25</c:v>
                </c:pt>
                <c:pt idx="831">
                  <c:v>4.25</c:v>
                </c:pt>
                <c:pt idx="832">
                  <c:v>4.25</c:v>
                </c:pt>
                <c:pt idx="833">
                  <c:v>4.25</c:v>
                </c:pt>
                <c:pt idx="834">
                  <c:v>4.25</c:v>
                </c:pt>
                <c:pt idx="835">
                  <c:v>4.25</c:v>
                </c:pt>
                <c:pt idx="836">
                  <c:v>4.25</c:v>
                </c:pt>
                <c:pt idx="837">
                  <c:v>4.25</c:v>
                </c:pt>
                <c:pt idx="838">
                  <c:v>4.25</c:v>
                </c:pt>
                <c:pt idx="839">
                  <c:v>4.25</c:v>
                </c:pt>
                <c:pt idx="840">
                  <c:v>4.25</c:v>
                </c:pt>
                <c:pt idx="841">
                  <c:v>4.25</c:v>
                </c:pt>
                <c:pt idx="842">
                  <c:v>4.25</c:v>
                </c:pt>
                <c:pt idx="843">
                  <c:v>4.25</c:v>
                </c:pt>
                <c:pt idx="844">
                  <c:v>4.25</c:v>
                </c:pt>
                <c:pt idx="845">
                  <c:v>4.25</c:v>
                </c:pt>
                <c:pt idx="846">
                  <c:v>4.25</c:v>
                </c:pt>
                <c:pt idx="847">
                  <c:v>4.25</c:v>
                </c:pt>
                <c:pt idx="848">
                  <c:v>4.25</c:v>
                </c:pt>
                <c:pt idx="849">
                  <c:v>4.25</c:v>
                </c:pt>
                <c:pt idx="850">
                  <c:v>4.25</c:v>
                </c:pt>
                <c:pt idx="851">
                  <c:v>4.25</c:v>
                </c:pt>
                <c:pt idx="852">
                  <c:v>4.25</c:v>
                </c:pt>
                <c:pt idx="853">
                  <c:v>4.25</c:v>
                </c:pt>
                <c:pt idx="854">
                  <c:v>4.25</c:v>
                </c:pt>
                <c:pt idx="855">
                  <c:v>4.25</c:v>
                </c:pt>
                <c:pt idx="856">
                  <c:v>4.25</c:v>
                </c:pt>
                <c:pt idx="857">
                  <c:v>4.25</c:v>
                </c:pt>
                <c:pt idx="858">
                  <c:v>4.25</c:v>
                </c:pt>
                <c:pt idx="859">
                  <c:v>4.25</c:v>
                </c:pt>
                <c:pt idx="860">
                  <c:v>4.25</c:v>
                </c:pt>
                <c:pt idx="861">
                  <c:v>4.25</c:v>
                </c:pt>
                <c:pt idx="862">
                  <c:v>4.25</c:v>
                </c:pt>
                <c:pt idx="863">
                  <c:v>4.25</c:v>
                </c:pt>
                <c:pt idx="864">
                  <c:v>4.25</c:v>
                </c:pt>
                <c:pt idx="865">
                  <c:v>4.25</c:v>
                </c:pt>
                <c:pt idx="866">
                  <c:v>4.25</c:v>
                </c:pt>
                <c:pt idx="867">
                  <c:v>4.25</c:v>
                </c:pt>
                <c:pt idx="868">
                  <c:v>4.25</c:v>
                </c:pt>
                <c:pt idx="869">
                  <c:v>4.25</c:v>
                </c:pt>
                <c:pt idx="870">
                  <c:v>4.25</c:v>
                </c:pt>
                <c:pt idx="871">
                  <c:v>4.25</c:v>
                </c:pt>
                <c:pt idx="872">
                  <c:v>4.25</c:v>
                </c:pt>
                <c:pt idx="873">
                  <c:v>4.25</c:v>
                </c:pt>
                <c:pt idx="874">
                  <c:v>4.25</c:v>
                </c:pt>
                <c:pt idx="875">
                  <c:v>4.25</c:v>
                </c:pt>
                <c:pt idx="876">
                  <c:v>4.25</c:v>
                </c:pt>
                <c:pt idx="877">
                  <c:v>4.25</c:v>
                </c:pt>
                <c:pt idx="878">
                  <c:v>4.25</c:v>
                </c:pt>
                <c:pt idx="879">
                  <c:v>4.25</c:v>
                </c:pt>
                <c:pt idx="880">
                  <c:v>4.25</c:v>
                </c:pt>
                <c:pt idx="881">
                  <c:v>4.25</c:v>
                </c:pt>
                <c:pt idx="882">
                  <c:v>4.25</c:v>
                </c:pt>
                <c:pt idx="883">
                  <c:v>4.25</c:v>
                </c:pt>
                <c:pt idx="884">
                  <c:v>4.25</c:v>
                </c:pt>
                <c:pt idx="885">
                  <c:v>4.25</c:v>
                </c:pt>
                <c:pt idx="886">
                  <c:v>4.25</c:v>
                </c:pt>
                <c:pt idx="887">
                  <c:v>4.25</c:v>
                </c:pt>
                <c:pt idx="888">
                  <c:v>4.25</c:v>
                </c:pt>
                <c:pt idx="889">
                  <c:v>4.25</c:v>
                </c:pt>
                <c:pt idx="890">
                  <c:v>4.25</c:v>
                </c:pt>
                <c:pt idx="891">
                  <c:v>4.25</c:v>
                </c:pt>
                <c:pt idx="892">
                  <c:v>4.25</c:v>
                </c:pt>
                <c:pt idx="893">
                  <c:v>4.25</c:v>
                </c:pt>
                <c:pt idx="894">
                  <c:v>4.25</c:v>
                </c:pt>
                <c:pt idx="895">
                  <c:v>4.25</c:v>
                </c:pt>
                <c:pt idx="896">
                  <c:v>4.25</c:v>
                </c:pt>
                <c:pt idx="897">
                  <c:v>4.25</c:v>
                </c:pt>
                <c:pt idx="898">
                  <c:v>4.25</c:v>
                </c:pt>
                <c:pt idx="899">
                  <c:v>4.25</c:v>
                </c:pt>
                <c:pt idx="900">
                  <c:v>4.25</c:v>
                </c:pt>
                <c:pt idx="901">
                  <c:v>4.25</c:v>
                </c:pt>
                <c:pt idx="902">
                  <c:v>4.25</c:v>
                </c:pt>
                <c:pt idx="903">
                  <c:v>4.25</c:v>
                </c:pt>
                <c:pt idx="904">
                  <c:v>4.25</c:v>
                </c:pt>
                <c:pt idx="905">
                  <c:v>4.25</c:v>
                </c:pt>
                <c:pt idx="906">
                  <c:v>4.25</c:v>
                </c:pt>
                <c:pt idx="907">
                  <c:v>4.25</c:v>
                </c:pt>
                <c:pt idx="908">
                  <c:v>4.25</c:v>
                </c:pt>
                <c:pt idx="909">
                  <c:v>4.25</c:v>
                </c:pt>
                <c:pt idx="910">
                  <c:v>4.25</c:v>
                </c:pt>
                <c:pt idx="911">
                  <c:v>4.25</c:v>
                </c:pt>
                <c:pt idx="912">
                  <c:v>4.25</c:v>
                </c:pt>
                <c:pt idx="913">
                  <c:v>4.25</c:v>
                </c:pt>
                <c:pt idx="914">
                  <c:v>4.25</c:v>
                </c:pt>
                <c:pt idx="915">
                  <c:v>4.25</c:v>
                </c:pt>
                <c:pt idx="916">
                  <c:v>4.25</c:v>
                </c:pt>
                <c:pt idx="917">
                  <c:v>4.25</c:v>
                </c:pt>
                <c:pt idx="918">
                  <c:v>4.25</c:v>
                </c:pt>
                <c:pt idx="919">
                  <c:v>4.25</c:v>
                </c:pt>
                <c:pt idx="920">
                  <c:v>4.25</c:v>
                </c:pt>
                <c:pt idx="921">
                  <c:v>4.25</c:v>
                </c:pt>
                <c:pt idx="922">
                  <c:v>4.25</c:v>
                </c:pt>
                <c:pt idx="923">
                  <c:v>4.25</c:v>
                </c:pt>
                <c:pt idx="924">
                  <c:v>4.25</c:v>
                </c:pt>
                <c:pt idx="925">
                  <c:v>4.25</c:v>
                </c:pt>
                <c:pt idx="926">
                  <c:v>4.25</c:v>
                </c:pt>
                <c:pt idx="927">
                  <c:v>4.25</c:v>
                </c:pt>
                <c:pt idx="928">
                  <c:v>4.25</c:v>
                </c:pt>
                <c:pt idx="929">
                  <c:v>4.25</c:v>
                </c:pt>
                <c:pt idx="930">
                  <c:v>4.25</c:v>
                </c:pt>
                <c:pt idx="931">
                  <c:v>4.25</c:v>
                </c:pt>
                <c:pt idx="932">
                  <c:v>4.25</c:v>
                </c:pt>
                <c:pt idx="933">
                  <c:v>4.25</c:v>
                </c:pt>
                <c:pt idx="934">
                  <c:v>4.25</c:v>
                </c:pt>
                <c:pt idx="935">
                  <c:v>4.25</c:v>
                </c:pt>
                <c:pt idx="936">
                  <c:v>4.25</c:v>
                </c:pt>
                <c:pt idx="937">
                  <c:v>4.25</c:v>
                </c:pt>
                <c:pt idx="938">
                  <c:v>4.25</c:v>
                </c:pt>
                <c:pt idx="939">
                  <c:v>4.25</c:v>
                </c:pt>
                <c:pt idx="940">
                  <c:v>4.25</c:v>
                </c:pt>
                <c:pt idx="941">
                  <c:v>4.25</c:v>
                </c:pt>
                <c:pt idx="942">
                  <c:v>4.25</c:v>
                </c:pt>
                <c:pt idx="943">
                  <c:v>4.25</c:v>
                </c:pt>
                <c:pt idx="944">
                  <c:v>4.25</c:v>
                </c:pt>
                <c:pt idx="945">
                  <c:v>4.25</c:v>
                </c:pt>
                <c:pt idx="946">
                  <c:v>4.25</c:v>
                </c:pt>
                <c:pt idx="947">
                  <c:v>4.25</c:v>
                </c:pt>
                <c:pt idx="948">
                  <c:v>4.25</c:v>
                </c:pt>
                <c:pt idx="949">
                  <c:v>4.25</c:v>
                </c:pt>
                <c:pt idx="950">
                  <c:v>4.25</c:v>
                </c:pt>
                <c:pt idx="951">
                  <c:v>4.25</c:v>
                </c:pt>
                <c:pt idx="952">
                  <c:v>4.25</c:v>
                </c:pt>
                <c:pt idx="953">
                  <c:v>4.25</c:v>
                </c:pt>
                <c:pt idx="954">
                  <c:v>4.25</c:v>
                </c:pt>
                <c:pt idx="955">
                  <c:v>4.25</c:v>
                </c:pt>
                <c:pt idx="956">
                  <c:v>4.25</c:v>
                </c:pt>
                <c:pt idx="957">
                  <c:v>4.25</c:v>
                </c:pt>
                <c:pt idx="958">
                  <c:v>4.25</c:v>
                </c:pt>
                <c:pt idx="959">
                  <c:v>4.25</c:v>
                </c:pt>
                <c:pt idx="960">
                  <c:v>4.25</c:v>
                </c:pt>
                <c:pt idx="961">
                  <c:v>4.25</c:v>
                </c:pt>
                <c:pt idx="962">
                  <c:v>4.25</c:v>
                </c:pt>
                <c:pt idx="963">
                  <c:v>4.25</c:v>
                </c:pt>
                <c:pt idx="964">
                  <c:v>4.25</c:v>
                </c:pt>
                <c:pt idx="965">
                  <c:v>4.25</c:v>
                </c:pt>
                <c:pt idx="966">
                  <c:v>4.25</c:v>
                </c:pt>
                <c:pt idx="967">
                  <c:v>4.25</c:v>
                </c:pt>
                <c:pt idx="968">
                  <c:v>4.25</c:v>
                </c:pt>
                <c:pt idx="969">
                  <c:v>4.25</c:v>
                </c:pt>
                <c:pt idx="970">
                  <c:v>4.25</c:v>
                </c:pt>
                <c:pt idx="971">
                  <c:v>4.25</c:v>
                </c:pt>
                <c:pt idx="972">
                  <c:v>4.25</c:v>
                </c:pt>
                <c:pt idx="973">
                  <c:v>4.25</c:v>
                </c:pt>
                <c:pt idx="974">
                  <c:v>4.25</c:v>
                </c:pt>
                <c:pt idx="975">
                  <c:v>4.25</c:v>
                </c:pt>
                <c:pt idx="976">
                  <c:v>4.25</c:v>
                </c:pt>
                <c:pt idx="977">
                  <c:v>4.25</c:v>
                </c:pt>
                <c:pt idx="978">
                  <c:v>4.25</c:v>
                </c:pt>
                <c:pt idx="979">
                  <c:v>4.25</c:v>
                </c:pt>
                <c:pt idx="980">
                  <c:v>4.25</c:v>
                </c:pt>
                <c:pt idx="981">
                  <c:v>4.25</c:v>
                </c:pt>
                <c:pt idx="982">
                  <c:v>4.25</c:v>
                </c:pt>
                <c:pt idx="983">
                  <c:v>4.25</c:v>
                </c:pt>
                <c:pt idx="984">
                  <c:v>4.25</c:v>
                </c:pt>
                <c:pt idx="985">
                  <c:v>4.25</c:v>
                </c:pt>
                <c:pt idx="986">
                  <c:v>4.25</c:v>
                </c:pt>
                <c:pt idx="987">
                  <c:v>4.25</c:v>
                </c:pt>
                <c:pt idx="988">
                  <c:v>4.25</c:v>
                </c:pt>
                <c:pt idx="989">
                  <c:v>4.25</c:v>
                </c:pt>
                <c:pt idx="990">
                  <c:v>4.25</c:v>
                </c:pt>
                <c:pt idx="991">
                  <c:v>4.25</c:v>
                </c:pt>
                <c:pt idx="992">
                  <c:v>4.25</c:v>
                </c:pt>
                <c:pt idx="993">
                  <c:v>4.25</c:v>
                </c:pt>
                <c:pt idx="994">
                  <c:v>4.25</c:v>
                </c:pt>
                <c:pt idx="995">
                  <c:v>4.25</c:v>
                </c:pt>
                <c:pt idx="996">
                  <c:v>4.25</c:v>
                </c:pt>
                <c:pt idx="997">
                  <c:v>4.25</c:v>
                </c:pt>
                <c:pt idx="998">
                  <c:v>4.25</c:v>
                </c:pt>
                <c:pt idx="999">
                  <c:v>4.25</c:v>
                </c:pt>
                <c:pt idx="1000">
                  <c:v>4.25</c:v>
                </c:pt>
                <c:pt idx="1001">
                  <c:v>4.25</c:v>
                </c:pt>
                <c:pt idx="1002">
                  <c:v>4.25</c:v>
                </c:pt>
                <c:pt idx="1003">
                  <c:v>4.25</c:v>
                </c:pt>
                <c:pt idx="1004">
                  <c:v>4.25</c:v>
                </c:pt>
                <c:pt idx="1005">
                  <c:v>4.25</c:v>
                </c:pt>
                <c:pt idx="1006">
                  <c:v>4.25</c:v>
                </c:pt>
                <c:pt idx="1007">
                  <c:v>4.25</c:v>
                </c:pt>
                <c:pt idx="1008">
                  <c:v>4.25</c:v>
                </c:pt>
                <c:pt idx="1009">
                  <c:v>4.25</c:v>
                </c:pt>
                <c:pt idx="1010">
                  <c:v>4.25</c:v>
                </c:pt>
                <c:pt idx="1011">
                  <c:v>4.25</c:v>
                </c:pt>
                <c:pt idx="1012">
                  <c:v>4.25</c:v>
                </c:pt>
                <c:pt idx="1013">
                  <c:v>4.25</c:v>
                </c:pt>
                <c:pt idx="1014">
                  <c:v>4.25</c:v>
                </c:pt>
                <c:pt idx="1015">
                  <c:v>4.25</c:v>
                </c:pt>
                <c:pt idx="1016">
                  <c:v>4.25</c:v>
                </c:pt>
                <c:pt idx="1017">
                  <c:v>4.25</c:v>
                </c:pt>
                <c:pt idx="1018">
                  <c:v>4.25</c:v>
                </c:pt>
                <c:pt idx="1019">
                  <c:v>4.25</c:v>
                </c:pt>
                <c:pt idx="1020">
                  <c:v>4.25</c:v>
                </c:pt>
                <c:pt idx="1021">
                  <c:v>4.25</c:v>
                </c:pt>
                <c:pt idx="1022">
                  <c:v>4.25</c:v>
                </c:pt>
                <c:pt idx="1023">
                  <c:v>4.25</c:v>
                </c:pt>
                <c:pt idx="1024">
                  <c:v>4.25</c:v>
                </c:pt>
                <c:pt idx="1025">
                  <c:v>4.25</c:v>
                </c:pt>
                <c:pt idx="1026">
                  <c:v>4.25</c:v>
                </c:pt>
                <c:pt idx="1027">
                  <c:v>4.25</c:v>
                </c:pt>
                <c:pt idx="1028">
                  <c:v>4.25</c:v>
                </c:pt>
                <c:pt idx="1029">
                  <c:v>4.25</c:v>
                </c:pt>
                <c:pt idx="1030">
                  <c:v>4.25</c:v>
                </c:pt>
                <c:pt idx="1031">
                  <c:v>4.25</c:v>
                </c:pt>
                <c:pt idx="1032">
                  <c:v>4.25</c:v>
                </c:pt>
                <c:pt idx="1033">
                  <c:v>4.25</c:v>
                </c:pt>
                <c:pt idx="1034">
                  <c:v>4.25</c:v>
                </c:pt>
                <c:pt idx="1035">
                  <c:v>4.25</c:v>
                </c:pt>
                <c:pt idx="1036">
                  <c:v>4.25</c:v>
                </c:pt>
                <c:pt idx="1037">
                  <c:v>4.25</c:v>
                </c:pt>
                <c:pt idx="1038">
                  <c:v>4.25</c:v>
                </c:pt>
                <c:pt idx="1039">
                  <c:v>4.25</c:v>
                </c:pt>
                <c:pt idx="1040">
                  <c:v>4.25</c:v>
                </c:pt>
                <c:pt idx="1041">
                  <c:v>4.25</c:v>
                </c:pt>
                <c:pt idx="1042">
                  <c:v>4.25</c:v>
                </c:pt>
                <c:pt idx="1043">
                  <c:v>4.25</c:v>
                </c:pt>
                <c:pt idx="1044">
                  <c:v>4.25</c:v>
                </c:pt>
                <c:pt idx="1045">
                  <c:v>4.25</c:v>
                </c:pt>
                <c:pt idx="1046">
                  <c:v>4.25</c:v>
                </c:pt>
                <c:pt idx="1047">
                  <c:v>4.25</c:v>
                </c:pt>
                <c:pt idx="1048">
                  <c:v>4.25</c:v>
                </c:pt>
                <c:pt idx="1049">
                  <c:v>4.25</c:v>
                </c:pt>
                <c:pt idx="1050">
                  <c:v>4.25</c:v>
                </c:pt>
                <c:pt idx="1051">
                  <c:v>4.25</c:v>
                </c:pt>
                <c:pt idx="1052">
                  <c:v>4.25</c:v>
                </c:pt>
                <c:pt idx="1053">
                  <c:v>4.25</c:v>
                </c:pt>
                <c:pt idx="1054">
                  <c:v>4.25</c:v>
                </c:pt>
                <c:pt idx="1055">
                  <c:v>4.25</c:v>
                </c:pt>
                <c:pt idx="1056">
                  <c:v>4.25</c:v>
                </c:pt>
                <c:pt idx="1057">
                  <c:v>4.25</c:v>
                </c:pt>
                <c:pt idx="1058">
                  <c:v>4.25</c:v>
                </c:pt>
                <c:pt idx="1059">
                  <c:v>4.25</c:v>
                </c:pt>
                <c:pt idx="1060">
                  <c:v>4.25</c:v>
                </c:pt>
                <c:pt idx="1061">
                  <c:v>4.25</c:v>
                </c:pt>
                <c:pt idx="1062">
                  <c:v>4.25</c:v>
                </c:pt>
                <c:pt idx="1063">
                  <c:v>4.25</c:v>
                </c:pt>
                <c:pt idx="1064">
                  <c:v>4.25</c:v>
                </c:pt>
                <c:pt idx="1065">
                  <c:v>4.25</c:v>
                </c:pt>
                <c:pt idx="1066">
                  <c:v>4.25</c:v>
                </c:pt>
                <c:pt idx="1067">
                  <c:v>4.25</c:v>
                </c:pt>
                <c:pt idx="1068">
                  <c:v>4.25</c:v>
                </c:pt>
                <c:pt idx="1069">
                  <c:v>4.25</c:v>
                </c:pt>
                <c:pt idx="1070">
                  <c:v>4.25</c:v>
                </c:pt>
                <c:pt idx="1071">
                  <c:v>4.25</c:v>
                </c:pt>
                <c:pt idx="1072">
                  <c:v>4.25</c:v>
                </c:pt>
                <c:pt idx="1073">
                  <c:v>4.25</c:v>
                </c:pt>
                <c:pt idx="1074">
                  <c:v>4.25</c:v>
                </c:pt>
                <c:pt idx="1075">
                  <c:v>4.25</c:v>
                </c:pt>
                <c:pt idx="1076">
                  <c:v>4.25</c:v>
                </c:pt>
                <c:pt idx="1077">
                  <c:v>4.25</c:v>
                </c:pt>
                <c:pt idx="1078">
                  <c:v>4.25</c:v>
                </c:pt>
                <c:pt idx="1079">
                  <c:v>4.25</c:v>
                </c:pt>
                <c:pt idx="1080">
                  <c:v>4.25</c:v>
                </c:pt>
                <c:pt idx="1081">
                  <c:v>4.25</c:v>
                </c:pt>
                <c:pt idx="1082">
                  <c:v>4.25</c:v>
                </c:pt>
                <c:pt idx="1083">
                  <c:v>4.25</c:v>
                </c:pt>
                <c:pt idx="1084">
                  <c:v>4.25</c:v>
                </c:pt>
                <c:pt idx="1085">
                  <c:v>4.25</c:v>
                </c:pt>
                <c:pt idx="1086">
                  <c:v>4.25</c:v>
                </c:pt>
                <c:pt idx="1087">
                  <c:v>4.25</c:v>
                </c:pt>
                <c:pt idx="1088">
                  <c:v>4.25</c:v>
                </c:pt>
                <c:pt idx="1089">
                  <c:v>4.25</c:v>
                </c:pt>
                <c:pt idx="1090">
                  <c:v>4.25</c:v>
                </c:pt>
                <c:pt idx="1091">
                  <c:v>4.25</c:v>
                </c:pt>
                <c:pt idx="1092">
                  <c:v>4.25</c:v>
                </c:pt>
                <c:pt idx="1093">
                  <c:v>4.25</c:v>
                </c:pt>
                <c:pt idx="1094">
                  <c:v>4.25</c:v>
                </c:pt>
                <c:pt idx="1095">
                  <c:v>4.25</c:v>
                </c:pt>
                <c:pt idx="1096">
                  <c:v>4.25</c:v>
                </c:pt>
                <c:pt idx="1097">
                  <c:v>4.25</c:v>
                </c:pt>
                <c:pt idx="1098">
                  <c:v>4.25</c:v>
                </c:pt>
                <c:pt idx="1099">
                  <c:v>4.25</c:v>
                </c:pt>
                <c:pt idx="1100">
                  <c:v>4.25</c:v>
                </c:pt>
                <c:pt idx="1101">
                  <c:v>4.25</c:v>
                </c:pt>
                <c:pt idx="1102">
                  <c:v>4.25</c:v>
                </c:pt>
                <c:pt idx="1103">
                  <c:v>4.25</c:v>
                </c:pt>
                <c:pt idx="1104">
                  <c:v>4.25</c:v>
                </c:pt>
                <c:pt idx="1105">
                  <c:v>4.25</c:v>
                </c:pt>
                <c:pt idx="1106">
                  <c:v>4.25</c:v>
                </c:pt>
                <c:pt idx="1107">
                  <c:v>4.25</c:v>
                </c:pt>
                <c:pt idx="1108">
                  <c:v>4.25</c:v>
                </c:pt>
                <c:pt idx="1109">
                  <c:v>4.25</c:v>
                </c:pt>
                <c:pt idx="1110">
                  <c:v>4.25</c:v>
                </c:pt>
                <c:pt idx="1111">
                  <c:v>4.25</c:v>
                </c:pt>
                <c:pt idx="1112">
                  <c:v>4.25</c:v>
                </c:pt>
                <c:pt idx="1113">
                  <c:v>4.25</c:v>
                </c:pt>
                <c:pt idx="1114">
                  <c:v>4.25</c:v>
                </c:pt>
                <c:pt idx="1115">
                  <c:v>4.25</c:v>
                </c:pt>
                <c:pt idx="1116">
                  <c:v>4.25</c:v>
                </c:pt>
                <c:pt idx="1117">
                  <c:v>4.25</c:v>
                </c:pt>
                <c:pt idx="1118">
                  <c:v>4.25</c:v>
                </c:pt>
                <c:pt idx="1119">
                  <c:v>4.25</c:v>
                </c:pt>
                <c:pt idx="1120">
                  <c:v>4.25</c:v>
                </c:pt>
                <c:pt idx="1121">
                  <c:v>4.25</c:v>
                </c:pt>
                <c:pt idx="1122">
                  <c:v>4.25</c:v>
                </c:pt>
                <c:pt idx="1123">
                  <c:v>4.25</c:v>
                </c:pt>
                <c:pt idx="1124">
                  <c:v>4.25</c:v>
                </c:pt>
                <c:pt idx="1125">
                  <c:v>4.25</c:v>
                </c:pt>
                <c:pt idx="1126">
                  <c:v>4.25</c:v>
                </c:pt>
                <c:pt idx="1127">
                  <c:v>4.25</c:v>
                </c:pt>
                <c:pt idx="1128">
                  <c:v>4.5</c:v>
                </c:pt>
                <c:pt idx="1129">
                  <c:v>4.5</c:v>
                </c:pt>
                <c:pt idx="1130">
                  <c:v>4.5</c:v>
                </c:pt>
                <c:pt idx="1131">
                  <c:v>4.5</c:v>
                </c:pt>
                <c:pt idx="1132">
                  <c:v>4.5</c:v>
                </c:pt>
                <c:pt idx="1133">
                  <c:v>4.5</c:v>
                </c:pt>
                <c:pt idx="1134">
                  <c:v>4.5</c:v>
                </c:pt>
                <c:pt idx="1135">
                  <c:v>4.5</c:v>
                </c:pt>
                <c:pt idx="1136">
                  <c:v>4.5</c:v>
                </c:pt>
                <c:pt idx="1137">
                  <c:v>4.5</c:v>
                </c:pt>
                <c:pt idx="1138">
                  <c:v>4.5</c:v>
                </c:pt>
                <c:pt idx="1139">
                  <c:v>4.5</c:v>
                </c:pt>
                <c:pt idx="1140">
                  <c:v>4.5</c:v>
                </c:pt>
                <c:pt idx="1141">
                  <c:v>4.5</c:v>
                </c:pt>
                <c:pt idx="1142">
                  <c:v>4.5</c:v>
                </c:pt>
                <c:pt idx="1143">
                  <c:v>4.5</c:v>
                </c:pt>
                <c:pt idx="1144">
                  <c:v>4.5</c:v>
                </c:pt>
                <c:pt idx="1145">
                  <c:v>4.5</c:v>
                </c:pt>
                <c:pt idx="1146">
                  <c:v>4.5</c:v>
                </c:pt>
                <c:pt idx="1147">
                  <c:v>4.5</c:v>
                </c:pt>
                <c:pt idx="1148">
                  <c:v>4.5</c:v>
                </c:pt>
                <c:pt idx="1149">
                  <c:v>4.5</c:v>
                </c:pt>
                <c:pt idx="1150">
                  <c:v>5</c:v>
                </c:pt>
                <c:pt idx="1151">
                  <c:v>5</c:v>
                </c:pt>
                <c:pt idx="1152">
                  <c:v>5</c:v>
                </c:pt>
                <c:pt idx="1153">
                  <c:v>5</c:v>
                </c:pt>
                <c:pt idx="1154">
                  <c:v>5</c:v>
                </c:pt>
                <c:pt idx="1155">
                  <c:v>5</c:v>
                </c:pt>
                <c:pt idx="1156">
                  <c:v>5</c:v>
                </c:pt>
                <c:pt idx="1157">
                  <c:v>5</c:v>
                </c:pt>
                <c:pt idx="1158">
                  <c:v>5</c:v>
                </c:pt>
                <c:pt idx="1159">
                  <c:v>5</c:v>
                </c:pt>
                <c:pt idx="1160">
                  <c:v>5</c:v>
                </c:pt>
                <c:pt idx="1161">
                  <c:v>5</c:v>
                </c:pt>
                <c:pt idx="1162">
                  <c:v>5</c:v>
                </c:pt>
                <c:pt idx="1163">
                  <c:v>5</c:v>
                </c:pt>
                <c:pt idx="1164">
                  <c:v>5</c:v>
                </c:pt>
                <c:pt idx="1165">
                  <c:v>5</c:v>
                </c:pt>
                <c:pt idx="1166">
                  <c:v>5</c:v>
                </c:pt>
                <c:pt idx="1167">
                  <c:v>5</c:v>
                </c:pt>
                <c:pt idx="1168">
                  <c:v>5</c:v>
                </c:pt>
                <c:pt idx="1169">
                  <c:v>5</c:v>
                </c:pt>
                <c:pt idx="1170">
                  <c:v>5.5</c:v>
                </c:pt>
                <c:pt idx="1171">
                  <c:v>5.5</c:v>
                </c:pt>
                <c:pt idx="1172">
                  <c:v>5.5</c:v>
                </c:pt>
                <c:pt idx="1173">
                  <c:v>5.5</c:v>
                </c:pt>
                <c:pt idx="1174">
                  <c:v>5.5</c:v>
                </c:pt>
                <c:pt idx="1175">
                  <c:v>5.5</c:v>
                </c:pt>
                <c:pt idx="1176">
                  <c:v>5.5</c:v>
                </c:pt>
                <c:pt idx="1177">
                  <c:v>5.5</c:v>
                </c:pt>
                <c:pt idx="1178">
                  <c:v>5.5</c:v>
                </c:pt>
                <c:pt idx="1179">
                  <c:v>5.5</c:v>
                </c:pt>
                <c:pt idx="1180">
                  <c:v>5.5</c:v>
                </c:pt>
                <c:pt idx="1181">
                  <c:v>5.5</c:v>
                </c:pt>
                <c:pt idx="1182">
                  <c:v>5.5</c:v>
                </c:pt>
                <c:pt idx="1183">
                  <c:v>5.5</c:v>
                </c:pt>
                <c:pt idx="1184">
                  <c:v>5.5</c:v>
                </c:pt>
                <c:pt idx="1185">
                  <c:v>5.5</c:v>
                </c:pt>
                <c:pt idx="1186">
                  <c:v>5.5</c:v>
                </c:pt>
                <c:pt idx="1187">
                  <c:v>5.5</c:v>
                </c:pt>
                <c:pt idx="1188">
                  <c:v>5.5</c:v>
                </c:pt>
                <c:pt idx="1189">
                  <c:v>5.5</c:v>
                </c:pt>
                <c:pt idx="1190">
                  <c:v>6</c:v>
                </c:pt>
                <c:pt idx="1191">
                  <c:v>6</c:v>
                </c:pt>
                <c:pt idx="1192">
                  <c:v>6</c:v>
                </c:pt>
                <c:pt idx="1193">
                  <c:v>6</c:v>
                </c:pt>
                <c:pt idx="1194">
                  <c:v>6</c:v>
                </c:pt>
                <c:pt idx="1195">
                  <c:v>6</c:v>
                </c:pt>
                <c:pt idx="1196">
                  <c:v>6</c:v>
                </c:pt>
                <c:pt idx="1197">
                  <c:v>6</c:v>
                </c:pt>
                <c:pt idx="1198">
                  <c:v>6</c:v>
                </c:pt>
                <c:pt idx="1199">
                  <c:v>6</c:v>
                </c:pt>
                <c:pt idx="1200">
                  <c:v>6</c:v>
                </c:pt>
                <c:pt idx="1201">
                  <c:v>6</c:v>
                </c:pt>
                <c:pt idx="1202">
                  <c:v>6</c:v>
                </c:pt>
                <c:pt idx="1203">
                  <c:v>6</c:v>
                </c:pt>
                <c:pt idx="1204">
                  <c:v>6</c:v>
                </c:pt>
                <c:pt idx="1205">
                  <c:v>6</c:v>
                </c:pt>
                <c:pt idx="1206">
                  <c:v>6</c:v>
                </c:pt>
                <c:pt idx="1207">
                  <c:v>6</c:v>
                </c:pt>
                <c:pt idx="1208">
                  <c:v>6</c:v>
                </c:pt>
                <c:pt idx="1209">
                  <c:v>6</c:v>
                </c:pt>
                <c:pt idx="1210">
                  <c:v>6</c:v>
                </c:pt>
                <c:pt idx="1211">
                  <c:v>6</c:v>
                </c:pt>
                <c:pt idx="1212">
                  <c:v>6</c:v>
                </c:pt>
                <c:pt idx="1213">
                  <c:v>6</c:v>
                </c:pt>
                <c:pt idx="1214">
                  <c:v>6</c:v>
                </c:pt>
                <c:pt idx="1215">
                  <c:v>6.25</c:v>
                </c:pt>
                <c:pt idx="1216">
                  <c:v>6.25</c:v>
                </c:pt>
                <c:pt idx="1217">
                  <c:v>6.25</c:v>
                </c:pt>
                <c:pt idx="1218">
                  <c:v>6.25</c:v>
                </c:pt>
                <c:pt idx="1219">
                  <c:v>6.25</c:v>
                </c:pt>
                <c:pt idx="1220">
                  <c:v>6.25</c:v>
                </c:pt>
                <c:pt idx="1221">
                  <c:v>6.25</c:v>
                </c:pt>
                <c:pt idx="1222">
                  <c:v>6.25</c:v>
                </c:pt>
                <c:pt idx="1223">
                  <c:v>6.25</c:v>
                </c:pt>
                <c:pt idx="1224">
                  <c:v>6.25</c:v>
                </c:pt>
                <c:pt idx="1225">
                  <c:v>6.25</c:v>
                </c:pt>
                <c:pt idx="1226">
                  <c:v>6.25</c:v>
                </c:pt>
                <c:pt idx="1227">
                  <c:v>6.25</c:v>
                </c:pt>
                <c:pt idx="1228">
                  <c:v>6.25</c:v>
                </c:pt>
                <c:pt idx="1229">
                  <c:v>6.25</c:v>
                </c:pt>
                <c:pt idx="1230">
                  <c:v>6.25</c:v>
                </c:pt>
                <c:pt idx="1231">
                  <c:v>6.25</c:v>
                </c:pt>
                <c:pt idx="1232">
                  <c:v>6.25</c:v>
                </c:pt>
                <c:pt idx="1233">
                  <c:v>6.25</c:v>
                </c:pt>
                <c:pt idx="1234">
                  <c:v>6.25</c:v>
                </c:pt>
                <c:pt idx="1235">
                  <c:v>6.5</c:v>
                </c:pt>
                <c:pt idx="1236">
                  <c:v>6.5</c:v>
                </c:pt>
                <c:pt idx="1237">
                  <c:v>6.5</c:v>
                </c:pt>
                <c:pt idx="1238">
                  <c:v>6.5</c:v>
                </c:pt>
                <c:pt idx="1239">
                  <c:v>6.5</c:v>
                </c:pt>
                <c:pt idx="1240">
                  <c:v>6.5</c:v>
                </c:pt>
                <c:pt idx="1241">
                  <c:v>6.5</c:v>
                </c:pt>
                <c:pt idx="1242">
                  <c:v>6.5</c:v>
                </c:pt>
                <c:pt idx="1243">
                  <c:v>6.5</c:v>
                </c:pt>
                <c:pt idx="1244">
                  <c:v>6.5</c:v>
                </c:pt>
                <c:pt idx="1245">
                  <c:v>6.5</c:v>
                </c:pt>
                <c:pt idx="1246">
                  <c:v>6.5</c:v>
                </c:pt>
                <c:pt idx="1247">
                  <c:v>6.5</c:v>
                </c:pt>
                <c:pt idx="1248">
                  <c:v>6.5</c:v>
                </c:pt>
                <c:pt idx="1249">
                  <c:v>6.5</c:v>
                </c:pt>
                <c:pt idx="1250">
                  <c:v>6.5</c:v>
                </c:pt>
                <c:pt idx="1251">
                  <c:v>6.5</c:v>
                </c:pt>
                <c:pt idx="1252">
                  <c:v>6.5</c:v>
                </c:pt>
                <c:pt idx="1253">
                  <c:v>6.5</c:v>
                </c:pt>
                <c:pt idx="1254">
                  <c:v>6.5</c:v>
                </c:pt>
                <c:pt idx="1255">
                  <c:v>6.5</c:v>
                </c:pt>
                <c:pt idx="1256">
                  <c:v>6.5</c:v>
                </c:pt>
                <c:pt idx="1257">
                  <c:v>6.5</c:v>
                </c:pt>
                <c:pt idx="1258">
                  <c:v>6.5</c:v>
                </c:pt>
                <c:pt idx="1259">
                  <c:v>6.5</c:v>
                </c:pt>
                <c:pt idx="1260">
                  <c:v>6.5</c:v>
                </c:pt>
                <c:pt idx="1261">
                  <c:v>6.5</c:v>
                </c:pt>
                <c:pt idx="1262">
                  <c:v>6.5</c:v>
                </c:pt>
                <c:pt idx="1263">
                  <c:v>6.5</c:v>
                </c:pt>
                <c:pt idx="1264">
                  <c:v>6.5</c:v>
                </c:pt>
                <c:pt idx="1265">
                  <c:v>6.5</c:v>
                </c:pt>
                <c:pt idx="1266">
                  <c:v>6.5</c:v>
                </c:pt>
                <c:pt idx="1267">
                  <c:v>6.5</c:v>
                </c:pt>
                <c:pt idx="1268">
                  <c:v>6.5</c:v>
                </c:pt>
                <c:pt idx="1269">
                  <c:v>6.5</c:v>
                </c:pt>
                <c:pt idx="1270">
                  <c:v>6.5</c:v>
                </c:pt>
                <c:pt idx="1271">
                  <c:v>6.5</c:v>
                </c:pt>
                <c:pt idx="1272">
                  <c:v>6.5</c:v>
                </c:pt>
                <c:pt idx="1273">
                  <c:v>6.5</c:v>
                </c:pt>
                <c:pt idx="1274">
                  <c:v>6.5</c:v>
                </c:pt>
                <c:pt idx="1275">
                  <c:v>6.5</c:v>
                </c:pt>
                <c:pt idx="1276">
                  <c:v>6.5</c:v>
                </c:pt>
                <c:pt idx="1277">
                  <c:v>6.5</c:v>
                </c:pt>
                <c:pt idx="1278">
                  <c:v>6.5</c:v>
                </c:pt>
                <c:pt idx="1279">
                  <c:v>6.5</c:v>
                </c:pt>
                <c:pt idx="1280">
                  <c:v>6.5</c:v>
                </c:pt>
                <c:pt idx="1281">
                  <c:v>6.5</c:v>
                </c:pt>
                <c:pt idx="1282">
                  <c:v>6.5</c:v>
                </c:pt>
                <c:pt idx="1283">
                  <c:v>6.5</c:v>
                </c:pt>
                <c:pt idx="1284">
                  <c:v>6.5</c:v>
                </c:pt>
                <c:pt idx="1285">
                  <c:v>6.5</c:v>
                </c:pt>
                <c:pt idx="1286">
                  <c:v>6.5</c:v>
                </c:pt>
                <c:pt idx="1287">
                  <c:v>6.5</c:v>
                </c:pt>
                <c:pt idx="1288">
                  <c:v>6.5</c:v>
                </c:pt>
                <c:pt idx="1289">
                  <c:v>6.5</c:v>
                </c:pt>
                <c:pt idx="1290">
                  <c:v>6.5</c:v>
                </c:pt>
                <c:pt idx="1291">
                  <c:v>6.5</c:v>
                </c:pt>
                <c:pt idx="1292">
                  <c:v>6.5</c:v>
                </c:pt>
                <c:pt idx="1293">
                  <c:v>6.5</c:v>
                </c:pt>
                <c:pt idx="1294">
                  <c:v>6.5</c:v>
                </c:pt>
                <c:pt idx="1295">
                  <c:v>6.5</c:v>
                </c:pt>
                <c:pt idx="1296">
                  <c:v>6.5</c:v>
                </c:pt>
                <c:pt idx="1297">
                  <c:v>6.5</c:v>
                </c:pt>
                <c:pt idx="1298">
                  <c:v>6.5</c:v>
                </c:pt>
                <c:pt idx="1299">
                  <c:v>6.5</c:v>
                </c:pt>
                <c:pt idx="1300">
                  <c:v>6.5</c:v>
                </c:pt>
                <c:pt idx="1301">
                  <c:v>6.5</c:v>
                </c:pt>
                <c:pt idx="1302">
                  <c:v>6.5</c:v>
                </c:pt>
                <c:pt idx="1303">
                  <c:v>6.5</c:v>
                </c:pt>
                <c:pt idx="1304">
                  <c:v>6.5</c:v>
                </c:pt>
                <c:pt idx="1305">
                  <c:v>6.5</c:v>
                </c:pt>
                <c:pt idx="1306">
                  <c:v>6.5</c:v>
                </c:pt>
                <c:pt idx="1307">
                  <c:v>6.5</c:v>
                </c:pt>
                <c:pt idx="1308">
                  <c:v>6.5</c:v>
                </c:pt>
                <c:pt idx="1309">
                  <c:v>6.5</c:v>
                </c:pt>
                <c:pt idx="1310">
                  <c:v>6.5</c:v>
                </c:pt>
                <c:pt idx="1311">
                  <c:v>6.5</c:v>
                </c:pt>
                <c:pt idx="1312">
                  <c:v>6.5</c:v>
                </c:pt>
                <c:pt idx="1313">
                  <c:v>6.5</c:v>
                </c:pt>
                <c:pt idx="1314">
                  <c:v>6.5</c:v>
                </c:pt>
                <c:pt idx="1315">
                  <c:v>6.5</c:v>
                </c:pt>
                <c:pt idx="1316">
                  <c:v>6.5</c:v>
                </c:pt>
                <c:pt idx="1317">
                  <c:v>6.5</c:v>
                </c:pt>
                <c:pt idx="1318">
                  <c:v>6.5</c:v>
                </c:pt>
                <c:pt idx="1319">
                  <c:v>6.5</c:v>
                </c:pt>
                <c:pt idx="1320">
                  <c:v>6.5</c:v>
                </c:pt>
                <c:pt idx="1321">
                  <c:v>6.5</c:v>
                </c:pt>
                <c:pt idx="1322">
                  <c:v>6.5</c:v>
                </c:pt>
                <c:pt idx="1323">
                  <c:v>6.5</c:v>
                </c:pt>
                <c:pt idx="1324">
                  <c:v>6.5</c:v>
                </c:pt>
                <c:pt idx="1325">
                  <c:v>6.5</c:v>
                </c:pt>
                <c:pt idx="1326">
                  <c:v>6.5</c:v>
                </c:pt>
                <c:pt idx="1327">
                  <c:v>6.5</c:v>
                </c:pt>
                <c:pt idx="1328">
                  <c:v>6.5</c:v>
                </c:pt>
                <c:pt idx="1329">
                  <c:v>6.5</c:v>
                </c:pt>
                <c:pt idx="1330">
                  <c:v>6.5</c:v>
                </c:pt>
                <c:pt idx="1331">
                  <c:v>6.5</c:v>
                </c:pt>
                <c:pt idx="1332">
                  <c:v>6.5</c:v>
                </c:pt>
                <c:pt idx="1333">
                  <c:v>6.5</c:v>
                </c:pt>
                <c:pt idx="1334">
                  <c:v>6.5</c:v>
                </c:pt>
                <c:pt idx="1335">
                  <c:v>6.5</c:v>
                </c:pt>
                <c:pt idx="1336">
                  <c:v>6.5</c:v>
                </c:pt>
                <c:pt idx="1337">
                  <c:v>6.5</c:v>
                </c:pt>
                <c:pt idx="1338">
                  <c:v>6.5</c:v>
                </c:pt>
                <c:pt idx="1339">
                  <c:v>6.5</c:v>
                </c:pt>
                <c:pt idx="1340">
                  <c:v>6.5</c:v>
                </c:pt>
                <c:pt idx="1341">
                  <c:v>6.5</c:v>
                </c:pt>
                <c:pt idx="1342">
                  <c:v>6.5</c:v>
                </c:pt>
                <c:pt idx="1343">
                  <c:v>6.5</c:v>
                </c:pt>
                <c:pt idx="1344">
                  <c:v>6.5</c:v>
                </c:pt>
                <c:pt idx="1345">
                  <c:v>6.5</c:v>
                </c:pt>
                <c:pt idx="1346">
                  <c:v>6.5</c:v>
                </c:pt>
                <c:pt idx="1347">
                  <c:v>6.5</c:v>
                </c:pt>
                <c:pt idx="1348">
                  <c:v>6.5</c:v>
                </c:pt>
                <c:pt idx="1349">
                  <c:v>6.5</c:v>
                </c:pt>
                <c:pt idx="1350">
                  <c:v>6.5</c:v>
                </c:pt>
                <c:pt idx="1351">
                  <c:v>6.5</c:v>
                </c:pt>
                <c:pt idx="1352">
                  <c:v>6.5</c:v>
                </c:pt>
                <c:pt idx="1353">
                  <c:v>6.5</c:v>
                </c:pt>
                <c:pt idx="1354">
                  <c:v>6.5</c:v>
                </c:pt>
                <c:pt idx="1355">
                  <c:v>6.5</c:v>
                </c:pt>
                <c:pt idx="1356">
                  <c:v>6.5</c:v>
                </c:pt>
                <c:pt idx="1357">
                  <c:v>6.5</c:v>
                </c:pt>
                <c:pt idx="1358">
                  <c:v>6.5</c:v>
                </c:pt>
                <c:pt idx="1359">
                  <c:v>6.5</c:v>
                </c:pt>
                <c:pt idx="1360">
                  <c:v>6.5</c:v>
                </c:pt>
                <c:pt idx="1361">
                  <c:v>6.5</c:v>
                </c:pt>
                <c:pt idx="1362">
                  <c:v>6.5</c:v>
                </c:pt>
                <c:pt idx="1363">
                  <c:v>6.5</c:v>
                </c:pt>
                <c:pt idx="1364">
                  <c:v>6.5</c:v>
                </c:pt>
                <c:pt idx="1365">
                  <c:v>6.5</c:v>
                </c:pt>
                <c:pt idx="1366">
                  <c:v>6.5</c:v>
                </c:pt>
                <c:pt idx="1367">
                  <c:v>6.5</c:v>
                </c:pt>
                <c:pt idx="1368">
                  <c:v>6.5</c:v>
                </c:pt>
                <c:pt idx="1369">
                  <c:v>6.5</c:v>
                </c:pt>
                <c:pt idx="1370">
                  <c:v>6.5</c:v>
                </c:pt>
                <c:pt idx="1371">
                  <c:v>6.5</c:v>
                </c:pt>
                <c:pt idx="1372">
                  <c:v>6.5</c:v>
                </c:pt>
                <c:pt idx="1373">
                  <c:v>6.5</c:v>
                </c:pt>
                <c:pt idx="1374">
                  <c:v>6.5</c:v>
                </c:pt>
                <c:pt idx="1375">
                  <c:v>6.5</c:v>
                </c:pt>
                <c:pt idx="1376">
                  <c:v>6.5</c:v>
                </c:pt>
                <c:pt idx="1377">
                  <c:v>6.5</c:v>
                </c:pt>
                <c:pt idx="1378">
                  <c:v>6.5</c:v>
                </c:pt>
                <c:pt idx="1379">
                  <c:v>6.5</c:v>
                </c:pt>
                <c:pt idx="1380">
                  <c:v>6.5</c:v>
                </c:pt>
                <c:pt idx="1381">
                  <c:v>6.5</c:v>
                </c:pt>
                <c:pt idx="1382">
                  <c:v>6.5</c:v>
                </c:pt>
                <c:pt idx="1383">
                  <c:v>6.5</c:v>
                </c:pt>
                <c:pt idx="1384">
                  <c:v>6.5</c:v>
                </c:pt>
                <c:pt idx="1385">
                  <c:v>6.5</c:v>
                </c:pt>
                <c:pt idx="1386">
                  <c:v>6.5</c:v>
                </c:pt>
                <c:pt idx="1387">
                  <c:v>6.5</c:v>
                </c:pt>
                <c:pt idx="1388">
                  <c:v>6.5</c:v>
                </c:pt>
                <c:pt idx="1389">
                  <c:v>6.5</c:v>
                </c:pt>
                <c:pt idx="1390">
                  <c:v>6.5</c:v>
                </c:pt>
                <c:pt idx="1391">
                  <c:v>6.5</c:v>
                </c:pt>
                <c:pt idx="1392">
                  <c:v>6.5</c:v>
                </c:pt>
                <c:pt idx="1393">
                  <c:v>6.5</c:v>
                </c:pt>
                <c:pt idx="1394">
                  <c:v>6.5</c:v>
                </c:pt>
                <c:pt idx="1395">
                  <c:v>6.5</c:v>
                </c:pt>
                <c:pt idx="1396">
                  <c:v>6.5</c:v>
                </c:pt>
                <c:pt idx="1397">
                  <c:v>6.5</c:v>
                </c:pt>
                <c:pt idx="1398">
                  <c:v>6.5</c:v>
                </c:pt>
                <c:pt idx="1399">
                  <c:v>6.5</c:v>
                </c:pt>
                <c:pt idx="1400">
                  <c:v>6.5</c:v>
                </c:pt>
                <c:pt idx="1401">
                  <c:v>6.5</c:v>
                </c:pt>
                <c:pt idx="1402">
                  <c:v>6.5</c:v>
                </c:pt>
                <c:pt idx="1403">
                  <c:v>6.5</c:v>
                </c:pt>
                <c:pt idx="1404">
                  <c:v>6.5</c:v>
                </c:pt>
                <c:pt idx="1405">
                  <c:v>6.5</c:v>
                </c:pt>
                <c:pt idx="1406">
                  <c:v>6.5</c:v>
                </c:pt>
                <c:pt idx="1407">
                  <c:v>6.5</c:v>
                </c:pt>
                <c:pt idx="1408">
                  <c:v>6.5</c:v>
                </c:pt>
                <c:pt idx="1409">
                  <c:v>6.5</c:v>
                </c:pt>
                <c:pt idx="1410">
                  <c:v>6.5</c:v>
                </c:pt>
                <c:pt idx="1411">
                  <c:v>6.75</c:v>
                </c:pt>
                <c:pt idx="1412">
                  <c:v>6.75</c:v>
                </c:pt>
                <c:pt idx="1413">
                  <c:v>6.75</c:v>
                </c:pt>
                <c:pt idx="1414">
                  <c:v>6.75</c:v>
                </c:pt>
                <c:pt idx="1415">
                  <c:v>6.75</c:v>
                </c:pt>
                <c:pt idx="1416">
                  <c:v>6.75</c:v>
                </c:pt>
                <c:pt idx="1417">
                  <c:v>6.75</c:v>
                </c:pt>
                <c:pt idx="1418">
                  <c:v>6.75</c:v>
                </c:pt>
                <c:pt idx="1419">
                  <c:v>6.75</c:v>
                </c:pt>
                <c:pt idx="1420">
                  <c:v>6.75</c:v>
                </c:pt>
                <c:pt idx="1421">
                  <c:v>6.75</c:v>
                </c:pt>
                <c:pt idx="1422">
                  <c:v>6.75</c:v>
                </c:pt>
                <c:pt idx="1423">
                  <c:v>6.75</c:v>
                </c:pt>
                <c:pt idx="1424">
                  <c:v>6.75</c:v>
                </c:pt>
                <c:pt idx="1425">
                  <c:v>6.75</c:v>
                </c:pt>
                <c:pt idx="1426">
                  <c:v>6.75</c:v>
                </c:pt>
                <c:pt idx="1427">
                  <c:v>6.75</c:v>
                </c:pt>
                <c:pt idx="1428">
                  <c:v>6.75</c:v>
                </c:pt>
                <c:pt idx="1429">
                  <c:v>6.75</c:v>
                </c:pt>
                <c:pt idx="1430">
                  <c:v>6.75</c:v>
                </c:pt>
                <c:pt idx="1431">
                  <c:v>6.75</c:v>
                </c:pt>
                <c:pt idx="1432">
                  <c:v>6.75</c:v>
                </c:pt>
                <c:pt idx="1433">
                  <c:v>6.75</c:v>
                </c:pt>
                <c:pt idx="1434">
                  <c:v>6.75</c:v>
                </c:pt>
                <c:pt idx="1435">
                  <c:v>6.75</c:v>
                </c:pt>
                <c:pt idx="1436">
                  <c:v>6.75</c:v>
                </c:pt>
                <c:pt idx="1437">
                  <c:v>6.75</c:v>
                </c:pt>
                <c:pt idx="1438">
                  <c:v>6.75</c:v>
                </c:pt>
                <c:pt idx="1439">
                  <c:v>6.75</c:v>
                </c:pt>
                <c:pt idx="1440">
                  <c:v>6.75</c:v>
                </c:pt>
                <c:pt idx="1441">
                  <c:v>6.75</c:v>
                </c:pt>
                <c:pt idx="1442">
                  <c:v>6.75</c:v>
                </c:pt>
                <c:pt idx="1443">
                  <c:v>6.75</c:v>
                </c:pt>
                <c:pt idx="1444">
                  <c:v>6.75</c:v>
                </c:pt>
                <c:pt idx="1445">
                  <c:v>6.75</c:v>
                </c:pt>
                <c:pt idx="1446">
                  <c:v>6.75</c:v>
                </c:pt>
                <c:pt idx="1447">
                  <c:v>6.75</c:v>
                </c:pt>
                <c:pt idx="1448">
                  <c:v>6.75</c:v>
                </c:pt>
                <c:pt idx="1449">
                  <c:v>6.75</c:v>
                </c:pt>
                <c:pt idx="1450">
                  <c:v>6.75</c:v>
                </c:pt>
                <c:pt idx="1451">
                  <c:v>6.75</c:v>
                </c:pt>
                <c:pt idx="1452">
                  <c:v>6.75</c:v>
                </c:pt>
                <c:pt idx="1453">
                  <c:v>6.75</c:v>
                </c:pt>
                <c:pt idx="1454">
                  <c:v>6.75</c:v>
                </c:pt>
                <c:pt idx="1455">
                  <c:v>6.75</c:v>
                </c:pt>
                <c:pt idx="1456">
                  <c:v>6.75</c:v>
                </c:pt>
                <c:pt idx="1457">
                  <c:v>6.75</c:v>
                </c:pt>
                <c:pt idx="1458">
                  <c:v>6.75</c:v>
                </c:pt>
                <c:pt idx="1459">
                  <c:v>6.75</c:v>
                </c:pt>
                <c:pt idx="1460">
                  <c:v>6.75</c:v>
                </c:pt>
                <c:pt idx="1461">
                  <c:v>6.75</c:v>
                </c:pt>
                <c:pt idx="1462">
                  <c:v>6.75</c:v>
                </c:pt>
                <c:pt idx="1463">
                  <c:v>6.75</c:v>
                </c:pt>
                <c:pt idx="1464">
                  <c:v>6.75</c:v>
                </c:pt>
                <c:pt idx="1465">
                  <c:v>6.75</c:v>
                </c:pt>
                <c:pt idx="1466">
                  <c:v>6.75</c:v>
                </c:pt>
                <c:pt idx="1467">
                  <c:v>6.75</c:v>
                </c:pt>
                <c:pt idx="1468">
                  <c:v>6.75</c:v>
                </c:pt>
                <c:pt idx="1469">
                  <c:v>6.75</c:v>
                </c:pt>
                <c:pt idx="1470">
                  <c:v>6.75</c:v>
                </c:pt>
                <c:pt idx="1471">
                  <c:v>6.75</c:v>
                </c:pt>
                <c:pt idx="1472">
                  <c:v>6.75</c:v>
                </c:pt>
                <c:pt idx="1473">
                  <c:v>6.75</c:v>
                </c:pt>
                <c:pt idx="1474">
                  <c:v>6.75</c:v>
                </c:pt>
                <c:pt idx="1475">
                  <c:v>6.75</c:v>
                </c:pt>
                <c:pt idx="1476">
                  <c:v>6.75</c:v>
                </c:pt>
                <c:pt idx="1477">
                  <c:v>6.75</c:v>
                </c:pt>
                <c:pt idx="1478">
                  <c:v>6.75</c:v>
                </c:pt>
                <c:pt idx="1479">
                  <c:v>6.75</c:v>
                </c:pt>
                <c:pt idx="1480">
                  <c:v>6.75</c:v>
                </c:pt>
                <c:pt idx="1481">
                  <c:v>6.75</c:v>
                </c:pt>
                <c:pt idx="1482">
                  <c:v>6.75</c:v>
                </c:pt>
                <c:pt idx="1483">
                  <c:v>6.75</c:v>
                </c:pt>
                <c:pt idx="1484">
                  <c:v>6.75</c:v>
                </c:pt>
                <c:pt idx="1485">
                  <c:v>6.75</c:v>
                </c:pt>
                <c:pt idx="1486">
                  <c:v>6.75</c:v>
                </c:pt>
                <c:pt idx="1487">
                  <c:v>6.75</c:v>
                </c:pt>
                <c:pt idx="1488">
                  <c:v>6.75</c:v>
                </c:pt>
                <c:pt idx="1489">
                  <c:v>6.75</c:v>
                </c:pt>
                <c:pt idx="1490">
                  <c:v>6.75</c:v>
                </c:pt>
                <c:pt idx="1491">
                  <c:v>6.75</c:v>
                </c:pt>
                <c:pt idx="1492">
                  <c:v>6.75</c:v>
                </c:pt>
                <c:pt idx="1493">
                  <c:v>6.75</c:v>
                </c:pt>
                <c:pt idx="1494">
                  <c:v>6.75</c:v>
                </c:pt>
                <c:pt idx="1495">
                  <c:v>6.75</c:v>
                </c:pt>
                <c:pt idx="1496">
                  <c:v>6.75</c:v>
                </c:pt>
                <c:pt idx="1497">
                  <c:v>6.75</c:v>
                </c:pt>
                <c:pt idx="1498">
                  <c:v>6.75</c:v>
                </c:pt>
                <c:pt idx="1499">
                  <c:v>6.75</c:v>
                </c:pt>
                <c:pt idx="1500">
                  <c:v>6.75</c:v>
                </c:pt>
                <c:pt idx="1501">
                  <c:v>6.75</c:v>
                </c:pt>
                <c:pt idx="1502">
                  <c:v>6.75</c:v>
                </c:pt>
                <c:pt idx="1503">
                  <c:v>6.75</c:v>
                </c:pt>
                <c:pt idx="1504">
                  <c:v>6.75</c:v>
                </c:pt>
                <c:pt idx="1505">
                  <c:v>6.75</c:v>
                </c:pt>
                <c:pt idx="1506">
                  <c:v>6.75</c:v>
                </c:pt>
                <c:pt idx="1507">
                  <c:v>6.75</c:v>
                </c:pt>
                <c:pt idx="1508">
                  <c:v>6.75</c:v>
                </c:pt>
                <c:pt idx="1509">
                  <c:v>6.75</c:v>
                </c:pt>
                <c:pt idx="1510">
                  <c:v>6.75</c:v>
                </c:pt>
                <c:pt idx="1511">
                  <c:v>6.75</c:v>
                </c:pt>
                <c:pt idx="1512">
                  <c:v>6.75</c:v>
                </c:pt>
                <c:pt idx="1513">
                  <c:v>6.75</c:v>
                </c:pt>
                <c:pt idx="1514">
                  <c:v>6.75</c:v>
                </c:pt>
                <c:pt idx="1515">
                  <c:v>6.75</c:v>
                </c:pt>
                <c:pt idx="1516">
                  <c:v>6.75</c:v>
                </c:pt>
                <c:pt idx="1517">
                  <c:v>6.75</c:v>
                </c:pt>
                <c:pt idx="1518">
                  <c:v>6.75</c:v>
                </c:pt>
                <c:pt idx="1519">
                  <c:v>6.75</c:v>
                </c:pt>
                <c:pt idx="1520">
                  <c:v>6.75</c:v>
                </c:pt>
                <c:pt idx="1521">
                  <c:v>6.75</c:v>
                </c:pt>
                <c:pt idx="1522">
                  <c:v>6.75</c:v>
                </c:pt>
                <c:pt idx="1523">
                  <c:v>6.75</c:v>
                </c:pt>
                <c:pt idx="1524">
                  <c:v>6.75</c:v>
                </c:pt>
                <c:pt idx="1525">
                  <c:v>6.75</c:v>
                </c:pt>
                <c:pt idx="1526">
                  <c:v>6.75</c:v>
                </c:pt>
                <c:pt idx="1527">
                  <c:v>6.75</c:v>
                </c:pt>
                <c:pt idx="1528">
                  <c:v>6.75</c:v>
                </c:pt>
                <c:pt idx="1529">
                  <c:v>6.75</c:v>
                </c:pt>
                <c:pt idx="1530">
                  <c:v>7</c:v>
                </c:pt>
                <c:pt idx="1531">
                  <c:v>7</c:v>
                </c:pt>
                <c:pt idx="1532">
                  <c:v>7</c:v>
                </c:pt>
                <c:pt idx="1533">
                  <c:v>7</c:v>
                </c:pt>
                <c:pt idx="1534">
                  <c:v>7</c:v>
                </c:pt>
                <c:pt idx="1535">
                  <c:v>7</c:v>
                </c:pt>
                <c:pt idx="1536">
                  <c:v>7</c:v>
                </c:pt>
                <c:pt idx="1537">
                  <c:v>7</c:v>
                </c:pt>
                <c:pt idx="1538">
                  <c:v>7</c:v>
                </c:pt>
                <c:pt idx="1539">
                  <c:v>7</c:v>
                </c:pt>
                <c:pt idx="1540">
                  <c:v>7</c:v>
                </c:pt>
                <c:pt idx="1541">
                  <c:v>7</c:v>
                </c:pt>
                <c:pt idx="1542">
                  <c:v>7</c:v>
                </c:pt>
                <c:pt idx="1543">
                  <c:v>7</c:v>
                </c:pt>
                <c:pt idx="1544">
                  <c:v>7</c:v>
                </c:pt>
                <c:pt idx="1545">
                  <c:v>7</c:v>
                </c:pt>
                <c:pt idx="1546">
                  <c:v>7</c:v>
                </c:pt>
                <c:pt idx="1547">
                  <c:v>7</c:v>
                </c:pt>
                <c:pt idx="1548">
                  <c:v>7</c:v>
                </c:pt>
                <c:pt idx="1549">
                  <c:v>7</c:v>
                </c:pt>
                <c:pt idx="1550">
                  <c:v>7</c:v>
                </c:pt>
                <c:pt idx="1551">
                  <c:v>7</c:v>
                </c:pt>
                <c:pt idx="1552">
                  <c:v>7</c:v>
                </c:pt>
                <c:pt idx="1553">
                  <c:v>7</c:v>
                </c:pt>
                <c:pt idx="1554">
                  <c:v>7</c:v>
                </c:pt>
                <c:pt idx="1555">
                  <c:v>7</c:v>
                </c:pt>
                <c:pt idx="1556">
                  <c:v>7</c:v>
                </c:pt>
                <c:pt idx="1557">
                  <c:v>7</c:v>
                </c:pt>
                <c:pt idx="1558">
                  <c:v>7</c:v>
                </c:pt>
                <c:pt idx="1559">
                  <c:v>7</c:v>
                </c:pt>
                <c:pt idx="1560">
                  <c:v>7</c:v>
                </c:pt>
                <c:pt idx="1561">
                  <c:v>7</c:v>
                </c:pt>
                <c:pt idx="1562">
                  <c:v>7</c:v>
                </c:pt>
                <c:pt idx="1563">
                  <c:v>7</c:v>
                </c:pt>
                <c:pt idx="1564">
                  <c:v>7</c:v>
                </c:pt>
                <c:pt idx="1565">
                  <c:v>7</c:v>
                </c:pt>
                <c:pt idx="1566">
                  <c:v>7</c:v>
                </c:pt>
                <c:pt idx="1567">
                  <c:v>7</c:v>
                </c:pt>
                <c:pt idx="1568">
                  <c:v>7</c:v>
                </c:pt>
                <c:pt idx="1569">
                  <c:v>7</c:v>
                </c:pt>
                <c:pt idx="1570">
                  <c:v>7</c:v>
                </c:pt>
                <c:pt idx="1571">
                  <c:v>7</c:v>
                </c:pt>
                <c:pt idx="1572">
                  <c:v>7</c:v>
                </c:pt>
                <c:pt idx="1573">
                  <c:v>7</c:v>
                </c:pt>
                <c:pt idx="1574">
                  <c:v>7</c:v>
                </c:pt>
                <c:pt idx="1575">
                  <c:v>7</c:v>
                </c:pt>
                <c:pt idx="1576">
                  <c:v>7</c:v>
                </c:pt>
                <c:pt idx="1577">
                  <c:v>7</c:v>
                </c:pt>
                <c:pt idx="1578">
                  <c:v>7</c:v>
                </c:pt>
                <c:pt idx="1579">
                  <c:v>7</c:v>
                </c:pt>
                <c:pt idx="1580">
                  <c:v>7</c:v>
                </c:pt>
                <c:pt idx="1581">
                  <c:v>7</c:v>
                </c:pt>
                <c:pt idx="1582">
                  <c:v>7</c:v>
                </c:pt>
                <c:pt idx="1583">
                  <c:v>7</c:v>
                </c:pt>
                <c:pt idx="1584">
                  <c:v>7</c:v>
                </c:pt>
                <c:pt idx="1585">
                  <c:v>7</c:v>
                </c:pt>
                <c:pt idx="1586">
                  <c:v>7</c:v>
                </c:pt>
                <c:pt idx="1587">
                  <c:v>7</c:v>
                </c:pt>
                <c:pt idx="1588">
                  <c:v>7</c:v>
                </c:pt>
                <c:pt idx="1589">
                  <c:v>7</c:v>
                </c:pt>
                <c:pt idx="1590">
                  <c:v>7</c:v>
                </c:pt>
                <c:pt idx="1591">
                  <c:v>7</c:v>
                </c:pt>
                <c:pt idx="1592">
                  <c:v>7</c:v>
                </c:pt>
                <c:pt idx="1593">
                  <c:v>7</c:v>
                </c:pt>
                <c:pt idx="1594">
                  <c:v>7</c:v>
                </c:pt>
                <c:pt idx="1595">
                  <c:v>7</c:v>
                </c:pt>
                <c:pt idx="1596">
                  <c:v>7</c:v>
                </c:pt>
                <c:pt idx="1597">
                  <c:v>7</c:v>
                </c:pt>
                <c:pt idx="1598">
                  <c:v>7</c:v>
                </c:pt>
                <c:pt idx="1599">
                  <c:v>7</c:v>
                </c:pt>
                <c:pt idx="1600">
                  <c:v>7</c:v>
                </c:pt>
                <c:pt idx="1601">
                  <c:v>7</c:v>
                </c:pt>
                <c:pt idx="1602">
                  <c:v>7</c:v>
                </c:pt>
                <c:pt idx="1603">
                  <c:v>7</c:v>
                </c:pt>
                <c:pt idx="1604">
                  <c:v>7</c:v>
                </c:pt>
                <c:pt idx="1605">
                  <c:v>7</c:v>
                </c:pt>
                <c:pt idx="1606">
                  <c:v>7</c:v>
                </c:pt>
                <c:pt idx="1607">
                  <c:v>7</c:v>
                </c:pt>
                <c:pt idx="1608">
                  <c:v>7</c:v>
                </c:pt>
                <c:pt idx="1609">
                  <c:v>7</c:v>
                </c:pt>
                <c:pt idx="1610">
                  <c:v>7</c:v>
                </c:pt>
                <c:pt idx="1611">
                  <c:v>7</c:v>
                </c:pt>
                <c:pt idx="1612">
                  <c:v>7</c:v>
                </c:pt>
                <c:pt idx="1613">
                  <c:v>7</c:v>
                </c:pt>
                <c:pt idx="1614">
                  <c:v>7</c:v>
                </c:pt>
                <c:pt idx="1615">
                  <c:v>7</c:v>
                </c:pt>
                <c:pt idx="1616">
                  <c:v>7</c:v>
                </c:pt>
                <c:pt idx="1617">
                  <c:v>7</c:v>
                </c:pt>
                <c:pt idx="1618">
                  <c:v>7</c:v>
                </c:pt>
                <c:pt idx="1619">
                  <c:v>7</c:v>
                </c:pt>
                <c:pt idx="1620">
                  <c:v>7</c:v>
                </c:pt>
                <c:pt idx="1621">
                  <c:v>7</c:v>
                </c:pt>
                <c:pt idx="1622">
                  <c:v>7</c:v>
                </c:pt>
                <c:pt idx="1623">
                  <c:v>7</c:v>
                </c:pt>
                <c:pt idx="1624">
                  <c:v>7</c:v>
                </c:pt>
                <c:pt idx="1625">
                  <c:v>7</c:v>
                </c:pt>
                <c:pt idx="1626">
                  <c:v>7</c:v>
                </c:pt>
                <c:pt idx="1627">
                  <c:v>6.75</c:v>
                </c:pt>
                <c:pt idx="1628">
                  <c:v>6.75</c:v>
                </c:pt>
                <c:pt idx="1629">
                  <c:v>6.75</c:v>
                </c:pt>
                <c:pt idx="1630">
                  <c:v>6.75</c:v>
                </c:pt>
                <c:pt idx="1631">
                  <c:v>6.75</c:v>
                </c:pt>
                <c:pt idx="1632">
                  <c:v>6.75</c:v>
                </c:pt>
                <c:pt idx="1633">
                  <c:v>6.75</c:v>
                </c:pt>
                <c:pt idx="1634">
                  <c:v>6.75</c:v>
                </c:pt>
                <c:pt idx="1635">
                  <c:v>6.75</c:v>
                </c:pt>
                <c:pt idx="1636">
                  <c:v>6.75</c:v>
                </c:pt>
                <c:pt idx="1637">
                  <c:v>6.75</c:v>
                </c:pt>
                <c:pt idx="1638">
                  <c:v>6.75</c:v>
                </c:pt>
                <c:pt idx="1639">
                  <c:v>6.75</c:v>
                </c:pt>
                <c:pt idx="1640">
                  <c:v>6.75</c:v>
                </c:pt>
                <c:pt idx="1641">
                  <c:v>6.75</c:v>
                </c:pt>
                <c:pt idx="1642">
                  <c:v>6.75</c:v>
                </c:pt>
                <c:pt idx="1643">
                  <c:v>6.75</c:v>
                </c:pt>
                <c:pt idx="1644">
                  <c:v>6.75</c:v>
                </c:pt>
                <c:pt idx="1645">
                  <c:v>6.75</c:v>
                </c:pt>
                <c:pt idx="1646">
                  <c:v>6.75</c:v>
                </c:pt>
                <c:pt idx="1647">
                  <c:v>6.75</c:v>
                </c:pt>
                <c:pt idx="1648">
                  <c:v>6.75</c:v>
                </c:pt>
                <c:pt idx="1649">
                  <c:v>6.75</c:v>
                </c:pt>
                <c:pt idx="1650">
                  <c:v>6.75</c:v>
                </c:pt>
                <c:pt idx="1651">
                  <c:v>6.75</c:v>
                </c:pt>
                <c:pt idx="1652">
                  <c:v>6.75</c:v>
                </c:pt>
                <c:pt idx="1653">
                  <c:v>6.75</c:v>
                </c:pt>
                <c:pt idx="1654">
                  <c:v>6.75</c:v>
                </c:pt>
                <c:pt idx="1655">
                  <c:v>6.75</c:v>
                </c:pt>
                <c:pt idx="1656">
                  <c:v>6.75</c:v>
                </c:pt>
                <c:pt idx="1657">
                  <c:v>6.75</c:v>
                </c:pt>
                <c:pt idx="1658">
                  <c:v>6.75</c:v>
                </c:pt>
                <c:pt idx="1659">
                  <c:v>6.75</c:v>
                </c:pt>
                <c:pt idx="1660">
                  <c:v>6.75</c:v>
                </c:pt>
                <c:pt idx="1661">
                  <c:v>6.75</c:v>
                </c:pt>
                <c:pt idx="1662">
                  <c:v>6.75</c:v>
                </c:pt>
                <c:pt idx="1663">
                  <c:v>6.75</c:v>
                </c:pt>
                <c:pt idx="1664">
                  <c:v>6.75</c:v>
                </c:pt>
                <c:pt idx="1665">
                  <c:v>6.75</c:v>
                </c:pt>
                <c:pt idx="1666">
                  <c:v>6.75</c:v>
                </c:pt>
                <c:pt idx="1667">
                  <c:v>6.75</c:v>
                </c:pt>
                <c:pt idx="1668">
                  <c:v>6.75</c:v>
                </c:pt>
                <c:pt idx="1669">
                  <c:v>6.75</c:v>
                </c:pt>
                <c:pt idx="1670">
                  <c:v>6.75</c:v>
                </c:pt>
                <c:pt idx="1671">
                  <c:v>6.75</c:v>
                </c:pt>
                <c:pt idx="1672">
                  <c:v>6.75</c:v>
                </c:pt>
                <c:pt idx="1673">
                  <c:v>6.75</c:v>
                </c:pt>
                <c:pt idx="1674">
                  <c:v>6.75</c:v>
                </c:pt>
                <c:pt idx="1675">
                  <c:v>6.75</c:v>
                </c:pt>
                <c:pt idx="1676">
                  <c:v>6.75</c:v>
                </c:pt>
                <c:pt idx="1677">
                  <c:v>6.75</c:v>
                </c:pt>
                <c:pt idx="1678">
                  <c:v>6.75</c:v>
                </c:pt>
                <c:pt idx="1679">
                  <c:v>6.75</c:v>
                </c:pt>
                <c:pt idx="1680">
                  <c:v>6.75</c:v>
                </c:pt>
                <c:pt idx="1681">
                  <c:v>6.75</c:v>
                </c:pt>
                <c:pt idx="1682">
                  <c:v>6.75</c:v>
                </c:pt>
                <c:pt idx="1683">
                  <c:v>6.75</c:v>
                </c:pt>
                <c:pt idx="1684">
                  <c:v>6.75</c:v>
                </c:pt>
                <c:pt idx="1685">
                  <c:v>6.75</c:v>
                </c:pt>
                <c:pt idx="1686">
                  <c:v>6.75</c:v>
                </c:pt>
                <c:pt idx="1687">
                  <c:v>6.75</c:v>
                </c:pt>
                <c:pt idx="1688">
                  <c:v>6.75</c:v>
                </c:pt>
                <c:pt idx="1689">
                  <c:v>6.75</c:v>
                </c:pt>
                <c:pt idx="1690">
                  <c:v>6.75</c:v>
                </c:pt>
                <c:pt idx="1691">
                  <c:v>6.75</c:v>
                </c:pt>
                <c:pt idx="1692">
                  <c:v>6.75</c:v>
                </c:pt>
                <c:pt idx="1693">
                  <c:v>6.75</c:v>
                </c:pt>
                <c:pt idx="1694">
                  <c:v>6.75</c:v>
                </c:pt>
                <c:pt idx="1695">
                  <c:v>6.75</c:v>
                </c:pt>
                <c:pt idx="1696">
                  <c:v>6.75</c:v>
                </c:pt>
                <c:pt idx="1697">
                  <c:v>6.75</c:v>
                </c:pt>
                <c:pt idx="1698">
                  <c:v>6.75</c:v>
                </c:pt>
                <c:pt idx="1699">
                  <c:v>6.75</c:v>
                </c:pt>
                <c:pt idx="1700">
                  <c:v>6.75</c:v>
                </c:pt>
                <c:pt idx="1701">
                  <c:v>6.75</c:v>
                </c:pt>
                <c:pt idx="1702">
                  <c:v>6.75</c:v>
                </c:pt>
                <c:pt idx="1703">
                  <c:v>6.75</c:v>
                </c:pt>
                <c:pt idx="1704">
                  <c:v>6.75</c:v>
                </c:pt>
                <c:pt idx="1705">
                  <c:v>6.75</c:v>
                </c:pt>
                <c:pt idx="1706">
                  <c:v>6.75</c:v>
                </c:pt>
                <c:pt idx="1707">
                  <c:v>6.75</c:v>
                </c:pt>
                <c:pt idx="1708">
                  <c:v>6.75</c:v>
                </c:pt>
                <c:pt idx="1709">
                  <c:v>6.75</c:v>
                </c:pt>
                <c:pt idx="1710">
                  <c:v>6.75</c:v>
                </c:pt>
                <c:pt idx="1711">
                  <c:v>6.75</c:v>
                </c:pt>
                <c:pt idx="1712">
                  <c:v>6.5</c:v>
                </c:pt>
                <c:pt idx="1713">
                  <c:v>6.5</c:v>
                </c:pt>
                <c:pt idx="1714">
                  <c:v>6.5</c:v>
                </c:pt>
                <c:pt idx="1715">
                  <c:v>6.5</c:v>
                </c:pt>
                <c:pt idx="1716">
                  <c:v>6.5</c:v>
                </c:pt>
                <c:pt idx="1717">
                  <c:v>6.5</c:v>
                </c:pt>
                <c:pt idx="1718">
                  <c:v>6.5</c:v>
                </c:pt>
                <c:pt idx="1719">
                  <c:v>6.5</c:v>
                </c:pt>
                <c:pt idx="1720">
                  <c:v>6.5</c:v>
                </c:pt>
                <c:pt idx="1721">
                  <c:v>6.5</c:v>
                </c:pt>
                <c:pt idx="1722">
                  <c:v>6.5</c:v>
                </c:pt>
                <c:pt idx="1723">
                  <c:v>6.5</c:v>
                </c:pt>
                <c:pt idx="1724">
                  <c:v>6.5</c:v>
                </c:pt>
                <c:pt idx="1725">
                  <c:v>6.5</c:v>
                </c:pt>
                <c:pt idx="1726">
                  <c:v>6.5</c:v>
                </c:pt>
                <c:pt idx="1727">
                  <c:v>6.5</c:v>
                </c:pt>
                <c:pt idx="1728">
                  <c:v>6.5</c:v>
                </c:pt>
                <c:pt idx="1729">
                  <c:v>6.5</c:v>
                </c:pt>
                <c:pt idx="1730">
                  <c:v>6.5</c:v>
                </c:pt>
                <c:pt idx="1731">
                  <c:v>6.5</c:v>
                </c:pt>
                <c:pt idx="1732">
                  <c:v>6.5</c:v>
                </c:pt>
                <c:pt idx="1733">
                  <c:v>6.5</c:v>
                </c:pt>
                <c:pt idx="1734">
                  <c:v>6.5</c:v>
                </c:pt>
                <c:pt idx="1735">
                  <c:v>6.5</c:v>
                </c:pt>
                <c:pt idx="1736">
                  <c:v>6.5</c:v>
                </c:pt>
                <c:pt idx="1737">
                  <c:v>6.5</c:v>
                </c:pt>
                <c:pt idx="1738">
                  <c:v>6.5</c:v>
                </c:pt>
                <c:pt idx="1739">
                  <c:v>6.5</c:v>
                </c:pt>
                <c:pt idx="1740">
                  <c:v>6.5</c:v>
                </c:pt>
                <c:pt idx="1741">
                  <c:v>6.5</c:v>
                </c:pt>
                <c:pt idx="1742">
                  <c:v>6.5</c:v>
                </c:pt>
                <c:pt idx="1743">
                  <c:v>6.5</c:v>
                </c:pt>
                <c:pt idx="1744">
                  <c:v>6.5</c:v>
                </c:pt>
                <c:pt idx="1745">
                  <c:v>6.5</c:v>
                </c:pt>
                <c:pt idx="1746">
                  <c:v>6.5</c:v>
                </c:pt>
                <c:pt idx="1747">
                  <c:v>6.5</c:v>
                </c:pt>
                <c:pt idx="1748">
                  <c:v>6.5</c:v>
                </c:pt>
                <c:pt idx="1749">
                  <c:v>6.5</c:v>
                </c:pt>
                <c:pt idx="1750">
                  <c:v>6.5</c:v>
                </c:pt>
                <c:pt idx="1751">
                  <c:v>6.5</c:v>
                </c:pt>
                <c:pt idx="1752">
                  <c:v>6.5</c:v>
                </c:pt>
                <c:pt idx="1753">
                  <c:v>6.5</c:v>
                </c:pt>
                <c:pt idx="1754">
                  <c:v>6.5</c:v>
                </c:pt>
                <c:pt idx="1755">
                  <c:v>6.5</c:v>
                </c:pt>
                <c:pt idx="1756">
                  <c:v>6.5</c:v>
                </c:pt>
                <c:pt idx="1757">
                  <c:v>6.5</c:v>
                </c:pt>
                <c:pt idx="1758">
                  <c:v>6.5</c:v>
                </c:pt>
                <c:pt idx="1759">
                  <c:v>6.5</c:v>
                </c:pt>
                <c:pt idx="1760">
                  <c:v>6.5</c:v>
                </c:pt>
                <c:pt idx="1761">
                  <c:v>6.5</c:v>
                </c:pt>
                <c:pt idx="1762">
                  <c:v>6.5</c:v>
                </c:pt>
                <c:pt idx="1763">
                  <c:v>6.5</c:v>
                </c:pt>
                <c:pt idx="1764">
                  <c:v>6.5</c:v>
                </c:pt>
                <c:pt idx="1765">
                  <c:v>6.5</c:v>
                </c:pt>
                <c:pt idx="1766">
                  <c:v>6.5</c:v>
                </c:pt>
                <c:pt idx="1767">
                  <c:v>6.5</c:v>
                </c:pt>
                <c:pt idx="1768">
                  <c:v>6.5</c:v>
                </c:pt>
                <c:pt idx="1769">
                  <c:v>6.5</c:v>
                </c:pt>
                <c:pt idx="1770">
                  <c:v>6.5</c:v>
                </c:pt>
                <c:pt idx="1771">
                  <c:v>6.5</c:v>
                </c:pt>
                <c:pt idx="1772">
                  <c:v>6.5</c:v>
                </c:pt>
                <c:pt idx="1773">
                  <c:v>6.5</c:v>
                </c:pt>
                <c:pt idx="1774">
                  <c:v>6.5</c:v>
                </c:pt>
                <c:pt idx="1775">
                  <c:v>6.5</c:v>
                </c:pt>
                <c:pt idx="1776">
                  <c:v>6.5</c:v>
                </c:pt>
                <c:pt idx="1777">
                  <c:v>6.5</c:v>
                </c:pt>
                <c:pt idx="1778">
                  <c:v>6.5</c:v>
                </c:pt>
                <c:pt idx="1779">
                  <c:v>6.5</c:v>
                </c:pt>
                <c:pt idx="1780">
                  <c:v>6.5</c:v>
                </c:pt>
                <c:pt idx="1781">
                  <c:v>6.5</c:v>
                </c:pt>
                <c:pt idx="1782">
                  <c:v>6.5</c:v>
                </c:pt>
                <c:pt idx="1783">
                  <c:v>6.5</c:v>
                </c:pt>
                <c:pt idx="1784">
                  <c:v>6.5</c:v>
                </c:pt>
                <c:pt idx="1785">
                  <c:v>6.5</c:v>
                </c:pt>
                <c:pt idx="1786">
                  <c:v>6.5</c:v>
                </c:pt>
                <c:pt idx="1787">
                  <c:v>6.5</c:v>
                </c:pt>
                <c:pt idx="1788">
                  <c:v>6.5</c:v>
                </c:pt>
                <c:pt idx="1789">
                  <c:v>6.5</c:v>
                </c:pt>
                <c:pt idx="1790">
                  <c:v>6.5</c:v>
                </c:pt>
                <c:pt idx="1791">
                  <c:v>6.5</c:v>
                </c:pt>
                <c:pt idx="1792">
                  <c:v>6.5</c:v>
                </c:pt>
                <c:pt idx="1793">
                  <c:v>6.5</c:v>
                </c:pt>
                <c:pt idx="1794">
                  <c:v>6.5</c:v>
                </c:pt>
                <c:pt idx="1795">
                  <c:v>6.25</c:v>
                </c:pt>
                <c:pt idx="1796">
                  <c:v>6.25</c:v>
                </c:pt>
                <c:pt idx="1797">
                  <c:v>6.25</c:v>
                </c:pt>
                <c:pt idx="1798">
                  <c:v>6.25</c:v>
                </c:pt>
                <c:pt idx="1799">
                  <c:v>6.25</c:v>
                </c:pt>
                <c:pt idx="1800">
                  <c:v>6.25</c:v>
                </c:pt>
                <c:pt idx="1801">
                  <c:v>6.25</c:v>
                </c:pt>
                <c:pt idx="1802">
                  <c:v>6.25</c:v>
                </c:pt>
                <c:pt idx="1803">
                  <c:v>6.25</c:v>
                </c:pt>
                <c:pt idx="1804">
                  <c:v>6.25</c:v>
                </c:pt>
                <c:pt idx="1805">
                  <c:v>6.25</c:v>
                </c:pt>
                <c:pt idx="1806">
                  <c:v>6.25</c:v>
                </c:pt>
                <c:pt idx="1807">
                  <c:v>6.25</c:v>
                </c:pt>
                <c:pt idx="1808">
                  <c:v>6.25</c:v>
                </c:pt>
                <c:pt idx="1809">
                  <c:v>6.25</c:v>
                </c:pt>
                <c:pt idx="1810">
                  <c:v>6.25</c:v>
                </c:pt>
                <c:pt idx="1811">
                  <c:v>6.25</c:v>
                </c:pt>
                <c:pt idx="1812">
                  <c:v>6.25</c:v>
                </c:pt>
                <c:pt idx="1813">
                  <c:v>6.25</c:v>
                </c:pt>
                <c:pt idx="1814">
                  <c:v>6.25</c:v>
                </c:pt>
                <c:pt idx="1815">
                  <c:v>6.25</c:v>
                </c:pt>
                <c:pt idx="1816">
                  <c:v>6.25</c:v>
                </c:pt>
                <c:pt idx="1817">
                  <c:v>6.25</c:v>
                </c:pt>
                <c:pt idx="1818">
                  <c:v>6.25</c:v>
                </c:pt>
                <c:pt idx="1819">
                  <c:v>6.25</c:v>
                </c:pt>
                <c:pt idx="1820">
                  <c:v>6.25</c:v>
                </c:pt>
                <c:pt idx="1821">
                  <c:v>6.25</c:v>
                </c:pt>
                <c:pt idx="1822">
                  <c:v>6.25</c:v>
                </c:pt>
                <c:pt idx="1823">
                  <c:v>6.25</c:v>
                </c:pt>
                <c:pt idx="1824">
                  <c:v>6.25</c:v>
                </c:pt>
                <c:pt idx="1825">
                  <c:v>6.25</c:v>
                </c:pt>
                <c:pt idx="1826">
                  <c:v>6.25</c:v>
                </c:pt>
                <c:pt idx="1827">
                  <c:v>6.25</c:v>
                </c:pt>
                <c:pt idx="1828">
                  <c:v>6.25</c:v>
                </c:pt>
                <c:pt idx="1829">
                  <c:v>6.25</c:v>
                </c:pt>
                <c:pt idx="1830">
                  <c:v>6.25</c:v>
                </c:pt>
                <c:pt idx="1831">
                  <c:v>6.25</c:v>
                </c:pt>
                <c:pt idx="1832">
                  <c:v>6.25</c:v>
                </c:pt>
                <c:pt idx="1833">
                  <c:v>6.25</c:v>
                </c:pt>
                <c:pt idx="1834">
                  <c:v>6.25</c:v>
                </c:pt>
                <c:pt idx="1835">
                  <c:v>6</c:v>
                </c:pt>
                <c:pt idx="1836">
                  <c:v>6</c:v>
                </c:pt>
                <c:pt idx="1837">
                  <c:v>6</c:v>
                </c:pt>
                <c:pt idx="1838">
                  <c:v>6</c:v>
                </c:pt>
                <c:pt idx="1839">
                  <c:v>6</c:v>
                </c:pt>
                <c:pt idx="1840">
                  <c:v>6</c:v>
                </c:pt>
                <c:pt idx="1841">
                  <c:v>6</c:v>
                </c:pt>
                <c:pt idx="1842">
                  <c:v>6</c:v>
                </c:pt>
                <c:pt idx="1843">
                  <c:v>6</c:v>
                </c:pt>
                <c:pt idx="1844">
                  <c:v>6</c:v>
                </c:pt>
                <c:pt idx="1845">
                  <c:v>6</c:v>
                </c:pt>
                <c:pt idx="1846">
                  <c:v>6</c:v>
                </c:pt>
                <c:pt idx="1847">
                  <c:v>6</c:v>
                </c:pt>
                <c:pt idx="1848">
                  <c:v>6</c:v>
                </c:pt>
                <c:pt idx="1849">
                  <c:v>6</c:v>
                </c:pt>
                <c:pt idx="1850">
                  <c:v>6</c:v>
                </c:pt>
                <c:pt idx="1851">
                  <c:v>6</c:v>
                </c:pt>
                <c:pt idx="1852">
                  <c:v>6</c:v>
                </c:pt>
                <c:pt idx="1853">
                  <c:v>6</c:v>
                </c:pt>
                <c:pt idx="1854">
                  <c:v>6</c:v>
                </c:pt>
                <c:pt idx="1855">
                  <c:v>6</c:v>
                </c:pt>
                <c:pt idx="1856">
                  <c:v>6</c:v>
                </c:pt>
                <c:pt idx="1857">
                  <c:v>6</c:v>
                </c:pt>
                <c:pt idx="1858">
                  <c:v>6</c:v>
                </c:pt>
                <c:pt idx="1859">
                  <c:v>6</c:v>
                </c:pt>
                <c:pt idx="1860">
                  <c:v>5.75</c:v>
                </c:pt>
                <c:pt idx="1861">
                  <c:v>5.75</c:v>
                </c:pt>
                <c:pt idx="1862">
                  <c:v>5.75</c:v>
                </c:pt>
                <c:pt idx="1863">
                  <c:v>5.75</c:v>
                </c:pt>
                <c:pt idx="1864">
                  <c:v>5.75</c:v>
                </c:pt>
                <c:pt idx="1865">
                  <c:v>5.75</c:v>
                </c:pt>
                <c:pt idx="1866">
                  <c:v>5.75</c:v>
                </c:pt>
                <c:pt idx="1867">
                  <c:v>5.75</c:v>
                </c:pt>
                <c:pt idx="1868">
                  <c:v>5.75</c:v>
                </c:pt>
                <c:pt idx="1869">
                  <c:v>5.75</c:v>
                </c:pt>
                <c:pt idx="1870">
                  <c:v>5.75</c:v>
                </c:pt>
                <c:pt idx="1871">
                  <c:v>5.75</c:v>
                </c:pt>
                <c:pt idx="1872">
                  <c:v>5.75</c:v>
                </c:pt>
                <c:pt idx="1873">
                  <c:v>5.75</c:v>
                </c:pt>
                <c:pt idx="1874">
                  <c:v>5.75</c:v>
                </c:pt>
                <c:pt idx="1875">
                  <c:v>5.75</c:v>
                </c:pt>
                <c:pt idx="1876">
                  <c:v>5.75</c:v>
                </c:pt>
                <c:pt idx="1877">
                  <c:v>5.75</c:v>
                </c:pt>
                <c:pt idx="1878">
                  <c:v>5.75</c:v>
                </c:pt>
                <c:pt idx="1879">
                  <c:v>5.75</c:v>
                </c:pt>
                <c:pt idx="1880">
                  <c:v>5.5</c:v>
                </c:pt>
                <c:pt idx="1881">
                  <c:v>5.5</c:v>
                </c:pt>
                <c:pt idx="1882">
                  <c:v>5.5</c:v>
                </c:pt>
                <c:pt idx="1883">
                  <c:v>5.5</c:v>
                </c:pt>
                <c:pt idx="1884">
                  <c:v>5.5</c:v>
                </c:pt>
                <c:pt idx="1885">
                  <c:v>5.5</c:v>
                </c:pt>
                <c:pt idx="1886">
                  <c:v>5.5</c:v>
                </c:pt>
                <c:pt idx="1887">
                  <c:v>5.5</c:v>
                </c:pt>
                <c:pt idx="1888">
                  <c:v>5.5</c:v>
                </c:pt>
                <c:pt idx="1889">
                  <c:v>5.5</c:v>
                </c:pt>
                <c:pt idx="1890">
                  <c:v>5.5</c:v>
                </c:pt>
                <c:pt idx="1891">
                  <c:v>5.5</c:v>
                </c:pt>
                <c:pt idx="1892">
                  <c:v>5.5</c:v>
                </c:pt>
                <c:pt idx="1893">
                  <c:v>5.5</c:v>
                </c:pt>
                <c:pt idx="1894">
                  <c:v>5.5</c:v>
                </c:pt>
                <c:pt idx="1895">
                  <c:v>5.5</c:v>
                </c:pt>
                <c:pt idx="1896">
                  <c:v>5.5</c:v>
                </c:pt>
                <c:pt idx="1897">
                  <c:v>5.5</c:v>
                </c:pt>
                <c:pt idx="1898">
                  <c:v>5.5</c:v>
                </c:pt>
                <c:pt idx="1899">
                  <c:v>5.5</c:v>
                </c:pt>
                <c:pt idx="1900">
                  <c:v>5.5</c:v>
                </c:pt>
                <c:pt idx="1901">
                  <c:v>5.5</c:v>
                </c:pt>
                <c:pt idx="1902">
                  <c:v>5.5</c:v>
                </c:pt>
                <c:pt idx="1903">
                  <c:v>5.5</c:v>
                </c:pt>
                <c:pt idx="1904">
                  <c:v>5.5</c:v>
                </c:pt>
                <c:pt idx="1905">
                  <c:v>5.5</c:v>
                </c:pt>
                <c:pt idx="1906">
                  <c:v>5.5</c:v>
                </c:pt>
                <c:pt idx="1907">
                  <c:v>5.5</c:v>
                </c:pt>
                <c:pt idx="1908">
                  <c:v>5.5</c:v>
                </c:pt>
                <c:pt idx="1909">
                  <c:v>5.5</c:v>
                </c:pt>
                <c:pt idx="1910">
                  <c:v>5.5</c:v>
                </c:pt>
                <c:pt idx="1911">
                  <c:v>5.5</c:v>
                </c:pt>
                <c:pt idx="1912">
                  <c:v>5.5</c:v>
                </c:pt>
                <c:pt idx="1913">
                  <c:v>5.5</c:v>
                </c:pt>
                <c:pt idx="1914">
                  <c:v>5.5</c:v>
                </c:pt>
                <c:pt idx="1915">
                  <c:v>5.5</c:v>
                </c:pt>
                <c:pt idx="1916">
                  <c:v>5.5</c:v>
                </c:pt>
                <c:pt idx="1917">
                  <c:v>5.5</c:v>
                </c:pt>
                <c:pt idx="1918">
                  <c:v>5.5</c:v>
                </c:pt>
                <c:pt idx="1919">
                  <c:v>5.5</c:v>
                </c:pt>
                <c:pt idx="1920">
                  <c:v>5.5</c:v>
                </c:pt>
                <c:pt idx="1921">
                  <c:v>5.5</c:v>
                </c:pt>
                <c:pt idx="1922">
                  <c:v>5.5</c:v>
                </c:pt>
                <c:pt idx="1923">
                  <c:v>5.5</c:v>
                </c:pt>
                <c:pt idx="1924">
                  <c:v>5.5</c:v>
                </c:pt>
                <c:pt idx="1925">
                  <c:v>5.5</c:v>
                </c:pt>
                <c:pt idx="1926">
                  <c:v>5.5</c:v>
                </c:pt>
                <c:pt idx="1927">
                  <c:v>5.5</c:v>
                </c:pt>
                <c:pt idx="1928">
                  <c:v>5.5</c:v>
                </c:pt>
                <c:pt idx="1929">
                  <c:v>5.5</c:v>
                </c:pt>
                <c:pt idx="1930">
                  <c:v>5.5</c:v>
                </c:pt>
                <c:pt idx="1931">
                  <c:v>5.5</c:v>
                </c:pt>
                <c:pt idx="1932">
                  <c:v>5.5</c:v>
                </c:pt>
                <c:pt idx="1933">
                  <c:v>5.5</c:v>
                </c:pt>
                <c:pt idx="1934">
                  <c:v>5.5</c:v>
                </c:pt>
                <c:pt idx="1935">
                  <c:v>5.5</c:v>
                </c:pt>
                <c:pt idx="1936">
                  <c:v>5.5</c:v>
                </c:pt>
                <c:pt idx="1937">
                  <c:v>5.5</c:v>
                </c:pt>
                <c:pt idx="1938">
                  <c:v>5.5</c:v>
                </c:pt>
                <c:pt idx="1939">
                  <c:v>5.5</c:v>
                </c:pt>
                <c:pt idx="1940">
                  <c:v>5.5</c:v>
                </c:pt>
                <c:pt idx="1941">
                  <c:v>5.5</c:v>
                </c:pt>
                <c:pt idx="1942">
                  <c:v>5.5</c:v>
                </c:pt>
                <c:pt idx="1943">
                  <c:v>5.5</c:v>
                </c:pt>
                <c:pt idx="1944">
                  <c:v>5.5</c:v>
                </c:pt>
                <c:pt idx="1945">
                  <c:v>5.5</c:v>
                </c:pt>
                <c:pt idx="1946">
                  <c:v>5.5</c:v>
                </c:pt>
                <c:pt idx="1947">
                  <c:v>5.5</c:v>
                </c:pt>
                <c:pt idx="1948">
                  <c:v>5.5</c:v>
                </c:pt>
                <c:pt idx="1949">
                  <c:v>5.5</c:v>
                </c:pt>
                <c:pt idx="1950">
                  <c:v>5.5</c:v>
                </c:pt>
                <c:pt idx="1951">
                  <c:v>5.5</c:v>
                </c:pt>
                <c:pt idx="1952">
                  <c:v>5.5</c:v>
                </c:pt>
                <c:pt idx="1953">
                  <c:v>5.5</c:v>
                </c:pt>
                <c:pt idx="1954">
                  <c:v>5.5</c:v>
                </c:pt>
                <c:pt idx="1955">
                  <c:v>5.5</c:v>
                </c:pt>
                <c:pt idx="1956">
                  <c:v>5.5</c:v>
                </c:pt>
                <c:pt idx="1957">
                  <c:v>5.5</c:v>
                </c:pt>
                <c:pt idx="1958">
                  <c:v>5.5</c:v>
                </c:pt>
                <c:pt idx="1959">
                  <c:v>5.5</c:v>
                </c:pt>
                <c:pt idx="1960">
                  <c:v>5.5</c:v>
                </c:pt>
                <c:pt idx="1961">
                  <c:v>5.5</c:v>
                </c:pt>
                <c:pt idx="1962">
                  <c:v>5.5</c:v>
                </c:pt>
                <c:pt idx="1963">
                  <c:v>5.5</c:v>
                </c:pt>
                <c:pt idx="1964">
                  <c:v>5.5</c:v>
                </c:pt>
                <c:pt idx="1965">
                  <c:v>5.5</c:v>
                </c:pt>
                <c:pt idx="1966">
                  <c:v>5.5</c:v>
                </c:pt>
                <c:pt idx="1967">
                  <c:v>5.5</c:v>
                </c:pt>
                <c:pt idx="1968">
                  <c:v>5.5</c:v>
                </c:pt>
                <c:pt idx="1969">
                  <c:v>5.5</c:v>
                </c:pt>
                <c:pt idx="1970">
                  <c:v>5.5</c:v>
                </c:pt>
                <c:pt idx="1971">
                  <c:v>5.5</c:v>
                </c:pt>
                <c:pt idx="1972">
                  <c:v>5.5</c:v>
                </c:pt>
                <c:pt idx="1973">
                  <c:v>5.5</c:v>
                </c:pt>
                <c:pt idx="1974">
                  <c:v>5.5</c:v>
                </c:pt>
                <c:pt idx="1975">
                  <c:v>5.5</c:v>
                </c:pt>
                <c:pt idx="1976">
                  <c:v>5.5</c:v>
                </c:pt>
                <c:pt idx="1977">
                  <c:v>5.5</c:v>
                </c:pt>
                <c:pt idx="1978">
                  <c:v>5.5</c:v>
                </c:pt>
                <c:pt idx="1979">
                  <c:v>5.5</c:v>
                </c:pt>
                <c:pt idx="1980">
                  <c:v>5.5</c:v>
                </c:pt>
                <c:pt idx="1981">
                  <c:v>5.5</c:v>
                </c:pt>
                <c:pt idx="1982">
                  <c:v>5.5</c:v>
                </c:pt>
                <c:pt idx="1983">
                  <c:v>5.5</c:v>
                </c:pt>
                <c:pt idx="1984">
                  <c:v>5.5</c:v>
                </c:pt>
                <c:pt idx="1985">
                  <c:v>5.5</c:v>
                </c:pt>
                <c:pt idx="1986">
                  <c:v>5.5</c:v>
                </c:pt>
                <c:pt idx="1987">
                  <c:v>5.5</c:v>
                </c:pt>
                <c:pt idx="1988">
                  <c:v>5.5</c:v>
                </c:pt>
                <c:pt idx="1989">
                  <c:v>5.5</c:v>
                </c:pt>
                <c:pt idx="1990">
                  <c:v>5.5</c:v>
                </c:pt>
                <c:pt idx="1991">
                  <c:v>5.5</c:v>
                </c:pt>
                <c:pt idx="1992">
                  <c:v>5.5</c:v>
                </c:pt>
                <c:pt idx="1993">
                  <c:v>5.5</c:v>
                </c:pt>
                <c:pt idx="1994">
                  <c:v>5.5</c:v>
                </c:pt>
                <c:pt idx="1995">
                  <c:v>5.5</c:v>
                </c:pt>
                <c:pt idx="1996">
                  <c:v>5.5</c:v>
                </c:pt>
                <c:pt idx="1997">
                  <c:v>5.5</c:v>
                </c:pt>
                <c:pt idx="1998">
                  <c:v>5.5</c:v>
                </c:pt>
                <c:pt idx="1999">
                  <c:v>5.5</c:v>
                </c:pt>
                <c:pt idx="2000">
                  <c:v>5.5</c:v>
                </c:pt>
                <c:pt idx="2001">
                  <c:v>5.5</c:v>
                </c:pt>
                <c:pt idx="2002">
                  <c:v>5.5</c:v>
                </c:pt>
                <c:pt idx="2003">
                  <c:v>5.5</c:v>
                </c:pt>
                <c:pt idx="2004">
                  <c:v>5.5</c:v>
                </c:pt>
                <c:pt idx="2005">
                  <c:v>5.5</c:v>
                </c:pt>
                <c:pt idx="2006">
                  <c:v>5.5</c:v>
                </c:pt>
                <c:pt idx="2007">
                  <c:v>5.5</c:v>
                </c:pt>
                <c:pt idx="2008">
                  <c:v>5.5</c:v>
                </c:pt>
                <c:pt idx="2009">
                  <c:v>5.5</c:v>
                </c:pt>
                <c:pt idx="2010">
                  <c:v>5.5</c:v>
                </c:pt>
                <c:pt idx="2011">
                  <c:v>5.5</c:v>
                </c:pt>
                <c:pt idx="2012">
                  <c:v>5.5</c:v>
                </c:pt>
                <c:pt idx="2013">
                  <c:v>5.5</c:v>
                </c:pt>
                <c:pt idx="2014">
                  <c:v>5.5</c:v>
                </c:pt>
                <c:pt idx="2015">
                  <c:v>5.5</c:v>
                </c:pt>
                <c:pt idx="2016">
                  <c:v>5.5</c:v>
                </c:pt>
                <c:pt idx="2017">
                  <c:v>5.5</c:v>
                </c:pt>
                <c:pt idx="2018">
                  <c:v>5.5</c:v>
                </c:pt>
                <c:pt idx="2019">
                  <c:v>5.5</c:v>
                </c:pt>
                <c:pt idx="2020">
                  <c:v>5.5</c:v>
                </c:pt>
                <c:pt idx="2021">
                  <c:v>5.5</c:v>
                </c:pt>
                <c:pt idx="2022">
                  <c:v>5.5</c:v>
                </c:pt>
                <c:pt idx="2023">
                  <c:v>5.5</c:v>
                </c:pt>
                <c:pt idx="2024">
                  <c:v>5.5</c:v>
                </c:pt>
                <c:pt idx="2025">
                  <c:v>5.5</c:v>
                </c:pt>
                <c:pt idx="2026">
                  <c:v>5.5</c:v>
                </c:pt>
                <c:pt idx="2027">
                  <c:v>5.5</c:v>
                </c:pt>
                <c:pt idx="2028">
                  <c:v>5.5</c:v>
                </c:pt>
                <c:pt idx="2029">
                  <c:v>5.5</c:v>
                </c:pt>
                <c:pt idx="2030">
                  <c:v>5.5</c:v>
                </c:pt>
                <c:pt idx="2031">
                  <c:v>5.5</c:v>
                </c:pt>
                <c:pt idx="2032">
                  <c:v>5.5</c:v>
                </c:pt>
                <c:pt idx="2033">
                  <c:v>5.5</c:v>
                </c:pt>
                <c:pt idx="2034">
                  <c:v>5.5</c:v>
                </c:pt>
                <c:pt idx="2035">
                  <c:v>5.5</c:v>
                </c:pt>
                <c:pt idx="2036">
                  <c:v>5.5</c:v>
                </c:pt>
                <c:pt idx="2037">
                  <c:v>5.5</c:v>
                </c:pt>
                <c:pt idx="2038">
                  <c:v>5.5</c:v>
                </c:pt>
                <c:pt idx="2039">
                  <c:v>5.5</c:v>
                </c:pt>
                <c:pt idx="2040">
                  <c:v>5.5</c:v>
                </c:pt>
                <c:pt idx="2041">
                  <c:v>5.5</c:v>
                </c:pt>
                <c:pt idx="2042">
                  <c:v>5.5</c:v>
                </c:pt>
                <c:pt idx="2043">
                  <c:v>5.5</c:v>
                </c:pt>
                <c:pt idx="2044">
                  <c:v>5.5</c:v>
                </c:pt>
                <c:pt idx="2045">
                  <c:v>5.5</c:v>
                </c:pt>
                <c:pt idx="2046">
                  <c:v>5.5</c:v>
                </c:pt>
                <c:pt idx="2047">
                  <c:v>5.5</c:v>
                </c:pt>
                <c:pt idx="2048">
                  <c:v>5.5</c:v>
                </c:pt>
                <c:pt idx="2049">
                  <c:v>5.5</c:v>
                </c:pt>
                <c:pt idx="2050">
                  <c:v>5.5</c:v>
                </c:pt>
                <c:pt idx="2051">
                  <c:v>5.5</c:v>
                </c:pt>
                <c:pt idx="2052">
                  <c:v>5.5</c:v>
                </c:pt>
                <c:pt idx="2053">
                  <c:v>5.5</c:v>
                </c:pt>
                <c:pt idx="2054">
                  <c:v>5.5</c:v>
                </c:pt>
                <c:pt idx="2055">
                  <c:v>6</c:v>
                </c:pt>
                <c:pt idx="2056">
                  <c:v>6</c:v>
                </c:pt>
                <c:pt idx="2057">
                  <c:v>6</c:v>
                </c:pt>
                <c:pt idx="2058">
                  <c:v>6</c:v>
                </c:pt>
                <c:pt idx="2059">
                  <c:v>6</c:v>
                </c:pt>
                <c:pt idx="2060">
                  <c:v>6</c:v>
                </c:pt>
                <c:pt idx="2061">
                  <c:v>6</c:v>
                </c:pt>
                <c:pt idx="2062">
                  <c:v>6</c:v>
                </c:pt>
                <c:pt idx="2063">
                  <c:v>6</c:v>
                </c:pt>
                <c:pt idx="2064">
                  <c:v>6</c:v>
                </c:pt>
                <c:pt idx="2065">
                  <c:v>6</c:v>
                </c:pt>
                <c:pt idx="2066">
                  <c:v>6</c:v>
                </c:pt>
                <c:pt idx="2067">
                  <c:v>6</c:v>
                </c:pt>
                <c:pt idx="2068">
                  <c:v>6</c:v>
                </c:pt>
                <c:pt idx="2069">
                  <c:v>6.25</c:v>
                </c:pt>
                <c:pt idx="2070">
                  <c:v>6.25</c:v>
                </c:pt>
                <c:pt idx="2071">
                  <c:v>6.25</c:v>
                </c:pt>
                <c:pt idx="2072">
                  <c:v>6.25</c:v>
                </c:pt>
                <c:pt idx="2073">
                  <c:v>6.25</c:v>
                </c:pt>
                <c:pt idx="2074">
                  <c:v>6.25</c:v>
                </c:pt>
                <c:pt idx="2075">
                  <c:v>6.25</c:v>
                </c:pt>
                <c:pt idx="2076">
                  <c:v>6.5</c:v>
                </c:pt>
                <c:pt idx="2077">
                  <c:v>6.5</c:v>
                </c:pt>
                <c:pt idx="2078">
                  <c:v>6.5</c:v>
                </c:pt>
                <c:pt idx="2079">
                  <c:v>6.5</c:v>
                </c:pt>
                <c:pt idx="2080">
                  <c:v>6.5</c:v>
                </c:pt>
                <c:pt idx="2081">
                  <c:v>6.5</c:v>
                </c:pt>
                <c:pt idx="2082">
                  <c:v>6.5</c:v>
                </c:pt>
                <c:pt idx="2083">
                  <c:v>6.5</c:v>
                </c:pt>
                <c:pt idx="2084">
                  <c:v>6.5</c:v>
                </c:pt>
                <c:pt idx="2085">
                  <c:v>6.5</c:v>
                </c:pt>
                <c:pt idx="2086">
                  <c:v>6.5</c:v>
                </c:pt>
                <c:pt idx="2087">
                  <c:v>6.5</c:v>
                </c:pt>
                <c:pt idx="2088">
                  <c:v>6.5</c:v>
                </c:pt>
                <c:pt idx="2089">
                  <c:v>6.5</c:v>
                </c:pt>
                <c:pt idx="2090">
                  <c:v>6.5</c:v>
                </c:pt>
                <c:pt idx="2091">
                  <c:v>6.5</c:v>
                </c:pt>
                <c:pt idx="2092">
                  <c:v>6.5</c:v>
                </c:pt>
                <c:pt idx="2093">
                  <c:v>6.5</c:v>
                </c:pt>
                <c:pt idx="2094">
                  <c:v>6.5</c:v>
                </c:pt>
                <c:pt idx="2095">
                  <c:v>6.5</c:v>
                </c:pt>
                <c:pt idx="2096">
                  <c:v>6.5</c:v>
                </c:pt>
                <c:pt idx="2097">
                  <c:v>6.5</c:v>
                </c:pt>
                <c:pt idx="2098">
                  <c:v>6.5</c:v>
                </c:pt>
                <c:pt idx="2099">
                  <c:v>6.5</c:v>
                </c:pt>
                <c:pt idx="2100">
                  <c:v>6.5</c:v>
                </c:pt>
                <c:pt idx="2101">
                  <c:v>6.5</c:v>
                </c:pt>
                <c:pt idx="2102">
                  <c:v>6.5</c:v>
                </c:pt>
                <c:pt idx="2103">
                  <c:v>6.5</c:v>
                </c:pt>
                <c:pt idx="2104">
                  <c:v>6.5</c:v>
                </c:pt>
                <c:pt idx="2105">
                  <c:v>6.5</c:v>
                </c:pt>
                <c:pt idx="2106">
                  <c:v>6.5</c:v>
                </c:pt>
                <c:pt idx="2107">
                  <c:v>6.5</c:v>
                </c:pt>
                <c:pt idx="2108">
                  <c:v>6.5</c:v>
                </c:pt>
                <c:pt idx="2109">
                  <c:v>6.5</c:v>
                </c:pt>
                <c:pt idx="2110">
                  <c:v>6.5</c:v>
                </c:pt>
                <c:pt idx="2111">
                  <c:v>6.5</c:v>
                </c:pt>
                <c:pt idx="2112">
                  <c:v>6.5</c:v>
                </c:pt>
                <c:pt idx="2113">
                  <c:v>6.5</c:v>
                </c:pt>
                <c:pt idx="2114">
                  <c:v>6.5</c:v>
                </c:pt>
                <c:pt idx="2115">
                  <c:v>6.5</c:v>
                </c:pt>
                <c:pt idx="2116">
                  <c:v>6.5</c:v>
                </c:pt>
                <c:pt idx="2117">
                  <c:v>6.5</c:v>
                </c:pt>
                <c:pt idx="2118">
                  <c:v>6.5</c:v>
                </c:pt>
                <c:pt idx="2119">
                  <c:v>6.5</c:v>
                </c:pt>
                <c:pt idx="2120">
                  <c:v>6.5</c:v>
                </c:pt>
                <c:pt idx="2121">
                  <c:v>6.5</c:v>
                </c:pt>
                <c:pt idx="2122">
                  <c:v>6.5</c:v>
                </c:pt>
                <c:pt idx="2123">
                  <c:v>6.5</c:v>
                </c:pt>
                <c:pt idx="2124">
                  <c:v>6.5</c:v>
                </c:pt>
                <c:pt idx="2125">
                  <c:v>6.5</c:v>
                </c:pt>
                <c:pt idx="2126">
                  <c:v>6.5</c:v>
                </c:pt>
                <c:pt idx="2127">
                  <c:v>6.5</c:v>
                </c:pt>
                <c:pt idx="2128">
                  <c:v>6.5</c:v>
                </c:pt>
                <c:pt idx="2129">
                  <c:v>6.5</c:v>
                </c:pt>
                <c:pt idx="2130">
                  <c:v>6.5</c:v>
                </c:pt>
                <c:pt idx="2131">
                  <c:v>6.5</c:v>
                </c:pt>
                <c:pt idx="2132">
                  <c:v>6.5</c:v>
                </c:pt>
                <c:pt idx="2133">
                  <c:v>6.5</c:v>
                </c:pt>
                <c:pt idx="2134">
                  <c:v>6.5</c:v>
                </c:pt>
                <c:pt idx="2135">
                  <c:v>6.5</c:v>
                </c:pt>
                <c:pt idx="2136">
                  <c:v>6.5</c:v>
                </c:pt>
                <c:pt idx="2137">
                  <c:v>6.5</c:v>
                </c:pt>
                <c:pt idx="2138">
                  <c:v>6.5</c:v>
                </c:pt>
                <c:pt idx="2139">
                  <c:v>6.5</c:v>
                </c:pt>
                <c:pt idx="2140">
                  <c:v>6.5</c:v>
                </c:pt>
                <c:pt idx="2141">
                  <c:v>6.5</c:v>
                </c:pt>
                <c:pt idx="2142">
                  <c:v>6.5</c:v>
                </c:pt>
                <c:pt idx="2143">
                  <c:v>6.5</c:v>
                </c:pt>
                <c:pt idx="2144">
                  <c:v>6.5</c:v>
                </c:pt>
                <c:pt idx="2145">
                  <c:v>6.5</c:v>
                </c:pt>
                <c:pt idx="2146">
                  <c:v>6.5</c:v>
                </c:pt>
                <c:pt idx="2147">
                  <c:v>6.5</c:v>
                </c:pt>
                <c:pt idx="2148">
                  <c:v>6.5</c:v>
                </c:pt>
                <c:pt idx="2149">
                  <c:v>6.5</c:v>
                </c:pt>
                <c:pt idx="2150">
                  <c:v>6.5</c:v>
                </c:pt>
                <c:pt idx="2151">
                  <c:v>6.5</c:v>
                </c:pt>
                <c:pt idx="2152">
                  <c:v>6.5</c:v>
                </c:pt>
                <c:pt idx="2153">
                  <c:v>6.5</c:v>
                </c:pt>
                <c:pt idx="2154">
                  <c:v>6.5</c:v>
                </c:pt>
                <c:pt idx="2155">
                  <c:v>6.5</c:v>
                </c:pt>
                <c:pt idx="2156">
                  <c:v>6.5</c:v>
                </c:pt>
                <c:pt idx="2157">
                  <c:v>6.5</c:v>
                </c:pt>
                <c:pt idx="2158">
                  <c:v>6.5</c:v>
                </c:pt>
                <c:pt idx="2159">
                  <c:v>6.5</c:v>
                </c:pt>
                <c:pt idx="2160">
                  <c:v>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F01-44F8-9B43-0940E65ED09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Deposit Fasility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dLbls>
            <c:dLbl>
              <c:idx val="2083"/>
              <c:layout>
                <c:manualLayout>
                  <c:x val="3.1515067151206735E-2"/>
                  <c:y val="-1.245796418031206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F01-44F8-9B43-0940E65ED090}"/>
                </c:ext>
              </c:extLst>
            </c:dLbl>
            <c:spPr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Sheet1!$A$2:$A$2162</c:f>
              <c:numCache>
                <c:formatCode>d\-mmm\-yy</c:formatCode>
                <c:ptCount val="2161"/>
                <c:pt idx="0">
                  <c:v>43102</c:v>
                </c:pt>
                <c:pt idx="1">
                  <c:v>43103</c:v>
                </c:pt>
                <c:pt idx="2">
                  <c:v>43104</c:v>
                </c:pt>
                <c:pt idx="3">
                  <c:v>43105</c:v>
                </c:pt>
                <c:pt idx="4">
                  <c:v>43108</c:v>
                </c:pt>
                <c:pt idx="5">
                  <c:v>43109</c:v>
                </c:pt>
                <c:pt idx="6">
                  <c:v>43110</c:v>
                </c:pt>
                <c:pt idx="7">
                  <c:v>43111</c:v>
                </c:pt>
                <c:pt idx="8">
                  <c:v>43112</c:v>
                </c:pt>
                <c:pt idx="9">
                  <c:v>43115</c:v>
                </c:pt>
                <c:pt idx="10">
                  <c:v>43116</c:v>
                </c:pt>
                <c:pt idx="11">
                  <c:v>43117</c:v>
                </c:pt>
                <c:pt idx="12">
                  <c:v>43118</c:v>
                </c:pt>
                <c:pt idx="13">
                  <c:v>43119</c:v>
                </c:pt>
                <c:pt idx="14">
                  <c:v>43122</c:v>
                </c:pt>
                <c:pt idx="15">
                  <c:v>43123</c:v>
                </c:pt>
                <c:pt idx="16">
                  <c:v>43124</c:v>
                </c:pt>
                <c:pt idx="17">
                  <c:v>43125</c:v>
                </c:pt>
                <c:pt idx="18">
                  <c:v>43126</c:v>
                </c:pt>
                <c:pt idx="19">
                  <c:v>43129</c:v>
                </c:pt>
                <c:pt idx="20">
                  <c:v>43130</c:v>
                </c:pt>
                <c:pt idx="21">
                  <c:v>43131</c:v>
                </c:pt>
                <c:pt idx="22">
                  <c:v>43132</c:v>
                </c:pt>
                <c:pt idx="23">
                  <c:v>43133</c:v>
                </c:pt>
                <c:pt idx="24">
                  <c:v>43136</c:v>
                </c:pt>
                <c:pt idx="25">
                  <c:v>43137</c:v>
                </c:pt>
                <c:pt idx="26">
                  <c:v>43138</c:v>
                </c:pt>
                <c:pt idx="27">
                  <c:v>43139</c:v>
                </c:pt>
                <c:pt idx="28">
                  <c:v>43140</c:v>
                </c:pt>
                <c:pt idx="29">
                  <c:v>43143</c:v>
                </c:pt>
                <c:pt idx="30">
                  <c:v>43144</c:v>
                </c:pt>
                <c:pt idx="31">
                  <c:v>43145</c:v>
                </c:pt>
                <c:pt idx="32">
                  <c:v>43146</c:v>
                </c:pt>
                <c:pt idx="33">
                  <c:v>43150</c:v>
                </c:pt>
                <c:pt idx="34">
                  <c:v>43151</c:v>
                </c:pt>
                <c:pt idx="35">
                  <c:v>43152</c:v>
                </c:pt>
                <c:pt idx="36">
                  <c:v>43153</c:v>
                </c:pt>
                <c:pt idx="37">
                  <c:v>43154</c:v>
                </c:pt>
                <c:pt idx="38">
                  <c:v>43157</c:v>
                </c:pt>
                <c:pt idx="39">
                  <c:v>43158</c:v>
                </c:pt>
                <c:pt idx="40">
                  <c:v>43159</c:v>
                </c:pt>
                <c:pt idx="41">
                  <c:v>43160</c:v>
                </c:pt>
                <c:pt idx="42">
                  <c:v>43161</c:v>
                </c:pt>
                <c:pt idx="43">
                  <c:v>43164</c:v>
                </c:pt>
                <c:pt idx="44">
                  <c:v>43165</c:v>
                </c:pt>
                <c:pt idx="45">
                  <c:v>43166</c:v>
                </c:pt>
                <c:pt idx="46">
                  <c:v>43167</c:v>
                </c:pt>
                <c:pt idx="47">
                  <c:v>43168</c:v>
                </c:pt>
                <c:pt idx="48">
                  <c:v>43171</c:v>
                </c:pt>
                <c:pt idx="49">
                  <c:v>43172</c:v>
                </c:pt>
                <c:pt idx="50">
                  <c:v>43173</c:v>
                </c:pt>
                <c:pt idx="51">
                  <c:v>43174</c:v>
                </c:pt>
                <c:pt idx="52">
                  <c:v>43175</c:v>
                </c:pt>
                <c:pt idx="53">
                  <c:v>43178</c:v>
                </c:pt>
                <c:pt idx="54">
                  <c:v>43179</c:v>
                </c:pt>
                <c:pt idx="55">
                  <c:v>43180</c:v>
                </c:pt>
                <c:pt idx="56">
                  <c:v>43181</c:v>
                </c:pt>
                <c:pt idx="57">
                  <c:v>43182</c:v>
                </c:pt>
                <c:pt idx="58">
                  <c:v>43185</c:v>
                </c:pt>
                <c:pt idx="59">
                  <c:v>43186</c:v>
                </c:pt>
                <c:pt idx="60">
                  <c:v>43187</c:v>
                </c:pt>
                <c:pt idx="61">
                  <c:v>43188</c:v>
                </c:pt>
                <c:pt idx="62">
                  <c:v>43192</c:v>
                </c:pt>
                <c:pt idx="63">
                  <c:v>43193</c:v>
                </c:pt>
                <c:pt idx="64">
                  <c:v>43194</c:v>
                </c:pt>
                <c:pt idx="65">
                  <c:v>43195</c:v>
                </c:pt>
                <c:pt idx="66">
                  <c:v>43196</c:v>
                </c:pt>
                <c:pt idx="67">
                  <c:v>43199</c:v>
                </c:pt>
                <c:pt idx="68">
                  <c:v>43200</c:v>
                </c:pt>
                <c:pt idx="69">
                  <c:v>43201</c:v>
                </c:pt>
                <c:pt idx="70">
                  <c:v>43202</c:v>
                </c:pt>
                <c:pt idx="71">
                  <c:v>43203</c:v>
                </c:pt>
                <c:pt idx="72">
                  <c:v>43206</c:v>
                </c:pt>
                <c:pt idx="73">
                  <c:v>43207</c:v>
                </c:pt>
                <c:pt idx="74">
                  <c:v>43208</c:v>
                </c:pt>
                <c:pt idx="75">
                  <c:v>43209</c:v>
                </c:pt>
                <c:pt idx="76">
                  <c:v>43210</c:v>
                </c:pt>
                <c:pt idx="77">
                  <c:v>43213</c:v>
                </c:pt>
                <c:pt idx="78">
                  <c:v>43214</c:v>
                </c:pt>
                <c:pt idx="79">
                  <c:v>43215</c:v>
                </c:pt>
                <c:pt idx="80">
                  <c:v>43216</c:v>
                </c:pt>
                <c:pt idx="81">
                  <c:v>43217</c:v>
                </c:pt>
                <c:pt idx="82">
                  <c:v>43220</c:v>
                </c:pt>
                <c:pt idx="83">
                  <c:v>43222</c:v>
                </c:pt>
                <c:pt idx="84">
                  <c:v>43223</c:v>
                </c:pt>
                <c:pt idx="85">
                  <c:v>43224</c:v>
                </c:pt>
                <c:pt idx="86">
                  <c:v>43227</c:v>
                </c:pt>
                <c:pt idx="87">
                  <c:v>43228</c:v>
                </c:pt>
                <c:pt idx="88">
                  <c:v>43229</c:v>
                </c:pt>
                <c:pt idx="89">
                  <c:v>43231</c:v>
                </c:pt>
                <c:pt idx="90">
                  <c:v>43234</c:v>
                </c:pt>
                <c:pt idx="91">
                  <c:v>43235</c:v>
                </c:pt>
                <c:pt idx="92">
                  <c:v>43236</c:v>
                </c:pt>
                <c:pt idx="93">
                  <c:v>43237</c:v>
                </c:pt>
                <c:pt idx="94">
                  <c:v>43238</c:v>
                </c:pt>
                <c:pt idx="95">
                  <c:v>43241</c:v>
                </c:pt>
                <c:pt idx="96">
                  <c:v>43242</c:v>
                </c:pt>
                <c:pt idx="97">
                  <c:v>43243</c:v>
                </c:pt>
                <c:pt idx="98">
                  <c:v>43244</c:v>
                </c:pt>
                <c:pt idx="99">
                  <c:v>43245</c:v>
                </c:pt>
                <c:pt idx="100">
                  <c:v>43248</c:v>
                </c:pt>
                <c:pt idx="101">
                  <c:v>43250</c:v>
                </c:pt>
                <c:pt idx="102">
                  <c:v>43251</c:v>
                </c:pt>
                <c:pt idx="103">
                  <c:v>43255</c:v>
                </c:pt>
                <c:pt idx="104">
                  <c:v>43256</c:v>
                </c:pt>
                <c:pt idx="105">
                  <c:v>43257</c:v>
                </c:pt>
                <c:pt idx="106">
                  <c:v>43258</c:v>
                </c:pt>
                <c:pt idx="107">
                  <c:v>43259</c:v>
                </c:pt>
                <c:pt idx="108">
                  <c:v>43272</c:v>
                </c:pt>
                <c:pt idx="109">
                  <c:v>43273</c:v>
                </c:pt>
                <c:pt idx="110">
                  <c:v>43276</c:v>
                </c:pt>
                <c:pt idx="111">
                  <c:v>43277</c:v>
                </c:pt>
                <c:pt idx="112">
                  <c:v>43279</c:v>
                </c:pt>
                <c:pt idx="113">
                  <c:v>43280</c:v>
                </c:pt>
                <c:pt idx="114">
                  <c:v>43283</c:v>
                </c:pt>
                <c:pt idx="115">
                  <c:v>43284</c:v>
                </c:pt>
                <c:pt idx="116">
                  <c:v>43285</c:v>
                </c:pt>
                <c:pt idx="117">
                  <c:v>43286</c:v>
                </c:pt>
                <c:pt idx="118">
                  <c:v>43287</c:v>
                </c:pt>
                <c:pt idx="119">
                  <c:v>43290</c:v>
                </c:pt>
                <c:pt idx="120">
                  <c:v>43291</c:v>
                </c:pt>
                <c:pt idx="121">
                  <c:v>43292</c:v>
                </c:pt>
                <c:pt idx="122">
                  <c:v>43293</c:v>
                </c:pt>
                <c:pt idx="123">
                  <c:v>43294</c:v>
                </c:pt>
                <c:pt idx="124">
                  <c:v>43297</c:v>
                </c:pt>
                <c:pt idx="125">
                  <c:v>43298</c:v>
                </c:pt>
                <c:pt idx="126">
                  <c:v>43299</c:v>
                </c:pt>
                <c:pt idx="127">
                  <c:v>43300</c:v>
                </c:pt>
                <c:pt idx="128">
                  <c:v>43301</c:v>
                </c:pt>
                <c:pt idx="129">
                  <c:v>43304</c:v>
                </c:pt>
                <c:pt idx="130">
                  <c:v>43305</c:v>
                </c:pt>
                <c:pt idx="131">
                  <c:v>43306</c:v>
                </c:pt>
                <c:pt idx="132">
                  <c:v>43307</c:v>
                </c:pt>
                <c:pt idx="133">
                  <c:v>43308</c:v>
                </c:pt>
                <c:pt idx="134">
                  <c:v>43311</c:v>
                </c:pt>
                <c:pt idx="135">
                  <c:v>43312</c:v>
                </c:pt>
                <c:pt idx="136">
                  <c:v>43313</c:v>
                </c:pt>
                <c:pt idx="137">
                  <c:v>43314</c:v>
                </c:pt>
                <c:pt idx="138">
                  <c:v>43315</c:v>
                </c:pt>
                <c:pt idx="139">
                  <c:v>43318</c:v>
                </c:pt>
                <c:pt idx="140">
                  <c:v>43319</c:v>
                </c:pt>
                <c:pt idx="141">
                  <c:v>43320</c:v>
                </c:pt>
                <c:pt idx="142">
                  <c:v>43321</c:v>
                </c:pt>
                <c:pt idx="143">
                  <c:v>43322</c:v>
                </c:pt>
                <c:pt idx="144">
                  <c:v>43325</c:v>
                </c:pt>
                <c:pt idx="145">
                  <c:v>43326</c:v>
                </c:pt>
                <c:pt idx="146">
                  <c:v>43327</c:v>
                </c:pt>
                <c:pt idx="147">
                  <c:v>43328</c:v>
                </c:pt>
                <c:pt idx="148">
                  <c:v>43332</c:v>
                </c:pt>
                <c:pt idx="149">
                  <c:v>43333</c:v>
                </c:pt>
                <c:pt idx="150">
                  <c:v>43335</c:v>
                </c:pt>
                <c:pt idx="151">
                  <c:v>43336</c:v>
                </c:pt>
                <c:pt idx="152">
                  <c:v>43339</c:v>
                </c:pt>
                <c:pt idx="153">
                  <c:v>43340</c:v>
                </c:pt>
                <c:pt idx="154">
                  <c:v>43341</c:v>
                </c:pt>
                <c:pt idx="155">
                  <c:v>43342</c:v>
                </c:pt>
                <c:pt idx="156">
                  <c:v>43343</c:v>
                </c:pt>
                <c:pt idx="157">
                  <c:v>43346</c:v>
                </c:pt>
                <c:pt idx="158">
                  <c:v>43347</c:v>
                </c:pt>
                <c:pt idx="159">
                  <c:v>43348</c:v>
                </c:pt>
                <c:pt idx="160">
                  <c:v>43349</c:v>
                </c:pt>
                <c:pt idx="161">
                  <c:v>43350</c:v>
                </c:pt>
                <c:pt idx="162">
                  <c:v>43353</c:v>
                </c:pt>
                <c:pt idx="163">
                  <c:v>43355</c:v>
                </c:pt>
                <c:pt idx="164">
                  <c:v>43356</c:v>
                </c:pt>
                <c:pt idx="165">
                  <c:v>43357</c:v>
                </c:pt>
                <c:pt idx="166">
                  <c:v>43360</c:v>
                </c:pt>
                <c:pt idx="167">
                  <c:v>43361</c:v>
                </c:pt>
                <c:pt idx="168">
                  <c:v>43362</c:v>
                </c:pt>
                <c:pt idx="169">
                  <c:v>43363</c:v>
                </c:pt>
                <c:pt idx="170">
                  <c:v>43364</c:v>
                </c:pt>
                <c:pt idx="171">
                  <c:v>43367</c:v>
                </c:pt>
                <c:pt idx="172">
                  <c:v>43368</c:v>
                </c:pt>
                <c:pt idx="173">
                  <c:v>43369</c:v>
                </c:pt>
                <c:pt idx="174">
                  <c:v>43370</c:v>
                </c:pt>
                <c:pt idx="175">
                  <c:v>43371</c:v>
                </c:pt>
                <c:pt idx="176">
                  <c:v>43374</c:v>
                </c:pt>
                <c:pt idx="177">
                  <c:v>43375</c:v>
                </c:pt>
                <c:pt idx="178">
                  <c:v>43376</c:v>
                </c:pt>
                <c:pt idx="179">
                  <c:v>43377</c:v>
                </c:pt>
                <c:pt idx="180">
                  <c:v>43378</c:v>
                </c:pt>
                <c:pt idx="181">
                  <c:v>43381</c:v>
                </c:pt>
                <c:pt idx="182">
                  <c:v>43382</c:v>
                </c:pt>
                <c:pt idx="183">
                  <c:v>43383</c:v>
                </c:pt>
                <c:pt idx="184">
                  <c:v>43384</c:v>
                </c:pt>
                <c:pt idx="185">
                  <c:v>43385</c:v>
                </c:pt>
                <c:pt idx="186">
                  <c:v>43388</c:v>
                </c:pt>
                <c:pt idx="187">
                  <c:v>43389</c:v>
                </c:pt>
                <c:pt idx="188">
                  <c:v>43390</c:v>
                </c:pt>
                <c:pt idx="189">
                  <c:v>43391</c:v>
                </c:pt>
                <c:pt idx="190">
                  <c:v>43392</c:v>
                </c:pt>
                <c:pt idx="191">
                  <c:v>43395</c:v>
                </c:pt>
                <c:pt idx="192">
                  <c:v>43396</c:v>
                </c:pt>
                <c:pt idx="193">
                  <c:v>43397</c:v>
                </c:pt>
                <c:pt idx="194">
                  <c:v>43398</c:v>
                </c:pt>
                <c:pt idx="195">
                  <c:v>43399</c:v>
                </c:pt>
                <c:pt idx="196">
                  <c:v>43402</c:v>
                </c:pt>
                <c:pt idx="197">
                  <c:v>43403</c:v>
                </c:pt>
                <c:pt idx="198">
                  <c:v>43404</c:v>
                </c:pt>
                <c:pt idx="199">
                  <c:v>43405</c:v>
                </c:pt>
                <c:pt idx="200">
                  <c:v>43406</c:v>
                </c:pt>
                <c:pt idx="201">
                  <c:v>43409</c:v>
                </c:pt>
                <c:pt idx="202">
                  <c:v>43410</c:v>
                </c:pt>
                <c:pt idx="203">
                  <c:v>43411</c:v>
                </c:pt>
                <c:pt idx="204">
                  <c:v>43412</c:v>
                </c:pt>
                <c:pt idx="205">
                  <c:v>43413</c:v>
                </c:pt>
                <c:pt idx="206">
                  <c:v>43416</c:v>
                </c:pt>
                <c:pt idx="207">
                  <c:v>43417</c:v>
                </c:pt>
                <c:pt idx="208">
                  <c:v>43418</c:v>
                </c:pt>
                <c:pt idx="209">
                  <c:v>43419</c:v>
                </c:pt>
                <c:pt idx="210">
                  <c:v>43420</c:v>
                </c:pt>
                <c:pt idx="211">
                  <c:v>43423</c:v>
                </c:pt>
                <c:pt idx="212">
                  <c:v>43425</c:v>
                </c:pt>
                <c:pt idx="213">
                  <c:v>43426</c:v>
                </c:pt>
                <c:pt idx="214">
                  <c:v>43427</c:v>
                </c:pt>
                <c:pt idx="215">
                  <c:v>43430</c:v>
                </c:pt>
                <c:pt idx="216">
                  <c:v>43431</c:v>
                </c:pt>
                <c:pt idx="217">
                  <c:v>43432</c:v>
                </c:pt>
                <c:pt idx="218">
                  <c:v>43433</c:v>
                </c:pt>
                <c:pt idx="219">
                  <c:v>43434</c:v>
                </c:pt>
                <c:pt idx="220">
                  <c:v>43437</c:v>
                </c:pt>
                <c:pt idx="221">
                  <c:v>43438</c:v>
                </c:pt>
                <c:pt idx="222">
                  <c:v>43439</c:v>
                </c:pt>
                <c:pt idx="223">
                  <c:v>43440</c:v>
                </c:pt>
                <c:pt idx="224">
                  <c:v>43441</c:v>
                </c:pt>
                <c:pt idx="225">
                  <c:v>43444</c:v>
                </c:pt>
                <c:pt idx="226">
                  <c:v>43445</c:v>
                </c:pt>
                <c:pt idx="227">
                  <c:v>43446</c:v>
                </c:pt>
                <c:pt idx="228">
                  <c:v>43447</c:v>
                </c:pt>
                <c:pt idx="229">
                  <c:v>43448</c:v>
                </c:pt>
                <c:pt idx="230">
                  <c:v>43451</c:v>
                </c:pt>
                <c:pt idx="231">
                  <c:v>43452</c:v>
                </c:pt>
                <c:pt idx="232">
                  <c:v>43453</c:v>
                </c:pt>
                <c:pt idx="233">
                  <c:v>43454</c:v>
                </c:pt>
                <c:pt idx="234">
                  <c:v>43455</c:v>
                </c:pt>
                <c:pt idx="235">
                  <c:v>43460</c:v>
                </c:pt>
                <c:pt idx="236">
                  <c:v>43461</c:v>
                </c:pt>
                <c:pt idx="237">
                  <c:v>43462</c:v>
                </c:pt>
                <c:pt idx="238">
                  <c:v>43465</c:v>
                </c:pt>
                <c:pt idx="239">
                  <c:v>43467</c:v>
                </c:pt>
                <c:pt idx="240">
                  <c:v>43468</c:v>
                </c:pt>
                <c:pt idx="241">
                  <c:v>43469</c:v>
                </c:pt>
                <c:pt idx="242">
                  <c:v>43472</c:v>
                </c:pt>
                <c:pt idx="243">
                  <c:v>43473</c:v>
                </c:pt>
                <c:pt idx="244">
                  <c:v>43474</c:v>
                </c:pt>
                <c:pt idx="245">
                  <c:v>43475</c:v>
                </c:pt>
                <c:pt idx="246">
                  <c:v>43476</c:v>
                </c:pt>
                <c:pt idx="247">
                  <c:v>43479</c:v>
                </c:pt>
                <c:pt idx="248">
                  <c:v>43480</c:v>
                </c:pt>
                <c:pt idx="249">
                  <c:v>43481</c:v>
                </c:pt>
                <c:pt idx="250">
                  <c:v>43482</c:v>
                </c:pt>
                <c:pt idx="251">
                  <c:v>43483</c:v>
                </c:pt>
                <c:pt idx="252">
                  <c:v>43486</c:v>
                </c:pt>
                <c:pt idx="253">
                  <c:v>43487</c:v>
                </c:pt>
                <c:pt idx="254">
                  <c:v>43488</c:v>
                </c:pt>
                <c:pt idx="255">
                  <c:v>43489</c:v>
                </c:pt>
                <c:pt idx="256">
                  <c:v>43490</c:v>
                </c:pt>
                <c:pt idx="257">
                  <c:v>43493</c:v>
                </c:pt>
                <c:pt idx="258">
                  <c:v>43494</c:v>
                </c:pt>
                <c:pt idx="259">
                  <c:v>43495</c:v>
                </c:pt>
                <c:pt idx="260">
                  <c:v>43496</c:v>
                </c:pt>
                <c:pt idx="261">
                  <c:v>43497</c:v>
                </c:pt>
                <c:pt idx="262">
                  <c:v>43500</c:v>
                </c:pt>
                <c:pt idx="263">
                  <c:v>43502</c:v>
                </c:pt>
                <c:pt idx="264">
                  <c:v>43503</c:v>
                </c:pt>
                <c:pt idx="265">
                  <c:v>43504</c:v>
                </c:pt>
                <c:pt idx="266">
                  <c:v>43507</c:v>
                </c:pt>
                <c:pt idx="267">
                  <c:v>43508</c:v>
                </c:pt>
                <c:pt idx="268">
                  <c:v>43509</c:v>
                </c:pt>
                <c:pt idx="269">
                  <c:v>43510</c:v>
                </c:pt>
                <c:pt idx="270">
                  <c:v>43511</c:v>
                </c:pt>
                <c:pt idx="271">
                  <c:v>43514</c:v>
                </c:pt>
                <c:pt idx="272">
                  <c:v>43515</c:v>
                </c:pt>
                <c:pt idx="273">
                  <c:v>43516</c:v>
                </c:pt>
                <c:pt idx="274">
                  <c:v>43517</c:v>
                </c:pt>
                <c:pt idx="275">
                  <c:v>43518</c:v>
                </c:pt>
                <c:pt idx="276">
                  <c:v>43521</c:v>
                </c:pt>
                <c:pt idx="277">
                  <c:v>43522</c:v>
                </c:pt>
                <c:pt idx="278">
                  <c:v>43523</c:v>
                </c:pt>
                <c:pt idx="279">
                  <c:v>43524</c:v>
                </c:pt>
                <c:pt idx="280">
                  <c:v>43525</c:v>
                </c:pt>
                <c:pt idx="281">
                  <c:v>43528</c:v>
                </c:pt>
                <c:pt idx="282">
                  <c:v>43529</c:v>
                </c:pt>
                <c:pt idx="283">
                  <c:v>43530</c:v>
                </c:pt>
                <c:pt idx="284">
                  <c:v>43532</c:v>
                </c:pt>
                <c:pt idx="285">
                  <c:v>43535</c:v>
                </c:pt>
                <c:pt idx="286">
                  <c:v>43536</c:v>
                </c:pt>
                <c:pt idx="287">
                  <c:v>43537</c:v>
                </c:pt>
                <c:pt idx="288">
                  <c:v>43538</c:v>
                </c:pt>
                <c:pt idx="289">
                  <c:v>43539</c:v>
                </c:pt>
                <c:pt idx="290">
                  <c:v>43542</c:v>
                </c:pt>
                <c:pt idx="291">
                  <c:v>43543</c:v>
                </c:pt>
                <c:pt idx="292">
                  <c:v>43544</c:v>
                </c:pt>
                <c:pt idx="293">
                  <c:v>43545</c:v>
                </c:pt>
                <c:pt idx="294">
                  <c:v>43546</c:v>
                </c:pt>
                <c:pt idx="295">
                  <c:v>43549</c:v>
                </c:pt>
                <c:pt idx="296">
                  <c:v>43550</c:v>
                </c:pt>
                <c:pt idx="297">
                  <c:v>43551</c:v>
                </c:pt>
                <c:pt idx="298">
                  <c:v>43552</c:v>
                </c:pt>
                <c:pt idx="299">
                  <c:v>43553</c:v>
                </c:pt>
                <c:pt idx="300">
                  <c:v>43556</c:v>
                </c:pt>
                <c:pt idx="301">
                  <c:v>43557</c:v>
                </c:pt>
                <c:pt idx="302">
                  <c:v>43559</c:v>
                </c:pt>
                <c:pt idx="303">
                  <c:v>43560</c:v>
                </c:pt>
                <c:pt idx="304">
                  <c:v>43563</c:v>
                </c:pt>
                <c:pt idx="305">
                  <c:v>43564</c:v>
                </c:pt>
                <c:pt idx="306">
                  <c:v>43565</c:v>
                </c:pt>
                <c:pt idx="307">
                  <c:v>43566</c:v>
                </c:pt>
                <c:pt idx="308">
                  <c:v>43567</c:v>
                </c:pt>
                <c:pt idx="309">
                  <c:v>43570</c:v>
                </c:pt>
                <c:pt idx="310">
                  <c:v>43571</c:v>
                </c:pt>
                <c:pt idx="311">
                  <c:v>43573</c:v>
                </c:pt>
                <c:pt idx="312">
                  <c:v>43577</c:v>
                </c:pt>
                <c:pt idx="313">
                  <c:v>43578</c:v>
                </c:pt>
                <c:pt idx="314">
                  <c:v>43579</c:v>
                </c:pt>
                <c:pt idx="315">
                  <c:v>43580</c:v>
                </c:pt>
                <c:pt idx="316">
                  <c:v>43581</c:v>
                </c:pt>
                <c:pt idx="317">
                  <c:v>43584</c:v>
                </c:pt>
                <c:pt idx="318">
                  <c:v>43585</c:v>
                </c:pt>
                <c:pt idx="319">
                  <c:v>43587</c:v>
                </c:pt>
                <c:pt idx="320">
                  <c:v>43588</c:v>
                </c:pt>
                <c:pt idx="321">
                  <c:v>43591</c:v>
                </c:pt>
                <c:pt idx="322">
                  <c:v>43592</c:v>
                </c:pt>
                <c:pt idx="323">
                  <c:v>43593</c:v>
                </c:pt>
                <c:pt idx="324">
                  <c:v>43594</c:v>
                </c:pt>
                <c:pt idx="325">
                  <c:v>43595</c:v>
                </c:pt>
                <c:pt idx="326">
                  <c:v>43598</c:v>
                </c:pt>
                <c:pt idx="327">
                  <c:v>43599</c:v>
                </c:pt>
                <c:pt idx="328">
                  <c:v>43600</c:v>
                </c:pt>
                <c:pt idx="329">
                  <c:v>43601</c:v>
                </c:pt>
                <c:pt idx="330">
                  <c:v>43602</c:v>
                </c:pt>
                <c:pt idx="331">
                  <c:v>43605</c:v>
                </c:pt>
                <c:pt idx="332">
                  <c:v>43606</c:v>
                </c:pt>
                <c:pt idx="333">
                  <c:v>43607</c:v>
                </c:pt>
                <c:pt idx="334">
                  <c:v>43608</c:v>
                </c:pt>
                <c:pt idx="335">
                  <c:v>43609</c:v>
                </c:pt>
                <c:pt idx="336">
                  <c:v>43612</c:v>
                </c:pt>
                <c:pt idx="337">
                  <c:v>43613</c:v>
                </c:pt>
                <c:pt idx="338">
                  <c:v>43614</c:v>
                </c:pt>
                <c:pt idx="339">
                  <c:v>43616</c:v>
                </c:pt>
                <c:pt idx="340">
                  <c:v>43626</c:v>
                </c:pt>
                <c:pt idx="341">
                  <c:v>43627</c:v>
                </c:pt>
                <c:pt idx="342">
                  <c:v>43628</c:v>
                </c:pt>
                <c:pt idx="343">
                  <c:v>43629</c:v>
                </c:pt>
                <c:pt idx="344">
                  <c:v>43630</c:v>
                </c:pt>
                <c:pt idx="345">
                  <c:v>43633</c:v>
                </c:pt>
                <c:pt idx="346">
                  <c:v>43634</c:v>
                </c:pt>
                <c:pt idx="347">
                  <c:v>43635</c:v>
                </c:pt>
                <c:pt idx="348">
                  <c:v>43636</c:v>
                </c:pt>
                <c:pt idx="349">
                  <c:v>43637</c:v>
                </c:pt>
                <c:pt idx="350">
                  <c:v>43640</c:v>
                </c:pt>
                <c:pt idx="351">
                  <c:v>43641</c:v>
                </c:pt>
                <c:pt idx="352">
                  <c:v>43642</c:v>
                </c:pt>
                <c:pt idx="353">
                  <c:v>43643</c:v>
                </c:pt>
                <c:pt idx="354">
                  <c:v>43644</c:v>
                </c:pt>
                <c:pt idx="355">
                  <c:v>43647</c:v>
                </c:pt>
                <c:pt idx="356">
                  <c:v>43648</c:v>
                </c:pt>
                <c:pt idx="357">
                  <c:v>43649</c:v>
                </c:pt>
                <c:pt idx="358">
                  <c:v>43650</c:v>
                </c:pt>
                <c:pt idx="359">
                  <c:v>43651</c:v>
                </c:pt>
                <c:pt idx="360">
                  <c:v>43654</c:v>
                </c:pt>
                <c:pt idx="361">
                  <c:v>43655</c:v>
                </c:pt>
                <c:pt idx="362">
                  <c:v>43656</c:v>
                </c:pt>
                <c:pt idx="363">
                  <c:v>43657</c:v>
                </c:pt>
                <c:pt idx="364">
                  <c:v>43658</c:v>
                </c:pt>
                <c:pt idx="365">
                  <c:v>43661</c:v>
                </c:pt>
                <c:pt idx="366">
                  <c:v>43662</c:v>
                </c:pt>
                <c:pt idx="367">
                  <c:v>43663</c:v>
                </c:pt>
                <c:pt idx="368">
                  <c:v>43664</c:v>
                </c:pt>
                <c:pt idx="369">
                  <c:v>43665</c:v>
                </c:pt>
                <c:pt idx="370">
                  <c:v>43668</c:v>
                </c:pt>
                <c:pt idx="371">
                  <c:v>43669</c:v>
                </c:pt>
                <c:pt idx="372">
                  <c:v>43670</c:v>
                </c:pt>
                <c:pt idx="373">
                  <c:v>43671</c:v>
                </c:pt>
                <c:pt idx="374">
                  <c:v>43672</c:v>
                </c:pt>
                <c:pt idx="375">
                  <c:v>43675</c:v>
                </c:pt>
                <c:pt idx="376">
                  <c:v>43676</c:v>
                </c:pt>
                <c:pt idx="377">
                  <c:v>43677</c:v>
                </c:pt>
                <c:pt idx="378">
                  <c:v>43678</c:v>
                </c:pt>
                <c:pt idx="379">
                  <c:v>43679</c:v>
                </c:pt>
                <c:pt idx="380">
                  <c:v>43682</c:v>
                </c:pt>
                <c:pt idx="381">
                  <c:v>43683</c:v>
                </c:pt>
                <c:pt idx="382">
                  <c:v>43684</c:v>
                </c:pt>
                <c:pt idx="383">
                  <c:v>43685</c:v>
                </c:pt>
                <c:pt idx="384">
                  <c:v>43686</c:v>
                </c:pt>
                <c:pt idx="385">
                  <c:v>43689</c:v>
                </c:pt>
                <c:pt idx="386">
                  <c:v>43690</c:v>
                </c:pt>
                <c:pt idx="387">
                  <c:v>43691</c:v>
                </c:pt>
                <c:pt idx="388">
                  <c:v>43692</c:v>
                </c:pt>
                <c:pt idx="389">
                  <c:v>43693</c:v>
                </c:pt>
                <c:pt idx="390">
                  <c:v>43696</c:v>
                </c:pt>
                <c:pt idx="391">
                  <c:v>43697</c:v>
                </c:pt>
                <c:pt idx="392">
                  <c:v>43698</c:v>
                </c:pt>
                <c:pt idx="393">
                  <c:v>43699</c:v>
                </c:pt>
                <c:pt idx="394">
                  <c:v>43700</c:v>
                </c:pt>
                <c:pt idx="395">
                  <c:v>43703</c:v>
                </c:pt>
                <c:pt idx="396">
                  <c:v>43704</c:v>
                </c:pt>
                <c:pt idx="397">
                  <c:v>43705</c:v>
                </c:pt>
                <c:pt idx="398">
                  <c:v>43706</c:v>
                </c:pt>
                <c:pt idx="399">
                  <c:v>43707</c:v>
                </c:pt>
                <c:pt idx="400">
                  <c:v>43710</c:v>
                </c:pt>
                <c:pt idx="401">
                  <c:v>43711</c:v>
                </c:pt>
                <c:pt idx="402">
                  <c:v>43712</c:v>
                </c:pt>
                <c:pt idx="403">
                  <c:v>43713</c:v>
                </c:pt>
                <c:pt idx="404">
                  <c:v>43714</c:v>
                </c:pt>
                <c:pt idx="405">
                  <c:v>43717</c:v>
                </c:pt>
                <c:pt idx="406">
                  <c:v>43718</c:v>
                </c:pt>
                <c:pt idx="407">
                  <c:v>43719</c:v>
                </c:pt>
                <c:pt idx="408">
                  <c:v>43720</c:v>
                </c:pt>
                <c:pt idx="409">
                  <c:v>43721</c:v>
                </c:pt>
                <c:pt idx="410">
                  <c:v>43724</c:v>
                </c:pt>
                <c:pt idx="411">
                  <c:v>43725</c:v>
                </c:pt>
                <c:pt idx="412">
                  <c:v>43726</c:v>
                </c:pt>
                <c:pt idx="413">
                  <c:v>43727</c:v>
                </c:pt>
                <c:pt idx="414">
                  <c:v>43728</c:v>
                </c:pt>
                <c:pt idx="415">
                  <c:v>43731</c:v>
                </c:pt>
                <c:pt idx="416">
                  <c:v>43732</c:v>
                </c:pt>
                <c:pt idx="417">
                  <c:v>43733</c:v>
                </c:pt>
                <c:pt idx="418">
                  <c:v>43734</c:v>
                </c:pt>
                <c:pt idx="419">
                  <c:v>43735</c:v>
                </c:pt>
                <c:pt idx="420">
                  <c:v>43738</c:v>
                </c:pt>
                <c:pt idx="421">
                  <c:v>43739</c:v>
                </c:pt>
                <c:pt idx="422">
                  <c:v>43740</c:v>
                </c:pt>
                <c:pt idx="423">
                  <c:v>43741</c:v>
                </c:pt>
                <c:pt idx="424">
                  <c:v>43742</c:v>
                </c:pt>
                <c:pt idx="425">
                  <c:v>43745</c:v>
                </c:pt>
                <c:pt idx="426">
                  <c:v>43746</c:v>
                </c:pt>
                <c:pt idx="427">
                  <c:v>43747</c:v>
                </c:pt>
                <c:pt idx="428">
                  <c:v>43748</c:v>
                </c:pt>
                <c:pt idx="429">
                  <c:v>43749</c:v>
                </c:pt>
                <c:pt idx="430">
                  <c:v>43752</c:v>
                </c:pt>
                <c:pt idx="431">
                  <c:v>43753</c:v>
                </c:pt>
                <c:pt idx="432">
                  <c:v>43754</c:v>
                </c:pt>
                <c:pt idx="433">
                  <c:v>43755</c:v>
                </c:pt>
                <c:pt idx="434">
                  <c:v>43756</c:v>
                </c:pt>
                <c:pt idx="435">
                  <c:v>43759</c:v>
                </c:pt>
                <c:pt idx="436">
                  <c:v>43760</c:v>
                </c:pt>
                <c:pt idx="437">
                  <c:v>43761</c:v>
                </c:pt>
                <c:pt idx="438">
                  <c:v>43762</c:v>
                </c:pt>
                <c:pt idx="439">
                  <c:v>43763</c:v>
                </c:pt>
                <c:pt idx="440">
                  <c:v>43766</c:v>
                </c:pt>
                <c:pt idx="441">
                  <c:v>43767</c:v>
                </c:pt>
                <c:pt idx="442">
                  <c:v>43768</c:v>
                </c:pt>
                <c:pt idx="443">
                  <c:v>43769</c:v>
                </c:pt>
                <c:pt idx="444">
                  <c:v>43770</c:v>
                </c:pt>
                <c:pt idx="445">
                  <c:v>43773</c:v>
                </c:pt>
                <c:pt idx="446">
                  <c:v>43774</c:v>
                </c:pt>
                <c:pt idx="447">
                  <c:v>43775</c:v>
                </c:pt>
                <c:pt idx="448">
                  <c:v>43776</c:v>
                </c:pt>
                <c:pt idx="449">
                  <c:v>43777</c:v>
                </c:pt>
                <c:pt idx="450">
                  <c:v>43780</c:v>
                </c:pt>
                <c:pt idx="451">
                  <c:v>43781</c:v>
                </c:pt>
                <c:pt idx="452">
                  <c:v>43782</c:v>
                </c:pt>
                <c:pt idx="453">
                  <c:v>43783</c:v>
                </c:pt>
                <c:pt idx="454">
                  <c:v>43784</c:v>
                </c:pt>
                <c:pt idx="455">
                  <c:v>43787</c:v>
                </c:pt>
                <c:pt idx="456">
                  <c:v>43788</c:v>
                </c:pt>
                <c:pt idx="457">
                  <c:v>43789</c:v>
                </c:pt>
                <c:pt idx="458">
                  <c:v>43790</c:v>
                </c:pt>
                <c:pt idx="459">
                  <c:v>43791</c:v>
                </c:pt>
                <c:pt idx="460">
                  <c:v>43794</c:v>
                </c:pt>
                <c:pt idx="461">
                  <c:v>43795</c:v>
                </c:pt>
                <c:pt idx="462">
                  <c:v>43796</c:v>
                </c:pt>
                <c:pt idx="463">
                  <c:v>43797</c:v>
                </c:pt>
                <c:pt idx="464">
                  <c:v>43798</c:v>
                </c:pt>
                <c:pt idx="465">
                  <c:v>43801</c:v>
                </c:pt>
                <c:pt idx="466">
                  <c:v>43802</c:v>
                </c:pt>
                <c:pt idx="467">
                  <c:v>43803</c:v>
                </c:pt>
                <c:pt idx="468">
                  <c:v>43804</c:v>
                </c:pt>
                <c:pt idx="469">
                  <c:v>43805</c:v>
                </c:pt>
                <c:pt idx="470">
                  <c:v>43808</c:v>
                </c:pt>
                <c:pt idx="471">
                  <c:v>43809</c:v>
                </c:pt>
                <c:pt idx="472">
                  <c:v>43810</c:v>
                </c:pt>
                <c:pt idx="473">
                  <c:v>43811</c:v>
                </c:pt>
                <c:pt idx="474">
                  <c:v>43812</c:v>
                </c:pt>
                <c:pt idx="475">
                  <c:v>43815</c:v>
                </c:pt>
                <c:pt idx="476">
                  <c:v>43816</c:v>
                </c:pt>
                <c:pt idx="477">
                  <c:v>43817</c:v>
                </c:pt>
                <c:pt idx="478">
                  <c:v>43818</c:v>
                </c:pt>
                <c:pt idx="479">
                  <c:v>43819</c:v>
                </c:pt>
                <c:pt idx="480">
                  <c:v>43822</c:v>
                </c:pt>
                <c:pt idx="481">
                  <c:v>43825</c:v>
                </c:pt>
                <c:pt idx="482">
                  <c:v>43826</c:v>
                </c:pt>
                <c:pt idx="483">
                  <c:v>43829</c:v>
                </c:pt>
                <c:pt idx="484">
                  <c:v>43830</c:v>
                </c:pt>
                <c:pt idx="485">
                  <c:v>43832</c:v>
                </c:pt>
                <c:pt idx="486">
                  <c:v>43833</c:v>
                </c:pt>
                <c:pt idx="487">
                  <c:v>43836</c:v>
                </c:pt>
                <c:pt idx="488">
                  <c:v>43837</c:v>
                </c:pt>
                <c:pt idx="489">
                  <c:v>43838</c:v>
                </c:pt>
                <c:pt idx="490">
                  <c:v>43839</c:v>
                </c:pt>
                <c:pt idx="491">
                  <c:v>43840</c:v>
                </c:pt>
                <c:pt idx="492">
                  <c:v>43843</c:v>
                </c:pt>
                <c:pt idx="493">
                  <c:v>43844</c:v>
                </c:pt>
                <c:pt idx="494">
                  <c:v>43845</c:v>
                </c:pt>
                <c:pt idx="495">
                  <c:v>43846</c:v>
                </c:pt>
                <c:pt idx="496">
                  <c:v>43847</c:v>
                </c:pt>
                <c:pt idx="497">
                  <c:v>43850</c:v>
                </c:pt>
                <c:pt idx="498">
                  <c:v>43851</c:v>
                </c:pt>
                <c:pt idx="499">
                  <c:v>43852</c:v>
                </c:pt>
                <c:pt idx="500">
                  <c:v>43853</c:v>
                </c:pt>
                <c:pt idx="501">
                  <c:v>43854</c:v>
                </c:pt>
                <c:pt idx="502">
                  <c:v>43857</c:v>
                </c:pt>
                <c:pt idx="503">
                  <c:v>43858</c:v>
                </c:pt>
                <c:pt idx="504">
                  <c:v>43859</c:v>
                </c:pt>
                <c:pt idx="505">
                  <c:v>43860</c:v>
                </c:pt>
                <c:pt idx="506">
                  <c:v>43861</c:v>
                </c:pt>
                <c:pt idx="507">
                  <c:v>43864</c:v>
                </c:pt>
                <c:pt idx="508">
                  <c:v>43865</c:v>
                </c:pt>
                <c:pt idx="509">
                  <c:v>43866</c:v>
                </c:pt>
                <c:pt idx="510">
                  <c:v>43867</c:v>
                </c:pt>
                <c:pt idx="511">
                  <c:v>43868</c:v>
                </c:pt>
                <c:pt idx="512">
                  <c:v>43871</c:v>
                </c:pt>
                <c:pt idx="513">
                  <c:v>43872</c:v>
                </c:pt>
                <c:pt idx="514">
                  <c:v>43873</c:v>
                </c:pt>
                <c:pt idx="515">
                  <c:v>43874</c:v>
                </c:pt>
                <c:pt idx="516">
                  <c:v>43875</c:v>
                </c:pt>
                <c:pt idx="517">
                  <c:v>43878</c:v>
                </c:pt>
                <c:pt idx="518">
                  <c:v>43879</c:v>
                </c:pt>
                <c:pt idx="519">
                  <c:v>43880</c:v>
                </c:pt>
                <c:pt idx="520">
                  <c:v>43881</c:v>
                </c:pt>
                <c:pt idx="521">
                  <c:v>43882</c:v>
                </c:pt>
                <c:pt idx="522">
                  <c:v>43885</c:v>
                </c:pt>
                <c:pt idx="523">
                  <c:v>43886</c:v>
                </c:pt>
                <c:pt idx="524">
                  <c:v>43887</c:v>
                </c:pt>
                <c:pt idx="525">
                  <c:v>43888</c:v>
                </c:pt>
                <c:pt idx="526">
                  <c:v>43889</c:v>
                </c:pt>
                <c:pt idx="527">
                  <c:v>43892</c:v>
                </c:pt>
                <c:pt idx="528">
                  <c:v>43893</c:v>
                </c:pt>
                <c:pt idx="529">
                  <c:v>43894</c:v>
                </c:pt>
                <c:pt idx="530">
                  <c:v>43895</c:v>
                </c:pt>
                <c:pt idx="531">
                  <c:v>43896</c:v>
                </c:pt>
                <c:pt idx="532">
                  <c:v>43899</c:v>
                </c:pt>
                <c:pt idx="533">
                  <c:v>43900</c:v>
                </c:pt>
                <c:pt idx="534">
                  <c:v>43901</c:v>
                </c:pt>
                <c:pt idx="535">
                  <c:v>43902</c:v>
                </c:pt>
                <c:pt idx="536">
                  <c:v>43903</c:v>
                </c:pt>
                <c:pt idx="537">
                  <c:v>43906</c:v>
                </c:pt>
                <c:pt idx="538">
                  <c:v>43907</c:v>
                </c:pt>
                <c:pt idx="539">
                  <c:v>43908</c:v>
                </c:pt>
                <c:pt idx="540">
                  <c:v>43909</c:v>
                </c:pt>
                <c:pt idx="541">
                  <c:v>43910</c:v>
                </c:pt>
                <c:pt idx="542">
                  <c:v>43913</c:v>
                </c:pt>
                <c:pt idx="543">
                  <c:v>43914</c:v>
                </c:pt>
                <c:pt idx="544">
                  <c:v>43916</c:v>
                </c:pt>
                <c:pt idx="545">
                  <c:v>43917</c:v>
                </c:pt>
                <c:pt idx="546">
                  <c:v>43920</c:v>
                </c:pt>
                <c:pt idx="547">
                  <c:v>43921</c:v>
                </c:pt>
                <c:pt idx="548">
                  <c:v>43922</c:v>
                </c:pt>
                <c:pt idx="549">
                  <c:v>43923</c:v>
                </c:pt>
                <c:pt idx="550">
                  <c:v>43924</c:v>
                </c:pt>
                <c:pt idx="551">
                  <c:v>43927</c:v>
                </c:pt>
                <c:pt idx="552">
                  <c:v>43928</c:v>
                </c:pt>
                <c:pt idx="553">
                  <c:v>43929</c:v>
                </c:pt>
                <c:pt idx="554">
                  <c:v>43930</c:v>
                </c:pt>
                <c:pt idx="555">
                  <c:v>43934</c:v>
                </c:pt>
                <c:pt idx="556">
                  <c:v>43935</c:v>
                </c:pt>
                <c:pt idx="557">
                  <c:v>43936</c:v>
                </c:pt>
                <c:pt idx="558">
                  <c:v>43937</c:v>
                </c:pt>
                <c:pt idx="559">
                  <c:v>43938</c:v>
                </c:pt>
                <c:pt idx="560">
                  <c:v>43941</c:v>
                </c:pt>
                <c:pt idx="561">
                  <c:v>43942</c:v>
                </c:pt>
                <c:pt idx="562">
                  <c:v>43943</c:v>
                </c:pt>
                <c:pt idx="563">
                  <c:v>43944</c:v>
                </c:pt>
                <c:pt idx="564">
                  <c:v>43945</c:v>
                </c:pt>
                <c:pt idx="565">
                  <c:v>43948</c:v>
                </c:pt>
                <c:pt idx="566">
                  <c:v>43949</c:v>
                </c:pt>
                <c:pt idx="567">
                  <c:v>43950</c:v>
                </c:pt>
                <c:pt idx="568">
                  <c:v>43951</c:v>
                </c:pt>
                <c:pt idx="569">
                  <c:v>43955</c:v>
                </c:pt>
                <c:pt idx="570">
                  <c:v>43956</c:v>
                </c:pt>
                <c:pt idx="571">
                  <c:v>43957</c:v>
                </c:pt>
                <c:pt idx="572">
                  <c:v>43959</c:v>
                </c:pt>
                <c:pt idx="573">
                  <c:v>43962</c:v>
                </c:pt>
                <c:pt idx="574">
                  <c:v>43963</c:v>
                </c:pt>
                <c:pt idx="575">
                  <c:v>43964</c:v>
                </c:pt>
                <c:pt idx="576">
                  <c:v>43965</c:v>
                </c:pt>
                <c:pt idx="577">
                  <c:v>43966</c:v>
                </c:pt>
                <c:pt idx="578">
                  <c:v>43969</c:v>
                </c:pt>
                <c:pt idx="579">
                  <c:v>43970</c:v>
                </c:pt>
                <c:pt idx="580">
                  <c:v>43971</c:v>
                </c:pt>
                <c:pt idx="581">
                  <c:v>43973</c:v>
                </c:pt>
                <c:pt idx="582">
                  <c:v>43977</c:v>
                </c:pt>
                <c:pt idx="583">
                  <c:v>43978</c:v>
                </c:pt>
                <c:pt idx="584">
                  <c:v>43979</c:v>
                </c:pt>
                <c:pt idx="585">
                  <c:v>43980</c:v>
                </c:pt>
                <c:pt idx="586">
                  <c:v>43984</c:v>
                </c:pt>
                <c:pt idx="587">
                  <c:v>43985</c:v>
                </c:pt>
                <c:pt idx="588">
                  <c:v>43986</c:v>
                </c:pt>
                <c:pt idx="589">
                  <c:v>43987</c:v>
                </c:pt>
                <c:pt idx="590">
                  <c:v>43990</c:v>
                </c:pt>
                <c:pt idx="591">
                  <c:v>43991</c:v>
                </c:pt>
                <c:pt idx="592">
                  <c:v>43992</c:v>
                </c:pt>
                <c:pt idx="593">
                  <c:v>43993</c:v>
                </c:pt>
                <c:pt idx="594">
                  <c:v>43994</c:v>
                </c:pt>
                <c:pt idx="595">
                  <c:v>43997</c:v>
                </c:pt>
                <c:pt idx="596">
                  <c:v>43998</c:v>
                </c:pt>
                <c:pt idx="597">
                  <c:v>43999</c:v>
                </c:pt>
                <c:pt idx="598">
                  <c:v>44000</c:v>
                </c:pt>
                <c:pt idx="599">
                  <c:v>44001</c:v>
                </c:pt>
                <c:pt idx="600">
                  <c:v>44004</c:v>
                </c:pt>
                <c:pt idx="601">
                  <c:v>44005</c:v>
                </c:pt>
                <c:pt idx="602">
                  <c:v>44006</c:v>
                </c:pt>
                <c:pt idx="603">
                  <c:v>44007</c:v>
                </c:pt>
                <c:pt idx="604">
                  <c:v>44008</c:v>
                </c:pt>
                <c:pt idx="605">
                  <c:v>44011</c:v>
                </c:pt>
                <c:pt idx="606">
                  <c:v>44012</c:v>
                </c:pt>
                <c:pt idx="607">
                  <c:v>44013</c:v>
                </c:pt>
                <c:pt idx="608">
                  <c:v>44014</c:v>
                </c:pt>
                <c:pt idx="609">
                  <c:v>44015</c:v>
                </c:pt>
                <c:pt idx="610">
                  <c:v>44018</c:v>
                </c:pt>
                <c:pt idx="611">
                  <c:v>44019</c:v>
                </c:pt>
                <c:pt idx="612">
                  <c:v>44020</c:v>
                </c:pt>
                <c:pt idx="613">
                  <c:v>44021</c:v>
                </c:pt>
                <c:pt idx="614">
                  <c:v>44022</c:v>
                </c:pt>
                <c:pt idx="615">
                  <c:v>44025</c:v>
                </c:pt>
                <c:pt idx="616">
                  <c:v>44026</c:v>
                </c:pt>
                <c:pt idx="617">
                  <c:v>44027</c:v>
                </c:pt>
                <c:pt idx="618">
                  <c:v>44028</c:v>
                </c:pt>
                <c:pt idx="619">
                  <c:v>44029</c:v>
                </c:pt>
                <c:pt idx="620">
                  <c:v>44032</c:v>
                </c:pt>
                <c:pt idx="621">
                  <c:v>44033</c:v>
                </c:pt>
                <c:pt idx="622">
                  <c:v>44034</c:v>
                </c:pt>
                <c:pt idx="623">
                  <c:v>44035</c:v>
                </c:pt>
                <c:pt idx="624">
                  <c:v>44036</c:v>
                </c:pt>
                <c:pt idx="625">
                  <c:v>44039</c:v>
                </c:pt>
                <c:pt idx="626">
                  <c:v>44040</c:v>
                </c:pt>
                <c:pt idx="627">
                  <c:v>44041</c:v>
                </c:pt>
                <c:pt idx="628">
                  <c:v>44042</c:v>
                </c:pt>
                <c:pt idx="629">
                  <c:v>44046</c:v>
                </c:pt>
                <c:pt idx="630">
                  <c:v>44047</c:v>
                </c:pt>
                <c:pt idx="631">
                  <c:v>44048</c:v>
                </c:pt>
                <c:pt idx="632">
                  <c:v>44049</c:v>
                </c:pt>
                <c:pt idx="633">
                  <c:v>44050</c:v>
                </c:pt>
                <c:pt idx="634">
                  <c:v>44053</c:v>
                </c:pt>
                <c:pt idx="635">
                  <c:v>44054</c:v>
                </c:pt>
                <c:pt idx="636">
                  <c:v>44055</c:v>
                </c:pt>
                <c:pt idx="637">
                  <c:v>44056</c:v>
                </c:pt>
                <c:pt idx="638">
                  <c:v>44057</c:v>
                </c:pt>
                <c:pt idx="639">
                  <c:v>44061</c:v>
                </c:pt>
                <c:pt idx="640">
                  <c:v>44062</c:v>
                </c:pt>
                <c:pt idx="641">
                  <c:v>44067</c:v>
                </c:pt>
                <c:pt idx="642">
                  <c:v>44068</c:v>
                </c:pt>
                <c:pt idx="643">
                  <c:v>44069</c:v>
                </c:pt>
                <c:pt idx="644">
                  <c:v>44070</c:v>
                </c:pt>
                <c:pt idx="645">
                  <c:v>44071</c:v>
                </c:pt>
                <c:pt idx="646">
                  <c:v>44074</c:v>
                </c:pt>
                <c:pt idx="647">
                  <c:v>44075</c:v>
                </c:pt>
                <c:pt idx="648">
                  <c:v>44076</c:v>
                </c:pt>
                <c:pt idx="649">
                  <c:v>44077</c:v>
                </c:pt>
                <c:pt idx="650">
                  <c:v>44078</c:v>
                </c:pt>
                <c:pt idx="651">
                  <c:v>44081</c:v>
                </c:pt>
                <c:pt idx="652">
                  <c:v>44082</c:v>
                </c:pt>
                <c:pt idx="653">
                  <c:v>44083</c:v>
                </c:pt>
                <c:pt idx="654">
                  <c:v>44084</c:v>
                </c:pt>
                <c:pt idx="655">
                  <c:v>44085</c:v>
                </c:pt>
                <c:pt idx="656">
                  <c:v>44088</c:v>
                </c:pt>
                <c:pt idx="657">
                  <c:v>44089</c:v>
                </c:pt>
                <c:pt idx="658">
                  <c:v>44090</c:v>
                </c:pt>
                <c:pt idx="659">
                  <c:v>44091</c:v>
                </c:pt>
                <c:pt idx="660">
                  <c:v>44092</c:v>
                </c:pt>
                <c:pt idx="661">
                  <c:v>44095</c:v>
                </c:pt>
                <c:pt idx="662">
                  <c:v>44096</c:v>
                </c:pt>
                <c:pt idx="663">
                  <c:v>44097</c:v>
                </c:pt>
                <c:pt idx="664">
                  <c:v>44098</c:v>
                </c:pt>
                <c:pt idx="665">
                  <c:v>44099</c:v>
                </c:pt>
                <c:pt idx="666">
                  <c:v>44102</c:v>
                </c:pt>
                <c:pt idx="667">
                  <c:v>44103</c:v>
                </c:pt>
                <c:pt idx="668">
                  <c:v>44104</c:v>
                </c:pt>
                <c:pt idx="669">
                  <c:v>44105</c:v>
                </c:pt>
                <c:pt idx="670">
                  <c:v>44106</c:v>
                </c:pt>
                <c:pt idx="671">
                  <c:v>44109</c:v>
                </c:pt>
                <c:pt idx="672">
                  <c:v>44110</c:v>
                </c:pt>
                <c:pt idx="673">
                  <c:v>44111</c:v>
                </c:pt>
                <c:pt idx="674">
                  <c:v>44112</c:v>
                </c:pt>
                <c:pt idx="675">
                  <c:v>44113</c:v>
                </c:pt>
                <c:pt idx="676">
                  <c:v>44116</c:v>
                </c:pt>
                <c:pt idx="677">
                  <c:v>44117</c:v>
                </c:pt>
                <c:pt idx="678">
                  <c:v>44118</c:v>
                </c:pt>
                <c:pt idx="679">
                  <c:v>44119</c:v>
                </c:pt>
                <c:pt idx="680">
                  <c:v>44120</c:v>
                </c:pt>
                <c:pt idx="681">
                  <c:v>44123</c:v>
                </c:pt>
                <c:pt idx="682">
                  <c:v>44124</c:v>
                </c:pt>
                <c:pt idx="683">
                  <c:v>44125</c:v>
                </c:pt>
                <c:pt idx="684">
                  <c:v>44126</c:v>
                </c:pt>
                <c:pt idx="685">
                  <c:v>44127</c:v>
                </c:pt>
                <c:pt idx="686">
                  <c:v>44130</c:v>
                </c:pt>
                <c:pt idx="687">
                  <c:v>44131</c:v>
                </c:pt>
                <c:pt idx="688">
                  <c:v>44137</c:v>
                </c:pt>
                <c:pt idx="689">
                  <c:v>44138</c:v>
                </c:pt>
                <c:pt idx="690">
                  <c:v>44139</c:v>
                </c:pt>
                <c:pt idx="691">
                  <c:v>44140</c:v>
                </c:pt>
                <c:pt idx="692">
                  <c:v>44141</c:v>
                </c:pt>
                <c:pt idx="693">
                  <c:v>44144</c:v>
                </c:pt>
                <c:pt idx="694">
                  <c:v>44145</c:v>
                </c:pt>
                <c:pt idx="695">
                  <c:v>44146</c:v>
                </c:pt>
                <c:pt idx="696">
                  <c:v>44147</c:v>
                </c:pt>
                <c:pt idx="697">
                  <c:v>44148</c:v>
                </c:pt>
                <c:pt idx="698">
                  <c:v>44151</c:v>
                </c:pt>
                <c:pt idx="699">
                  <c:v>44152</c:v>
                </c:pt>
                <c:pt idx="700">
                  <c:v>44153</c:v>
                </c:pt>
                <c:pt idx="701">
                  <c:v>44154</c:v>
                </c:pt>
                <c:pt idx="702">
                  <c:v>44155</c:v>
                </c:pt>
                <c:pt idx="703">
                  <c:v>44158</c:v>
                </c:pt>
                <c:pt idx="704">
                  <c:v>44159</c:v>
                </c:pt>
                <c:pt idx="705">
                  <c:v>44160</c:v>
                </c:pt>
                <c:pt idx="706">
                  <c:v>44161</c:v>
                </c:pt>
                <c:pt idx="707">
                  <c:v>44162</c:v>
                </c:pt>
                <c:pt idx="708">
                  <c:v>44165</c:v>
                </c:pt>
                <c:pt idx="709">
                  <c:v>44166</c:v>
                </c:pt>
                <c:pt idx="710">
                  <c:v>44167</c:v>
                </c:pt>
                <c:pt idx="711">
                  <c:v>44168</c:v>
                </c:pt>
                <c:pt idx="712">
                  <c:v>44169</c:v>
                </c:pt>
                <c:pt idx="713">
                  <c:v>44172</c:v>
                </c:pt>
                <c:pt idx="714">
                  <c:v>44173</c:v>
                </c:pt>
                <c:pt idx="715">
                  <c:v>44175</c:v>
                </c:pt>
                <c:pt idx="716">
                  <c:v>44176</c:v>
                </c:pt>
                <c:pt idx="717">
                  <c:v>44179</c:v>
                </c:pt>
                <c:pt idx="718">
                  <c:v>44180</c:v>
                </c:pt>
                <c:pt idx="719">
                  <c:v>44181</c:v>
                </c:pt>
                <c:pt idx="720">
                  <c:v>44182</c:v>
                </c:pt>
                <c:pt idx="721">
                  <c:v>44183</c:v>
                </c:pt>
                <c:pt idx="722">
                  <c:v>44186</c:v>
                </c:pt>
                <c:pt idx="723">
                  <c:v>44187</c:v>
                </c:pt>
                <c:pt idx="724">
                  <c:v>44188</c:v>
                </c:pt>
                <c:pt idx="725">
                  <c:v>44193</c:v>
                </c:pt>
                <c:pt idx="726">
                  <c:v>44194</c:v>
                </c:pt>
                <c:pt idx="727">
                  <c:v>44195</c:v>
                </c:pt>
                <c:pt idx="728">
                  <c:v>44200</c:v>
                </c:pt>
                <c:pt idx="729">
                  <c:v>44201</c:v>
                </c:pt>
                <c:pt idx="730">
                  <c:v>44202</c:v>
                </c:pt>
                <c:pt idx="731">
                  <c:v>44203</c:v>
                </c:pt>
                <c:pt idx="732">
                  <c:v>44204</c:v>
                </c:pt>
                <c:pt idx="733">
                  <c:v>44207</c:v>
                </c:pt>
                <c:pt idx="734">
                  <c:v>44208</c:v>
                </c:pt>
                <c:pt idx="735">
                  <c:v>44209</c:v>
                </c:pt>
                <c:pt idx="736">
                  <c:v>44210</c:v>
                </c:pt>
                <c:pt idx="737">
                  <c:v>44211</c:v>
                </c:pt>
                <c:pt idx="738">
                  <c:v>44214</c:v>
                </c:pt>
                <c:pt idx="739">
                  <c:v>44215</c:v>
                </c:pt>
                <c:pt idx="740">
                  <c:v>44216</c:v>
                </c:pt>
                <c:pt idx="741">
                  <c:v>44217</c:v>
                </c:pt>
                <c:pt idx="742">
                  <c:v>44218</c:v>
                </c:pt>
                <c:pt idx="743">
                  <c:v>44221</c:v>
                </c:pt>
                <c:pt idx="744">
                  <c:v>44222</c:v>
                </c:pt>
                <c:pt idx="745">
                  <c:v>44223</c:v>
                </c:pt>
                <c:pt idx="746">
                  <c:v>44224</c:v>
                </c:pt>
                <c:pt idx="747">
                  <c:v>44225</c:v>
                </c:pt>
                <c:pt idx="748">
                  <c:v>44228</c:v>
                </c:pt>
                <c:pt idx="749">
                  <c:v>44229</c:v>
                </c:pt>
                <c:pt idx="750">
                  <c:v>44230</c:v>
                </c:pt>
                <c:pt idx="751">
                  <c:v>44231</c:v>
                </c:pt>
                <c:pt idx="752">
                  <c:v>44232</c:v>
                </c:pt>
                <c:pt idx="753">
                  <c:v>44235</c:v>
                </c:pt>
                <c:pt idx="754">
                  <c:v>44236</c:v>
                </c:pt>
                <c:pt idx="755">
                  <c:v>44237</c:v>
                </c:pt>
                <c:pt idx="756">
                  <c:v>44238</c:v>
                </c:pt>
                <c:pt idx="757">
                  <c:v>44242</c:v>
                </c:pt>
                <c:pt idx="758">
                  <c:v>44243</c:v>
                </c:pt>
                <c:pt idx="759">
                  <c:v>44244</c:v>
                </c:pt>
                <c:pt idx="760">
                  <c:v>44245</c:v>
                </c:pt>
                <c:pt idx="761">
                  <c:v>44246</c:v>
                </c:pt>
                <c:pt idx="762">
                  <c:v>44249</c:v>
                </c:pt>
                <c:pt idx="763">
                  <c:v>44250</c:v>
                </c:pt>
                <c:pt idx="764">
                  <c:v>44251</c:v>
                </c:pt>
                <c:pt idx="765">
                  <c:v>44252</c:v>
                </c:pt>
                <c:pt idx="766">
                  <c:v>44253</c:v>
                </c:pt>
                <c:pt idx="767">
                  <c:v>44256</c:v>
                </c:pt>
                <c:pt idx="768">
                  <c:v>44257</c:v>
                </c:pt>
                <c:pt idx="769">
                  <c:v>44258</c:v>
                </c:pt>
                <c:pt idx="770">
                  <c:v>44259</c:v>
                </c:pt>
                <c:pt idx="771">
                  <c:v>44260</c:v>
                </c:pt>
                <c:pt idx="772">
                  <c:v>44263</c:v>
                </c:pt>
                <c:pt idx="773">
                  <c:v>44264</c:v>
                </c:pt>
                <c:pt idx="774">
                  <c:v>44265</c:v>
                </c:pt>
                <c:pt idx="775">
                  <c:v>44267</c:v>
                </c:pt>
                <c:pt idx="776">
                  <c:v>44270</c:v>
                </c:pt>
                <c:pt idx="777">
                  <c:v>44271</c:v>
                </c:pt>
                <c:pt idx="778">
                  <c:v>44272</c:v>
                </c:pt>
                <c:pt idx="779">
                  <c:v>44273</c:v>
                </c:pt>
                <c:pt idx="780">
                  <c:v>44274</c:v>
                </c:pt>
                <c:pt idx="781">
                  <c:v>44277</c:v>
                </c:pt>
                <c:pt idx="782">
                  <c:v>44278</c:v>
                </c:pt>
                <c:pt idx="783">
                  <c:v>44279</c:v>
                </c:pt>
                <c:pt idx="784">
                  <c:v>44280</c:v>
                </c:pt>
                <c:pt idx="785">
                  <c:v>44281</c:v>
                </c:pt>
                <c:pt idx="786">
                  <c:v>44284</c:v>
                </c:pt>
                <c:pt idx="787">
                  <c:v>44285</c:v>
                </c:pt>
                <c:pt idx="788">
                  <c:v>44286</c:v>
                </c:pt>
                <c:pt idx="789">
                  <c:v>44287</c:v>
                </c:pt>
                <c:pt idx="790">
                  <c:v>44291</c:v>
                </c:pt>
                <c:pt idx="791">
                  <c:v>44292</c:v>
                </c:pt>
                <c:pt idx="792">
                  <c:v>44293</c:v>
                </c:pt>
                <c:pt idx="793">
                  <c:v>44294</c:v>
                </c:pt>
                <c:pt idx="794">
                  <c:v>44295</c:v>
                </c:pt>
                <c:pt idx="795">
                  <c:v>44298</c:v>
                </c:pt>
                <c:pt idx="796">
                  <c:v>44299</c:v>
                </c:pt>
                <c:pt idx="797">
                  <c:v>44300</c:v>
                </c:pt>
                <c:pt idx="798">
                  <c:v>44301</c:v>
                </c:pt>
                <c:pt idx="799">
                  <c:v>44302</c:v>
                </c:pt>
                <c:pt idx="800">
                  <c:v>44305</c:v>
                </c:pt>
                <c:pt idx="801">
                  <c:v>44306</c:v>
                </c:pt>
                <c:pt idx="802">
                  <c:v>44307</c:v>
                </c:pt>
                <c:pt idx="803">
                  <c:v>44308</c:v>
                </c:pt>
                <c:pt idx="804">
                  <c:v>44309</c:v>
                </c:pt>
                <c:pt idx="805">
                  <c:v>44312</c:v>
                </c:pt>
                <c:pt idx="806">
                  <c:v>44313</c:v>
                </c:pt>
                <c:pt idx="807">
                  <c:v>44314</c:v>
                </c:pt>
                <c:pt idx="808">
                  <c:v>44315</c:v>
                </c:pt>
                <c:pt idx="809">
                  <c:v>44316</c:v>
                </c:pt>
                <c:pt idx="810">
                  <c:v>44319</c:v>
                </c:pt>
                <c:pt idx="811">
                  <c:v>44320</c:v>
                </c:pt>
                <c:pt idx="812">
                  <c:v>44321</c:v>
                </c:pt>
                <c:pt idx="813">
                  <c:v>44322</c:v>
                </c:pt>
                <c:pt idx="814">
                  <c:v>44323</c:v>
                </c:pt>
                <c:pt idx="815">
                  <c:v>44326</c:v>
                </c:pt>
                <c:pt idx="816">
                  <c:v>44327</c:v>
                </c:pt>
                <c:pt idx="817">
                  <c:v>44333</c:v>
                </c:pt>
                <c:pt idx="818">
                  <c:v>44334</c:v>
                </c:pt>
                <c:pt idx="819">
                  <c:v>44335</c:v>
                </c:pt>
                <c:pt idx="820">
                  <c:v>44336</c:v>
                </c:pt>
                <c:pt idx="821">
                  <c:v>44337</c:v>
                </c:pt>
                <c:pt idx="822">
                  <c:v>44340</c:v>
                </c:pt>
                <c:pt idx="823">
                  <c:v>44341</c:v>
                </c:pt>
                <c:pt idx="824">
                  <c:v>44343</c:v>
                </c:pt>
                <c:pt idx="825">
                  <c:v>44344</c:v>
                </c:pt>
                <c:pt idx="826">
                  <c:v>44347</c:v>
                </c:pt>
                <c:pt idx="827">
                  <c:v>44349</c:v>
                </c:pt>
                <c:pt idx="828">
                  <c:v>44350</c:v>
                </c:pt>
                <c:pt idx="829">
                  <c:v>44351</c:v>
                </c:pt>
                <c:pt idx="830">
                  <c:v>44354</c:v>
                </c:pt>
                <c:pt idx="831">
                  <c:v>44355</c:v>
                </c:pt>
                <c:pt idx="832">
                  <c:v>44356</c:v>
                </c:pt>
                <c:pt idx="833">
                  <c:v>44357</c:v>
                </c:pt>
                <c:pt idx="834">
                  <c:v>44358</c:v>
                </c:pt>
                <c:pt idx="835">
                  <c:v>44361</c:v>
                </c:pt>
                <c:pt idx="836">
                  <c:v>44362</c:v>
                </c:pt>
                <c:pt idx="837">
                  <c:v>44363</c:v>
                </c:pt>
                <c:pt idx="838">
                  <c:v>44364</c:v>
                </c:pt>
                <c:pt idx="839">
                  <c:v>44365</c:v>
                </c:pt>
                <c:pt idx="840">
                  <c:v>44368</c:v>
                </c:pt>
                <c:pt idx="841">
                  <c:v>44369</c:v>
                </c:pt>
                <c:pt idx="842">
                  <c:v>44370</c:v>
                </c:pt>
                <c:pt idx="843">
                  <c:v>44371</c:v>
                </c:pt>
                <c:pt idx="844">
                  <c:v>44372</c:v>
                </c:pt>
                <c:pt idx="845">
                  <c:v>44375</c:v>
                </c:pt>
                <c:pt idx="846">
                  <c:v>44376</c:v>
                </c:pt>
                <c:pt idx="847">
                  <c:v>44377</c:v>
                </c:pt>
                <c:pt idx="848">
                  <c:v>44378</c:v>
                </c:pt>
                <c:pt idx="849">
                  <c:v>44379</c:v>
                </c:pt>
                <c:pt idx="850">
                  <c:v>44382</c:v>
                </c:pt>
                <c:pt idx="851">
                  <c:v>44383</c:v>
                </c:pt>
                <c:pt idx="852">
                  <c:v>44384</c:v>
                </c:pt>
                <c:pt idx="853">
                  <c:v>44385</c:v>
                </c:pt>
                <c:pt idx="854">
                  <c:v>44386</c:v>
                </c:pt>
                <c:pt idx="855">
                  <c:v>44389</c:v>
                </c:pt>
                <c:pt idx="856">
                  <c:v>44390</c:v>
                </c:pt>
                <c:pt idx="857">
                  <c:v>44391</c:v>
                </c:pt>
                <c:pt idx="858">
                  <c:v>44392</c:v>
                </c:pt>
                <c:pt idx="859">
                  <c:v>44393</c:v>
                </c:pt>
                <c:pt idx="860">
                  <c:v>44396</c:v>
                </c:pt>
                <c:pt idx="861">
                  <c:v>44398</c:v>
                </c:pt>
                <c:pt idx="862">
                  <c:v>44399</c:v>
                </c:pt>
                <c:pt idx="863">
                  <c:v>44400</c:v>
                </c:pt>
                <c:pt idx="864">
                  <c:v>44403</c:v>
                </c:pt>
                <c:pt idx="865">
                  <c:v>44404</c:v>
                </c:pt>
                <c:pt idx="866">
                  <c:v>44405</c:v>
                </c:pt>
                <c:pt idx="867">
                  <c:v>44406</c:v>
                </c:pt>
                <c:pt idx="868">
                  <c:v>44407</c:v>
                </c:pt>
                <c:pt idx="869">
                  <c:v>44410</c:v>
                </c:pt>
                <c:pt idx="870">
                  <c:v>44411</c:v>
                </c:pt>
                <c:pt idx="871">
                  <c:v>44412</c:v>
                </c:pt>
                <c:pt idx="872">
                  <c:v>44413</c:v>
                </c:pt>
                <c:pt idx="873">
                  <c:v>44414</c:v>
                </c:pt>
                <c:pt idx="874">
                  <c:v>44417</c:v>
                </c:pt>
                <c:pt idx="875">
                  <c:v>44418</c:v>
                </c:pt>
                <c:pt idx="876">
                  <c:v>44420</c:v>
                </c:pt>
                <c:pt idx="877">
                  <c:v>44421</c:v>
                </c:pt>
                <c:pt idx="878">
                  <c:v>44424</c:v>
                </c:pt>
                <c:pt idx="879">
                  <c:v>44426</c:v>
                </c:pt>
                <c:pt idx="880">
                  <c:v>44427</c:v>
                </c:pt>
                <c:pt idx="881">
                  <c:v>44428</c:v>
                </c:pt>
                <c:pt idx="882">
                  <c:v>44431</c:v>
                </c:pt>
                <c:pt idx="883">
                  <c:v>44432</c:v>
                </c:pt>
                <c:pt idx="884">
                  <c:v>44433</c:v>
                </c:pt>
                <c:pt idx="885">
                  <c:v>44434</c:v>
                </c:pt>
                <c:pt idx="886">
                  <c:v>44435</c:v>
                </c:pt>
                <c:pt idx="887">
                  <c:v>44438</c:v>
                </c:pt>
                <c:pt idx="888">
                  <c:v>44439</c:v>
                </c:pt>
                <c:pt idx="889">
                  <c:v>44440</c:v>
                </c:pt>
                <c:pt idx="890">
                  <c:v>44441</c:v>
                </c:pt>
                <c:pt idx="891">
                  <c:v>44442</c:v>
                </c:pt>
                <c:pt idx="892">
                  <c:v>44445</c:v>
                </c:pt>
                <c:pt idx="893">
                  <c:v>44446</c:v>
                </c:pt>
                <c:pt idx="894">
                  <c:v>44447</c:v>
                </c:pt>
                <c:pt idx="895">
                  <c:v>44448</c:v>
                </c:pt>
                <c:pt idx="896">
                  <c:v>44449</c:v>
                </c:pt>
                <c:pt idx="897">
                  <c:v>44452</c:v>
                </c:pt>
                <c:pt idx="898">
                  <c:v>44453</c:v>
                </c:pt>
                <c:pt idx="899">
                  <c:v>44454</c:v>
                </c:pt>
                <c:pt idx="900">
                  <c:v>44455</c:v>
                </c:pt>
                <c:pt idx="901">
                  <c:v>44456</c:v>
                </c:pt>
                <c:pt idx="902">
                  <c:v>44459</c:v>
                </c:pt>
                <c:pt idx="903">
                  <c:v>44460</c:v>
                </c:pt>
                <c:pt idx="904">
                  <c:v>44461</c:v>
                </c:pt>
                <c:pt idx="905">
                  <c:v>44462</c:v>
                </c:pt>
                <c:pt idx="906">
                  <c:v>44463</c:v>
                </c:pt>
                <c:pt idx="907">
                  <c:v>44466</c:v>
                </c:pt>
                <c:pt idx="908">
                  <c:v>44467</c:v>
                </c:pt>
                <c:pt idx="909">
                  <c:v>44468</c:v>
                </c:pt>
                <c:pt idx="910">
                  <c:v>44469</c:v>
                </c:pt>
                <c:pt idx="911">
                  <c:v>44470</c:v>
                </c:pt>
                <c:pt idx="912">
                  <c:v>44473</c:v>
                </c:pt>
                <c:pt idx="913">
                  <c:v>44474</c:v>
                </c:pt>
                <c:pt idx="914">
                  <c:v>44475</c:v>
                </c:pt>
                <c:pt idx="915">
                  <c:v>44476</c:v>
                </c:pt>
                <c:pt idx="916">
                  <c:v>44477</c:v>
                </c:pt>
                <c:pt idx="917">
                  <c:v>44480</c:v>
                </c:pt>
                <c:pt idx="918">
                  <c:v>44481</c:v>
                </c:pt>
                <c:pt idx="919">
                  <c:v>44482</c:v>
                </c:pt>
                <c:pt idx="920">
                  <c:v>44483</c:v>
                </c:pt>
                <c:pt idx="921">
                  <c:v>44484</c:v>
                </c:pt>
                <c:pt idx="922">
                  <c:v>44487</c:v>
                </c:pt>
                <c:pt idx="923">
                  <c:v>44488</c:v>
                </c:pt>
                <c:pt idx="924">
                  <c:v>44490</c:v>
                </c:pt>
                <c:pt idx="925">
                  <c:v>44491</c:v>
                </c:pt>
                <c:pt idx="926">
                  <c:v>44494</c:v>
                </c:pt>
                <c:pt idx="927">
                  <c:v>44495</c:v>
                </c:pt>
                <c:pt idx="928">
                  <c:v>44496</c:v>
                </c:pt>
                <c:pt idx="929">
                  <c:v>44497</c:v>
                </c:pt>
                <c:pt idx="930">
                  <c:v>44498</c:v>
                </c:pt>
                <c:pt idx="931">
                  <c:v>44501</c:v>
                </c:pt>
                <c:pt idx="932">
                  <c:v>44502</c:v>
                </c:pt>
                <c:pt idx="933">
                  <c:v>44503</c:v>
                </c:pt>
                <c:pt idx="934">
                  <c:v>44504</c:v>
                </c:pt>
                <c:pt idx="935">
                  <c:v>44505</c:v>
                </c:pt>
                <c:pt idx="936">
                  <c:v>44508</c:v>
                </c:pt>
                <c:pt idx="937">
                  <c:v>44509</c:v>
                </c:pt>
                <c:pt idx="938">
                  <c:v>44510</c:v>
                </c:pt>
                <c:pt idx="939">
                  <c:v>44511</c:v>
                </c:pt>
                <c:pt idx="940">
                  <c:v>44512</c:v>
                </c:pt>
                <c:pt idx="941">
                  <c:v>44515</c:v>
                </c:pt>
                <c:pt idx="942">
                  <c:v>44516</c:v>
                </c:pt>
                <c:pt idx="943">
                  <c:v>44517</c:v>
                </c:pt>
                <c:pt idx="944">
                  <c:v>44518</c:v>
                </c:pt>
                <c:pt idx="945">
                  <c:v>44519</c:v>
                </c:pt>
                <c:pt idx="946">
                  <c:v>44522</c:v>
                </c:pt>
                <c:pt idx="947">
                  <c:v>44523</c:v>
                </c:pt>
                <c:pt idx="948">
                  <c:v>44524</c:v>
                </c:pt>
                <c:pt idx="949">
                  <c:v>44525</c:v>
                </c:pt>
                <c:pt idx="950">
                  <c:v>44526</c:v>
                </c:pt>
                <c:pt idx="951">
                  <c:v>44529</c:v>
                </c:pt>
                <c:pt idx="952">
                  <c:v>44530</c:v>
                </c:pt>
                <c:pt idx="953">
                  <c:v>44531</c:v>
                </c:pt>
                <c:pt idx="954">
                  <c:v>44532</c:v>
                </c:pt>
                <c:pt idx="955">
                  <c:v>44533</c:v>
                </c:pt>
                <c:pt idx="956">
                  <c:v>44536</c:v>
                </c:pt>
                <c:pt idx="957">
                  <c:v>44537</c:v>
                </c:pt>
                <c:pt idx="958">
                  <c:v>44538</c:v>
                </c:pt>
                <c:pt idx="959">
                  <c:v>44539</c:v>
                </c:pt>
                <c:pt idx="960">
                  <c:v>44540</c:v>
                </c:pt>
                <c:pt idx="961">
                  <c:v>44543</c:v>
                </c:pt>
                <c:pt idx="962">
                  <c:v>44544</c:v>
                </c:pt>
                <c:pt idx="963">
                  <c:v>44545</c:v>
                </c:pt>
                <c:pt idx="964">
                  <c:v>44546</c:v>
                </c:pt>
                <c:pt idx="965">
                  <c:v>44547</c:v>
                </c:pt>
                <c:pt idx="966">
                  <c:v>44550</c:v>
                </c:pt>
                <c:pt idx="967">
                  <c:v>44551</c:v>
                </c:pt>
                <c:pt idx="968">
                  <c:v>44552</c:v>
                </c:pt>
                <c:pt idx="969">
                  <c:v>44553</c:v>
                </c:pt>
                <c:pt idx="970">
                  <c:v>44554</c:v>
                </c:pt>
                <c:pt idx="971">
                  <c:v>44557</c:v>
                </c:pt>
                <c:pt idx="972">
                  <c:v>44558</c:v>
                </c:pt>
                <c:pt idx="973">
                  <c:v>44559</c:v>
                </c:pt>
                <c:pt idx="974">
                  <c:v>44560</c:v>
                </c:pt>
                <c:pt idx="975">
                  <c:v>44561</c:v>
                </c:pt>
                <c:pt idx="976">
                  <c:v>44564</c:v>
                </c:pt>
                <c:pt idx="977">
                  <c:v>44565</c:v>
                </c:pt>
                <c:pt idx="978">
                  <c:v>44566</c:v>
                </c:pt>
                <c:pt idx="979">
                  <c:v>44567</c:v>
                </c:pt>
                <c:pt idx="980">
                  <c:v>44568</c:v>
                </c:pt>
                <c:pt idx="981">
                  <c:v>44571</c:v>
                </c:pt>
                <c:pt idx="982">
                  <c:v>44572</c:v>
                </c:pt>
                <c:pt idx="983">
                  <c:v>44573</c:v>
                </c:pt>
                <c:pt idx="984">
                  <c:v>44574</c:v>
                </c:pt>
                <c:pt idx="985">
                  <c:v>44575</c:v>
                </c:pt>
                <c:pt idx="986">
                  <c:v>44578</c:v>
                </c:pt>
                <c:pt idx="987">
                  <c:v>44579</c:v>
                </c:pt>
                <c:pt idx="988">
                  <c:v>44580</c:v>
                </c:pt>
                <c:pt idx="989">
                  <c:v>44581</c:v>
                </c:pt>
                <c:pt idx="990">
                  <c:v>44582</c:v>
                </c:pt>
                <c:pt idx="991">
                  <c:v>44585</c:v>
                </c:pt>
                <c:pt idx="992">
                  <c:v>44586</c:v>
                </c:pt>
                <c:pt idx="993">
                  <c:v>44587</c:v>
                </c:pt>
                <c:pt idx="994">
                  <c:v>44588</c:v>
                </c:pt>
                <c:pt idx="995">
                  <c:v>44589</c:v>
                </c:pt>
                <c:pt idx="996">
                  <c:v>44592</c:v>
                </c:pt>
                <c:pt idx="997">
                  <c:v>44594</c:v>
                </c:pt>
                <c:pt idx="998">
                  <c:v>44595</c:v>
                </c:pt>
                <c:pt idx="999">
                  <c:v>44596</c:v>
                </c:pt>
                <c:pt idx="1000">
                  <c:v>44599</c:v>
                </c:pt>
                <c:pt idx="1001">
                  <c:v>44600</c:v>
                </c:pt>
                <c:pt idx="1002">
                  <c:v>44601</c:v>
                </c:pt>
                <c:pt idx="1003">
                  <c:v>44602</c:v>
                </c:pt>
                <c:pt idx="1004">
                  <c:v>44603</c:v>
                </c:pt>
                <c:pt idx="1005">
                  <c:v>44606</c:v>
                </c:pt>
                <c:pt idx="1006">
                  <c:v>44607</c:v>
                </c:pt>
                <c:pt idx="1007">
                  <c:v>44608</c:v>
                </c:pt>
                <c:pt idx="1008">
                  <c:v>44609</c:v>
                </c:pt>
                <c:pt idx="1009">
                  <c:v>44610</c:v>
                </c:pt>
                <c:pt idx="1010">
                  <c:v>44613</c:v>
                </c:pt>
                <c:pt idx="1011">
                  <c:v>44614</c:v>
                </c:pt>
                <c:pt idx="1012">
                  <c:v>44615</c:v>
                </c:pt>
                <c:pt idx="1013">
                  <c:v>44616</c:v>
                </c:pt>
                <c:pt idx="1014">
                  <c:v>44617</c:v>
                </c:pt>
                <c:pt idx="1015">
                  <c:v>44621</c:v>
                </c:pt>
                <c:pt idx="1016">
                  <c:v>44622</c:v>
                </c:pt>
                <c:pt idx="1017">
                  <c:v>44624</c:v>
                </c:pt>
                <c:pt idx="1018">
                  <c:v>44627</c:v>
                </c:pt>
                <c:pt idx="1019">
                  <c:v>44628</c:v>
                </c:pt>
                <c:pt idx="1020">
                  <c:v>44629</c:v>
                </c:pt>
                <c:pt idx="1021">
                  <c:v>44630</c:v>
                </c:pt>
                <c:pt idx="1022">
                  <c:v>44631</c:v>
                </c:pt>
                <c:pt idx="1023">
                  <c:v>44634</c:v>
                </c:pt>
                <c:pt idx="1024">
                  <c:v>44635</c:v>
                </c:pt>
                <c:pt idx="1025">
                  <c:v>44636</c:v>
                </c:pt>
                <c:pt idx="1026">
                  <c:v>44637</c:v>
                </c:pt>
                <c:pt idx="1027">
                  <c:v>44638</c:v>
                </c:pt>
                <c:pt idx="1028">
                  <c:v>44641</c:v>
                </c:pt>
                <c:pt idx="1029">
                  <c:v>44642</c:v>
                </c:pt>
                <c:pt idx="1030">
                  <c:v>44643</c:v>
                </c:pt>
                <c:pt idx="1031">
                  <c:v>44644</c:v>
                </c:pt>
                <c:pt idx="1032">
                  <c:v>44645</c:v>
                </c:pt>
                <c:pt idx="1033">
                  <c:v>44648</c:v>
                </c:pt>
                <c:pt idx="1034">
                  <c:v>44649</c:v>
                </c:pt>
                <c:pt idx="1035">
                  <c:v>44650</c:v>
                </c:pt>
                <c:pt idx="1036">
                  <c:v>44651</c:v>
                </c:pt>
                <c:pt idx="1037">
                  <c:v>44652</c:v>
                </c:pt>
                <c:pt idx="1038">
                  <c:v>44655</c:v>
                </c:pt>
                <c:pt idx="1039">
                  <c:v>44656</c:v>
                </c:pt>
                <c:pt idx="1040">
                  <c:v>44657</c:v>
                </c:pt>
                <c:pt idx="1041">
                  <c:v>44658</c:v>
                </c:pt>
                <c:pt idx="1042">
                  <c:v>44659</c:v>
                </c:pt>
                <c:pt idx="1043">
                  <c:v>44662</c:v>
                </c:pt>
                <c:pt idx="1044">
                  <c:v>44663</c:v>
                </c:pt>
                <c:pt idx="1045">
                  <c:v>44664</c:v>
                </c:pt>
                <c:pt idx="1046">
                  <c:v>44665</c:v>
                </c:pt>
                <c:pt idx="1047">
                  <c:v>44669</c:v>
                </c:pt>
                <c:pt idx="1048">
                  <c:v>44670</c:v>
                </c:pt>
                <c:pt idx="1049">
                  <c:v>44671</c:v>
                </c:pt>
                <c:pt idx="1050">
                  <c:v>44672</c:v>
                </c:pt>
                <c:pt idx="1051">
                  <c:v>44673</c:v>
                </c:pt>
                <c:pt idx="1052">
                  <c:v>44676</c:v>
                </c:pt>
                <c:pt idx="1053">
                  <c:v>44677</c:v>
                </c:pt>
                <c:pt idx="1054">
                  <c:v>44678</c:v>
                </c:pt>
                <c:pt idx="1055">
                  <c:v>44679</c:v>
                </c:pt>
                <c:pt idx="1056">
                  <c:v>44690</c:v>
                </c:pt>
                <c:pt idx="1057">
                  <c:v>44691</c:v>
                </c:pt>
                <c:pt idx="1058">
                  <c:v>44692</c:v>
                </c:pt>
                <c:pt idx="1059">
                  <c:v>44693</c:v>
                </c:pt>
                <c:pt idx="1060">
                  <c:v>44694</c:v>
                </c:pt>
                <c:pt idx="1061">
                  <c:v>44698</c:v>
                </c:pt>
                <c:pt idx="1062">
                  <c:v>44699</c:v>
                </c:pt>
                <c:pt idx="1063">
                  <c:v>44700</c:v>
                </c:pt>
                <c:pt idx="1064">
                  <c:v>44701</c:v>
                </c:pt>
                <c:pt idx="1065">
                  <c:v>44704</c:v>
                </c:pt>
                <c:pt idx="1066">
                  <c:v>44705</c:v>
                </c:pt>
                <c:pt idx="1067">
                  <c:v>44706</c:v>
                </c:pt>
                <c:pt idx="1068">
                  <c:v>44708</c:v>
                </c:pt>
                <c:pt idx="1069">
                  <c:v>44711</c:v>
                </c:pt>
                <c:pt idx="1070">
                  <c:v>44712</c:v>
                </c:pt>
                <c:pt idx="1071">
                  <c:v>44714</c:v>
                </c:pt>
                <c:pt idx="1072">
                  <c:v>44715</c:v>
                </c:pt>
                <c:pt idx="1073">
                  <c:v>44718</c:v>
                </c:pt>
                <c:pt idx="1074">
                  <c:v>44719</c:v>
                </c:pt>
                <c:pt idx="1075">
                  <c:v>44720</c:v>
                </c:pt>
                <c:pt idx="1076">
                  <c:v>44721</c:v>
                </c:pt>
                <c:pt idx="1077">
                  <c:v>44722</c:v>
                </c:pt>
                <c:pt idx="1078">
                  <c:v>44725</c:v>
                </c:pt>
                <c:pt idx="1079">
                  <c:v>44726</c:v>
                </c:pt>
                <c:pt idx="1080">
                  <c:v>44727</c:v>
                </c:pt>
                <c:pt idx="1081">
                  <c:v>44728</c:v>
                </c:pt>
                <c:pt idx="1082">
                  <c:v>44729</c:v>
                </c:pt>
                <c:pt idx="1083">
                  <c:v>44732</c:v>
                </c:pt>
                <c:pt idx="1084">
                  <c:v>44733</c:v>
                </c:pt>
                <c:pt idx="1085">
                  <c:v>44734</c:v>
                </c:pt>
                <c:pt idx="1086">
                  <c:v>44735</c:v>
                </c:pt>
                <c:pt idx="1087">
                  <c:v>44736</c:v>
                </c:pt>
                <c:pt idx="1088">
                  <c:v>44739</c:v>
                </c:pt>
                <c:pt idx="1089">
                  <c:v>44740</c:v>
                </c:pt>
                <c:pt idx="1090">
                  <c:v>44741</c:v>
                </c:pt>
                <c:pt idx="1091">
                  <c:v>44742</c:v>
                </c:pt>
                <c:pt idx="1092">
                  <c:v>44743</c:v>
                </c:pt>
                <c:pt idx="1093">
                  <c:v>44746</c:v>
                </c:pt>
                <c:pt idx="1094">
                  <c:v>44747</c:v>
                </c:pt>
                <c:pt idx="1095">
                  <c:v>44748</c:v>
                </c:pt>
                <c:pt idx="1096">
                  <c:v>44749</c:v>
                </c:pt>
                <c:pt idx="1097">
                  <c:v>44750</c:v>
                </c:pt>
                <c:pt idx="1098">
                  <c:v>44753</c:v>
                </c:pt>
                <c:pt idx="1099">
                  <c:v>44754</c:v>
                </c:pt>
                <c:pt idx="1100">
                  <c:v>44755</c:v>
                </c:pt>
                <c:pt idx="1101">
                  <c:v>44756</c:v>
                </c:pt>
                <c:pt idx="1102">
                  <c:v>44757</c:v>
                </c:pt>
                <c:pt idx="1103">
                  <c:v>44760</c:v>
                </c:pt>
                <c:pt idx="1104">
                  <c:v>44761</c:v>
                </c:pt>
                <c:pt idx="1105">
                  <c:v>44762</c:v>
                </c:pt>
                <c:pt idx="1106">
                  <c:v>44763</c:v>
                </c:pt>
                <c:pt idx="1107">
                  <c:v>44764</c:v>
                </c:pt>
                <c:pt idx="1108">
                  <c:v>44767</c:v>
                </c:pt>
                <c:pt idx="1109">
                  <c:v>44768</c:v>
                </c:pt>
                <c:pt idx="1110">
                  <c:v>44769</c:v>
                </c:pt>
                <c:pt idx="1111">
                  <c:v>44770</c:v>
                </c:pt>
                <c:pt idx="1112">
                  <c:v>44771</c:v>
                </c:pt>
                <c:pt idx="1113">
                  <c:v>44774</c:v>
                </c:pt>
                <c:pt idx="1114">
                  <c:v>44775</c:v>
                </c:pt>
                <c:pt idx="1115">
                  <c:v>44776</c:v>
                </c:pt>
                <c:pt idx="1116">
                  <c:v>44777</c:v>
                </c:pt>
                <c:pt idx="1117">
                  <c:v>44778</c:v>
                </c:pt>
                <c:pt idx="1118">
                  <c:v>44781</c:v>
                </c:pt>
                <c:pt idx="1119">
                  <c:v>44782</c:v>
                </c:pt>
                <c:pt idx="1120">
                  <c:v>44783</c:v>
                </c:pt>
                <c:pt idx="1121">
                  <c:v>44784</c:v>
                </c:pt>
                <c:pt idx="1122">
                  <c:v>44785</c:v>
                </c:pt>
                <c:pt idx="1123">
                  <c:v>44788</c:v>
                </c:pt>
                <c:pt idx="1124">
                  <c:v>44789</c:v>
                </c:pt>
                <c:pt idx="1125">
                  <c:v>44791</c:v>
                </c:pt>
                <c:pt idx="1126">
                  <c:v>44792</c:v>
                </c:pt>
                <c:pt idx="1127">
                  <c:v>44795</c:v>
                </c:pt>
                <c:pt idx="1128">
                  <c:v>44796</c:v>
                </c:pt>
                <c:pt idx="1129">
                  <c:v>44797</c:v>
                </c:pt>
                <c:pt idx="1130">
                  <c:v>44798</c:v>
                </c:pt>
                <c:pt idx="1131">
                  <c:v>44799</c:v>
                </c:pt>
                <c:pt idx="1132">
                  <c:v>44802</c:v>
                </c:pt>
                <c:pt idx="1133">
                  <c:v>44803</c:v>
                </c:pt>
                <c:pt idx="1134">
                  <c:v>44804</c:v>
                </c:pt>
                <c:pt idx="1135">
                  <c:v>44805</c:v>
                </c:pt>
                <c:pt idx="1136">
                  <c:v>44806</c:v>
                </c:pt>
                <c:pt idx="1137">
                  <c:v>44809</c:v>
                </c:pt>
                <c:pt idx="1138">
                  <c:v>44810</c:v>
                </c:pt>
                <c:pt idx="1139">
                  <c:v>44811</c:v>
                </c:pt>
                <c:pt idx="1140">
                  <c:v>44812</c:v>
                </c:pt>
                <c:pt idx="1141">
                  <c:v>44813</c:v>
                </c:pt>
                <c:pt idx="1142">
                  <c:v>44816</c:v>
                </c:pt>
                <c:pt idx="1143">
                  <c:v>44817</c:v>
                </c:pt>
                <c:pt idx="1144">
                  <c:v>44818</c:v>
                </c:pt>
                <c:pt idx="1145">
                  <c:v>44819</c:v>
                </c:pt>
                <c:pt idx="1146">
                  <c:v>44820</c:v>
                </c:pt>
                <c:pt idx="1147">
                  <c:v>44823</c:v>
                </c:pt>
                <c:pt idx="1148">
                  <c:v>44824</c:v>
                </c:pt>
                <c:pt idx="1149">
                  <c:v>44825</c:v>
                </c:pt>
                <c:pt idx="1150">
                  <c:v>44826</c:v>
                </c:pt>
                <c:pt idx="1151">
                  <c:v>44827</c:v>
                </c:pt>
                <c:pt idx="1152">
                  <c:v>44830</c:v>
                </c:pt>
                <c:pt idx="1153">
                  <c:v>44831</c:v>
                </c:pt>
                <c:pt idx="1154">
                  <c:v>44832</c:v>
                </c:pt>
                <c:pt idx="1155">
                  <c:v>44833</c:v>
                </c:pt>
                <c:pt idx="1156">
                  <c:v>44834</c:v>
                </c:pt>
                <c:pt idx="1157">
                  <c:v>44837</c:v>
                </c:pt>
                <c:pt idx="1158">
                  <c:v>44838</c:v>
                </c:pt>
                <c:pt idx="1159">
                  <c:v>44839</c:v>
                </c:pt>
                <c:pt idx="1160">
                  <c:v>44840</c:v>
                </c:pt>
                <c:pt idx="1161">
                  <c:v>44841</c:v>
                </c:pt>
                <c:pt idx="1162">
                  <c:v>44844</c:v>
                </c:pt>
                <c:pt idx="1163">
                  <c:v>44845</c:v>
                </c:pt>
                <c:pt idx="1164">
                  <c:v>44846</c:v>
                </c:pt>
                <c:pt idx="1165">
                  <c:v>44847</c:v>
                </c:pt>
                <c:pt idx="1166">
                  <c:v>44848</c:v>
                </c:pt>
                <c:pt idx="1167">
                  <c:v>44851</c:v>
                </c:pt>
                <c:pt idx="1168">
                  <c:v>44852</c:v>
                </c:pt>
                <c:pt idx="1169">
                  <c:v>44853</c:v>
                </c:pt>
                <c:pt idx="1170">
                  <c:v>44854</c:v>
                </c:pt>
                <c:pt idx="1171">
                  <c:v>44855</c:v>
                </c:pt>
                <c:pt idx="1172">
                  <c:v>44858</c:v>
                </c:pt>
                <c:pt idx="1173">
                  <c:v>44859</c:v>
                </c:pt>
                <c:pt idx="1174">
                  <c:v>44860</c:v>
                </c:pt>
                <c:pt idx="1175">
                  <c:v>44861</c:v>
                </c:pt>
                <c:pt idx="1176">
                  <c:v>44862</c:v>
                </c:pt>
                <c:pt idx="1177">
                  <c:v>44865</c:v>
                </c:pt>
                <c:pt idx="1178">
                  <c:v>44866</c:v>
                </c:pt>
                <c:pt idx="1179">
                  <c:v>44867</c:v>
                </c:pt>
                <c:pt idx="1180">
                  <c:v>44868</c:v>
                </c:pt>
                <c:pt idx="1181">
                  <c:v>44869</c:v>
                </c:pt>
                <c:pt idx="1182">
                  <c:v>44872</c:v>
                </c:pt>
                <c:pt idx="1183">
                  <c:v>44873</c:v>
                </c:pt>
                <c:pt idx="1184">
                  <c:v>44874</c:v>
                </c:pt>
                <c:pt idx="1185">
                  <c:v>44875</c:v>
                </c:pt>
                <c:pt idx="1186">
                  <c:v>44876</c:v>
                </c:pt>
                <c:pt idx="1187">
                  <c:v>44879</c:v>
                </c:pt>
                <c:pt idx="1188">
                  <c:v>44880</c:v>
                </c:pt>
                <c:pt idx="1189">
                  <c:v>44881</c:v>
                </c:pt>
                <c:pt idx="1190">
                  <c:v>44882</c:v>
                </c:pt>
                <c:pt idx="1191">
                  <c:v>44883</c:v>
                </c:pt>
                <c:pt idx="1192">
                  <c:v>44886</c:v>
                </c:pt>
                <c:pt idx="1193">
                  <c:v>44887</c:v>
                </c:pt>
                <c:pt idx="1194">
                  <c:v>44888</c:v>
                </c:pt>
                <c:pt idx="1195">
                  <c:v>44889</c:v>
                </c:pt>
                <c:pt idx="1196">
                  <c:v>44890</c:v>
                </c:pt>
                <c:pt idx="1197">
                  <c:v>44893</c:v>
                </c:pt>
                <c:pt idx="1198">
                  <c:v>44894</c:v>
                </c:pt>
                <c:pt idx="1199">
                  <c:v>44895</c:v>
                </c:pt>
                <c:pt idx="1200">
                  <c:v>44896</c:v>
                </c:pt>
                <c:pt idx="1201">
                  <c:v>44897</c:v>
                </c:pt>
                <c:pt idx="1202">
                  <c:v>44900</c:v>
                </c:pt>
                <c:pt idx="1203">
                  <c:v>44901</c:v>
                </c:pt>
                <c:pt idx="1204">
                  <c:v>44902</c:v>
                </c:pt>
                <c:pt idx="1205">
                  <c:v>44903</c:v>
                </c:pt>
                <c:pt idx="1206">
                  <c:v>44904</c:v>
                </c:pt>
                <c:pt idx="1207">
                  <c:v>44907</c:v>
                </c:pt>
                <c:pt idx="1208">
                  <c:v>44908</c:v>
                </c:pt>
                <c:pt idx="1209">
                  <c:v>44909</c:v>
                </c:pt>
                <c:pt idx="1210">
                  <c:v>44910</c:v>
                </c:pt>
                <c:pt idx="1211">
                  <c:v>44911</c:v>
                </c:pt>
                <c:pt idx="1212">
                  <c:v>44914</c:v>
                </c:pt>
                <c:pt idx="1213">
                  <c:v>44915</c:v>
                </c:pt>
                <c:pt idx="1214">
                  <c:v>44916</c:v>
                </c:pt>
                <c:pt idx="1215">
                  <c:v>44917</c:v>
                </c:pt>
                <c:pt idx="1216">
                  <c:v>44918</c:v>
                </c:pt>
                <c:pt idx="1217">
                  <c:v>44921</c:v>
                </c:pt>
                <c:pt idx="1218">
                  <c:v>44922</c:v>
                </c:pt>
                <c:pt idx="1219">
                  <c:v>44923</c:v>
                </c:pt>
                <c:pt idx="1220">
                  <c:v>44924</c:v>
                </c:pt>
                <c:pt idx="1221">
                  <c:v>44925</c:v>
                </c:pt>
                <c:pt idx="1222">
                  <c:v>44928</c:v>
                </c:pt>
                <c:pt idx="1223">
                  <c:v>44929</c:v>
                </c:pt>
                <c:pt idx="1224">
                  <c:v>44930</c:v>
                </c:pt>
                <c:pt idx="1225">
                  <c:v>44931</c:v>
                </c:pt>
                <c:pt idx="1226">
                  <c:v>44932</c:v>
                </c:pt>
                <c:pt idx="1227">
                  <c:v>44935</c:v>
                </c:pt>
                <c:pt idx="1228">
                  <c:v>44936</c:v>
                </c:pt>
                <c:pt idx="1229">
                  <c:v>44937</c:v>
                </c:pt>
                <c:pt idx="1230">
                  <c:v>44938</c:v>
                </c:pt>
                <c:pt idx="1231">
                  <c:v>44939</c:v>
                </c:pt>
                <c:pt idx="1232">
                  <c:v>44942</c:v>
                </c:pt>
                <c:pt idx="1233">
                  <c:v>44943</c:v>
                </c:pt>
                <c:pt idx="1234">
                  <c:v>44944</c:v>
                </c:pt>
                <c:pt idx="1235">
                  <c:v>44945</c:v>
                </c:pt>
                <c:pt idx="1236">
                  <c:v>44946</c:v>
                </c:pt>
                <c:pt idx="1237">
                  <c:v>44950</c:v>
                </c:pt>
                <c:pt idx="1238">
                  <c:v>44951</c:v>
                </c:pt>
                <c:pt idx="1239">
                  <c:v>44952</c:v>
                </c:pt>
                <c:pt idx="1240">
                  <c:v>44953</c:v>
                </c:pt>
                <c:pt idx="1241">
                  <c:v>44956</c:v>
                </c:pt>
                <c:pt idx="1242">
                  <c:v>44957</c:v>
                </c:pt>
                <c:pt idx="1243">
                  <c:v>44958</c:v>
                </c:pt>
                <c:pt idx="1244">
                  <c:v>44959</c:v>
                </c:pt>
                <c:pt idx="1245">
                  <c:v>44960</c:v>
                </c:pt>
                <c:pt idx="1246">
                  <c:v>44963</c:v>
                </c:pt>
                <c:pt idx="1247">
                  <c:v>44964</c:v>
                </c:pt>
                <c:pt idx="1248">
                  <c:v>44965</c:v>
                </c:pt>
                <c:pt idx="1249">
                  <c:v>44966</c:v>
                </c:pt>
                <c:pt idx="1250">
                  <c:v>44967</c:v>
                </c:pt>
                <c:pt idx="1251">
                  <c:v>44970</c:v>
                </c:pt>
                <c:pt idx="1252">
                  <c:v>44971</c:v>
                </c:pt>
                <c:pt idx="1253">
                  <c:v>44972</c:v>
                </c:pt>
                <c:pt idx="1254">
                  <c:v>44973</c:v>
                </c:pt>
                <c:pt idx="1255">
                  <c:v>44974</c:v>
                </c:pt>
                <c:pt idx="1256">
                  <c:v>44977</c:v>
                </c:pt>
                <c:pt idx="1257">
                  <c:v>44978</c:v>
                </c:pt>
                <c:pt idx="1258">
                  <c:v>44979</c:v>
                </c:pt>
                <c:pt idx="1259">
                  <c:v>44980</c:v>
                </c:pt>
                <c:pt idx="1260">
                  <c:v>44981</c:v>
                </c:pt>
                <c:pt idx="1261">
                  <c:v>44984</c:v>
                </c:pt>
                <c:pt idx="1262">
                  <c:v>44985</c:v>
                </c:pt>
                <c:pt idx="1263">
                  <c:v>44986</c:v>
                </c:pt>
                <c:pt idx="1264">
                  <c:v>44987</c:v>
                </c:pt>
                <c:pt idx="1265">
                  <c:v>44988</c:v>
                </c:pt>
                <c:pt idx="1266">
                  <c:v>44991</c:v>
                </c:pt>
                <c:pt idx="1267">
                  <c:v>44992</c:v>
                </c:pt>
                <c:pt idx="1268">
                  <c:v>44993</c:v>
                </c:pt>
                <c:pt idx="1269">
                  <c:v>44994</c:v>
                </c:pt>
                <c:pt idx="1270">
                  <c:v>44995</c:v>
                </c:pt>
                <c:pt idx="1271">
                  <c:v>44998</c:v>
                </c:pt>
                <c:pt idx="1272">
                  <c:v>44999</c:v>
                </c:pt>
                <c:pt idx="1273">
                  <c:v>45000</c:v>
                </c:pt>
                <c:pt idx="1274">
                  <c:v>45001</c:v>
                </c:pt>
                <c:pt idx="1275">
                  <c:v>45002</c:v>
                </c:pt>
                <c:pt idx="1276">
                  <c:v>45005</c:v>
                </c:pt>
                <c:pt idx="1277">
                  <c:v>45006</c:v>
                </c:pt>
                <c:pt idx="1278">
                  <c:v>45009</c:v>
                </c:pt>
                <c:pt idx="1279">
                  <c:v>45012</c:v>
                </c:pt>
                <c:pt idx="1280">
                  <c:v>45013</c:v>
                </c:pt>
                <c:pt idx="1281">
                  <c:v>45014</c:v>
                </c:pt>
                <c:pt idx="1282">
                  <c:v>45015</c:v>
                </c:pt>
                <c:pt idx="1283">
                  <c:v>45016</c:v>
                </c:pt>
                <c:pt idx="1284">
                  <c:v>45019</c:v>
                </c:pt>
                <c:pt idx="1285">
                  <c:v>45020</c:v>
                </c:pt>
                <c:pt idx="1286">
                  <c:v>45021</c:v>
                </c:pt>
                <c:pt idx="1287">
                  <c:v>45022</c:v>
                </c:pt>
                <c:pt idx="1288">
                  <c:v>45026</c:v>
                </c:pt>
                <c:pt idx="1289">
                  <c:v>45027</c:v>
                </c:pt>
                <c:pt idx="1290">
                  <c:v>45028</c:v>
                </c:pt>
                <c:pt idx="1291">
                  <c:v>45029</c:v>
                </c:pt>
                <c:pt idx="1292">
                  <c:v>45030</c:v>
                </c:pt>
                <c:pt idx="1293">
                  <c:v>45033</c:v>
                </c:pt>
                <c:pt idx="1294">
                  <c:v>45034</c:v>
                </c:pt>
                <c:pt idx="1295">
                  <c:v>45042</c:v>
                </c:pt>
                <c:pt idx="1296">
                  <c:v>45043</c:v>
                </c:pt>
                <c:pt idx="1297">
                  <c:v>45044</c:v>
                </c:pt>
                <c:pt idx="1298">
                  <c:v>45048</c:v>
                </c:pt>
                <c:pt idx="1299">
                  <c:v>45049</c:v>
                </c:pt>
                <c:pt idx="1300">
                  <c:v>45050</c:v>
                </c:pt>
                <c:pt idx="1301">
                  <c:v>45051</c:v>
                </c:pt>
                <c:pt idx="1302">
                  <c:v>45054</c:v>
                </c:pt>
                <c:pt idx="1303">
                  <c:v>45055</c:v>
                </c:pt>
                <c:pt idx="1304">
                  <c:v>45056</c:v>
                </c:pt>
                <c:pt idx="1305">
                  <c:v>45057</c:v>
                </c:pt>
                <c:pt idx="1306">
                  <c:v>45058</c:v>
                </c:pt>
                <c:pt idx="1307">
                  <c:v>45061</c:v>
                </c:pt>
                <c:pt idx="1308">
                  <c:v>45062</c:v>
                </c:pt>
                <c:pt idx="1309">
                  <c:v>45063</c:v>
                </c:pt>
                <c:pt idx="1310">
                  <c:v>45065</c:v>
                </c:pt>
                <c:pt idx="1311">
                  <c:v>45068</c:v>
                </c:pt>
                <c:pt idx="1312">
                  <c:v>45069</c:v>
                </c:pt>
                <c:pt idx="1313">
                  <c:v>45070</c:v>
                </c:pt>
                <c:pt idx="1314">
                  <c:v>45071</c:v>
                </c:pt>
                <c:pt idx="1315">
                  <c:v>45072</c:v>
                </c:pt>
                <c:pt idx="1316">
                  <c:v>45075</c:v>
                </c:pt>
                <c:pt idx="1317">
                  <c:v>45076</c:v>
                </c:pt>
                <c:pt idx="1318">
                  <c:v>45077</c:v>
                </c:pt>
                <c:pt idx="1319">
                  <c:v>45082</c:v>
                </c:pt>
                <c:pt idx="1320">
                  <c:v>45083</c:v>
                </c:pt>
                <c:pt idx="1321">
                  <c:v>45084</c:v>
                </c:pt>
                <c:pt idx="1322">
                  <c:v>45085</c:v>
                </c:pt>
                <c:pt idx="1323">
                  <c:v>45086</c:v>
                </c:pt>
                <c:pt idx="1324">
                  <c:v>45089</c:v>
                </c:pt>
                <c:pt idx="1325">
                  <c:v>45090</c:v>
                </c:pt>
                <c:pt idx="1326">
                  <c:v>45091</c:v>
                </c:pt>
                <c:pt idx="1327">
                  <c:v>45092</c:v>
                </c:pt>
                <c:pt idx="1328">
                  <c:v>45093</c:v>
                </c:pt>
                <c:pt idx="1329">
                  <c:v>45096</c:v>
                </c:pt>
                <c:pt idx="1330">
                  <c:v>45097</c:v>
                </c:pt>
                <c:pt idx="1331">
                  <c:v>45098</c:v>
                </c:pt>
                <c:pt idx="1332">
                  <c:v>45099</c:v>
                </c:pt>
                <c:pt idx="1333">
                  <c:v>45100</c:v>
                </c:pt>
                <c:pt idx="1334">
                  <c:v>45103</c:v>
                </c:pt>
                <c:pt idx="1335">
                  <c:v>45104</c:v>
                </c:pt>
                <c:pt idx="1336">
                  <c:v>45110</c:v>
                </c:pt>
                <c:pt idx="1337">
                  <c:v>45111</c:v>
                </c:pt>
                <c:pt idx="1338">
                  <c:v>45112</c:v>
                </c:pt>
                <c:pt idx="1339">
                  <c:v>45113</c:v>
                </c:pt>
                <c:pt idx="1340">
                  <c:v>45114</c:v>
                </c:pt>
                <c:pt idx="1341">
                  <c:v>45117</c:v>
                </c:pt>
                <c:pt idx="1342">
                  <c:v>45118</c:v>
                </c:pt>
                <c:pt idx="1343">
                  <c:v>45119</c:v>
                </c:pt>
                <c:pt idx="1344">
                  <c:v>45120</c:v>
                </c:pt>
                <c:pt idx="1345">
                  <c:v>45121</c:v>
                </c:pt>
                <c:pt idx="1346">
                  <c:v>45124</c:v>
                </c:pt>
                <c:pt idx="1347">
                  <c:v>45125</c:v>
                </c:pt>
                <c:pt idx="1348">
                  <c:v>45127</c:v>
                </c:pt>
                <c:pt idx="1349">
                  <c:v>45128</c:v>
                </c:pt>
                <c:pt idx="1350">
                  <c:v>45131</c:v>
                </c:pt>
                <c:pt idx="1351">
                  <c:v>45132</c:v>
                </c:pt>
                <c:pt idx="1352">
                  <c:v>45133</c:v>
                </c:pt>
                <c:pt idx="1353">
                  <c:v>45134</c:v>
                </c:pt>
                <c:pt idx="1354">
                  <c:v>45135</c:v>
                </c:pt>
                <c:pt idx="1355">
                  <c:v>45138</c:v>
                </c:pt>
                <c:pt idx="1356">
                  <c:v>45139</c:v>
                </c:pt>
                <c:pt idx="1357">
                  <c:v>45140</c:v>
                </c:pt>
                <c:pt idx="1358">
                  <c:v>45141</c:v>
                </c:pt>
                <c:pt idx="1359">
                  <c:v>45142</c:v>
                </c:pt>
                <c:pt idx="1360">
                  <c:v>45145</c:v>
                </c:pt>
                <c:pt idx="1361">
                  <c:v>45146</c:v>
                </c:pt>
                <c:pt idx="1362">
                  <c:v>45147</c:v>
                </c:pt>
                <c:pt idx="1363">
                  <c:v>45148</c:v>
                </c:pt>
                <c:pt idx="1364">
                  <c:v>45149</c:v>
                </c:pt>
                <c:pt idx="1365">
                  <c:v>45152</c:v>
                </c:pt>
                <c:pt idx="1366">
                  <c:v>45153</c:v>
                </c:pt>
                <c:pt idx="1367">
                  <c:v>45154</c:v>
                </c:pt>
                <c:pt idx="1368">
                  <c:v>45156</c:v>
                </c:pt>
                <c:pt idx="1369">
                  <c:v>45159</c:v>
                </c:pt>
                <c:pt idx="1370">
                  <c:v>45160</c:v>
                </c:pt>
                <c:pt idx="1371">
                  <c:v>45161</c:v>
                </c:pt>
                <c:pt idx="1372">
                  <c:v>45162</c:v>
                </c:pt>
                <c:pt idx="1373">
                  <c:v>45163</c:v>
                </c:pt>
                <c:pt idx="1374">
                  <c:v>45166</c:v>
                </c:pt>
                <c:pt idx="1375">
                  <c:v>45167</c:v>
                </c:pt>
                <c:pt idx="1376">
                  <c:v>45168</c:v>
                </c:pt>
                <c:pt idx="1377">
                  <c:v>45169</c:v>
                </c:pt>
                <c:pt idx="1378">
                  <c:v>45170</c:v>
                </c:pt>
                <c:pt idx="1379">
                  <c:v>45173</c:v>
                </c:pt>
                <c:pt idx="1380">
                  <c:v>45174</c:v>
                </c:pt>
                <c:pt idx="1381">
                  <c:v>45175</c:v>
                </c:pt>
                <c:pt idx="1382">
                  <c:v>45176</c:v>
                </c:pt>
                <c:pt idx="1383">
                  <c:v>45177</c:v>
                </c:pt>
                <c:pt idx="1384">
                  <c:v>45180</c:v>
                </c:pt>
                <c:pt idx="1385">
                  <c:v>45181</c:v>
                </c:pt>
                <c:pt idx="1386">
                  <c:v>45182</c:v>
                </c:pt>
                <c:pt idx="1387">
                  <c:v>45183</c:v>
                </c:pt>
                <c:pt idx="1388">
                  <c:v>45184</c:v>
                </c:pt>
                <c:pt idx="1389">
                  <c:v>45187</c:v>
                </c:pt>
                <c:pt idx="1390">
                  <c:v>45188</c:v>
                </c:pt>
                <c:pt idx="1391">
                  <c:v>45189</c:v>
                </c:pt>
                <c:pt idx="1392">
                  <c:v>45190</c:v>
                </c:pt>
                <c:pt idx="1393">
                  <c:v>45191</c:v>
                </c:pt>
                <c:pt idx="1394">
                  <c:v>45194</c:v>
                </c:pt>
                <c:pt idx="1395">
                  <c:v>45195</c:v>
                </c:pt>
                <c:pt idx="1396">
                  <c:v>45196</c:v>
                </c:pt>
                <c:pt idx="1397">
                  <c:v>45198</c:v>
                </c:pt>
                <c:pt idx="1398">
                  <c:v>45201</c:v>
                </c:pt>
                <c:pt idx="1399">
                  <c:v>45202</c:v>
                </c:pt>
                <c:pt idx="1400">
                  <c:v>45203</c:v>
                </c:pt>
                <c:pt idx="1401">
                  <c:v>45204</c:v>
                </c:pt>
                <c:pt idx="1402">
                  <c:v>45205</c:v>
                </c:pt>
                <c:pt idx="1403">
                  <c:v>45208</c:v>
                </c:pt>
                <c:pt idx="1404">
                  <c:v>45209</c:v>
                </c:pt>
                <c:pt idx="1405">
                  <c:v>45210</c:v>
                </c:pt>
                <c:pt idx="1406">
                  <c:v>45211</c:v>
                </c:pt>
                <c:pt idx="1407">
                  <c:v>45212</c:v>
                </c:pt>
                <c:pt idx="1408">
                  <c:v>45215</c:v>
                </c:pt>
                <c:pt idx="1409">
                  <c:v>45216</c:v>
                </c:pt>
                <c:pt idx="1410">
                  <c:v>45217</c:v>
                </c:pt>
                <c:pt idx="1411">
                  <c:v>45218</c:v>
                </c:pt>
                <c:pt idx="1412">
                  <c:v>45219</c:v>
                </c:pt>
                <c:pt idx="1413">
                  <c:v>45222</c:v>
                </c:pt>
                <c:pt idx="1414">
                  <c:v>45223</c:v>
                </c:pt>
                <c:pt idx="1415">
                  <c:v>45224</c:v>
                </c:pt>
                <c:pt idx="1416">
                  <c:v>45225</c:v>
                </c:pt>
                <c:pt idx="1417">
                  <c:v>45226</c:v>
                </c:pt>
                <c:pt idx="1418">
                  <c:v>45229</c:v>
                </c:pt>
                <c:pt idx="1419">
                  <c:v>45230</c:v>
                </c:pt>
                <c:pt idx="1420">
                  <c:v>45231</c:v>
                </c:pt>
                <c:pt idx="1421">
                  <c:v>45232</c:v>
                </c:pt>
                <c:pt idx="1422">
                  <c:v>45233</c:v>
                </c:pt>
                <c:pt idx="1423">
                  <c:v>45236</c:v>
                </c:pt>
                <c:pt idx="1424">
                  <c:v>45237</c:v>
                </c:pt>
                <c:pt idx="1425">
                  <c:v>45238</c:v>
                </c:pt>
                <c:pt idx="1426">
                  <c:v>45239</c:v>
                </c:pt>
                <c:pt idx="1427">
                  <c:v>45240</c:v>
                </c:pt>
                <c:pt idx="1428">
                  <c:v>45243</c:v>
                </c:pt>
                <c:pt idx="1429">
                  <c:v>45244</c:v>
                </c:pt>
                <c:pt idx="1430">
                  <c:v>45245</c:v>
                </c:pt>
                <c:pt idx="1431">
                  <c:v>45246</c:v>
                </c:pt>
                <c:pt idx="1432">
                  <c:v>45247</c:v>
                </c:pt>
                <c:pt idx="1433">
                  <c:v>45250</c:v>
                </c:pt>
                <c:pt idx="1434">
                  <c:v>45251</c:v>
                </c:pt>
                <c:pt idx="1435">
                  <c:v>45252</c:v>
                </c:pt>
                <c:pt idx="1436">
                  <c:v>45253</c:v>
                </c:pt>
                <c:pt idx="1437">
                  <c:v>45254</c:v>
                </c:pt>
                <c:pt idx="1438">
                  <c:v>45257</c:v>
                </c:pt>
                <c:pt idx="1439">
                  <c:v>45258</c:v>
                </c:pt>
                <c:pt idx="1440">
                  <c:v>45259</c:v>
                </c:pt>
                <c:pt idx="1441">
                  <c:v>45260</c:v>
                </c:pt>
                <c:pt idx="1442">
                  <c:v>45261</c:v>
                </c:pt>
                <c:pt idx="1443">
                  <c:v>45264</c:v>
                </c:pt>
                <c:pt idx="1444">
                  <c:v>45265</c:v>
                </c:pt>
                <c:pt idx="1445">
                  <c:v>45266</c:v>
                </c:pt>
                <c:pt idx="1446">
                  <c:v>45267</c:v>
                </c:pt>
                <c:pt idx="1447">
                  <c:v>45268</c:v>
                </c:pt>
                <c:pt idx="1448">
                  <c:v>45271</c:v>
                </c:pt>
                <c:pt idx="1449">
                  <c:v>45272</c:v>
                </c:pt>
                <c:pt idx="1450">
                  <c:v>45273</c:v>
                </c:pt>
                <c:pt idx="1451">
                  <c:v>45274</c:v>
                </c:pt>
                <c:pt idx="1452">
                  <c:v>45275</c:v>
                </c:pt>
                <c:pt idx="1453">
                  <c:v>45278</c:v>
                </c:pt>
                <c:pt idx="1454">
                  <c:v>45279</c:v>
                </c:pt>
                <c:pt idx="1455">
                  <c:v>45280</c:v>
                </c:pt>
                <c:pt idx="1456">
                  <c:v>45281</c:v>
                </c:pt>
                <c:pt idx="1457">
                  <c:v>45282</c:v>
                </c:pt>
                <c:pt idx="1458">
                  <c:v>45287</c:v>
                </c:pt>
                <c:pt idx="1459">
                  <c:v>45288</c:v>
                </c:pt>
                <c:pt idx="1460">
                  <c:v>45289</c:v>
                </c:pt>
                <c:pt idx="1461">
                  <c:v>45293</c:v>
                </c:pt>
                <c:pt idx="1462">
                  <c:v>45294</c:v>
                </c:pt>
                <c:pt idx="1463">
                  <c:v>45295</c:v>
                </c:pt>
                <c:pt idx="1464">
                  <c:v>45296</c:v>
                </c:pt>
                <c:pt idx="1465">
                  <c:v>45299</c:v>
                </c:pt>
                <c:pt idx="1466">
                  <c:v>45300</c:v>
                </c:pt>
                <c:pt idx="1467">
                  <c:v>45301</c:v>
                </c:pt>
                <c:pt idx="1468">
                  <c:v>45302</c:v>
                </c:pt>
                <c:pt idx="1469">
                  <c:v>45303</c:v>
                </c:pt>
                <c:pt idx="1470">
                  <c:v>45306</c:v>
                </c:pt>
                <c:pt idx="1471">
                  <c:v>45307</c:v>
                </c:pt>
                <c:pt idx="1472">
                  <c:v>45308</c:v>
                </c:pt>
                <c:pt idx="1473">
                  <c:v>45309</c:v>
                </c:pt>
                <c:pt idx="1474">
                  <c:v>45310</c:v>
                </c:pt>
                <c:pt idx="1475">
                  <c:v>45313</c:v>
                </c:pt>
                <c:pt idx="1476">
                  <c:v>45314</c:v>
                </c:pt>
                <c:pt idx="1477">
                  <c:v>45315</c:v>
                </c:pt>
                <c:pt idx="1478">
                  <c:v>45316</c:v>
                </c:pt>
                <c:pt idx="1479">
                  <c:v>45317</c:v>
                </c:pt>
                <c:pt idx="1480">
                  <c:v>45320</c:v>
                </c:pt>
                <c:pt idx="1481">
                  <c:v>45321</c:v>
                </c:pt>
                <c:pt idx="1482">
                  <c:v>45322</c:v>
                </c:pt>
                <c:pt idx="1483">
                  <c:v>45323</c:v>
                </c:pt>
                <c:pt idx="1484">
                  <c:v>45324</c:v>
                </c:pt>
                <c:pt idx="1485">
                  <c:v>45327</c:v>
                </c:pt>
                <c:pt idx="1486">
                  <c:v>45328</c:v>
                </c:pt>
                <c:pt idx="1487">
                  <c:v>45329</c:v>
                </c:pt>
                <c:pt idx="1488">
                  <c:v>45334</c:v>
                </c:pt>
                <c:pt idx="1489">
                  <c:v>45335</c:v>
                </c:pt>
                <c:pt idx="1490">
                  <c:v>45337</c:v>
                </c:pt>
                <c:pt idx="1491">
                  <c:v>45338</c:v>
                </c:pt>
                <c:pt idx="1492">
                  <c:v>45341</c:v>
                </c:pt>
                <c:pt idx="1493">
                  <c:v>45342</c:v>
                </c:pt>
                <c:pt idx="1494">
                  <c:v>45343</c:v>
                </c:pt>
                <c:pt idx="1495">
                  <c:v>45344</c:v>
                </c:pt>
                <c:pt idx="1496">
                  <c:v>45345</c:v>
                </c:pt>
                <c:pt idx="1497">
                  <c:v>45348</c:v>
                </c:pt>
                <c:pt idx="1498">
                  <c:v>45349</c:v>
                </c:pt>
                <c:pt idx="1499">
                  <c:v>45350</c:v>
                </c:pt>
                <c:pt idx="1500">
                  <c:v>45351</c:v>
                </c:pt>
                <c:pt idx="1501">
                  <c:v>45352</c:v>
                </c:pt>
                <c:pt idx="1502">
                  <c:v>45355</c:v>
                </c:pt>
                <c:pt idx="1503">
                  <c:v>45356</c:v>
                </c:pt>
                <c:pt idx="1504">
                  <c:v>45357</c:v>
                </c:pt>
                <c:pt idx="1505">
                  <c:v>45358</c:v>
                </c:pt>
                <c:pt idx="1506">
                  <c:v>45359</c:v>
                </c:pt>
                <c:pt idx="1507">
                  <c:v>45364</c:v>
                </c:pt>
                <c:pt idx="1508">
                  <c:v>45365</c:v>
                </c:pt>
                <c:pt idx="1509">
                  <c:v>45366</c:v>
                </c:pt>
                <c:pt idx="1510">
                  <c:v>45369</c:v>
                </c:pt>
                <c:pt idx="1511">
                  <c:v>45370</c:v>
                </c:pt>
                <c:pt idx="1512">
                  <c:v>45371</c:v>
                </c:pt>
                <c:pt idx="1513">
                  <c:v>45372</c:v>
                </c:pt>
                <c:pt idx="1514">
                  <c:v>45373</c:v>
                </c:pt>
                <c:pt idx="1515">
                  <c:v>45376</c:v>
                </c:pt>
                <c:pt idx="1516">
                  <c:v>45377</c:v>
                </c:pt>
                <c:pt idx="1517">
                  <c:v>45378</c:v>
                </c:pt>
                <c:pt idx="1518">
                  <c:v>45379</c:v>
                </c:pt>
                <c:pt idx="1519">
                  <c:v>45383</c:v>
                </c:pt>
                <c:pt idx="1520">
                  <c:v>45384</c:v>
                </c:pt>
                <c:pt idx="1521">
                  <c:v>45385</c:v>
                </c:pt>
                <c:pt idx="1522">
                  <c:v>45386</c:v>
                </c:pt>
                <c:pt idx="1523">
                  <c:v>45387</c:v>
                </c:pt>
                <c:pt idx="1524">
                  <c:v>45398</c:v>
                </c:pt>
                <c:pt idx="1525">
                  <c:v>45399</c:v>
                </c:pt>
                <c:pt idx="1526">
                  <c:v>45400</c:v>
                </c:pt>
                <c:pt idx="1527">
                  <c:v>45401</c:v>
                </c:pt>
                <c:pt idx="1528">
                  <c:v>45404</c:v>
                </c:pt>
                <c:pt idx="1529">
                  <c:v>45405</c:v>
                </c:pt>
                <c:pt idx="1530">
                  <c:v>45406</c:v>
                </c:pt>
                <c:pt idx="1531">
                  <c:v>45407</c:v>
                </c:pt>
                <c:pt idx="1532">
                  <c:v>45408</c:v>
                </c:pt>
                <c:pt idx="1533">
                  <c:v>45411</c:v>
                </c:pt>
                <c:pt idx="1534">
                  <c:v>45412</c:v>
                </c:pt>
                <c:pt idx="1535">
                  <c:v>45414</c:v>
                </c:pt>
                <c:pt idx="1536">
                  <c:v>45415</c:v>
                </c:pt>
                <c:pt idx="1537">
                  <c:v>45418</c:v>
                </c:pt>
                <c:pt idx="1538">
                  <c:v>45419</c:v>
                </c:pt>
                <c:pt idx="1539">
                  <c:v>45420</c:v>
                </c:pt>
                <c:pt idx="1540">
                  <c:v>45425</c:v>
                </c:pt>
                <c:pt idx="1541">
                  <c:v>45426</c:v>
                </c:pt>
                <c:pt idx="1542">
                  <c:v>45427</c:v>
                </c:pt>
                <c:pt idx="1543">
                  <c:v>45428</c:v>
                </c:pt>
                <c:pt idx="1544">
                  <c:v>45429</c:v>
                </c:pt>
                <c:pt idx="1545">
                  <c:v>45432</c:v>
                </c:pt>
                <c:pt idx="1546">
                  <c:v>45433</c:v>
                </c:pt>
                <c:pt idx="1547">
                  <c:v>45434</c:v>
                </c:pt>
                <c:pt idx="1548">
                  <c:v>45439</c:v>
                </c:pt>
                <c:pt idx="1549">
                  <c:v>45440</c:v>
                </c:pt>
                <c:pt idx="1550">
                  <c:v>45441</c:v>
                </c:pt>
                <c:pt idx="1551">
                  <c:v>45442</c:v>
                </c:pt>
                <c:pt idx="1552">
                  <c:v>45443</c:v>
                </c:pt>
                <c:pt idx="1553">
                  <c:v>45446</c:v>
                </c:pt>
                <c:pt idx="1554">
                  <c:v>45447</c:v>
                </c:pt>
                <c:pt idx="1555">
                  <c:v>45448</c:v>
                </c:pt>
                <c:pt idx="1556">
                  <c:v>45449</c:v>
                </c:pt>
                <c:pt idx="1557">
                  <c:v>45450</c:v>
                </c:pt>
                <c:pt idx="1558">
                  <c:v>45453</c:v>
                </c:pt>
                <c:pt idx="1559">
                  <c:v>45454</c:v>
                </c:pt>
                <c:pt idx="1560">
                  <c:v>45455</c:v>
                </c:pt>
                <c:pt idx="1561">
                  <c:v>45456</c:v>
                </c:pt>
                <c:pt idx="1562">
                  <c:v>45457</c:v>
                </c:pt>
                <c:pt idx="1563">
                  <c:v>45462</c:v>
                </c:pt>
                <c:pt idx="1564">
                  <c:v>45463</c:v>
                </c:pt>
                <c:pt idx="1565">
                  <c:v>45464</c:v>
                </c:pt>
                <c:pt idx="1566">
                  <c:v>45467</c:v>
                </c:pt>
                <c:pt idx="1567">
                  <c:v>45468</c:v>
                </c:pt>
                <c:pt idx="1568">
                  <c:v>45469</c:v>
                </c:pt>
                <c:pt idx="1569">
                  <c:v>45470</c:v>
                </c:pt>
                <c:pt idx="1570">
                  <c:v>45471</c:v>
                </c:pt>
                <c:pt idx="1571">
                  <c:v>45474</c:v>
                </c:pt>
                <c:pt idx="1572">
                  <c:v>45475</c:v>
                </c:pt>
                <c:pt idx="1573">
                  <c:v>45476</c:v>
                </c:pt>
                <c:pt idx="1574">
                  <c:v>45477</c:v>
                </c:pt>
                <c:pt idx="1575">
                  <c:v>45478</c:v>
                </c:pt>
                <c:pt idx="1576">
                  <c:v>45481</c:v>
                </c:pt>
                <c:pt idx="1577">
                  <c:v>45482</c:v>
                </c:pt>
                <c:pt idx="1578">
                  <c:v>45483</c:v>
                </c:pt>
                <c:pt idx="1579">
                  <c:v>45484</c:v>
                </c:pt>
                <c:pt idx="1580">
                  <c:v>45485</c:v>
                </c:pt>
                <c:pt idx="1581">
                  <c:v>45488</c:v>
                </c:pt>
                <c:pt idx="1582">
                  <c:v>45489</c:v>
                </c:pt>
                <c:pt idx="1583">
                  <c:v>45490</c:v>
                </c:pt>
                <c:pt idx="1584">
                  <c:v>45491</c:v>
                </c:pt>
                <c:pt idx="1585">
                  <c:v>45492</c:v>
                </c:pt>
                <c:pt idx="1586">
                  <c:v>45495</c:v>
                </c:pt>
                <c:pt idx="1587">
                  <c:v>45496</c:v>
                </c:pt>
                <c:pt idx="1588">
                  <c:v>45497</c:v>
                </c:pt>
                <c:pt idx="1589">
                  <c:v>45498</c:v>
                </c:pt>
                <c:pt idx="1590">
                  <c:v>45499</c:v>
                </c:pt>
                <c:pt idx="1591">
                  <c:v>45502</c:v>
                </c:pt>
                <c:pt idx="1592">
                  <c:v>45503</c:v>
                </c:pt>
                <c:pt idx="1593">
                  <c:v>45504</c:v>
                </c:pt>
                <c:pt idx="1594">
                  <c:v>45505</c:v>
                </c:pt>
                <c:pt idx="1595">
                  <c:v>45506</c:v>
                </c:pt>
                <c:pt idx="1596">
                  <c:v>45509</c:v>
                </c:pt>
                <c:pt idx="1597">
                  <c:v>45510</c:v>
                </c:pt>
                <c:pt idx="1598">
                  <c:v>45511</c:v>
                </c:pt>
                <c:pt idx="1599">
                  <c:v>45512</c:v>
                </c:pt>
                <c:pt idx="1600">
                  <c:v>45513</c:v>
                </c:pt>
                <c:pt idx="1601">
                  <c:v>45516</c:v>
                </c:pt>
                <c:pt idx="1602">
                  <c:v>45517</c:v>
                </c:pt>
                <c:pt idx="1603">
                  <c:v>45518</c:v>
                </c:pt>
                <c:pt idx="1604">
                  <c:v>45519</c:v>
                </c:pt>
                <c:pt idx="1605">
                  <c:v>45520</c:v>
                </c:pt>
                <c:pt idx="1606">
                  <c:v>45523</c:v>
                </c:pt>
                <c:pt idx="1607">
                  <c:v>45524</c:v>
                </c:pt>
                <c:pt idx="1608">
                  <c:v>45525</c:v>
                </c:pt>
                <c:pt idx="1609">
                  <c:v>45526</c:v>
                </c:pt>
                <c:pt idx="1610">
                  <c:v>45527</c:v>
                </c:pt>
                <c:pt idx="1611">
                  <c:v>45530</c:v>
                </c:pt>
                <c:pt idx="1612">
                  <c:v>45531</c:v>
                </c:pt>
                <c:pt idx="1613">
                  <c:v>45532</c:v>
                </c:pt>
                <c:pt idx="1614">
                  <c:v>45533</c:v>
                </c:pt>
                <c:pt idx="1615">
                  <c:v>45534</c:v>
                </c:pt>
                <c:pt idx="1616">
                  <c:v>45537</c:v>
                </c:pt>
                <c:pt idx="1617">
                  <c:v>45538</c:v>
                </c:pt>
                <c:pt idx="1618">
                  <c:v>45539</c:v>
                </c:pt>
                <c:pt idx="1619">
                  <c:v>45540</c:v>
                </c:pt>
                <c:pt idx="1620">
                  <c:v>45541</c:v>
                </c:pt>
                <c:pt idx="1621">
                  <c:v>45544</c:v>
                </c:pt>
                <c:pt idx="1622">
                  <c:v>45545</c:v>
                </c:pt>
                <c:pt idx="1623">
                  <c:v>45546</c:v>
                </c:pt>
                <c:pt idx="1624">
                  <c:v>45547</c:v>
                </c:pt>
                <c:pt idx="1625">
                  <c:v>45548</c:v>
                </c:pt>
                <c:pt idx="1626">
                  <c:v>45552</c:v>
                </c:pt>
                <c:pt idx="1627">
                  <c:v>45553</c:v>
                </c:pt>
                <c:pt idx="1628">
                  <c:v>45554</c:v>
                </c:pt>
                <c:pt idx="1629">
                  <c:v>45555</c:v>
                </c:pt>
                <c:pt idx="1630">
                  <c:v>45558</c:v>
                </c:pt>
                <c:pt idx="1631">
                  <c:v>45559</c:v>
                </c:pt>
                <c:pt idx="1632">
                  <c:v>45560</c:v>
                </c:pt>
                <c:pt idx="1633">
                  <c:v>45561</c:v>
                </c:pt>
                <c:pt idx="1634">
                  <c:v>45562</c:v>
                </c:pt>
                <c:pt idx="1635">
                  <c:v>45565</c:v>
                </c:pt>
                <c:pt idx="1636">
                  <c:v>45566</c:v>
                </c:pt>
                <c:pt idx="1637">
                  <c:v>45567</c:v>
                </c:pt>
                <c:pt idx="1638">
                  <c:v>45568</c:v>
                </c:pt>
                <c:pt idx="1639">
                  <c:v>45569</c:v>
                </c:pt>
                <c:pt idx="1640">
                  <c:v>45572</c:v>
                </c:pt>
                <c:pt idx="1641">
                  <c:v>45573</c:v>
                </c:pt>
                <c:pt idx="1642">
                  <c:v>45574</c:v>
                </c:pt>
                <c:pt idx="1643">
                  <c:v>45575</c:v>
                </c:pt>
                <c:pt idx="1644">
                  <c:v>45576</c:v>
                </c:pt>
                <c:pt idx="1645">
                  <c:v>45579</c:v>
                </c:pt>
                <c:pt idx="1646">
                  <c:v>45580</c:v>
                </c:pt>
                <c:pt idx="1647">
                  <c:v>45581</c:v>
                </c:pt>
                <c:pt idx="1648">
                  <c:v>45582</c:v>
                </c:pt>
                <c:pt idx="1649">
                  <c:v>45583</c:v>
                </c:pt>
                <c:pt idx="1650">
                  <c:v>45586</c:v>
                </c:pt>
                <c:pt idx="1651">
                  <c:v>45587</c:v>
                </c:pt>
                <c:pt idx="1652">
                  <c:v>45588</c:v>
                </c:pt>
                <c:pt idx="1653">
                  <c:v>45589</c:v>
                </c:pt>
                <c:pt idx="1654">
                  <c:v>45590</c:v>
                </c:pt>
                <c:pt idx="1655">
                  <c:v>45593</c:v>
                </c:pt>
                <c:pt idx="1656">
                  <c:v>45594</c:v>
                </c:pt>
                <c:pt idx="1657">
                  <c:v>45595</c:v>
                </c:pt>
                <c:pt idx="1658">
                  <c:v>45596</c:v>
                </c:pt>
                <c:pt idx="1659">
                  <c:v>45597</c:v>
                </c:pt>
                <c:pt idx="1660">
                  <c:v>45600</c:v>
                </c:pt>
                <c:pt idx="1661">
                  <c:v>45601</c:v>
                </c:pt>
                <c:pt idx="1662">
                  <c:v>45602</c:v>
                </c:pt>
                <c:pt idx="1663">
                  <c:v>45603</c:v>
                </c:pt>
                <c:pt idx="1664">
                  <c:v>45604</c:v>
                </c:pt>
                <c:pt idx="1665">
                  <c:v>45607</c:v>
                </c:pt>
                <c:pt idx="1666">
                  <c:v>45608</c:v>
                </c:pt>
                <c:pt idx="1667">
                  <c:v>45609</c:v>
                </c:pt>
                <c:pt idx="1668">
                  <c:v>45610</c:v>
                </c:pt>
                <c:pt idx="1669">
                  <c:v>45611</c:v>
                </c:pt>
                <c:pt idx="1670">
                  <c:v>45614</c:v>
                </c:pt>
                <c:pt idx="1671">
                  <c:v>45615</c:v>
                </c:pt>
                <c:pt idx="1672">
                  <c:v>45616</c:v>
                </c:pt>
                <c:pt idx="1673">
                  <c:v>45617</c:v>
                </c:pt>
                <c:pt idx="1674">
                  <c:v>45618</c:v>
                </c:pt>
                <c:pt idx="1675">
                  <c:v>45621</c:v>
                </c:pt>
                <c:pt idx="1676">
                  <c:v>45622</c:v>
                </c:pt>
                <c:pt idx="1677">
                  <c:v>45623</c:v>
                </c:pt>
                <c:pt idx="1678">
                  <c:v>45624</c:v>
                </c:pt>
                <c:pt idx="1679">
                  <c:v>45625</c:v>
                </c:pt>
                <c:pt idx="1680">
                  <c:v>45628</c:v>
                </c:pt>
                <c:pt idx="1681">
                  <c:v>45629</c:v>
                </c:pt>
                <c:pt idx="1682">
                  <c:v>45630</c:v>
                </c:pt>
                <c:pt idx="1683">
                  <c:v>45631</c:v>
                </c:pt>
                <c:pt idx="1684">
                  <c:v>45632</c:v>
                </c:pt>
                <c:pt idx="1685">
                  <c:v>45635</c:v>
                </c:pt>
                <c:pt idx="1686">
                  <c:v>45636</c:v>
                </c:pt>
                <c:pt idx="1687">
                  <c:v>45637</c:v>
                </c:pt>
                <c:pt idx="1688">
                  <c:v>45638</c:v>
                </c:pt>
                <c:pt idx="1689">
                  <c:v>45639</c:v>
                </c:pt>
                <c:pt idx="1690">
                  <c:v>45642</c:v>
                </c:pt>
                <c:pt idx="1691">
                  <c:v>45643</c:v>
                </c:pt>
                <c:pt idx="1692">
                  <c:v>45644</c:v>
                </c:pt>
                <c:pt idx="1693">
                  <c:v>45645</c:v>
                </c:pt>
                <c:pt idx="1694">
                  <c:v>45646</c:v>
                </c:pt>
                <c:pt idx="1695">
                  <c:v>45649</c:v>
                </c:pt>
                <c:pt idx="1696">
                  <c:v>45650</c:v>
                </c:pt>
                <c:pt idx="1697">
                  <c:v>45651</c:v>
                </c:pt>
                <c:pt idx="1698">
                  <c:v>45652</c:v>
                </c:pt>
                <c:pt idx="1699">
                  <c:v>45653</c:v>
                </c:pt>
                <c:pt idx="1700">
                  <c:v>45656</c:v>
                </c:pt>
                <c:pt idx="1701">
                  <c:v>45657</c:v>
                </c:pt>
                <c:pt idx="1702">
                  <c:v>45658</c:v>
                </c:pt>
                <c:pt idx="1703">
                  <c:v>45659</c:v>
                </c:pt>
                <c:pt idx="1704">
                  <c:v>45660</c:v>
                </c:pt>
                <c:pt idx="1705">
                  <c:v>45663</c:v>
                </c:pt>
                <c:pt idx="1706">
                  <c:v>45664</c:v>
                </c:pt>
                <c:pt idx="1707">
                  <c:v>45665</c:v>
                </c:pt>
                <c:pt idx="1708">
                  <c:v>45666</c:v>
                </c:pt>
                <c:pt idx="1709">
                  <c:v>45667</c:v>
                </c:pt>
                <c:pt idx="1710">
                  <c:v>45670</c:v>
                </c:pt>
                <c:pt idx="1711">
                  <c:v>45671</c:v>
                </c:pt>
                <c:pt idx="1712">
                  <c:v>45672</c:v>
                </c:pt>
                <c:pt idx="1713">
                  <c:v>45673</c:v>
                </c:pt>
                <c:pt idx="1714">
                  <c:v>45674</c:v>
                </c:pt>
                <c:pt idx="1715">
                  <c:v>45677</c:v>
                </c:pt>
                <c:pt idx="1716">
                  <c:v>45678</c:v>
                </c:pt>
                <c:pt idx="1717">
                  <c:v>45679</c:v>
                </c:pt>
                <c:pt idx="1718">
                  <c:v>45680</c:v>
                </c:pt>
                <c:pt idx="1719">
                  <c:v>45681</c:v>
                </c:pt>
                <c:pt idx="1720">
                  <c:v>45684</c:v>
                </c:pt>
                <c:pt idx="1721">
                  <c:v>45685</c:v>
                </c:pt>
                <c:pt idx="1722">
                  <c:v>45686</c:v>
                </c:pt>
                <c:pt idx="1723">
                  <c:v>45687</c:v>
                </c:pt>
                <c:pt idx="1724">
                  <c:v>45688</c:v>
                </c:pt>
                <c:pt idx="1725">
                  <c:v>45691</c:v>
                </c:pt>
                <c:pt idx="1726">
                  <c:v>45692</c:v>
                </c:pt>
                <c:pt idx="1727">
                  <c:v>45693</c:v>
                </c:pt>
                <c:pt idx="1728">
                  <c:v>45694</c:v>
                </c:pt>
                <c:pt idx="1729">
                  <c:v>45695</c:v>
                </c:pt>
                <c:pt idx="1730">
                  <c:v>45698</c:v>
                </c:pt>
                <c:pt idx="1731">
                  <c:v>45699</c:v>
                </c:pt>
                <c:pt idx="1732">
                  <c:v>45700</c:v>
                </c:pt>
                <c:pt idx="1733">
                  <c:v>45701</c:v>
                </c:pt>
                <c:pt idx="1734">
                  <c:v>45702</c:v>
                </c:pt>
                <c:pt idx="1735">
                  <c:v>45705</c:v>
                </c:pt>
                <c:pt idx="1736">
                  <c:v>45706</c:v>
                </c:pt>
                <c:pt idx="1737">
                  <c:v>45707</c:v>
                </c:pt>
                <c:pt idx="1738">
                  <c:v>45708</c:v>
                </c:pt>
                <c:pt idx="1739">
                  <c:v>45709</c:v>
                </c:pt>
                <c:pt idx="1740">
                  <c:v>45712</c:v>
                </c:pt>
                <c:pt idx="1741">
                  <c:v>45713</c:v>
                </c:pt>
                <c:pt idx="1742">
                  <c:v>45714</c:v>
                </c:pt>
                <c:pt idx="1743">
                  <c:v>45715</c:v>
                </c:pt>
                <c:pt idx="1744">
                  <c:v>45716</c:v>
                </c:pt>
                <c:pt idx="1745">
                  <c:v>45719</c:v>
                </c:pt>
                <c:pt idx="1746">
                  <c:v>45720</c:v>
                </c:pt>
                <c:pt idx="1747">
                  <c:v>45721</c:v>
                </c:pt>
                <c:pt idx="1748">
                  <c:v>45722</c:v>
                </c:pt>
                <c:pt idx="1749">
                  <c:v>45723</c:v>
                </c:pt>
                <c:pt idx="1750">
                  <c:v>45726</c:v>
                </c:pt>
                <c:pt idx="1751">
                  <c:v>45727</c:v>
                </c:pt>
                <c:pt idx="1752">
                  <c:v>45728</c:v>
                </c:pt>
                <c:pt idx="1753">
                  <c:v>45729</c:v>
                </c:pt>
                <c:pt idx="1754">
                  <c:v>45730</c:v>
                </c:pt>
                <c:pt idx="1755">
                  <c:v>45733</c:v>
                </c:pt>
                <c:pt idx="1756">
                  <c:v>45734</c:v>
                </c:pt>
                <c:pt idx="1757">
                  <c:v>45735</c:v>
                </c:pt>
                <c:pt idx="1758">
                  <c:v>45736</c:v>
                </c:pt>
                <c:pt idx="1759">
                  <c:v>45737</c:v>
                </c:pt>
                <c:pt idx="1760">
                  <c:v>45740</c:v>
                </c:pt>
                <c:pt idx="1761">
                  <c:v>45741</c:v>
                </c:pt>
                <c:pt idx="1762">
                  <c:v>45742</c:v>
                </c:pt>
                <c:pt idx="1763">
                  <c:v>45743</c:v>
                </c:pt>
                <c:pt idx="1764">
                  <c:v>45755</c:v>
                </c:pt>
                <c:pt idx="1765">
                  <c:v>45756</c:v>
                </c:pt>
                <c:pt idx="1766">
                  <c:v>45757</c:v>
                </c:pt>
                <c:pt idx="1767">
                  <c:v>45758</c:v>
                </c:pt>
                <c:pt idx="1768">
                  <c:v>45761</c:v>
                </c:pt>
                <c:pt idx="1769">
                  <c:v>45762</c:v>
                </c:pt>
                <c:pt idx="1770">
                  <c:v>45763</c:v>
                </c:pt>
                <c:pt idx="1771">
                  <c:v>45764</c:v>
                </c:pt>
                <c:pt idx="1772">
                  <c:v>45765</c:v>
                </c:pt>
                <c:pt idx="1773">
                  <c:v>45768</c:v>
                </c:pt>
                <c:pt idx="1774">
                  <c:v>45769</c:v>
                </c:pt>
                <c:pt idx="1775">
                  <c:v>45770</c:v>
                </c:pt>
                <c:pt idx="1776">
                  <c:v>45771</c:v>
                </c:pt>
                <c:pt idx="1777">
                  <c:v>45772</c:v>
                </c:pt>
                <c:pt idx="1778">
                  <c:v>45775</c:v>
                </c:pt>
                <c:pt idx="1779">
                  <c:v>45776</c:v>
                </c:pt>
                <c:pt idx="1780">
                  <c:v>45777</c:v>
                </c:pt>
                <c:pt idx="1781">
                  <c:v>45778</c:v>
                </c:pt>
                <c:pt idx="1782">
                  <c:v>45779</c:v>
                </c:pt>
                <c:pt idx="1783">
                  <c:v>45782</c:v>
                </c:pt>
                <c:pt idx="1784">
                  <c:v>45783</c:v>
                </c:pt>
                <c:pt idx="1785">
                  <c:v>45784</c:v>
                </c:pt>
                <c:pt idx="1786">
                  <c:v>45785</c:v>
                </c:pt>
                <c:pt idx="1787">
                  <c:v>45786</c:v>
                </c:pt>
                <c:pt idx="1788">
                  <c:v>45789</c:v>
                </c:pt>
                <c:pt idx="1789">
                  <c:v>45790</c:v>
                </c:pt>
                <c:pt idx="1790">
                  <c:v>45791</c:v>
                </c:pt>
                <c:pt idx="1791">
                  <c:v>45792</c:v>
                </c:pt>
                <c:pt idx="1792">
                  <c:v>45793</c:v>
                </c:pt>
                <c:pt idx="1793">
                  <c:v>45796</c:v>
                </c:pt>
                <c:pt idx="1794">
                  <c:v>45797</c:v>
                </c:pt>
                <c:pt idx="1795">
                  <c:v>45798</c:v>
                </c:pt>
                <c:pt idx="1796">
                  <c:v>45799</c:v>
                </c:pt>
                <c:pt idx="1797">
                  <c:v>45800</c:v>
                </c:pt>
                <c:pt idx="1798">
                  <c:v>45803</c:v>
                </c:pt>
                <c:pt idx="1799">
                  <c:v>45804</c:v>
                </c:pt>
                <c:pt idx="1800">
                  <c:v>45805</c:v>
                </c:pt>
                <c:pt idx="1801">
                  <c:v>45806</c:v>
                </c:pt>
                <c:pt idx="1802">
                  <c:v>45807</c:v>
                </c:pt>
                <c:pt idx="1803">
                  <c:v>45810</c:v>
                </c:pt>
                <c:pt idx="1804">
                  <c:v>45811</c:v>
                </c:pt>
                <c:pt idx="1805">
                  <c:v>45812</c:v>
                </c:pt>
                <c:pt idx="1806">
                  <c:v>45813</c:v>
                </c:pt>
                <c:pt idx="1807">
                  <c:v>45814</c:v>
                </c:pt>
                <c:pt idx="1808">
                  <c:v>45817</c:v>
                </c:pt>
                <c:pt idx="1809">
                  <c:v>45818</c:v>
                </c:pt>
                <c:pt idx="1810">
                  <c:v>45819</c:v>
                </c:pt>
                <c:pt idx="1811">
                  <c:v>45820</c:v>
                </c:pt>
                <c:pt idx="1812">
                  <c:v>45821</c:v>
                </c:pt>
                <c:pt idx="1813">
                  <c:v>45824</c:v>
                </c:pt>
                <c:pt idx="1814">
                  <c:v>45825</c:v>
                </c:pt>
                <c:pt idx="1815">
                  <c:v>45826</c:v>
                </c:pt>
                <c:pt idx="1816">
                  <c:v>45827</c:v>
                </c:pt>
                <c:pt idx="1817">
                  <c:v>45828</c:v>
                </c:pt>
                <c:pt idx="1818">
                  <c:v>45831</c:v>
                </c:pt>
                <c:pt idx="1819">
                  <c:v>45832</c:v>
                </c:pt>
                <c:pt idx="1820">
                  <c:v>45833</c:v>
                </c:pt>
                <c:pt idx="1821">
                  <c:v>45834</c:v>
                </c:pt>
                <c:pt idx="1822">
                  <c:v>45835</c:v>
                </c:pt>
                <c:pt idx="1823">
                  <c:v>45838</c:v>
                </c:pt>
                <c:pt idx="1824">
                  <c:v>45839</c:v>
                </c:pt>
                <c:pt idx="1825">
                  <c:v>45840</c:v>
                </c:pt>
                <c:pt idx="1826">
                  <c:v>45841</c:v>
                </c:pt>
                <c:pt idx="1827">
                  <c:v>45842</c:v>
                </c:pt>
                <c:pt idx="1828">
                  <c:v>45845</c:v>
                </c:pt>
                <c:pt idx="1829">
                  <c:v>45846</c:v>
                </c:pt>
                <c:pt idx="1830">
                  <c:v>45847</c:v>
                </c:pt>
                <c:pt idx="1831">
                  <c:v>45848</c:v>
                </c:pt>
                <c:pt idx="1832">
                  <c:v>45849</c:v>
                </c:pt>
                <c:pt idx="1833">
                  <c:v>45852</c:v>
                </c:pt>
                <c:pt idx="1834">
                  <c:v>45853</c:v>
                </c:pt>
                <c:pt idx="1835">
                  <c:v>45854</c:v>
                </c:pt>
                <c:pt idx="1836">
                  <c:v>45855</c:v>
                </c:pt>
                <c:pt idx="1837">
                  <c:v>45856</c:v>
                </c:pt>
                <c:pt idx="1838">
                  <c:v>45859</c:v>
                </c:pt>
                <c:pt idx="1839">
                  <c:v>45860</c:v>
                </c:pt>
                <c:pt idx="1840">
                  <c:v>45861</c:v>
                </c:pt>
                <c:pt idx="1841">
                  <c:v>45862</c:v>
                </c:pt>
                <c:pt idx="1842">
                  <c:v>45863</c:v>
                </c:pt>
                <c:pt idx="1843">
                  <c:v>45866</c:v>
                </c:pt>
                <c:pt idx="1844">
                  <c:v>45867</c:v>
                </c:pt>
                <c:pt idx="1845">
                  <c:v>45868</c:v>
                </c:pt>
                <c:pt idx="1846">
                  <c:v>45869</c:v>
                </c:pt>
                <c:pt idx="1847">
                  <c:v>45870</c:v>
                </c:pt>
                <c:pt idx="1848">
                  <c:v>45873</c:v>
                </c:pt>
                <c:pt idx="1849">
                  <c:v>45874</c:v>
                </c:pt>
                <c:pt idx="1850">
                  <c:v>45875</c:v>
                </c:pt>
                <c:pt idx="1851">
                  <c:v>45876</c:v>
                </c:pt>
                <c:pt idx="1852">
                  <c:v>45877</c:v>
                </c:pt>
                <c:pt idx="1853">
                  <c:v>45880</c:v>
                </c:pt>
                <c:pt idx="1854">
                  <c:v>45881</c:v>
                </c:pt>
                <c:pt idx="1855">
                  <c:v>45882</c:v>
                </c:pt>
                <c:pt idx="1856">
                  <c:v>45883</c:v>
                </c:pt>
                <c:pt idx="1857">
                  <c:v>45884</c:v>
                </c:pt>
                <c:pt idx="1858">
                  <c:v>45887</c:v>
                </c:pt>
                <c:pt idx="1859">
                  <c:v>45888</c:v>
                </c:pt>
                <c:pt idx="1860">
                  <c:v>45889</c:v>
                </c:pt>
                <c:pt idx="1861">
                  <c:v>45890</c:v>
                </c:pt>
                <c:pt idx="1862">
                  <c:v>45891</c:v>
                </c:pt>
                <c:pt idx="1863">
                  <c:v>45894</c:v>
                </c:pt>
                <c:pt idx="1864">
                  <c:v>45895</c:v>
                </c:pt>
                <c:pt idx="1865">
                  <c:v>45896</c:v>
                </c:pt>
                <c:pt idx="1866">
                  <c:v>45897</c:v>
                </c:pt>
                <c:pt idx="1867">
                  <c:v>45898</c:v>
                </c:pt>
                <c:pt idx="1868">
                  <c:v>45901</c:v>
                </c:pt>
                <c:pt idx="1869">
                  <c:v>45902</c:v>
                </c:pt>
                <c:pt idx="1870">
                  <c:v>45903</c:v>
                </c:pt>
                <c:pt idx="1871">
                  <c:v>45904</c:v>
                </c:pt>
                <c:pt idx="1872">
                  <c:v>45905</c:v>
                </c:pt>
                <c:pt idx="1873">
                  <c:v>45908</c:v>
                </c:pt>
                <c:pt idx="1874">
                  <c:v>45909</c:v>
                </c:pt>
                <c:pt idx="1875">
                  <c:v>45910</c:v>
                </c:pt>
                <c:pt idx="1876">
                  <c:v>45911</c:v>
                </c:pt>
                <c:pt idx="1877">
                  <c:v>45912</c:v>
                </c:pt>
                <c:pt idx="1878">
                  <c:v>45915</c:v>
                </c:pt>
                <c:pt idx="1879">
                  <c:v>45916</c:v>
                </c:pt>
                <c:pt idx="1880">
                  <c:v>45917</c:v>
                </c:pt>
                <c:pt idx="1881">
                  <c:v>45918</c:v>
                </c:pt>
                <c:pt idx="1882">
                  <c:v>45919</c:v>
                </c:pt>
                <c:pt idx="1883">
                  <c:v>45922</c:v>
                </c:pt>
                <c:pt idx="1884">
                  <c:v>45923</c:v>
                </c:pt>
                <c:pt idx="1885">
                  <c:v>45924</c:v>
                </c:pt>
                <c:pt idx="1886">
                  <c:v>45925</c:v>
                </c:pt>
                <c:pt idx="1887">
                  <c:v>45926</c:v>
                </c:pt>
                <c:pt idx="1888">
                  <c:v>45929</c:v>
                </c:pt>
                <c:pt idx="1889">
                  <c:v>45930</c:v>
                </c:pt>
                <c:pt idx="1890">
                  <c:v>45931</c:v>
                </c:pt>
                <c:pt idx="1891">
                  <c:v>45932</c:v>
                </c:pt>
                <c:pt idx="1892">
                  <c:v>45933</c:v>
                </c:pt>
                <c:pt idx="1893">
                  <c:v>45936</c:v>
                </c:pt>
                <c:pt idx="1894">
                  <c:v>45937</c:v>
                </c:pt>
                <c:pt idx="1895">
                  <c:v>45938</c:v>
                </c:pt>
                <c:pt idx="1896">
                  <c:v>45939</c:v>
                </c:pt>
                <c:pt idx="1897">
                  <c:v>45940</c:v>
                </c:pt>
                <c:pt idx="1898">
                  <c:v>45943</c:v>
                </c:pt>
                <c:pt idx="1899">
                  <c:v>45944</c:v>
                </c:pt>
                <c:pt idx="1900">
                  <c:v>45945</c:v>
                </c:pt>
                <c:pt idx="1901">
                  <c:v>45946</c:v>
                </c:pt>
                <c:pt idx="1902">
                  <c:v>45947</c:v>
                </c:pt>
                <c:pt idx="1903">
                  <c:v>45950</c:v>
                </c:pt>
                <c:pt idx="1904">
                  <c:v>45951</c:v>
                </c:pt>
                <c:pt idx="1905">
                  <c:v>45952</c:v>
                </c:pt>
                <c:pt idx="1906">
                  <c:v>45953</c:v>
                </c:pt>
                <c:pt idx="1907">
                  <c:v>45954</c:v>
                </c:pt>
                <c:pt idx="1908">
                  <c:v>45957</c:v>
                </c:pt>
                <c:pt idx="1909">
                  <c:v>45958</c:v>
                </c:pt>
                <c:pt idx="1910">
                  <c:v>45959</c:v>
                </c:pt>
                <c:pt idx="1911">
                  <c:v>45960</c:v>
                </c:pt>
                <c:pt idx="1912">
                  <c:v>45961</c:v>
                </c:pt>
                <c:pt idx="1913">
                  <c:v>45964</c:v>
                </c:pt>
                <c:pt idx="1914">
                  <c:v>45965</c:v>
                </c:pt>
                <c:pt idx="1915">
                  <c:v>45966</c:v>
                </c:pt>
                <c:pt idx="1916">
                  <c:v>45967</c:v>
                </c:pt>
                <c:pt idx="1917">
                  <c:v>45968</c:v>
                </c:pt>
                <c:pt idx="1918">
                  <c:v>45971</c:v>
                </c:pt>
                <c:pt idx="1919">
                  <c:v>45972</c:v>
                </c:pt>
                <c:pt idx="1920">
                  <c:v>45973</c:v>
                </c:pt>
                <c:pt idx="1921">
                  <c:v>45974</c:v>
                </c:pt>
                <c:pt idx="1922">
                  <c:v>45975</c:v>
                </c:pt>
                <c:pt idx="1923">
                  <c:v>45978</c:v>
                </c:pt>
                <c:pt idx="1924">
                  <c:v>45979</c:v>
                </c:pt>
                <c:pt idx="1925">
                  <c:v>45980</c:v>
                </c:pt>
                <c:pt idx="1926">
                  <c:v>45981</c:v>
                </c:pt>
                <c:pt idx="1927">
                  <c:v>45982</c:v>
                </c:pt>
                <c:pt idx="1928">
                  <c:v>45985</c:v>
                </c:pt>
                <c:pt idx="1929">
                  <c:v>45986</c:v>
                </c:pt>
                <c:pt idx="1930">
                  <c:v>45987</c:v>
                </c:pt>
                <c:pt idx="1931">
                  <c:v>45988</c:v>
                </c:pt>
                <c:pt idx="1932">
                  <c:v>45989</c:v>
                </c:pt>
                <c:pt idx="1933">
                  <c:v>45992</c:v>
                </c:pt>
                <c:pt idx="1934">
                  <c:v>45993</c:v>
                </c:pt>
                <c:pt idx="1935">
                  <c:v>45994</c:v>
                </c:pt>
                <c:pt idx="1936">
                  <c:v>45995</c:v>
                </c:pt>
                <c:pt idx="1937">
                  <c:v>45996</c:v>
                </c:pt>
                <c:pt idx="1938">
                  <c:v>45999</c:v>
                </c:pt>
                <c:pt idx="1939">
                  <c:v>46000</c:v>
                </c:pt>
                <c:pt idx="1940">
                  <c:v>46001</c:v>
                </c:pt>
                <c:pt idx="1941">
                  <c:v>46002</c:v>
                </c:pt>
                <c:pt idx="1942">
                  <c:v>46003</c:v>
                </c:pt>
                <c:pt idx="1943">
                  <c:v>46006</c:v>
                </c:pt>
                <c:pt idx="1944">
                  <c:v>46007</c:v>
                </c:pt>
                <c:pt idx="1945">
                  <c:v>46008</c:v>
                </c:pt>
                <c:pt idx="1946">
                  <c:v>46009</c:v>
                </c:pt>
                <c:pt idx="1947">
                  <c:v>46010</c:v>
                </c:pt>
                <c:pt idx="1948">
                  <c:v>46013</c:v>
                </c:pt>
                <c:pt idx="1949">
                  <c:v>46014</c:v>
                </c:pt>
                <c:pt idx="1950">
                  <c:v>46015</c:v>
                </c:pt>
                <c:pt idx="1951">
                  <c:v>46016</c:v>
                </c:pt>
                <c:pt idx="1952">
                  <c:v>46017</c:v>
                </c:pt>
                <c:pt idx="1953">
                  <c:v>46020</c:v>
                </c:pt>
                <c:pt idx="1954">
                  <c:v>46021</c:v>
                </c:pt>
                <c:pt idx="1955">
                  <c:v>46022</c:v>
                </c:pt>
                <c:pt idx="1956">
                  <c:v>46023</c:v>
                </c:pt>
                <c:pt idx="1957">
                  <c:v>46024</c:v>
                </c:pt>
                <c:pt idx="1958">
                  <c:v>46027</c:v>
                </c:pt>
                <c:pt idx="1959">
                  <c:v>46028</c:v>
                </c:pt>
                <c:pt idx="1960">
                  <c:v>46029</c:v>
                </c:pt>
                <c:pt idx="1961">
                  <c:v>46030</c:v>
                </c:pt>
                <c:pt idx="1962">
                  <c:v>46031</c:v>
                </c:pt>
                <c:pt idx="1963">
                  <c:v>46034</c:v>
                </c:pt>
                <c:pt idx="1964">
                  <c:v>46035</c:v>
                </c:pt>
                <c:pt idx="1965">
                  <c:v>46036</c:v>
                </c:pt>
                <c:pt idx="1966">
                  <c:v>46037</c:v>
                </c:pt>
                <c:pt idx="1967">
                  <c:v>46038</c:v>
                </c:pt>
                <c:pt idx="1968">
                  <c:v>46041</c:v>
                </c:pt>
                <c:pt idx="1969">
                  <c:v>46042</c:v>
                </c:pt>
                <c:pt idx="1970">
                  <c:v>46043</c:v>
                </c:pt>
                <c:pt idx="1971">
                  <c:v>46044</c:v>
                </c:pt>
                <c:pt idx="1972">
                  <c:v>46045</c:v>
                </c:pt>
                <c:pt idx="1973">
                  <c:v>46048</c:v>
                </c:pt>
                <c:pt idx="1974">
                  <c:v>46049</c:v>
                </c:pt>
                <c:pt idx="1975">
                  <c:v>46050</c:v>
                </c:pt>
                <c:pt idx="1976">
                  <c:v>46051</c:v>
                </c:pt>
                <c:pt idx="1977">
                  <c:v>46052</c:v>
                </c:pt>
                <c:pt idx="1978">
                  <c:v>46055</c:v>
                </c:pt>
                <c:pt idx="1979">
                  <c:v>46056</c:v>
                </c:pt>
                <c:pt idx="1980">
                  <c:v>46057</c:v>
                </c:pt>
                <c:pt idx="1981">
                  <c:v>46058</c:v>
                </c:pt>
                <c:pt idx="1982">
                  <c:v>46059</c:v>
                </c:pt>
                <c:pt idx="1983">
                  <c:v>46062</c:v>
                </c:pt>
                <c:pt idx="1984">
                  <c:v>46063</c:v>
                </c:pt>
                <c:pt idx="1985">
                  <c:v>46064</c:v>
                </c:pt>
                <c:pt idx="1986">
                  <c:v>46065</c:v>
                </c:pt>
                <c:pt idx="1987">
                  <c:v>46066</c:v>
                </c:pt>
                <c:pt idx="1988">
                  <c:v>46069</c:v>
                </c:pt>
                <c:pt idx="1989">
                  <c:v>46070</c:v>
                </c:pt>
                <c:pt idx="1990">
                  <c:v>46071</c:v>
                </c:pt>
                <c:pt idx="1991">
                  <c:v>46072</c:v>
                </c:pt>
                <c:pt idx="1992">
                  <c:v>46073</c:v>
                </c:pt>
                <c:pt idx="1993">
                  <c:v>46076</c:v>
                </c:pt>
                <c:pt idx="1994">
                  <c:v>46077</c:v>
                </c:pt>
                <c:pt idx="1995">
                  <c:v>46078</c:v>
                </c:pt>
                <c:pt idx="1996">
                  <c:v>46079</c:v>
                </c:pt>
                <c:pt idx="1997">
                  <c:v>46080</c:v>
                </c:pt>
                <c:pt idx="1998">
                  <c:v>46083</c:v>
                </c:pt>
                <c:pt idx="1999">
                  <c:v>46084</c:v>
                </c:pt>
                <c:pt idx="2000">
                  <c:v>46085</c:v>
                </c:pt>
                <c:pt idx="2001">
                  <c:v>46086</c:v>
                </c:pt>
                <c:pt idx="2002">
                  <c:v>46087</c:v>
                </c:pt>
                <c:pt idx="2003">
                  <c:v>46090</c:v>
                </c:pt>
                <c:pt idx="2004">
                  <c:v>46091</c:v>
                </c:pt>
                <c:pt idx="2005">
                  <c:v>46092</c:v>
                </c:pt>
                <c:pt idx="2006">
                  <c:v>46093</c:v>
                </c:pt>
                <c:pt idx="2007">
                  <c:v>46094</c:v>
                </c:pt>
                <c:pt idx="2008">
                  <c:v>46097</c:v>
                </c:pt>
                <c:pt idx="2009">
                  <c:v>46098</c:v>
                </c:pt>
                <c:pt idx="2010">
                  <c:v>46099</c:v>
                </c:pt>
                <c:pt idx="2011">
                  <c:v>46100</c:v>
                </c:pt>
                <c:pt idx="2012">
                  <c:v>46101</c:v>
                </c:pt>
                <c:pt idx="2013">
                  <c:v>46104</c:v>
                </c:pt>
                <c:pt idx="2014">
                  <c:v>46105</c:v>
                </c:pt>
                <c:pt idx="2015">
                  <c:v>46106</c:v>
                </c:pt>
                <c:pt idx="2016">
                  <c:v>46107</c:v>
                </c:pt>
                <c:pt idx="2017">
                  <c:v>46108</c:v>
                </c:pt>
                <c:pt idx="2018">
                  <c:v>46111</c:v>
                </c:pt>
                <c:pt idx="2019">
                  <c:v>46112</c:v>
                </c:pt>
                <c:pt idx="2020">
                  <c:v>46113</c:v>
                </c:pt>
                <c:pt idx="2021">
                  <c:v>46114</c:v>
                </c:pt>
                <c:pt idx="2022">
                  <c:v>46115</c:v>
                </c:pt>
                <c:pt idx="2023">
                  <c:v>46118</c:v>
                </c:pt>
                <c:pt idx="2024">
                  <c:v>46119</c:v>
                </c:pt>
                <c:pt idx="2025">
                  <c:v>46120</c:v>
                </c:pt>
                <c:pt idx="2026">
                  <c:v>46121</c:v>
                </c:pt>
                <c:pt idx="2027">
                  <c:v>46122</c:v>
                </c:pt>
                <c:pt idx="2028">
                  <c:v>46125</c:v>
                </c:pt>
                <c:pt idx="2029">
                  <c:v>46126</c:v>
                </c:pt>
                <c:pt idx="2030">
                  <c:v>46127</c:v>
                </c:pt>
                <c:pt idx="2031">
                  <c:v>46128</c:v>
                </c:pt>
                <c:pt idx="2032">
                  <c:v>46129</c:v>
                </c:pt>
                <c:pt idx="2033">
                  <c:v>46132</c:v>
                </c:pt>
                <c:pt idx="2034">
                  <c:v>46133</c:v>
                </c:pt>
                <c:pt idx="2035">
                  <c:v>46134</c:v>
                </c:pt>
                <c:pt idx="2036">
                  <c:v>46135</c:v>
                </c:pt>
                <c:pt idx="2037">
                  <c:v>46136</c:v>
                </c:pt>
                <c:pt idx="2038">
                  <c:v>46139</c:v>
                </c:pt>
                <c:pt idx="2039">
                  <c:v>46140</c:v>
                </c:pt>
                <c:pt idx="2040">
                  <c:v>46141</c:v>
                </c:pt>
                <c:pt idx="2041">
                  <c:v>46142</c:v>
                </c:pt>
                <c:pt idx="2042">
                  <c:v>46143</c:v>
                </c:pt>
                <c:pt idx="2043">
                  <c:v>46146</c:v>
                </c:pt>
                <c:pt idx="2044">
                  <c:v>46147</c:v>
                </c:pt>
                <c:pt idx="2045">
                  <c:v>46148</c:v>
                </c:pt>
                <c:pt idx="2046">
                  <c:v>46149</c:v>
                </c:pt>
                <c:pt idx="2047">
                  <c:v>46150</c:v>
                </c:pt>
                <c:pt idx="2048">
                  <c:v>46153</c:v>
                </c:pt>
                <c:pt idx="2049">
                  <c:v>46154</c:v>
                </c:pt>
                <c:pt idx="2050">
                  <c:v>46155</c:v>
                </c:pt>
                <c:pt idx="2051">
                  <c:v>46156</c:v>
                </c:pt>
                <c:pt idx="2052">
                  <c:v>46157</c:v>
                </c:pt>
                <c:pt idx="2053">
                  <c:v>46160</c:v>
                </c:pt>
                <c:pt idx="2054">
                  <c:v>46161</c:v>
                </c:pt>
                <c:pt idx="2055">
                  <c:v>46162</c:v>
                </c:pt>
                <c:pt idx="2056">
                  <c:v>46163</c:v>
                </c:pt>
                <c:pt idx="2057">
                  <c:v>46164</c:v>
                </c:pt>
                <c:pt idx="2058">
                  <c:v>46167</c:v>
                </c:pt>
                <c:pt idx="2059">
                  <c:v>46168</c:v>
                </c:pt>
                <c:pt idx="2060">
                  <c:v>46169</c:v>
                </c:pt>
                <c:pt idx="2061">
                  <c:v>46170</c:v>
                </c:pt>
                <c:pt idx="2062">
                  <c:v>46171</c:v>
                </c:pt>
                <c:pt idx="2063">
                  <c:v>46174</c:v>
                </c:pt>
                <c:pt idx="2064">
                  <c:v>46175</c:v>
                </c:pt>
                <c:pt idx="2065">
                  <c:v>46176</c:v>
                </c:pt>
                <c:pt idx="2066">
                  <c:v>46177</c:v>
                </c:pt>
                <c:pt idx="2067">
                  <c:v>46178</c:v>
                </c:pt>
                <c:pt idx="2068">
                  <c:v>46181</c:v>
                </c:pt>
                <c:pt idx="2069">
                  <c:v>46182</c:v>
                </c:pt>
                <c:pt idx="2070">
                  <c:v>46183</c:v>
                </c:pt>
                <c:pt idx="2071">
                  <c:v>46184</c:v>
                </c:pt>
                <c:pt idx="2072">
                  <c:v>46185</c:v>
                </c:pt>
                <c:pt idx="2073">
                  <c:v>46188</c:v>
                </c:pt>
                <c:pt idx="2074">
                  <c:v>46189</c:v>
                </c:pt>
                <c:pt idx="2075">
                  <c:v>46190</c:v>
                </c:pt>
                <c:pt idx="2076">
                  <c:v>46191</c:v>
                </c:pt>
                <c:pt idx="2077">
                  <c:v>46192</c:v>
                </c:pt>
                <c:pt idx="2078">
                  <c:v>46195</c:v>
                </c:pt>
                <c:pt idx="2079">
                  <c:v>46196</c:v>
                </c:pt>
                <c:pt idx="2080">
                  <c:v>46197</c:v>
                </c:pt>
                <c:pt idx="2081">
                  <c:v>46198</c:v>
                </c:pt>
                <c:pt idx="2082">
                  <c:v>46199</c:v>
                </c:pt>
                <c:pt idx="2083">
                  <c:v>46202</c:v>
                </c:pt>
                <c:pt idx="2084">
                  <c:v>46203</c:v>
                </c:pt>
                <c:pt idx="2085">
                  <c:v>46204</c:v>
                </c:pt>
                <c:pt idx="2086">
                  <c:v>46205</c:v>
                </c:pt>
                <c:pt idx="2087">
                  <c:v>46206</c:v>
                </c:pt>
                <c:pt idx="2088">
                  <c:v>46207</c:v>
                </c:pt>
                <c:pt idx="2089">
                  <c:v>46208</c:v>
                </c:pt>
                <c:pt idx="2090">
                  <c:v>46209</c:v>
                </c:pt>
                <c:pt idx="2091">
                  <c:v>46210</c:v>
                </c:pt>
                <c:pt idx="2092">
                  <c:v>46211</c:v>
                </c:pt>
                <c:pt idx="2093">
                  <c:v>46212</c:v>
                </c:pt>
                <c:pt idx="2094">
                  <c:v>46213</c:v>
                </c:pt>
                <c:pt idx="2095">
                  <c:v>46214</c:v>
                </c:pt>
                <c:pt idx="2096">
                  <c:v>46215</c:v>
                </c:pt>
                <c:pt idx="2097">
                  <c:v>46216</c:v>
                </c:pt>
                <c:pt idx="2098">
                  <c:v>46217</c:v>
                </c:pt>
                <c:pt idx="2099">
                  <c:v>46218</c:v>
                </c:pt>
                <c:pt idx="2100">
                  <c:v>46219</c:v>
                </c:pt>
                <c:pt idx="2101">
                  <c:v>46220</c:v>
                </c:pt>
                <c:pt idx="2102">
                  <c:v>46221</c:v>
                </c:pt>
                <c:pt idx="2103">
                  <c:v>46222</c:v>
                </c:pt>
                <c:pt idx="2104">
                  <c:v>46223</c:v>
                </c:pt>
                <c:pt idx="2105">
                  <c:v>46224</c:v>
                </c:pt>
                <c:pt idx="2106">
                  <c:v>46225</c:v>
                </c:pt>
                <c:pt idx="2107">
                  <c:v>46226</c:v>
                </c:pt>
                <c:pt idx="2108">
                  <c:v>46227</c:v>
                </c:pt>
                <c:pt idx="2109">
                  <c:v>46228</c:v>
                </c:pt>
                <c:pt idx="2110">
                  <c:v>46229</c:v>
                </c:pt>
                <c:pt idx="2111">
                  <c:v>46230</c:v>
                </c:pt>
                <c:pt idx="2112">
                  <c:v>46231</c:v>
                </c:pt>
                <c:pt idx="2113">
                  <c:v>46232</c:v>
                </c:pt>
                <c:pt idx="2114">
                  <c:v>46233</c:v>
                </c:pt>
                <c:pt idx="2115">
                  <c:v>46234</c:v>
                </c:pt>
                <c:pt idx="2116">
                  <c:v>46235</c:v>
                </c:pt>
                <c:pt idx="2117">
                  <c:v>46236</c:v>
                </c:pt>
                <c:pt idx="2118">
                  <c:v>46237</c:v>
                </c:pt>
                <c:pt idx="2119">
                  <c:v>46238</c:v>
                </c:pt>
                <c:pt idx="2120">
                  <c:v>46239</c:v>
                </c:pt>
                <c:pt idx="2121">
                  <c:v>46240</c:v>
                </c:pt>
                <c:pt idx="2122">
                  <c:v>46241</c:v>
                </c:pt>
                <c:pt idx="2123">
                  <c:v>46242</c:v>
                </c:pt>
                <c:pt idx="2124">
                  <c:v>46243</c:v>
                </c:pt>
                <c:pt idx="2125">
                  <c:v>46244</c:v>
                </c:pt>
                <c:pt idx="2126">
                  <c:v>46245</c:v>
                </c:pt>
                <c:pt idx="2127">
                  <c:v>46246</c:v>
                </c:pt>
                <c:pt idx="2128">
                  <c:v>46247</c:v>
                </c:pt>
                <c:pt idx="2129">
                  <c:v>46248</c:v>
                </c:pt>
                <c:pt idx="2130">
                  <c:v>46249</c:v>
                </c:pt>
                <c:pt idx="2131">
                  <c:v>46250</c:v>
                </c:pt>
                <c:pt idx="2132">
                  <c:v>46251</c:v>
                </c:pt>
                <c:pt idx="2133">
                  <c:v>46252</c:v>
                </c:pt>
                <c:pt idx="2134">
                  <c:v>46253</c:v>
                </c:pt>
                <c:pt idx="2135">
                  <c:v>46254</c:v>
                </c:pt>
                <c:pt idx="2136">
                  <c:v>46255</c:v>
                </c:pt>
                <c:pt idx="2137">
                  <c:v>46256</c:v>
                </c:pt>
                <c:pt idx="2138">
                  <c:v>46257</c:v>
                </c:pt>
                <c:pt idx="2139">
                  <c:v>46258</c:v>
                </c:pt>
                <c:pt idx="2140">
                  <c:v>46259</c:v>
                </c:pt>
                <c:pt idx="2141">
                  <c:v>46260</c:v>
                </c:pt>
                <c:pt idx="2142">
                  <c:v>46261</c:v>
                </c:pt>
                <c:pt idx="2143">
                  <c:v>46262</c:v>
                </c:pt>
                <c:pt idx="2144">
                  <c:v>46265</c:v>
                </c:pt>
                <c:pt idx="2145">
                  <c:v>46266</c:v>
                </c:pt>
                <c:pt idx="2146">
                  <c:v>46267</c:v>
                </c:pt>
                <c:pt idx="2147">
                  <c:v>46268</c:v>
                </c:pt>
                <c:pt idx="2148">
                  <c:v>46269</c:v>
                </c:pt>
                <c:pt idx="2149">
                  <c:v>46272</c:v>
                </c:pt>
                <c:pt idx="2150">
                  <c:v>46273</c:v>
                </c:pt>
                <c:pt idx="2151">
                  <c:v>46274</c:v>
                </c:pt>
                <c:pt idx="2152">
                  <c:v>46275</c:v>
                </c:pt>
                <c:pt idx="2153">
                  <c:v>46276</c:v>
                </c:pt>
                <c:pt idx="2154">
                  <c:v>46279</c:v>
                </c:pt>
                <c:pt idx="2155">
                  <c:v>46280</c:v>
                </c:pt>
                <c:pt idx="2156">
                  <c:v>46281</c:v>
                </c:pt>
                <c:pt idx="2157">
                  <c:v>46282</c:v>
                </c:pt>
                <c:pt idx="2158">
                  <c:v>46283</c:v>
                </c:pt>
                <c:pt idx="2159">
                  <c:v>46286</c:v>
                </c:pt>
                <c:pt idx="2160">
                  <c:v>46287</c:v>
                </c:pt>
              </c:numCache>
            </c:numRef>
          </c:cat>
          <c:val>
            <c:numRef>
              <c:f>Sheet1!$E$2:$E$2162</c:f>
              <c:numCache>
                <c:formatCode>_(* #,##0.00_);_(* \(#,##0.00\);_(* "-"_);_(@_)</c:formatCode>
                <c:ptCount val="2161"/>
                <c:pt idx="0">
                  <c:v>3.5</c:v>
                </c:pt>
                <c:pt idx="1">
                  <c:v>3.5</c:v>
                </c:pt>
                <c:pt idx="2">
                  <c:v>3.5</c:v>
                </c:pt>
                <c:pt idx="3">
                  <c:v>3.5</c:v>
                </c:pt>
                <c:pt idx="4">
                  <c:v>3.5</c:v>
                </c:pt>
                <c:pt idx="5">
                  <c:v>3.5</c:v>
                </c:pt>
                <c:pt idx="6">
                  <c:v>3.5</c:v>
                </c:pt>
                <c:pt idx="7">
                  <c:v>3.5</c:v>
                </c:pt>
                <c:pt idx="8">
                  <c:v>3.5</c:v>
                </c:pt>
                <c:pt idx="9">
                  <c:v>3.5</c:v>
                </c:pt>
                <c:pt idx="10">
                  <c:v>3.5</c:v>
                </c:pt>
                <c:pt idx="11">
                  <c:v>3.5</c:v>
                </c:pt>
                <c:pt idx="12">
                  <c:v>3.5</c:v>
                </c:pt>
                <c:pt idx="13">
                  <c:v>3.5</c:v>
                </c:pt>
                <c:pt idx="14">
                  <c:v>3.5</c:v>
                </c:pt>
                <c:pt idx="15">
                  <c:v>3.5</c:v>
                </c:pt>
                <c:pt idx="16">
                  <c:v>3.5</c:v>
                </c:pt>
                <c:pt idx="17">
                  <c:v>3.5</c:v>
                </c:pt>
                <c:pt idx="18">
                  <c:v>3.5</c:v>
                </c:pt>
                <c:pt idx="19">
                  <c:v>3.5</c:v>
                </c:pt>
                <c:pt idx="20">
                  <c:v>3.5</c:v>
                </c:pt>
                <c:pt idx="21">
                  <c:v>3.5</c:v>
                </c:pt>
                <c:pt idx="22">
                  <c:v>3.5</c:v>
                </c:pt>
                <c:pt idx="23">
                  <c:v>3.5</c:v>
                </c:pt>
                <c:pt idx="24">
                  <c:v>3.5</c:v>
                </c:pt>
                <c:pt idx="25">
                  <c:v>3.5</c:v>
                </c:pt>
                <c:pt idx="26">
                  <c:v>3.5</c:v>
                </c:pt>
                <c:pt idx="27">
                  <c:v>3.5</c:v>
                </c:pt>
                <c:pt idx="28">
                  <c:v>3.5</c:v>
                </c:pt>
                <c:pt idx="29">
                  <c:v>3.5</c:v>
                </c:pt>
                <c:pt idx="30">
                  <c:v>3.5</c:v>
                </c:pt>
                <c:pt idx="31">
                  <c:v>3.5</c:v>
                </c:pt>
                <c:pt idx="32">
                  <c:v>3.5</c:v>
                </c:pt>
                <c:pt idx="33">
                  <c:v>3.5</c:v>
                </c:pt>
                <c:pt idx="34">
                  <c:v>3.5</c:v>
                </c:pt>
                <c:pt idx="35">
                  <c:v>3.5</c:v>
                </c:pt>
                <c:pt idx="36">
                  <c:v>3.5</c:v>
                </c:pt>
                <c:pt idx="37">
                  <c:v>3.5</c:v>
                </c:pt>
                <c:pt idx="38">
                  <c:v>3.5</c:v>
                </c:pt>
                <c:pt idx="39">
                  <c:v>3.5</c:v>
                </c:pt>
                <c:pt idx="40">
                  <c:v>3.5</c:v>
                </c:pt>
                <c:pt idx="41">
                  <c:v>3.5</c:v>
                </c:pt>
                <c:pt idx="42">
                  <c:v>3.5</c:v>
                </c:pt>
                <c:pt idx="43">
                  <c:v>3.5</c:v>
                </c:pt>
                <c:pt idx="44">
                  <c:v>3.5</c:v>
                </c:pt>
                <c:pt idx="45">
                  <c:v>3.5</c:v>
                </c:pt>
                <c:pt idx="46">
                  <c:v>3.5</c:v>
                </c:pt>
                <c:pt idx="47">
                  <c:v>3.5</c:v>
                </c:pt>
                <c:pt idx="48">
                  <c:v>3.5</c:v>
                </c:pt>
                <c:pt idx="49">
                  <c:v>3.5</c:v>
                </c:pt>
                <c:pt idx="50">
                  <c:v>3.5</c:v>
                </c:pt>
                <c:pt idx="51">
                  <c:v>3.5</c:v>
                </c:pt>
                <c:pt idx="52">
                  <c:v>3.5</c:v>
                </c:pt>
                <c:pt idx="53">
                  <c:v>3.5</c:v>
                </c:pt>
                <c:pt idx="54">
                  <c:v>3.5</c:v>
                </c:pt>
                <c:pt idx="55">
                  <c:v>3.5</c:v>
                </c:pt>
                <c:pt idx="56">
                  <c:v>3.5</c:v>
                </c:pt>
                <c:pt idx="57">
                  <c:v>3.5</c:v>
                </c:pt>
                <c:pt idx="58">
                  <c:v>3.5</c:v>
                </c:pt>
                <c:pt idx="59">
                  <c:v>3.5</c:v>
                </c:pt>
                <c:pt idx="60">
                  <c:v>3.5</c:v>
                </c:pt>
                <c:pt idx="61">
                  <c:v>3.5</c:v>
                </c:pt>
                <c:pt idx="62">
                  <c:v>3.5</c:v>
                </c:pt>
                <c:pt idx="63">
                  <c:v>3.5</c:v>
                </c:pt>
                <c:pt idx="64">
                  <c:v>3.5</c:v>
                </c:pt>
                <c:pt idx="65">
                  <c:v>3.5</c:v>
                </c:pt>
                <c:pt idx="66">
                  <c:v>3.5</c:v>
                </c:pt>
                <c:pt idx="67">
                  <c:v>3.5</c:v>
                </c:pt>
                <c:pt idx="68">
                  <c:v>3.5</c:v>
                </c:pt>
                <c:pt idx="69">
                  <c:v>3.5</c:v>
                </c:pt>
                <c:pt idx="70">
                  <c:v>3.5</c:v>
                </c:pt>
                <c:pt idx="71">
                  <c:v>3.5</c:v>
                </c:pt>
                <c:pt idx="72">
                  <c:v>3.5</c:v>
                </c:pt>
                <c:pt idx="73">
                  <c:v>3.5</c:v>
                </c:pt>
                <c:pt idx="74">
                  <c:v>3.5</c:v>
                </c:pt>
                <c:pt idx="75">
                  <c:v>3.5</c:v>
                </c:pt>
                <c:pt idx="76">
                  <c:v>3.5</c:v>
                </c:pt>
                <c:pt idx="77">
                  <c:v>3.5</c:v>
                </c:pt>
                <c:pt idx="78">
                  <c:v>3.5</c:v>
                </c:pt>
                <c:pt idx="79">
                  <c:v>3.5</c:v>
                </c:pt>
                <c:pt idx="80">
                  <c:v>3.5</c:v>
                </c:pt>
                <c:pt idx="81">
                  <c:v>3.5</c:v>
                </c:pt>
                <c:pt idx="82">
                  <c:v>3.5</c:v>
                </c:pt>
                <c:pt idx="83">
                  <c:v>3.5</c:v>
                </c:pt>
                <c:pt idx="84">
                  <c:v>3.5</c:v>
                </c:pt>
                <c:pt idx="85">
                  <c:v>3.5</c:v>
                </c:pt>
                <c:pt idx="86">
                  <c:v>3.5</c:v>
                </c:pt>
                <c:pt idx="87">
                  <c:v>3.5</c:v>
                </c:pt>
                <c:pt idx="88">
                  <c:v>3.5</c:v>
                </c:pt>
                <c:pt idx="89">
                  <c:v>3.5</c:v>
                </c:pt>
                <c:pt idx="90">
                  <c:v>3.5</c:v>
                </c:pt>
                <c:pt idx="91">
                  <c:v>3.5</c:v>
                </c:pt>
                <c:pt idx="92">
                  <c:v>3.5</c:v>
                </c:pt>
                <c:pt idx="93">
                  <c:v>3.5</c:v>
                </c:pt>
                <c:pt idx="94">
                  <c:v>3.75</c:v>
                </c:pt>
                <c:pt idx="95">
                  <c:v>3.75</c:v>
                </c:pt>
                <c:pt idx="96">
                  <c:v>3.75</c:v>
                </c:pt>
                <c:pt idx="97">
                  <c:v>3.75</c:v>
                </c:pt>
                <c:pt idx="98">
                  <c:v>3.75</c:v>
                </c:pt>
                <c:pt idx="99">
                  <c:v>3.75</c:v>
                </c:pt>
                <c:pt idx="100">
                  <c:v>3.75</c:v>
                </c:pt>
                <c:pt idx="101">
                  <c:v>3.75</c:v>
                </c:pt>
                <c:pt idx="102">
                  <c:v>4</c:v>
                </c:pt>
                <c:pt idx="103">
                  <c:v>4</c:v>
                </c:pt>
                <c:pt idx="104">
                  <c:v>4</c:v>
                </c:pt>
                <c:pt idx="105">
                  <c:v>4</c:v>
                </c:pt>
                <c:pt idx="106">
                  <c:v>4</c:v>
                </c:pt>
                <c:pt idx="107">
                  <c:v>4</c:v>
                </c:pt>
                <c:pt idx="108">
                  <c:v>4</c:v>
                </c:pt>
                <c:pt idx="109">
                  <c:v>4</c:v>
                </c:pt>
                <c:pt idx="110">
                  <c:v>4</c:v>
                </c:pt>
                <c:pt idx="111">
                  <c:v>4</c:v>
                </c:pt>
                <c:pt idx="112">
                  <c:v>4</c:v>
                </c:pt>
                <c:pt idx="113">
                  <c:v>4.5</c:v>
                </c:pt>
                <c:pt idx="114">
                  <c:v>4.5</c:v>
                </c:pt>
                <c:pt idx="115">
                  <c:v>4.5</c:v>
                </c:pt>
                <c:pt idx="116">
                  <c:v>4.5</c:v>
                </c:pt>
                <c:pt idx="117">
                  <c:v>4.5</c:v>
                </c:pt>
                <c:pt idx="118">
                  <c:v>4.5</c:v>
                </c:pt>
                <c:pt idx="119">
                  <c:v>4.5</c:v>
                </c:pt>
                <c:pt idx="120">
                  <c:v>4.5</c:v>
                </c:pt>
                <c:pt idx="121">
                  <c:v>4.5</c:v>
                </c:pt>
                <c:pt idx="122">
                  <c:v>4.5</c:v>
                </c:pt>
                <c:pt idx="123">
                  <c:v>4.5</c:v>
                </c:pt>
                <c:pt idx="124">
                  <c:v>4.5</c:v>
                </c:pt>
                <c:pt idx="125">
                  <c:v>4.5</c:v>
                </c:pt>
                <c:pt idx="126">
                  <c:v>4.5</c:v>
                </c:pt>
                <c:pt idx="127">
                  <c:v>4.5</c:v>
                </c:pt>
                <c:pt idx="128">
                  <c:v>4.5</c:v>
                </c:pt>
                <c:pt idx="129">
                  <c:v>4.5</c:v>
                </c:pt>
                <c:pt idx="130">
                  <c:v>4.5</c:v>
                </c:pt>
                <c:pt idx="131">
                  <c:v>4.5</c:v>
                </c:pt>
                <c:pt idx="132">
                  <c:v>4.5</c:v>
                </c:pt>
                <c:pt idx="133">
                  <c:v>4.5</c:v>
                </c:pt>
                <c:pt idx="134">
                  <c:v>4.5</c:v>
                </c:pt>
                <c:pt idx="135">
                  <c:v>4.5</c:v>
                </c:pt>
                <c:pt idx="136">
                  <c:v>4.5</c:v>
                </c:pt>
                <c:pt idx="137">
                  <c:v>4.5</c:v>
                </c:pt>
                <c:pt idx="138">
                  <c:v>4.5</c:v>
                </c:pt>
                <c:pt idx="139">
                  <c:v>4.5</c:v>
                </c:pt>
                <c:pt idx="140">
                  <c:v>4.5</c:v>
                </c:pt>
                <c:pt idx="141">
                  <c:v>4.5</c:v>
                </c:pt>
                <c:pt idx="142">
                  <c:v>4.5</c:v>
                </c:pt>
                <c:pt idx="143">
                  <c:v>4.5</c:v>
                </c:pt>
                <c:pt idx="144">
                  <c:v>4.5</c:v>
                </c:pt>
                <c:pt idx="145">
                  <c:v>4.5</c:v>
                </c:pt>
                <c:pt idx="146">
                  <c:v>4.75</c:v>
                </c:pt>
                <c:pt idx="147">
                  <c:v>4.75</c:v>
                </c:pt>
                <c:pt idx="148">
                  <c:v>4.75</c:v>
                </c:pt>
                <c:pt idx="149">
                  <c:v>4.75</c:v>
                </c:pt>
                <c:pt idx="150">
                  <c:v>4.75</c:v>
                </c:pt>
                <c:pt idx="151">
                  <c:v>4.75</c:v>
                </c:pt>
                <c:pt idx="152">
                  <c:v>4.75</c:v>
                </c:pt>
                <c:pt idx="153">
                  <c:v>4.75</c:v>
                </c:pt>
                <c:pt idx="154">
                  <c:v>4.75</c:v>
                </c:pt>
                <c:pt idx="155">
                  <c:v>4.75</c:v>
                </c:pt>
                <c:pt idx="156">
                  <c:v>4.75</c:v>
                </c:pt>
                <c:pt idx="157">
                  <c:v>4.75</c:v>
                </c:pt>
                <c:pt idx="158">
                  <c:v>4.75</c:v>
                </c:pt>
                <c:pt idx="159">
                  <c:v>4.75</c:v>
                </c:pt>
                <c:pt idx="160">
                  <c:v>4.75</c:v>
                </c:pt>
                <c:pt idx="161">
                  <c:v>4.75</c:v>
                </c:pt>
                <c:pt idx="162">
                  <c:v>4.75</c:v>
                </c:pt>
                <c:pt idx="163">
                  <c:v>4.75</c:v>
                </c:pt>
                <c:pt idx="164">
                  <c:v>4.75</c:v>
                </c:pt>
                <c:pt idx="165">
                  <c:v>4.75</c:v>
                </c:pt>
                <c:pt idx="166">
                  <c:v>4.75</c:v>
                </c:pt>
                <c:pt idx="167">
                  <c:v>4.75</c:v>
                </c:pt>
                <c:pt idx="168">
                  <c:v>4.75</c:v>
                </c:pt>
                <c:pt idx="169">
                  <c:v>4.75</c:v>
                </c:pt>
                <c:pt idx="170">
                  <c:v>4.75</c:v>
                </c:pt>
                <c:pt idx="171">
                  <c:v>4.75</c:v>
                </c:pt>
                <c:pt idx="172">
                  <c:v>4.75</c:v>
                </c:pt>
                <c:pt idx="173">
                  <c:v>4.75</c:v>
                </c:pt>
                <c:pt idx="174">
                  <c:v>5</c:v>
                </c:pt>
                <c:pt idx="175">
                  <c:v>5</c:v>
                </c:pt>
                <c:pt idx="176">
                  <c:v>5</c:v>
                </c:pt>
                <c:pt idx="177">
                  <c:v>5</c:v>
                </c:pt>
                <c:pt idx="178">
                  <c:v>5</c:v>
                </c:pt>
                <c:pt idx="179">
                  <c:v>5</c:v>
                </c:pt>
                <c:pt idx="180">
                  <c:v>5</c:v>
                </c:pt>
                <c:pt idx="181">
                  <c:v>5</c:v>
                </c:pt>
                <c:pt idx="182">
                  <c:v>5</c:v>
                </c:pt>
                <c:pt idx="183">
                  <c:v>5</c:v>
                </c:pt>
                <c:pt idx="184">
                  <c:v>5</c:v>
                </c:pt>
                <c:pt idx="185">
                  <c:v>5</c:v>
                </c:pt>
                <c:pt idx="186">
                  <c:v>5</c:v>
                </c:pt>
                <c:pt idx="187">
                  <c:v>5</c:v>
                </c:pt>
                <c:pt idx="188">
                  <c:v>5</c:v>
                </c:pt>
                <c:pt idx="189">
                  <c:v>5</c:v>
                </c:pt>
                <c:pt idx="190">
                  <c:v>5</c:v>
                </c:pt>
                <c:pt idx="191">
                  <c:v>5</c:v>
                </c:pt>
                <c:pt idx="192">
                  <c:v>5</c:v>
                </c:pt>
                <c:pt idx="193">
                  <c:v>5</c:v>
                </c:pt>
                <c:pt idx="194">
                  <c:v>5</c:v>
                </c:pt>
                <c:pt idx="195">
                  <c:v>5</c:v>
                </c:pt>
                <c:pt idx="196">
                  <c:v>5</c:v>
                </c:pt>
                <c:pt idx="197">
                  <c:v>5</c:v>
                </c:pt>
                <c:pt idx="198">
                  <c:v>5</c:v>
                </c:pt>
                <c:pt idx="199">
                  <c:v>5</c:v>
                </c:pt>
                <c:pt idx="200">
                  <c:v>5</c:v>
                </c:pt>
                <c:pt idx="201">
                  <c:v>5</c:v>
                </c:pt>
                <c:pt idx="202">
                  <c:v>5</c:v>
                </c:pt>
                <c:pt idx="203">
                  <c:v>5</c:v>
                </c:pt>
                <c:pt idx="204">
                  <c:v>5</c:v>
                </c:pt>
                <c:pt idx="205">
                  <c:v>5</c:v>
                </c:pt>
                <c:pt idx="206">
                  <c:v>5</c:v>
                </c:pt>
                <c:pt idx="207">
                  <c:v>5</c:v>
                </c:pt>
                <c:pt idx="208">
                  <c:v>5</c:v>
                </c:pt>
                <c:pt idx="209">
                  <c:v>5.25</c:v>
                </c:pt>
                <c:pt idx="210">
                  <c:v>5.25</c:v>
                </c:pt>
                <c:pt idx="211">
                  <c:v>5.25</c:v>
                </c:pt>
                <c:pt idx="212">
                  <c:v>5.25</c:v>
                </c:pt>
                <c:pt idx="213">
                  <c:v>5.25</c:v>
                </c:pt>
                <c:pt idx="214">
                  <c:v>5.25</c:v>
                </c:pt>
                <c:pt idx="215">
                  <c:v>5.25</c:v>
                </c:pt>
                <c:pt idx="216">
                  <c:v>5.25</c:v>
                </c:pt>
                <c:pt idx="217">
                  <c:v>5.25</c:v>
                </c:pt>
                <c:pt idx="218">
                  <c:v>5.25</c:v>
                </c:pt>
                <c:pt idx="219">
                  <c:v>5.25</c:v>
                </c:pt>
                <c:pt idx="220">
                  <c:v>5.25</c:v>
                </c:pt>
                <c:pt idx="221">
                  <c:v>5.25</c:v>
                </c:pt>
                <c:pt idx="222">
                  <c:v>5.25</c:v>
                </c:pt>
                <c:pt idx="223">
                  <c:v>5.25</c:v>
                </c:pt>
                <c:pt idx="224">
                  <c:v>5.25</c:v>
                </c:pt>
                <c:pt idx="225">
                  <c:v>5.25</c:v>
                </c:pt>
                <c:pt idx="226">
                  <c:v>5.25</c:v>
                </c:pt>
                <c:pt idx="227">
                  <c:v>5.25</c:v>
                </c:pt>
                <c:pt idx="228">
                  <c:v>5.25</c:v>
                </c:pt>
                <c:pt idx="229">
                  <c:v>5.25</c:v>
                </c:pt>
                <c:pt idx="230">
                  <c:v>5.25</c:v>
                </c:pt>
                <c:pt idx="231">
                  <c:v>5.25</c:v>
                </c:pt>
                <c:pt idx="232">
                  <c:v>5.25</c:v>
                </c:pt>
                <c:pt idx="233">
                  <c:v>5.25</c:v>
                </c:pt>
                <c:pt idx="234">
                  <c:v>5.25</c:v>
                </c:pt>
                <c:pt idx="235">
                  <c:v>5.25</c:v>
                </c:pt>
                <c:pt idx="236">
                  <c:v>5.25</c:v>
                </c:pt>
                <c:pt idx="237">
                  <c:v>5.25</c:v>
                </c:pt>
                <c:pt idx="238">
                  <c:v>5.25</c:v>
                </c:pt>
                <c:pt idx="239">
                  <c:v>5.25</c:v>
                </c:pt>
                <c:pt idx="240">
                  <c:v>5.25</c:v>
                </c:pt>
                <c:pt idx="241">
                  <c:v>5.25</c:v>
                </c:pt>
                <c:pt idx="242">
                  <c:v>5.25</c:v>
                </c:pt>
                <c:pt idx="243">
                  <c:v>5.25</c:v>
                </c:pt>
                <c:pt idx="244">
                  <c:v>5.25</c:v>
                </c:pt>
                <c:pt idx="245">
                  <c:v>5.25</c:v>
                </c:pt>
                <c:pt idx="246">
                  <c:v>5.25</c:v>
                </c:pt>
                <c:pt idx="247">
                  <c:v>5.25</c:v>
                </c:pt>
                <c:pt idx="248">
                  <c:v>5.25</c:v>
                </c:pt>
                <c:pt idx="249">
                  <c:v>5.25</c:v>
                </c:pt>
                <c:pt idx="250">
                  <c:v>5.25</c:v>
                </c:pt>
                <c:pt idx="251">
                  <c:v>5.25</c:v>
                </c:pt>
                <c:pt idx="252">
                  <c:v>5.25</c:v>
                </c:pt>
                <c:pt idx="253">
                  <c:v>5.25</c:v>
                </c:pt>
                <c:pt idx="254">
                  <c:v>5.25</c:v>
                </c:pt>
                <c:pt idx="255">
                  <c:v>5.25</c:v>
                </c:pt>
                <c:pt idx="256">
                  <c:v>5.25</c:v>
                </c:pt>
                <c:pt idx="257">
                  <c:v>5.25</c:v>
                </c:pt>
                <c:pt idx="258">
                  <c:v>5.25</c:v>
                </c:pt>
                <c:pt idx="259">
                  <c:v>5.25</c:v>
                </c:pt>
                <c:pt idx="260">
                  <c:v>5.25</c:v>
                </c:pt>
                <c:pt idx="261">
                  <c:v>5.25</c:v>
                </c:pt>
                <c:pt idx="262">
                  <c:v>5.25</c:v>
                </c:pt>
                <c:pt idx="263">
                  <c:v>5.25</c:v>
                </c:pt>
                <c:pt idx="264">
                  <c:v>5.25</c:v>
                </c:pt>
                <c:pt idx="265">
                  <c:v>5.25</c:v>
                </c:pt>
                <c:pt idx="266">
                  <c:v>5.25</c:v>
                </c:pt>
                <c:pt idx="267">
                  <c:v>5.25</c:v>
                </c:pt>
                <c:pt idx="268">
                  <c:v>5.25</c:v>
                </c:pt>
                <c:pt idx="269">
                  <c:v>5.25</c:v>
                </c:pt>
                <c:pt idx="270">
                  <c:v>5.25</c:v>
                </c:pt>
                <c:pt idx="271">
                  <c:v>5.25</c:v>
                </c:pt>
                <c:pt idx="272">
                  <c:v>5.25</c:v>
                </c:pt>
                <c:pt idx="273">
                  <c:v>5.25</c:v>
                </c:pt>
                <c:pt idx="274">
                  <c:v>5.25</c:v>
                </c:pt>
                <c:pt idx="275">
                  <c:v>5.25</c:v>
                </c:pt>
                <c:pt idx="276">
                  <c:v>5.25</c:v>
                </c:pt>
                <c:pt idx="277">
                  <c:v>5.25</c:v>
                </c:pt>
                <c:pt idx="278">
                  <c:v>5.25</c:v>
                </c:pt>
                <c:pt idx="279">
                  <c:v>5.25</c:v>
                </c:pt>
                <c:pt idx="280">
                  <c:v>5.25</c:v>
                </c:pt>
                <c:pt idx="281">
                  <c:v>5.25</c:v>
                </c:pt>
                <c:pt idx="282">
                  <c:v>5.25</c:v>
                </c:pt>
                <c:pt idx="283">
                  <c:v>5.25</c:v>
                </c:pt>
                <c:pt idx="284">
                  <c:v>5.25</c:v>
                </c:pt>
                <c:pt idx="285">
                  <c:v>5.25</c:v>
                </c:pt>
                <c:pt idx="286">
                  <c:v>5.25</c:v>
                </c:pt>
                <c:pt idx="287">
                  <c:v>5.25</c:v>
                </c:pt>
                <c:pt idx="288">
                  <c:v>5.25</c:v>
                </c:pt>
                <c:pt idx="289">
                  <c:v>5.25</c:v>
                </c:pt>
                <c:pt idx="290">
                  <c:v>5.25</c:v>
                </c:pt>
                <c:pt idx="291">
                  <c:v>5.25</c:v>
                </c:pt>
                <c:pt idx="292">
                  <c:v>5.25</c:v>
                </c:pt>
                <c:pt idx="293">
                  <c:v>5.25</c:v>
                </c:pt>
                <c:pt idx="294">
                  <c:v>5.25</c:v>
                </c:pt>
                <c:pt idx="295">
                  <c:v>5.25</c:v>
                </c:pt>
                <c:pt idx="296">
                  <c:v>5.25</c:v>
                </c:pt>
                <c:pt idx="297">
                  <c:v>5.25</c:v>
                </c:pt>
                <c:pt idx="298">
                  <c:v>5.25</c:v>
                </c:pt>
                <c:pt idx="299">
                  <c:v>5.25</c:v>
                </c:pt>
                <c:pt idx="300">
                  <c:v>5.25</c:v>
                </c:pt>
                <c:pt idx="301">
                  <c:v>5.25</c:v>
                </c:pt>
                <c:pt idx="302">
                  <c:v>5.25</c:v>
                </c:pt>
                <c:pt idx="303">
                  <c:v>5.25</c:v>
                </c:pt>
                <c:pt idx="304">
                  <c:v>5.25</c:v>
                </c:pt>
                <c:pt idx="305">
                  <c:v>5.25</c:v>
                </c:pt>
                <c:pt idx="306">
                  <c:v>5.25</c:v>
                </c:pt>
                <c:pt idx="307">
                  <c:v>5.25</c:v>
                </c:pt>
                <c:pt idx="308">
                  <c:v>5.25</c:v>
                </c:pt>
                <c:pt idx="309">
                  <c:v>5.25</c:v>
                </c:pt>
                <c:pt idx="310">
                  <c:v>5.25</c:v>
                </c:pt>
                <c:pt idx="311">
                  <c:v>5.25</c:v>
                </c:pt>
                <c:pt idx="312">
                  <c:v>5.25</c:v>
                </c:pt>
                <c:pt idx="313">
                  <c:v>5.25</c:v>
                </c:pt>
                <c:pt idx="314">
                  <c:v>5.25</c:v>
                </c:pt>
                <c:pt idx="315">
                  <c:v>5.25</c:v>
                </c:pt>
                <c:pt idx="316">
                  <c:v>5.25</c:v>
                </c:pt>
                <c:pt idx="317">
                  <c:v>5.25</c:v>
                </c:pt>
                <c:pt idx="318">
                  <c:v>5.25</c:v>
                </c:pt>
                <c:pt idx="319">
                  <c:v>5.25</c:v>
                </c:pt>
                <c:pt idx="320">
                  <c:v>5.25</c:v>
                </c:pt>
                <c:pt idx="321">
                  <c:v>5.25</c:v>
                </c:pt>
                <c:pt idx="322">
                  <c:v>5.25</c:v>
                </c:pt>
                <c:pt idx="323">
                  <c:v>5.25</c:v>
                </c:pt>
                <c:pt idx="324">
                  <c:v>5.25</c:v>
                </c:pt>
                <c:pt idx="325">
                  <c:v>5.25</c:v>
                </c:pt>
                <c:pt idx="326">
                  <c:v>5.25</c:v>
                </c:pt>
                <c:pt idx="327">
                  <c:v>5.25</c:v>
                </c:pt>
                <c:pt idx="328">
                  <c:v>5.25</c:v>
                </c:pt>
                <c:pt idx="329">
                  <c:v>5.25</c:v>
                </c:pt>
                <c:pt idx="330">
                  <c:v>5.25</c:v>
                </c:pt>
                <c:pt idx="331">
                  <c:v>5.25</c:v>
                </c:pt>
                <c:pt idx="332">
                  <c:v>5.25</c:v>
                </c:pt>
                <c:pt idx="333">
                  <c:v>5.25</c:v>
                </c:pt>
                <c:pt idx="334">
                  <c:v>5.25</c:v>
                </c:pt>
                <c:pt idx="335">
                  <c:v>5.25</c:v>
                </c:pt>
                <c:pt idx="336">
                  <c:v>5.25</c:v>
                </c:pt>
                <c:pt idx="337">
                  <c:v>5.25</c:v>
                </c:pt>
                <c:pt idx="338">
                  <c:v>5.25</c:v>
                </c:pt>
                <c:pt idx="339">
                  <c:v>5.25</c:v>
                </c:pt>
                <c:pt idx="340">
                  <c:v>5.25</c:v>
                </c:pt>
                <c:pt idx="341">
                  <c:v>5.25</c:v>
                </c:pt>
                <c:pt idx="342">
                  <c:v>5.25</c:v>
                </c:pt>
                <c:pt idx="343">
                  <c:v>5.25</c:v>
                </c:pt>
                <c:pt idx="344">
                  <c:v>5.25</c:v>
                </c:pt>
                <c:pt idx="345">
                  <c:v>5.25</c:v>
                </c:pt>
                <c:pt idx="346">
                  <c:v>5.25</c:v>
                </c:pt>
                <c:pt idx="347">
                  <c:v>5.25</c:v>
                </c:pt>
                <c:pt idx="348">
                  <c:v>5.25</c:v>
                </c:pt>
                <c:pt idx="349">
                  <c:v>5.25</c:v>
                </c:pt>
                <c:pt idx="350">
                  <c:v>5.25</c:v>
                </c:pt>
                <c:pt idx="351">
                  <c:v>5.25</c:v>
                </c:pt>
                <c:pt idx="352">
                  <c:v>5.25</c:v>
                </c:pt>
                <c:pt idx="353">
                  <c:v>5.25</c:v>
                </c:pt>
                <c:pt idx="354">
                  <c:v>5.25</c:v>
                </c:pt>
                <c:pt idx="355">
                  <c:v>5.25</c:v>
                </c:pt>
                <c:pt idx="356">
                  <c:v>5.25</c:v>
                </c:pt>
                <c:pt idx="357">
                  <c:v>5.25</c:v>
                </c:pt>
                <c:pt idx="358">
                  <c:v>5.25</c:v>
                </c:pt>
                <c:pt idx="359">
                  <c:v>5.25</c:v>
                </c:pt>
                <c:pt idx="360">
                  <c:v>5.25</c:v>
                </c:pt>
                <c:pt idx="361">
                  <c:v>5.25</c:v>
                </c:pt>
                <c:pt idx="362">
                  <c:v>5.25</c:v>
                </c:pt>
                <c:pt idx="363">
                  <c:v>5.25</c:v>
                </c:pt>
                <c:pt idx="364">
                  <c:v>5.25</c:v>
                </c:pt>
                <c:pt idx="365">
                  <c:v>5.25</c:v>
                </c:pt>
                <c:pt idx="366">
                  <c:v>5.25</c:v>
                </c:pt>
                <c:pt idx="367">
                  <c:v>5.25</c:v>
                </c:pt>
                <c:pt idx="368">
                  <c:v>5</c:v>
                </c:pt>
                <c:pt idx="369">
                  <c:v>5</c:v>
                </c:pt>
                <c:pt idx="370">
                  <c:v>5</c:v>
                </c:pt>
                <c:pt idx="371">
                  <c:v>5</c:v>
                </c:pt>
                <c:pt idx="372">
                  <c:v>5</c:v>
                </c:pt>
                <c:pt idx="373">
                  <c:v>5</c:v>
                </c:pt>
                <c:pt idx="374">
                  <c:v>5</c:v>
                </c:pt>
                <c:pt idx="375">
                  <c:v>5</c:v>
                </c:pt>
                <c:pt idx="376">
                  <c:v>5</c:v>
                </c:pt>
                <c:pt idx="377">
                  <c:v>5</c:v>
                </c:pt>
                <c:pt idx="378">
                  <c:v>5</c:v>
                </c:pt>
                <c:pt idx="379">
                  <c:v>5</c:v>
                </c:pt>
                <c:pt idx="380">
                  <c:v>5</c:v>
                </c:pt>
                <c:pt idx="381">
                  <c:v>5</c:v>
                </c:pt>
                <c:pt idx="382">
                  <c:v>5</c:v>
                </c:pt>
                <c:pt idx="383">
                  <c:v>5</c:v>
                </c:pt>
                <c:pt idx="384">
                  <c:v>5</c:v>
                </c:pt>
                <c:pt idx="385">
                  <c:v>5</c:v>
                </c:pt>
                <c:pt idx="386">
                  <c:v>5</c:v>
                </c:pt>
                <c:pt idx="387">
                  <c:v>5</c:v>
                </c:pt>
                <c:pt idx="388">
                  <c:v>5</c:v>
                </c:pt>
                <c:pt idx="389">
                  <c:v>5</c:v>
                </c:pt>
                <c:pt idx="390">
                  <c:v>5</c:v>
                </c:pt>
                <c:pt idx="391">
                  <c:v>5</c:v>
                </c:pt>
                <c:pt idx="392">
                  <c:v>5</c:v>
                </c:pt>
                <c:pt idx="393">
                  <c:v>4.75</c:v>
                </c:pt>
                <c:pt idx="394">
                  <c:v>4.75</c:v>
                </c:pt>
                <c:pt idx="395">
                  <c:v>4.75</c:v>
                </c:pt>
                <c:pt idx="396">
                  <c:v>4.75</c:v>
                </c:pt>
                <c:pt idx="397">
                  <c:v>4.75</c:v>
                </c:pt>
                <c:pt idx="398">
                  <c:v>4.75</c:v>
                </c:pt>
                <c:pt idx="399">
                  <c:v>4.75</c:v>
                </c:pt>
                <c:pt idx="400">
                  <c:v>4.75</c:v>
                </c:pt>
                <c:pt idx="401">
                  <c:v>4.75</c:v>
                </c:pt>
                <c:pt idx="402">
                  <c:v>4.75</c:v>
                </c:pt>
                <c:pt idx="403">
                  <c:v>4.75</c:v>
                </c:pt>
                <c:pt idx="404">
                  <c:v>4.75</c:v>
                </c:pt>
                <c:pt idx="405">
                  <c:v>4.75</c:v>
                </c:pt>
                <c:pt idx="406">
                  <c:v>4.75</c:v>
                </c:pt>
                <c:pt idx="407">
                  <c:v>4.75</c:v>
                </c:pt>
                <c:pt idx="408">
                  <c:v>4.75</c:v>
                </c:pt>
                <c:pt idx="409">
                  <c:v>4.75</c:v>
                </c:pt>
                <c:pt idx="410">
                  <c:v>4.75</c:v>
                </c:pt>
                <c:pt idx="411">
                  <c:v>4.75</c:v>
                </c:pt>
                <c:pt idx="412">
                  <c:v>4.75</c:v>
                </c:pt>
                <c:pt idx="413">
                  <c:v>4.5</c:v>
                </c:pt>
                <c:pt idx="414">
                  <c:v>4.5</c:v>
                </c:pt>
                <c:pt idx="415">
                  <c:v>4.5</c:v>
                </c:pt>
                <c:pt idx="416">
                  <c:v>4.5</c:v>
                </c:pt>
                <c:pt idx="417">
                  <c:v>4.5</c:v>
                </c:pt>
                <c:pt idx="418">
                  <c:v>4.5</c:v>
                </c:pt>
                <c:pt idx="419">
                  <c:v>4.5</c:v>
                </c:pt>
                <c:pt idx="420">
                  <c:v>4.5</c:v>
                </c:pt>
                <c:pt idx="421">
                  <c:v>4.5</c:v>
                </c:pt>
                <c:pt idx="422">
                  <c:v>4.5</c:v>
                </c:pt>
                <c:pt idx="423">
                  <c:v>4.5</c:v>
                </c:pt>
                <c:pt idx="424">
                  <c:v>4.5</c:v>
                </c:pt>
                <c:pt idx="425">
                  <c:v>4.5</c:v>
                </c:pt>
                <c:pt idx="426">
                  <c:v>4.5</c:v>
                </c:pt>
                <c:pt idx="427">
                  <c:v>4.5</c:v>
                </c:pt>
                <c:pt idx="428">
                  <c:v>4.5</c:v>
                </c:pt>
                <c:pt idx="429">
                  <c:v>4.5</c:v>
                </c:pt>
                <c:pt idx="430">
                  <c:v>4.5</c:v>
                </c:pt>
                <c:pt idx="431">
                  <c:v>4.5</c:v>
                </c:pt>
                <c:pt idx="432">
                  <c:v>4.5</c:v>
                </c:pt>
                <c:pt idx="433">
                  <c:v>4.5</c:v>
                </c:pt>
                <c:pt idx="434">
                  <c:v>4.5</c:v>
                </c:pt>
                <c:pt idx="435">
                  <c:v>4.5</c:v>
                </c:pt>
                <c:pt idx="436">
                  <c:v>4.5</c:v>
                </c:pt>
                <c:pt idx="437">
                  <c:v>4.5</c:v>
                </c:pt>
                <c:pt idx="438">
                  <c:v>4.25</c:v>
                </c:pt>
                <c:pt idx="439">
                  <c:v>4.25</c:v>
                </c:pt>
                <c:pt idx="440">
                  <c:v>4.25</c:v>
                </c:pt>
                <c:pt idx="441">
                  <c:v>4.25</c:v>
                </c:pt>
                <c:pt idx="442">
                  <c:v>4.25</c:v>
                </c:pt>
                <c:pt idx="443">
                  <c:v>4.25</c:v>
                </c:pt>
                <c:pt idx="444">
                  <c:v>4.25</c:v>
                </c:pt>
                <c:pt idx="445">
                  <c:v>4.25</c:v>
                </c:pt>
                <c:pt idx="446">
                  <c:v>4.25</c:v>
                </c:pt>
                <c:pt idx="447">
                  <c:v>4.25</c:v>
                </c:pt>
                <c:pt idx="448">
                  <c:v>4.25</c:v>
                </c:pt>
                <c:pt idx="449">
                  <c:v>4.25</c:v>
                </c:pt>
                <c:pt idx="450">
                  <c:v>4.25</c:v>
                </c:pt>
                <c:pt idx="451">
                  <c:v>4.25</c:v>
                </c:pt>
                <c:pt idx="452">
                  <c:v>4.25</c:v>
                </c:pt>
                <c:pt idx="453">
                  <c:v>4.25</c:v>
                </c:pt>
                <c:pt idx="454">
                  <c:v>4.25</c:v>
                </c:pt>
                <c:pt idx="455">
                  <c:v>4.25</c:v>
                </c:pt>
                <c:pt idx="456">
                  <c:v>4.25</c:v>
                </c:pt>
                <c:pt idx="457">
                  <c:v>4.25</c:v>
                </c:pt>
                <c:pt idx="458">
                  <c:v>4.25</c:v>
                </c:pt>
                <c:pt idx="459">
                  <c:v>4.25</c:v>
                </c:pt>
                <c:pt idx="460">
                  <c:v>4.25</c:v>
                </c:pt>
                <c:pt idx="461">
                  <c:v>4.25</c:v>
                </c:pt>
                <c:pt idx="462">
                  <c:v>4.25</c:v>
                </c:pt>
                <c:pt idx="463">
                  <c:v>4.25</c:v>
                </c:pt>
                <c:pt idx="464">
                  <c:v>4.25</c:v>
                </c:pt>
                <c:pt idx="465">
                  <c:v>4.25</c:v>
                </c:pt>
                <c:pt idx="466">
                  <c:v>4.25</c:v>
                </c:pt>
                <c:pt idx="467">
                  <c:v>4.25</c:v>
                </c:pt>
                <c:pt idx="468">
                  <c:v>4.25</c:v>
                </c:pt>
                <c:pt idx="469">
                  <c:v>4.25</c:v>
                </c:pt>
                <c:pt idx="470">
                  <c:v>4.25</c:v>
                </c:pt>
                <c:pt idx="471">
                  <c:v>4.25</c:v>
                </c:pt>
                <c:pt idx="472">
                  <c:v>4.25</c:v>
                </c:pt>
                <c:pt idx="473">
                  <c:v>4.25</c:v>
                </c:pt>
                <c:pt idx="474">
                  <c:v>4.25</c:v>
                </c:pt>
                <c:pt idx="475">
                  <c:v>4.25</c:v>
                </c:pt>
                <c:pt idx="476">
                  <c:v>4.25</c:v>
                </c:pt>
                <c:pt idx="477">
                  <c:v>4.25</c:v>
                </c:pt>
                <c:pt idx="478">
                  <c:v>4.25</c:v>
                </c:pt>
                <c:pt idx="479">
                  <c:v>4.25</c:v>
                </c:pt>
                <c:pt idx="480">
                  <c:v>4.25</c:v>
                </c:pt>
                <c:pt idx="481">
                  <c:v>4.25</c:v>
                </c:pt>
                <c:pt idx="482">
                  <c:v>4.25</c:v>
                </c:pt>
                <c:pt idx="483">
                  <c:v>4.25</c:v>
                </c:pt>
                <c:pt idx="484">
                  <c:v>4.25</c:v>
                </c:pt>
                <c:pt idx="485">
                  <c:v>4.25</c:v>
                </c:pt>
                <c:pt idx="486">
                  <c:v>4.25</c:v>
                </c:pt>
                <c:pt idx="487">
                  <c:v>4.25</c:v>
                </c:pt>
                <c:pt idx="488">
                  <c:v>4.25</c:v>
                </c:pt>
                <c:pt idx="489">
                  <c:v>4.25</c:v>
                </c:pt>
                <c:pt idx="490">
                  <c:v>4.25</c:v>
                </c:pt>
                <c:pt idx="491">
                  <c:v>4.25</c:v>
                </c:pt>
                <c:pt idx="492">
                  <c:v>4.25</c:v>
                </c:pt>
                <c:pt idx="493">
                  <c:v>4.25</c:v>
                </c:pt>
                <c:pt idx="494">
                  <c:v>4.25</c:v>
                </c:pt>
                <c:pt idx="495">
                  <c:v>4.25</c:v>
                </c:pt>
                <c:pt idx="496">
                  <c:v>4.25</c:v>
                </c:pt>
                <c:pt idx="497">
                  <c:v>4.25</c:v>
                </c:pt>
                <c:pt idx="498">
                  <c:v>4.25</c:v>
                </c:pt>
                <c:pt idx="499">
                  <c:v>4.25</c:v>
                </c:pt>
                <c:pt idx="500">
                  <c:v>4.25</c:v>
                </c:pt>
                <c:pt idx="501">
                  <c:v>4.25</c:v>
                </c:pt>
                <c:pt idx="502">
                  <c:v>4.25</c:v>
                </c:pt>
                <c:pt idx="503">
                  <c:v>4.25</c:v>
                </c:pt>
                <c:pt idx="504">
                  <c:v>4.25</c:v>
                </c:pt>
                <c:pt idx="505">
                  <c:v>4.25</c:v>
                </c:pt>
                <c:pt idx="506">
                  <c:v>4.25</c:v>
                </c:pt>
                <c:pt idx="507">
                  <c:v>4.25</c:v>
                </c:pt>
                <c:pt idx="508">
                  <c:v>4.25</c:v>
                </c:pt>
                <c:pt idx="509">
                  <c:v>4.25</c:v>
                </c:pt>
                <c:pt idx="510">
                  <c:v>4.25</c:v>
                </c:pt>
                <c:pt idx="511">
                  <c:v>4.25</c:v>
                </c:pt>
                <c:pt idx="512">
                  <c:v>4.25</c:v>
                </c:pt>
                <c:pt idx="513">
                  <c:v>4.25</c:v>
                </c:pt>
                <c:pt idx="514">
                  <c:v>4.25</c:v>
                </c:pt>
                <c:pt idx="515">
                  <c:v>4.25</c:v>
                </c:pt>
                <c:pt idx="516">
                  <c:v>4.25</c:v>
                </c:pt>
                <c:pt idx="517">
                  <c:v>4.25</c:v>
                </c:pt>
                <c:pt idx="518">
                  <c:v>4.25</c:v>
                </c:pt>
                <c:pt idx="519">
                  <c:v>4.25</c:v>
                </c:pt>
                <c:pt idx="520">
                  <c:v>4</c:v>
                </c:pt>
                <c:pt idx="521">
                  <c:v>4</c:v>
                </c:pt>
                <c:pt idx="522">
                  <c:v>4</c:v>
                </c:pt>
                <c:pt idx="523">
                  <c:v>4</c:v>
                </c:pt>
                <c:pt idx="524">
                  <c:v>4</c:v>
                </c:pt>
                <c:pt idx="525">
                  <c:v>4</c:v>
                </c:pt>
                <c:pt idx="526">
                  <c:v>4</c:v>
                </c:pt>
                <c:pt idx="527">
                  <c:v>4</c:v>
                </c:pt>
                <c:pt idx="528">
                  <c:v>4</c:v>
                </c:pt>
                <c:pt idx="529">
                  <c:v>4</c:v>
                </c:pt>
                <c:pt idx="530">
                  <c:v>4</c:v>
                </c:pt>
                <c:pt idx="531">
                  <c:v>4</c:v>
                </c:pt>
                <c:pt idx="532">
                  <c:v>4</c:v>
                </c:pt>
                <c:pt idx="533">
                  <c:v>4</c:v>
                </c:pt>
                <c:pt idx="534">
                  <c:v>4</c:v>
                </c:pt>
                <c:pt idx="535">
                  <c:v>4</c:v>
                </c:pt>
                <c:pt idx="536">
                  <c:v>4</c:v>
                </c:pt>
                <c:pt idx="537">
                  <c:v>4</c:v>
                </c:pt>
                <c:pt idx="538">
                  <c:v>4</c:v>
                </c:pt>
                <c:pt idx="539">
                  <c:v>4</c:v>
                </c:pt>
                <c:pt idx="540">
                  <c:v>3.75</c:v>
                </c:pt>
                <c:pt idx="541">
                  <c:v>3.75</c:v>
                </c:pt>
                <c:pt idx="542">
                  <c:v>3.75</c:v>
                </c:pt>
                <c:pt idx="543">
                  <c:v>3.75</c:v>
                </c:pt>
                <c:pt idx="544">
                  <c:v>3.75</c:v>
                </c:pt>
                <c:pt idx="545">
                  <c:v>3.75</c:v>
                </c:pt>
                <c:pt idx="546">
                  <c:v>3.75</c:v>
                </c:pt>
                <c:pt idx="547">
                  <c:v>3.75</c:v>
                </c:pt>
                <c:pt idx="548">
                  <c:v>3.75</c:v>
                </c:pt>
                <c:pt idx="549">
                  <c:v>3.75</c:v>
                </c:pt>
                <c:pt idx="550">
                  <c:v>3.75</c:v>
                </c:pt>
                <c:pt idx="551">
                  <c:v>3.75</c:v>
                </c:pt>
                <c:pt idx="552">
                  <c:v>3.75</c:v>
                </c:pt>
                <c:pt idx="553">
                  <c:v>3.75</c:v>
                </c:pt>
                <c:pt idx="554">
                  <c:v>3.75</c:v>
                </c:pt>
                <c:pt idx="555">
                  <c:v>3.75</c:v>
                </c:pt>
                <c:pt idx="556">
                  <c:v>3.75</c:v>
                </c:pt>
                <c:pt idx="557">
                  <c:v>3.75</c:v>
                </c:pt>
                <c:pt idx="558">
                  <c:v>3.75</c:v>
                </c:pt>
                <c:pt idx="559">
                  <c:v>3.75</c:v>
                </c:pt>
                <c:pt idx="560">
                  <c:v>3.75</c:v>
                </c:pt>
                <c:pt idx="561">
                  <c:v>3.75</c:v>
                </c:pt>
                <c:pt idx="562">
                  <c:v>3.75</c:v>
                </c:pt>
                <c:pt idx="563">
                  <c:v>3.75</c:v>
                </c:pt>
                <c:pt idx="564">
                  <c:v>3.75</c:v>
                </c:pt>
                <c:pt idx="565">
                  <c:v>3.75</c:v>
                </c:pt>
                <c:pt idx="566">
                  <c:v>3.75</c:v>
                </c:pt>
                <c:pt idx="567">
                  <c:v>3.75</c:v>
                </c:pt>
                <c:pt idx="568">
                  <c:v>3.75</c:v>
                </c:pt>
                <c:pt idx="569">
                  <c:v>3.75</c:v>
                </c:pt>
                <c:pt idx="570">
                  <c:v>3.75</c:v>
                </c:pt>
                <c:pt idx="571">
                  <c:v>3.75</c:v>
                </c:pt>
                <c:pt idx="572">
                  <c:v>3.75</c:v>
                </c:pt>
                <c:pt idx="573">
                  <c:v>3.75</c:v>
                </c:pt>
                <c:pt idx="574">
                  <c:v>3.75</c:v>
                </c:pt>
                <c:pt idx="575">
                  <c:v>3.75</c:v>
                </c:pt>
                <c:pt idx="576">
                  <c:v>3.75</c:v>
                </c:pt>
                <c:pt idx="577">
                  <c:v>3.75</c:v>
                </c:pt>
                <c:pt idx="578">
                  <c:v>3.75</c:v>
                </c:pt>
                <c:pt idx="579">
                  <c:v>3.75</c:v>
                </c:pt>
                <c:pt idx="580">
                  <c:v>3.75</c:v>
                </c:pt>
                <c:pt idx="581">
                  <c:v>3.75</c:v>
                </c:pt>
                <c:pt idx="582">
                  <c:v>3.75</c:v>
                </c:pt>
                <c:pt idx="583">
                  <c:v>3.75</c:v>
                </c:pt>
                <c:pt idx="584">
                  <c:v>3.75</c:v>
                </c:pt>
                <c:pt idx="585">
                  <c:v>3.75</c:v>
                </c:pt>
                <c:pt idx="586">
                  <c:v>3.75</c:v>
                </c:pt>
                <c:pt idx="587">
                  <c:v>3.75</c:v>
                </c:pt>
                <c:pt idx="588">
                  <c:v>3.75</c:v>
                </c:pt>
                <c:pt idx="589">
                  <c:v>3.75</c:v>
                </c:pt>
                <c:pt idx="590">
                  <c:v>3.75</c:v>
                </c:pt>
                <c:pt idx="591">
                  <c:v>3.75</c:v>
                </c:pt>
                <c:pt idx="592">
                  <c:v>3.75</c:v>
                </c:pt>
                <c:pt idx="593">
                  <c:v>3.75</c:v>
                </c:pt>
                <c:pt idx="594">
                  <c:v>3.75</c:v>
                </c:pt>
                <c:pt idx="595">
                  <c:v>3.75</c:v>
                </c:pt>
                <c:pt idx="596">
                  <c:v>3.75</c:v>
                </c:pt>
                <c:pt idx="597">
                  <c:v>3.75</c:v>
                </c:pt>
                <c:pt idx="598">
                  <c:v>3.5</c:v>
                </c:pt>
                <c:pt idx="599">
                  <c:v>3.5</c:v>
                </c:pt>
                <c:pt idx="600">
                  <c:v>3.5</c:v>
                </c:pt>
                <c:pt idx="601">
                  <c:v>3.5</c:v>
                </c:pt>
                <c:pt idx="602">
                  <c:v>3.5</c:v>
                </c:pt>
                <c:pt idx="603">
                  <c:v>3.5</c:v>
                </c:pt>
                <c:pt idx="604">
                  <c:v>3.5</c:v>
                </c:pt>
                <c:pt idx="605">
                  <c:v>3.5</c:v>
                </c:pt>
                <c:pt idx="606">
                  <c:v>3.5</c:v>
                </c:pt>
                <c:pt idx="607">
                  <c:v>3.5</c:v>
                </c:pt>
                <c:pt idx="608">
                  <c:v>3.5</c:v>
                </c:pt>
                <c:pt idx="609">
                  <c:v>3.5</c:v>
                </c:pt>
                <c:pt idx="610">
                  <c:v>3.5</c:v>
                </c:pt>
                <c:pt idx="611">
                  <c:v>3.5</c:v>
                </c:pt>
                <c:pt idx="612">
                  <c:v>3.5</c:v>
                </c:pt>
                <c:pt idx="613">
                  <c:v>3.5</c:v>
                </c:pt>
                <c:pt idx="614">
                  <c:v>3.5</c:v>
                </c:pt>
                <c:pt idx="615">
                  <c:v>3.5</c:v>
                </c:pt>
                <c:pt idx="616">
                  <c:v>3.5</c:v>
                </c:pt>
                <c:pt idx="617">
                  <c:v>3.5</c:v>
                </c:pt>
                <c:pt idx="618">
                  <c:v>3.25</c:v>
                </c:pt>
                <c:pt idx="619">
                  <c:v>3.25</c:v>
                </c:pt>
                <c:pt idx="620">
                  <c:v>3.25</c:v>
                </c:pt>
                <c:pt idx="621">
                  <c:v>3.25</c:v>
                </c:pt>
                <c:pt idx="622">
                  <c:v>3.25</c:v>
                </c:pt>
                <c:pt idx="623">
                  <c:v>3.25</c:v>
                </c:pt>
                <c:pt idx="624">
                  <c:v>3.25</c:v>
                </c:pt>
                <c:pt idx="625">
                  <c:v>3.25</c:v>
                </c:pt>
                <c:pt idx="626">
                  <c:v>3.25</c:v>
                </c:pt>
                <c:pt idx="627">
                  <c:v>3.25</c:v>
                </c:pt>
                <c:pt idx="628">
                  <c:v>3.25</c:v>
                </c:pt>
                <c:pt idx="629">
                  <c:v>3.25</c:v>
                </c:pt>
                <c:pt idx="630">
                  <c:v>3.25</c:v>
                </c:pt>
                <c:pt idx="631">
                  <c:v>3.25</c:v>
                </c:pt>
                <c:pt idx="632">
                  <c:v>3.25</c:v>
                </c:pt>
                <c:pt idx="633">
                  <c:v>3.25</c:v>
                </c:pt>
                <c:pt idx="634">
                  <c:v>3.25</c:v>
                </c:pt>
                <c:pt idx="635">
                  <c:v>3.25</c:v>
                </c:pt>
                <c:pt idx="636">
                  <c:v>3.25</c:v>
                </c:pt>
                <c:pt idx="637">
                  <c:v>3.25</c:v>
                </c:pt>
                <c:pt idx="638">
                  <c:v>3.25</c:v>
                </c:pt>
                <c:pt idx="639">
                  <c:v>3.25</c:v>
                </c:pt>
                <c:pt idx="640">
                  <c:v>3.25</c:v>
                </c:pt>
                <c:pt idx="641">
                  <c:v>3.25</c:v>
                </c:pt>
                <c:pt idx="642">
                  <c:v>3.25</c:v>
                </c:pt>
                <c:pt idx="643">
                  <c:v>3.25</c:v>
                </c:pt>
                <c:pt idx="644">
                  <c:v>3.25</c:v>
                </c:pt>
                <c:pt idx="645">
                  <c:v>3.25</c:v>
                </c:pt>
                <c:pt idx="646">
                  <c:v>3.25</c:v>
                </c:pt>
                <c:pt idx="647">
                  <c:v>3.25</c:v>
                </c:pt>
                <c:pt idx="648">
                  <c:v>3.25</c:v>
                </c:pt>
                <c:pt idx="649">
                  <c:v>3.25</c:v>
                </c:pt>
                <c:pt idx="650">
                  <c:v>3.25</c:v>
                </c:pt>
                <c:pt idx="651">
                  <c:v>3.25</c:v>
                </c:pt>
                <c:pt idx="652">
                  <c:v>3.25</c:v>
                </c:pt>
                <c:pt idx="653">
                  <c:v>3.25</c:v>
                </c:pt>
                <c:pt idx="654">
                  <c:v>3.25</c:v>
                </c:pt>
                <c:pt idx="655">
                  <c:v>3.25</c:v>
                </c:pt>
                <c:pt idx="656">
                  <c:v>3.25</c:v>
                </c:pt>
                <c:pt idx="657">
                  <c:v>3.25</c:v>
                </c:pt>
                <c:pt idx="658">
                  <c:v>3.25</c:v>
                </c:pt>
                <c:pt idx="659">
                  <c:v>3.25</c:v>
                </c:pt>
                <c:pt idx="660">
                  <c:v>3.25</c:v>
                </c:pt>
                <c:pt idx="661">
                  <c:v>3.25</c:v>
                </c:pt>
                <c:pt idx="662">
                  <c:v>3.25</c:v>
                </c:pt>
                <c:pt idx="663">
                  <c:v>3.25</c:v>
                </c:pt>
                <c:pt idx="664">
                  <c:v>3.25</c:v>
                </c:pt>
                <c:pt idx="665">
                  <c:v>3.25</c:v>
                </c:pt>
                <c:pt idx="666">
                  <c:v>3.25</c:v>
                </c:pt>
                <c:pt idx="667">
                  <c:v>3.25</c:v>
                </c:pt>
                <c:pt idx="668">
                  <c:v>3.25</c:v>
                </c:pt>
                <c:pt idx="669">
                  <c:v>3.25</c:v>
                </c:pt>
                <c:pt idx="670">
                  <c:v>3.25</c:v>
                </c:pt>
                <c:pt idx="671">
                  <c:v>3.25</c:v>
                </c:pt>
                <c:pt idx="672">
                  <c:v>3.25</c:v>
                </c:pt>
                <c:pt idx="673">
                  <c:v>3.25</c:v>
                </c:pt>
                <c:pt idx="674">
                  <c:v>3.25</c:v>
                </c:pt>
                <c:pt idx="675">
                  <c:v>3.25</c:v>
                </c:pt>
                <c:pt idx="676">
                  <c:v>3.25</c:v>
                </c:pt>
                <c:pt idx="677">
                  <c:v>3.25</c:v>
                </c:pt>
                <c:pt idx="678">
                  <c:v>3.25</c:v>
                </c:pt>
                <c:pt idx="679">
                  <c:v>3.25</c:v>
                </c:pt>
                <c:pt idx="680">
                  <c:v>3.25</c:v>
                </c:pt>
                <c:pt idx="681">
                  <c:v>3.25</c:v>
                </c:pt>
                <c:pt idx="682">
                  <c:v>3.25</c:v>
                </c:pt>
                <c:pt idx="683">
                  <c:v>3.25</c:v>
                </c:pt>
                <c:pt idx="684">
                  <c:v>3.25</c:v>
                </c:pt>
                <c:pt idx="685">
                  <c:v>3.25</c:v>
                </c:pt>
                <c:pt idx="686">
                  <c:v>3.25</c:v>
                </c:pt>
                <c:pt idx="687">
                  <c:v>3.25</c:v>
                </c:pt>
                <c:pt idx="688">
                  <c:v>3.25</c:v>
                </c:pt>
                <c:pt idx="689">
                  <c:v>3.25</c:v>
                </c:pt>
                <c:pt idx="690">
                  <c:v>3.25</c:v>
                </c:pt>
                <c:pt idx="691">
                  <c:v>3.25</c:v>
                </c:pt>
                <c:pt idx="692">
                  <c:v>3.25</c:v>
                </c:pt>
                <c:pt idx="693">
                  <c:v>3.25</c:v>
                </c:pt>
                <c:pt idx="694">
                  <c:v>3.25</c:v>
                </c:pt>
                <c:pt idx="695">
                  <c:v>3.25</c:v>
                </c:pt>
                <c:pt idx="696">
                  <c:v>3.25</c:v>
                </c:pt>
                <c:pt idx="697">
                  <c:v>3.25</c:v>
                </c:pt>
                <c:pt idx="698">
                  <c:v>3.25</c:v>
                </c:pt>
                <c:pt idx="699">
                  <c:v>3.25</c:v>
                </c:pt>
                <c:pt idx="700">
                  <c:v>3.25</c:v>
                </c:pt>
                <c:pt idx="701">
                  <c:v>3</c:v>
                </c:pt>
                <c:pt idx="702">
                  <c:v>3</c:v>
                </c:pt>
                <c:pt idx="703">
                  <c:v>3</c:v>
                </c:pt>
                <c:pt idx="704">
                  <c:v>3</c:v>
                </c:pt>
                <c:pt idx="705">
                  <c:v>3</c:v>
                </c:pt>
                <c:pt idx="706">
                  <c:v>3</c:v>
                </c:pt>
                <c:pt idx="707">
                  <c:v>3</c:v>
                </c:pt>
                <c:pt idx="708">
                  <c:v>3</c:v>
                </c:pt>
                <c:pt idx="709">
                  <c:v>3</c:v>
                </c:pt>
                <c:pt idx="710">
                  <c:v>3</c:v>
                </c:pt>
                <c:pt idx="711">
                  <c:v>3</c:v>
                </c:pt>
                <c:pt idx="712">
                  <c:v>3</c:v>
                </c:pt>
                <c:pt idx="713">
                  <c:v>3</c:v>
                </c:pt>
                <c:pt idx="714">
                  <c:v>3</c:v>
                </c:pt>
                <c:pt idx="715">
                  <c:v>3</c:v>
                </c:pt>
                <c:pt idx="716">
                  <c:v>3</c:v>
                </c:pt>
                <c:pt idx="717">
                  <c:v>3</c:v>
                </c:pt>
                <c:pt idx="718">
                  <c:v>3</c:v>
                </c:pt>
                <c:pt idx="719">
                  <c:v>3</c:v>
                </c:pt>
                <c:pt idx="720">
                  <c:v>3</c:v>
                </c:pt>
                <c:pt idx="721">
                  <c:v>3</c:v>
                </c:pt>
                <c:pt idx="722">
                  <c:v>3</c:v>
                </c:pt>
                <c:pt idx="723">
                  <c:v>3</c:v>
                </c:pt>
                <c:pt idx="724">
                  <c:v>3</c:v>
                </c:pt>
                <c:pt idx="725">
                  <c:v>3</c:v>
                </c:pt>
                <c:pt idx="726">
                  <c:v>3</c:v>
                </c:pt>
                <c:pt idx="727">
                  <c:v>3</c:v>
                </c:pt>
                <c:pt idx="728">
                  <c:v>3</c:v>
                </c:pt>
                <c:pt idx="729">
                  <c:v>3</c:v>
                </c:pt>
                <c:pt idx="730">
                  <c:v>3</c:v>
                </c:pt>
                <c:pt idx="731">
                  <c:v>3</c:v>
                </c:pt>
                <c:pt idx="732">
                  <c:v>3</c:v>
                </c:pt>
                <c:pt idx="733">
                  <c:v>3</c:v>
                </c:pt>
                <c:pt idx="734">
                  <c:v>3</c:v>
                </c:pt>
                <c:pt idx="735">
                  <c:v>3</c:v>
                </c:pt>
                <c:pt idx="736">
                  <c:v>3</c:v>
                </c:pt>
                <c:pt idx="737">
                  <c:v>3</c:v>
                </c:pt>
                <c:pt idx="738">
                  <c:v>3</c:v>
                </c:pt>
                <c:pt idx="739">
                  <c:v>3</c:v>
                </c:pt>
                <c:pt idx="740">
                  <c:v>3</c:v>
                </c:pt>
                <c:pt idx="741">
                  <c:v>3</c:v>
                </c:pt>
                <c:pt idx="742">
                  <c:v>3</c:v>
                </c:pt>
                <c:pt idx="743">
                  <c:v>3</c:v>
                </c:pt>
                <c:pt idx="744">
                  <c:v>3</c:v>
                </c:pt>
                <c:pt idx="745">
                  <c:v>3</c:v>
                </c:pt>
                <c:pt idx="746">
                  <c:v>3</c:v>
                </c:pt>
                <c:pt idx="747">
                  <c:v>3</c:v>
                </c:pt>
                <c:pt idx="748">
                  <c:v>3</c:v>
                </c:pt>
                <c:pt idx="749">
                  <c:v>3</c:v>
                </c:pt>
                <c:pt idx="750">
                  <c:v>3</c:v>
                </c:pt>
                <c:pt idx="751">
                  <c:v>3</c:v>
                </c:pt>
                <c:pt idx="752">
                  <c:v>3</c:v>
                </c:pt>
                <c:pt idx="753">
                  <c:v>3</c:v>
                </c:pt>
                <c:pt idx="754">
                  <c:v>3</c:v>
                </c:pt>
                <c:pt idx="755">
                  <c:v>3</c:v>
                </c:pt>
                <c:pt idx="756">
                  <c:v>3</c:v>
                </c:pt>
                <c:pt idx="757">
                  <c:v>3</c:v>
                </c:pt>
                <c:pt idx="758">
                  <c:v>3</c:v>
                </c:pt>
                <c:pt idx="759">
                  <c:v>3</c:v>
                </c:pt>
                <c:pt idx="760">
                  <c:v>2.75</c:v>
                </c:pt>
                <c:pt idx="761">
                  <c:v>2.75</c:v>
                </c:pt>
                <c:pt idx="762">
                  <c:v>2.75</c:v>
                </c:pt>
                <c:pt idx="763">
                  <c:v>2.75</c:v>
                </c:pt>
                <c:pt idx="764">
                  <c:v>2.75</c:v>
                </c:pt>
                <c:pt idx="765">
                  <c:v>2.75</c:v>
                </c:pt>
                <c:pt idx="766">
                  <c:v>2.75</c:v>
                </c:pt>
                <c:pt idx="767">
                  <c:v>2.75</c:v>
                </c:pt>
                <c:pt idx="768">
                  <c:v>2.75</c:v>
                </c:pt>
                <c:pt idx="769">
                  <c:v>2.75</c:v>
                </c:pt>
                <c:pt idx="770">
                  <c:v>2.75</c:v>
                </c:pt>
                <c:pt idx="771">
                  <c:v>2.75</c:v>
                </c:pt>
                <c:pt idx="772">
                  <c:v>2.75</c:v>
                </c:pt>
                <c:pt idx="773">
                  <c:v>2.75</c:v>
                </c:pt>
                <c:pt idx="774">
                  <c:v>2.75</c:v>
                </c:pt>
                <c:pt idx="775">
                  <c:v>2.75</c:v>
                </c:pt>
                <c:pt idx="776">
                  <c:v>2.75</c:v>
                </c:pt>
                <c:pt idx="777">
                  <c:v>2.75</c:v>
                </c:pt>
                <c:pt idx="778">
                  <c:v>2.75</c:v>
                </c:pt>
                <c:pt idx="779">
                  <c:v>2.75</c:v>
                </c:pt>
                <c:pt idx="780">
                  <c:v>2.75</c:v>
                </c:pt>
                <c:pt idx="781">
                  <c:v>2.75</c:v>
                </c:pt>
                <c:pt idx="782">
                  <c:v>2.75</c:v>
                </c:pt>
                <c:pt idx="783">
                  <c:v>2.75</c:v>
                </c:pt>
                <c:pt idx="784">
                  <c:v>2.75</c:v>
                </c:pt>
                <c:pt idx="785">
                  <c:v>2.75</c:v>
                </c:pt>
                <c:pt idx="786">
                  <c:v>2.75</c:v>
                </c:pt>
                <c:pt idx="787">
                  <c:v>2.75</c:v>
                </c:pt>
                <c:pt idx="788">
                  <c:v>2.75</c:v>
                </c:pt>
                <c:pt idx="789">
                  <c:v>2.75</c:v>
                </c:pt>
                <c:pt idx="790">
                  <c:v>2.75</c:v>
                </c:pt>
                <c:pt idx="791">
                  <c:v>2.75</c:v>
                </c:pt>
                <c:pt idx="792">
                  <c:v>2.75</c:v>
                </c:pt>
                <c:pt idx="793">
                  <c:v>2.75</c:v>
                </c:pt>
                <c:pt idx="794">
                  <c:v>2.75</c:v>
                </c:pt>
                <c:pt idx="795">
                  <c:v>2.75</c:v>
                </c:pt>
                <c:pt idx="796">
                  <c:v>2.75</c:v>
                </c:pt>
                <c:pt idx="797">
                  <c:v>2.75</c:v>
                </c:pt>
                <c:pt idx="798">
                  <c:v>2.75</c:v>
                </c:pt>
                <c:pt idx="799">
                  <c:v>2.75</c:v>
                </c:pt>
                <c:pt idx="800">
                  <c:v>2.75</c:v>
                </c:pt>
                <c:pt idx="801">
                  <c:v>2.75</c:v>
                </c:pt>
                <c:pt idx="802">
                  <c:v>2.75</c:v>
                </c:pt>
                <c:pt idx="803">
                  <c:v>2.75</c:v>
                </c:pt>
                <c:pt idx="804">
                  <c:v>2.75</c:v>
                </c:pt>
                <c:pt idx="805">
                  <c:v>2.75</c:v>
                </c:pt>
                <c:pt idx="806">
                  <c:v>2.75</c:v>
                </c:pt>
                <c:pt idx="807">
                  <c:v>2.75</c:v>
                </c:pt>
                <c:pt idx="808">
                  <c:v>2.75</c:v>
                </c:pt>
                <c:pt idx="809">
                  <c:v>2.75</c:v>
                </c:pt>
                <c:pt idx="810">
                  <c:v>2.75</c:v>
                </c:pt>
                <c:pt idx="811">
                  <c:v>2.75</c:v>
                </c:pt>
                <c:pt idx="812">
                  <c:v>2.75</c:v>
                </c:pt>
                <c:pt idx="813">
                  <c:v>2.75</c:v>
                </c:pt>
                <c:pt idx="814">
                  <c:v>2.75</c:v>
                </c:pt>
                <c:pt idx="815">
                  <c:v>2.75</c:v>
                </c:pt>
                <c:pt idx="816">
                  <c:v>2.75</c:v>
                </c:pt>
                <c:pt idx="817">
                  <c:v>2.75</c:v>
                </c:pt>
                <c:pt idx="818">
                  <c:v>2.75</c:v>
                </c:pt>
                <c:pt idx="819">
                  <c:v>2.75</c:v>
                </c:pt>
                <c:pt idx="820">
                  <c:v>2.75</c:v>
                </c:pt>
                <c:pt idx="821">
                  <c:v>2.75</c:v>
                </c:pt>
                <c:pt idx="822">
                  <c:v>2.75</c:v>
                </c:pt>
                <c:pt idx="823">
                  <c:v>2.75</c:v>
                </c:pt>
                <c:pt idx="824">
                  <c:v>2.75</c:v>
                </c:pt>
                <c:pt idx="825">
                  <c:v>2.75</c:v>
                </c:pt>
                <c:pt idx="826">
                  <c:v>2.75</c:v>
                </c:pt>
                <c:pt idx="827">
                  <c:v>2.75</c:v>
                </c:pt>
                <c:pt idx="828">
                  <c:v>2.75</c:v>
                </c:pt>
                <c:pt idx="829">
                  <c:v>2.75</c:v>
                </c:pt>
                <c:pt idx="830">
                  <c:v>2.75</c:v>
                </c:pt>
                <c:pt idx="831">
                  <c:v>2.75</c:v>
                </c:pt>
                <c:pt idx="832">
                  <c:v>2.75</c:v>
                </c:pt>
                <c:pt idx="833">
                  <c:v>2.75</c:v>
                </c:pt>
                <c:pt idx="834">
                  <c:v>2.75</c:v>
                </c:pt>
                <c:pt idx="835">
                  <c:v>2.75</c:v>
                </c:pt>
                <c:pt idx="836">
                  <c:v>2.75</c:v>
                </c:pt>
                <c:pt idx="837">
                  <c:v>2.75</c:v>
                </c:pt>
                <c:pt idx="838">
                  <c:v>2.75</c:v>
                </c:pt>
                <c:pt idx="839">
                  <c:v>2.75</c:v>
                </c:pt>
                <c:pt idx="840">
                  <c:v>2.75</c:v>
                </c:pt>
                <c:pt idx="841">
                  <c:v>2.75</c:v>
                </c:pt>
                <c:pt idx="842">
                  <c:v>2.75</c:v>
                </c:pt>
                <c:pt idx="843">
                  <c:v>2.75</c:v>
                </c:pt>
                <c:pt idx="844">
                  <c:v>2.75</c:v>
                </c:pt>
                <c:pt idx="845">
                  <c:v>2.75</c:v>
                </c:pt>
                <c:pt idx="846">
                  <c:v>2.75</c:v>
                </c:pt>
                <c:pt idx="847">
                  <c:v>2.75</c:v>
                </c:pt>
                <c:pt idx="848">
                  <c:v>2.75</c:v>
                </c:pt>
                <c:pt idx="849">
                  <c:v>2.75</c:v>
                </c:pt>
                <c:pt idx="850">
                  <c:v>2.75</c:v>
                </c:pt>
                <c:pt idx="851">
                  <c:v>2.75</c:v>
                </c:pt>
                <c:pt idx="852">
                  <c:v>2.75</c:v>
                </c:pt>
                <c:pt idx="853">
                  <c:v>2.75</c:v>
                </c:pt>
                <c:pt idx="854">
                  <c:v>2.75</c:v>
                </c:pt>
                <c:pt idx="855">
                  <c:v>2.75</c:v>
                </c:pt>
                <c:pt idx="856">
                  <c:v>2.75</c:v>
                </c:pt>
                <c:pt idx="857">
                  <c:v>2.75</c:v>
                </c:pt>
                <c:pt idx="858">
                  <c:v>2.75</c:v>
                </c:pt>
                <c:pt idx="859">
                  <c:v>2.75</c:v>
                </c:pt>
                <c:pt idx="860">
                  <c:v>2.75</c:v>
                </c:pt>
                <c:pt idx="861">
                  <c:v>2.75</c:v>
                </c:pt>
                <c:pt idx="862">
                  <c:v>2.75</c:v>
                </c:pt>
                <c:pt idx="863">
                  <c:v>2.75</c:v>
                </c:pt>
                <c:pt idx="864">
                  <c:v>2.75</c:v>
                </c:pt>
                <c:pt idx="865">
                  <c:v>2.75</c:v>
                </c:pt>
                <c:pt idx="866">
                  <c:v>2.75</c:v>
                </c:pt>
                <c:pt idx="867">
                  <c:v>2.75</c:v>
                </c:pt>
                <c:pt idx="868">
                  <c:v>2.75</c:v>
                </c:pt>
                <c:pt idx="869">
                  <c:v>2.75</c:v>
                </c:pt>
                <c:pt idx="870">
                  <c:v>2.75</c:v>
                </c:pt>
                <c:pt idx="871">
                  <c:v>2.75</c:v>
                </c:pt>
                <c:pt idx="872">
                  <c:v>2.75</c:v>
                </c:pt>
                <c:pt idx="873">
                  <c:v>2.75</c:v>
                </c:pt>
                <c:pt idx="874">
                  <c:v>2.75</c:v>
                </c:pt>
                <c:pt idx="875">
                  <c:v>2.75</c:v>
                </c:pt>
                <c:pt idx="876">
                  <c:v>2.75</c:v>
                </c:pt>
                <c:pt idx="877">
                  <c:v>2.75</c:v>
                </c:pt>
                <c:pt idx="878">
                  <c:v>2.75</c:v>
                </c:pt>
                <c:pt idx="879">
                  <c:v>2.75</c:v>
                </c:pt>
                <c:pt idx="880">
                  <c:v>2.75</c:v>
                </c:pt>
                <c:pt idx="881">
                  <c:v>2.75</c:v>
                </c:pt>
                <c:pt idx="882">
                  <c:v>2.75</c:v>
                </c:pt>
                <c:pt idx="883">
                  <c:v>2.75</c:v>
                </c:pt>
                <c:pt idx="884">
                  <c:v>2.75</c:v>
                </c:pt>
                <c:pt idx="885">
                  <c:v>2.75</c:v>
                </c:pt>
                <c:pt idx="886">
                  <c:v>2.75</c:v>
                </c:pt>
                <c:pt idx="887">
                  <c:v>2.75</c:v>
                </c:pt>
                <c:pt idx="888">
                  <c:v>2.75</c:v>
                </c:pt>
                <c:pt idx="889">
                  <c:v>2.75</c:v>
                </c:pt>
                <c:pt idx="890">
                  <c:v>2.75</c:v>
                </c:pt>
                <c:pt idx="891">
                  <c:v>2.75</c:v>
                </c:pt>
                <c:pt idx="892">
                  <c:v>2.75</c:v>
                </c:pt>
                <c:pt idx="893">
                  <c:v>2.75</c:v>
                </c:pt>
                <c:pt idx="894">
                  <c:v>2.75</c:v>
                </c:pt>
                <c:pt idx="895">
                  <c:v>2.75</c:v>
                </c:pt>
                <c:pt idx="896">
                  <c:v>2.75</c:v>
                </c:pt>
                <c:pt idx="897">
                  <c:v>2.75</c:v>
                </c:pt>
                <c:pt idx="898">
                  <c:v>2.75</c:v>
                </c:pt>
                <c:pt idx="899">
                  <c:v>2.75</c:v>
                </c:pt>
                <c:pt idx="900">
                  <c:v>2.75</c:v>
                </c:pt>
                <c:pt idx="901">
                  <c:v>2.75</c:v>
                </c:pt>
                <c:pt idx="902">
                  <c:v>2.75</c:v>
                </c:pt>
                <c:pt idx="903">
                  <c:v>2.75</c:v>
                </c:pt>
                <c:pt idx="904">
                  <c:v>2.75</c:v>
                </c:pt>
                <c:pt idx="905">
                  <c:v>2.75</c:v>
                </c:pt>
                <c:pt idx="906">
                  <c:v>2.75</c:v>
                </c:pt>
                <c:pt idx="907">
                  <c:v>2.75</c:v>
                </c:pt>
                <c:pt idx="908">
                  <c:v>2.75</c:v>
                </c:pt>
                <c:pt idx="909">
                  <c:v>2.75</c:v>
                </c:pt>
                <c:pt idx="910">
                  <c:v>2.75</c:v>
                </c:pt>
                <c:pt idx="911">
                  <c:v>2.75</c:v>
                </c:pt>
                <c:pt idx="912">
                  <c:v>2.75</c:v>
                </c:pt>
                <c:pt idx="913">
                  <c:v>2.75</c:v>
                </c:pt>
                <c:pt idx="914">
                  <c:v>2.75</c:v>
                </c:pt>
                <c:pt idx="915">
                  <c:v>2.75</c:v>
                </c:pt>
                <c:pt idx="916">
                  <c:v>2.75</c:v>
                </c:pt>
                <c:pt idx="917">
                  <c:v>2.75</c:v>
                </c:pt>
                <c:pt idx="918">
                  <c:v>2.75</c:v>
                </c:pt>
                <c:pt idx="919">
                  <c:v>2.75</c:v>
                </c:pt>
                <c:pt idx="920">
                  <c:v>2.75</c:v>
                </c:pt>
                <c:pt idx="921">
                  <c:v>2.75</c:v>
                </c:pt>
                <c:pt idx="922">
                  <c:v>2.75</c:v>
                </c:pt>
                <c:pt idx="923">
                  <c:v>2.75</c:v>
                </c:pt>
                <c:pt idx="924">
                  <c:v>2.75</c:v>
                </c:pt>
                <c:pt idx="925">
                  <c:v>2.75</c:v>
                </c:pt>
                <c:pt idx="926">
                  <c:v>2.75</c:v>
                </c:pt>
                <c:pt idx="927">
                  <c:v>2.75</c:v>
                </c:pt>
                <c:pt idx="928">
                  <c:v>2.75</c:v>
                </c:pt>
                <c:pt idx="929">
                  <c:v>2.75</c:v>
                </c:pt>
                <c:pt idx="930">
                  <c:v>2.75</c:v>
                </c:pt>
                <c:pt idx="931">
                  <c:v>2.75</c:v>
                </c:pt>
                <c:pt idx="932">
                  <c:v>2.75</c:v>
                </c:pt>
                <c:pt idx="933">
                  <c:v>2.75</c:v>
                </c:pt>
                <c:pt idx="934">
                  <c:v>2.75</c:v>
                </c:pt>
                <c:pt idx="935">
                  <c:v>2.75</c:v>
                </c:pt>
                <c:pt idx="936">
                  <c:v>2.75</c:v>
                </c:pt>
                <c:pt idx="937">
                  <c:v>2.75</c:v>
                </c:pt>
                <c:pt idx="938">
                  <c:v>2.75</c:v>
                </c:pt>
                <c:pt idx="939">
                  <c:v>2.75</c:v>
                </c:pt>
                <c:pt idx="940">
                  <c:v>2.75</c:v>
                </c:pt>
                <c:pt idx="941">
                  <c:v>2.75</c:v>
                </c:pt>
                <c:pt idx="942">
                  <c:v>2.75</c:v>
                </c:pt>
                <c:pt idx="943">
                  <c:v>2.75</c:v>
                </c:pt>
                <c:pt idx="944">
                  <c:v>2.75</c:v>
                </c:pt>
                <c:pt idx="945">
                  <c:v>2.75</c:v>
                </c:pt>
                <c:pt idx="946">
                  <c:v>2.75</c:v>
                </c:pt>
                <c:pt idx="947">
                  <c:v>2.75</c:v>
                </c:pt>
                <c:pt idx="948">
                  <c:v>2.75</c:v>
                </c:pt>
                <c:pt idx="949">
                  <c:v>2.75</c:v>
                </c:pt>
                <c:pt idx="950">
                  <c:v>2.75</c:v>
                </c:pt>
                <c:pt idx="951">
                  <c:v>2.75</c:v>
                </c:pt>
                <c:pt idx="952">
                  <c:v>2.75</c:v>
                </c:pt>
                <c:pt idx="953">
                  <c:v>2.75</c:v>
                </c:pt>
                <c:pt idx="954">
                  <c:v>2.75</c:v>
                </c:pt>
                <c:pt idx="955">
                  <c:v>2.75</c:v>
                </c:pt>
                <c:pt idx="956">
                  <c:v>2.75</c:v>
                </c:pt>
                <c:pt idx="957">
                  <c:v>2.75</c:v>
                </c:pt>
                <c:pt idx="958">
                  <c:v>2.75</c:v>
                </c:pt>
                <c:pt idx="959">
                  <c:v>2.75</c:v>
                </c:pt>
                <c:pt idx="960">
                  <c:v>2.75</c:v>
                </c:pt>
                <c:pt idx="961">
                  <c:v>2.75</c:v>
                </c:pt>
                <c:pt idx="962">
                  <c:v>2.75</c:v>
                </c:pt>
                <c:pt idx="963">
                  <c:v>2.75</c:v>
                </c:pt>
                <c:pt idx="964">
                  <c:v>2.75</c:v>
                </c:pt>
                <c:pt idx="965">
                  <c:v>2.75</c:v>
                </c:pt>
                <c:pt idx="966">
                  <c:v>2.75</c:v>
                </c:pt>
                <c:pt idx="967">
                  <c:v>2.75</c:v>
                </c:pt>
                <c:pt idx="968">
                  <c:v>2.75</c:v>
                </c:pt>
                <c:pt idx="969">
                  <c:v>2.75</c:v>
                </c:pt>
                <c:pt idx="970">
                  <c:v>2.75</c:v>
                </c:pt>
                <c:pt idx="971">
                  <c:v>2.75</c:v>
                </c:pt>
                <c:pt idx="972">
                  <c:v>2.75</c:v>
                </c:pt>
                <c:pt idx="973">
                  <c:v>2.75</c:v>
                </c:pt>
                <c:pt idx="974">
                  <c:v>2.75</c:v>
                </c:pt>
                <c:pt idx="975">
                  <c:v>2.75</c:v>
                </c:pt>
                <c:pt idx="976">
                  <c:v>2.75</c:v>
                </c:pt>
                <c:pt idx="977">
                  <c:v>2.75</c:v>
                </c:pt>
                <c:pt idx="978">
                  <c:v>2.75</c:v>
                </c:pt>
                <c:pt idx="979">
                  <c:v>2.75</c:v>
                </c:pt>
                <c:pt idx="980">
                  <c:v>2.75</c:v>
                </c:pt>
                <c:pt idx="981">
                  <c:v>2.75</c:v>
                </c:pt>
                <c:pt idx="982">
                  <c:v>2.75</c:v>
                </c:pt>
                <c:pt idx="983">
                  <c:v>2.75</c:v>
                </c:pt>
                <c:pt idx="984">
                  <c:v>2.75</c:v>
                </c:pt>
                <c:pt idx="985">
                  <c:v>2.75</c:v>
                </c:pt>
                <c:pt idx="986">
                  <c:v>2.75</c:v>
                </c:pt>
                <c:pt idx="987">
                  <c:v>2.75</c:v>
                </c:pt>
                <c:pt idx="988">
                  <c:v>2.75</c:v>
                </c:pt>
                <c:pt idx="989">
                  <c:v>2.75</c:v>
                </c:pt>
                <c:pt idx="990">
                  <c:v>2.75</c:v>
                </c:pt>
                <c:pt idx="991">
                  <c:v>2.75</c:v>
                </c:pt>
                <c:pt idx="992">
                  <c:v>2.75</c:v>
                </c:pt>
                <c:pt idx="993">
                  <c:v>2.75</c:v>
                </c:pt>
                <c:pt idx="994">
                  <c:v>2.75</c:v>
                </c:pt>
                <c:pt idx="995">
                  <c:v>2.75</c:v>
                </c:pt>
                <c:pt idx="996">
                  <c:v>2.75</c:v>
                </c:pt>
                <c:pt idx="997">
                  <c:v>2.75</c:v>
                </c:pt>
                <c:pt idx="998">
                  <c:v>2.75</c:v>
                </c:pt>
                <c:pt idx="999">
                  <c:v>2.75</c:v>
                </c:pt>
                <c:pt idx="1000">
                  <c:v>2.75</c:v>
                </c:pt>
                <c:pt idx="1001">
                  <c:v>2.75</c:v>
                </c:pt>
                <c:pt idx="1002">
                  <c:v>2.75</c:v>
                </c:pt>
                <c:pt idx="1003">
                  <c:v>2.75</c:v>
                </c:pt>
                <c:pt idx="1004">
                  <c:v>2.75</c:v>
                </c:pt>
                <c:pt idx="1005">
                  <c:v>2.75</c:v>
                </c:pt>
                <c:pt idx="1006">
                  <c:v>2.75</c:v>
                </c:pt>
                <c:pt idx="1007">
                  <c:v>2.75</c:v>
                </c:pt>
                <c:pt idx="1008">
                  <c:v>2.75</c:v>
                </c:pt>
                <c:pt idx="1009">
                  <c:v>2.75</c:v>
                </c:pt>
                <c:pt idx="1010">
                  <c:v>2.75</c:v>
                </c:pt>
                <c:pt idx="1011">
                  <c:v>2.75</c:v>
                </c:pt>
                <c:pt idx="1012">
                  <c:v>2.75</c:v>
                </c:pt>
                <c:pt idx="1013">
                  <c:v>2.75</c:v>
                </c:pt>
                <c:pt idx="1014">
                  <c:v>2.75</c:v>
                </c:pt>
                <c:pt idx="1015">
                  <c:v>2.75</c:v>
                </c:pt>
                <c:pt idx="1016">
                  <c:v>2.75</c:v>
                </c:pt>
                <c:pt idx="1017">
                  <c:v>2.75</c:v>
                </c:pt>
                <c:pt idx="1018">
                  <c:v>2.75</c:v>
                </c:pt>
                <c:pt idx="1019">
                  <c:v>2.75</c:v>
                </c:pt>
                <c:pt idx="1020">
                  <c:v>2.75</c:v>
                </c:pt>
                <c:pt idx="1021">
                  <c:v>2.75</c:v>
                </c:pt>
                <c:pt idx="1022">
                  <c:v>2.75</c:v>
                </c:pt>
                <c:pt idx="1023">
                  <c:v>2.75</c:v>
                </c:pt>
                <c:pt idx="1024">
                  <c:v>2.75</c:v>
                </c:pt>
                <c:pt idx="1025">
                  <c:v>2.75</c:v>
                </c:pt>
                <c:pt idx="1026">
                  <c:v>2.75</c:v>
                </c:pt>
                <c:pt idx="1027">
                  <c:v>2.75</c:v>
                </c:pt>
                <c:pt idx="1028">
                  <c:v>2.75</c:v>
                </c:pt>
                <c:pt idx="1029">
                  <c:v>2.75</c:v>
                </c:pt>
                <c:pt idx="1030">
                  <c:v>2.75</c:v>
                </c:pt>
                <c:pt idx="1031">
                  <c:v>2.75</c:v>
                </c:pt>
                <c:pt idx="1032">
                  <c:v>2.75</c:v>
                </c:pt>
                <c:pt idx="1033">
                  <c:v>2.75</c:v>
                </c:pt>
                <c:pt idx="1034">
                  <c:v>2.75</c:v>
                </c:pt>
                <c:pt idx="1035">
                  <c:v>2.75</c:v>
                </c:pt>
                <c:pt idx="1036">
                  <c:v>2.75</c:v>
                </c:pt>
                <c:pt idx="1037">
                  <c:v>2.75</c:v>
                </c:pt>
                <c:pt idx="1038">
                  <c:v>2.75</c:v>
                </c:pt>
                <c:pt idx="1039">
                  <c:v>2.75</c:v>
                </c:pt>
                <c:pt idx="1040">
                  <c:v>2.75</c:v>
                </c:pt>
                <c:pt idx="1041">
                  <c:v>2.75</c:v>
                </c:pt>
                <c:pt idx="1042">
                  <c:v>2.75</c:v>
                </c:pt>
                <c:pt idx="1043">
                  <c:v>2.75</c:v>
                </c:pt>
                <c:pt idx="1044">
                  <c:v>2.75</c:v>
                </c:pt>
                <c:pt idx="1045">
                  <c:v>2.75</c:v>
                </c:pt>
                <c:pt idx="1046">
                  <c:v>2.75</c:v>
                </c:pt>
                <c:pt idx="1047">
                  <c:v>2.75</c:v>
                </c:pt>
                <c:pt idx="1048">
                  <c:v>2.75</c:v>
                </c:pt>
                <c:pt idx="1049">
                  <c:v>2.75</c:v>
                </c:pt>
                <c:pt idx="1050">
                  <c:v>2.75</c:v>
                </c:pt>
                <c:pt idx="1051">
                  <c:v>2.75</c:v>
                </c:pt>
                <c:pt idx="1052">
                  <c:v>2.75</c:v>
                </c:pt>
                <c:pt idx="1053">
                  <c:v>2.75</c:v>
                </c:pt>
                <c:pt idx="1054">
                  <c:v>2.75</c:v>
                </c:pt>
                <c:pt idx="1055">
                  <c:v>2.75</c:v>
                </c:pt>
                <c:pt idx="1056">
                  <c:v>2.75</c:v>
                </c:pt>
                <c:pt idx="1057">
                  <c:v>2.75</c:v>
                </c:pt>
                <c:pt idx="1058">
                  <c:v>2.75</c:v>
                </c:pt>
                <c:pt idx="1059">
                  <c:v>2.75</c:v>
                </c:pt>
                <c:pt idx="1060">
                  <c:v>2.75</c:v>
                </c:pt>
                <c:pt idx="1061">
                  <c:v>2.75</c:v>
                </c:pt>
                <c:pt idx="1062">
                  <c:v>2.75</c:v>
                </c:pt>
                <c:pt idx="1063">
                  <c:v>2.75</c:v>
                </c:pt>
                <c:pt idx="1064">
                  <c:v>2.75</c:v>
                </c:pt>
                <c:pt idx="1065">
                  <c:v>2.75</c:v>
                </c:pt>
                <c:pt idx="1066">
                  <c:v>2.75</c:v>
                </c:pt>
                <c:pt idx="1067">
                  <c:v>2.75</c:v>
                </c:pt>
                <c:pt idx="1068">
                  <c:v>2.75</c:v>
                </c:pt>
                <c:pt idx="1069">
                  <c:v>2.75</c:v>
                </c:pt>
                <c:pt idx="1070">
                  <c:v>2.75</c:v>
                </c:pt>
                <c:pt idx="1071">
                  <c:v>2.75</c:v>
                </c:pt>
                <c:pt idx="1072">
                  <c:v>2.75</c:v>
                </c:pt>
                <c:pt idx="1073">
                  <c:v>2.75</c:v>
                </c:pt>
                <c:pt idx="1074">
                  <c:v>2.75</c:v>
                </c:pt>
                <c:pt idx="1075">
                  <c:v>2.75</c:v>
                </c:pt>
                <c:pt idx="1076">
                  <c:v>2.75</c:v>
                </c:pt>
                <c:pt idx="1077">
                  <c:v>2.75</c:v>
                </c:pt>
                <c:pt idx="1078">
                  <c:v>2.75</c:v>
                </c:pt>
                <c:pt idx="1079">
                  <c:v>2.75</c:v>
                </c:pt>
                <c:pt idx="1080">
                  <c:v>2.75</c:v>
                </c:pt>
                <c:pt idx="1081">
                  <c:v>2.75</c:v>
                </c:pt>
                <c:pt idx="1082">
                  <c:v>2.75</c:v>
                </c:pt>
                <c:pt idx="1083">
                  <c:v>2.75</c:v>
                </c:pt>
                <c:pt idx="1084">
                  <c:v>2.75</c:v>
                </c:pt>
                <c:pt idx="1085">
                  <c:v>2.75</c:v>
                </c:pt>
                <c:pt idx="1086">
                  <c:v>2.75</c:v>
                </c:pt>
                <c:pt idx="1087">
                  <c:v>2.75</c:v>
                </c:pt>
                <c:pt idx="1088">
                  <c:v>2.75</c:v>
                </c:pt>
                <c:pt idx="1089">
                  <c:v>2.75</c:v>
                </c:pt>
                <c:pt idx="1090">
                  <c:v>2.75</c:v>
                </c:pt>
                <c:pt idx="1091">
                  <c:v>2.75</c:v>
                </c:pt>
                <c:pt idx="1092">
                  <c:v>2.75</c:v>
                </c:pt>
                <c:pt idx="1093">
                  <c:v>2.75</c:v>
                </c:pt>
                <c:pt idx="1094">
                  <c:v>2.75</c:v>
                </c:pt>
                <c:pt idx="1095">
                  <c:v>2.75</c:v>
                </c:pt>
                <c:pt idx="1096">
                  <c:v>2.75</c:v>
                </c:pt>
                <c:pt idx="1097">
                  <c:v>2.75</c:v>
                </c:pt>
                <c:pt idx="1098">
                  <c:v>2.75</c:v>
                </c:pt>
                <c:pt idx="1099">
                  <c:v>2.75</c:v>
                </c:pt>
                <c:pt idx="1100">
                  <c:v>2.75</c:v>
                </c:pt>
                <c:pt idx="1101">
                  <c:v>2.75</c:v>
                </c:pt>
                <c:pt idx="1102">
                  <c:v>2.75</c:v>
                </c:pt>
                <c:pt idx="1103">
                  <c:v>2.75</c:v>
                </c:pt>
                <c:pt idx="1104">
                  <c:v>2.75</c:v>
                </c:pt>
                <c:pt idx="1105">
                  <c:v>2.75</c:v>
                </c:pt>
                <c:pt idx="1106">
                  <c:v>2.75</c:v>
                </c:pt>
                <c:pt idx="1107">
                  <c:v>2.75</c:v>
                </c:pt>
                <c:pt idx="1108">
                  <c:v>2.75</c:v>
                </c:pt>
                <c:pt idx="1109">
                  <c:v>2.75</c:v>
                </c:pt>
                <c:pt idx="1110">
                  <c:v>2.75</c:v>
                </c:pt>
                <c:pt idx="1111">
                  <c:v>2.75</c:v>
                </c:pt>
                <c:pt idx="1112">
                  <c:v>2.75</c:v>
                </c:pt>
                <c:pt idx="1113">
                  <c:v>2.75</c:v>
                </c:pt>
                <c:pt idx="1114">
                  <c:v>2.75</c:v>
                </c:pt>
                <c:pt idx="1115">
                  <c:v>2.75</c:v>
                </c:pt>
                <c:pt idx="1116">
                  <c:v>2.75</c:v>
                </c:pt>
                <c:pt idx="1117">
                  <c:v>2.75</c:v>
                </c:pt>
                <c:pt idx="1118">
                  <c:v>2.75</c:v>
                </c:pt>
                <c:pt idx="1119">
                  <c:v>2.75</c:v>
                </c:pt>
                <c:pt idx="1120">
                  <c:v>2.75</c:v>
                </c:pt>
                <c:pt idx="1121">
                  <c:v>2.75</c:v>
                </c:pt>
                <c:pt idx="1122">
                  <c:v>2.75</c:v>
                </c:pt>
                <c:pt idx="1123">
                  <c:v>2.75</c:v>
                </c:pt>
                <c:pt idx="1124">
                  <c:v>2.75</c:v>
                </c:pt>
                <c:pt idx="1125">
                  <c:v>2.75</c:v>
                </c:pt>
                <c:pt idx="1126">
                  <c:v>2.75</c:v>
                </c:pt>
                <c:pt idx="1127">
                  <c:v>2.75</c:v>
                </c:pt>
                <c:pt idx="1128">
                  <c:v>3</c:v>
                </c:pt>
                <c:pt idx="1129">
                  <c:v>3</c:v>
                </c:pt>
                <c:pt idx="1130">
                  <c:v>3</c:v>
                </c:pt>
                <c:pt idx="1131">
                  <c:v>3</c:v>
                </c:pt>
                <c:pt idx="1132">
                  <c:v>3</c:v>
                </c:pt>
                <c:pt idx="1133">
                  <c:v>3</c:v>
                </c:pt>
                <c:pt idx="1134">
                  <c:v>3</c:v>
                </c:pt>
                <c:pt idx="1135">
                  <c:v>3</c:v>
                </c:pt>
                <c:pt idx="1136">
                  <c:v>3</c:v>
                </c:pt>
                <c:pt idx="1137">
                  <c:v>3</c:v>
                </c:pt>
                <c:pt idx="1138">
                  <c:v>3</c:v>
                </c:pt>
                <c:pt idx="1139">
                  <c:v>3</c:v>
                </c:pt>
                <c:pt idx="1140">
                  <c:v>3</c:v>
                </c:pt>
                <c:pt idx="1141">
                  <c:v>3</c:v>
                </c:pt>
                <c:pt idx="1142">
                  <c:v>3</c:v>
                </c:pt>
                <c:pt idx="1143">
                  <c:v>3</c:v>
                </c:pt>
                <c:pt idx="1144">
                  <c:v>3</c:v>
                </c:pt>
                <c:pt idx="1145">
                  <c:v>3</c:v>
                </c:pt>
                <c:pt idx="1146">
                  <c:v>3</c:v>
                </c:pt>
                <c:pt idx="1147">
                  <c:v>3</c:v>
                </c:pt>
                <c:pt idx="1148">
                  <c:v>3</c:v>
                </c:pt>
                <c:pt idx="1149">
                  <c:v>3</c:v>
                </c:pt>
                <c:pt idx="1150">
                  <c:v>3.5</c:v>
                </c:pt>
                <c:pt idx="1151">
                  <c:v>3.5</c:v>
                </c:pt>
                <c:pt idx="1152">
                  <c:v>3.5</c:v>
                </c:pt>
                <c:pt idx="1153">
                  <c:v>3.5</c:v>
                </c:pt>
                <c:pt idx="1154">
                  <c:v>3.5</c:v>
                </c:pt>
                <c:pt idx="1155">
                  <c:v>3.5</c:v>
                </c:pt>
                <c:pt idx="1156">
                  <c:v>3.5</c:v>
                </c:pt>
                <c:pt idx="1157">
                  <c:v>3.5</c:v>
                </c:pt>
                <c:pt idx="1158">
                  <c:v>3.5</c:v>
                </c:pt>
                <c:pt idx="1159">
                  <c:v>3.5</c:v>
                </c:pt>
                <c:pt idx="1160">
                  <c:v>3.5</c:v>
                </c:pt>
                <c:pt idx="1161">
                  <c:v>3.5</c:v>
                </c:pt>
                <c:pt idx="1162">
                  <c:v>3.5</c:v>
                </c:pt>
                <c:pt idx="1163">
                  <c:v>3.5</c:v>
                </c:pt>
                <c:pt idx="1164">
                  <c:v>3.5</c:v>
                </c:pt>
                <c:pt idx="1165">
                  <c:v>3.5</c:v>
                </c:pt>
                <c:pt idx="1166">
                  <c:v>3.5</c:v>
                </c:pt>
                <c:pt idx="1167">
                  <c:v>3.5</c:v>
                </c:pt>
                <c:pt idx="1168">
                  <c:v>3.5</c:v>
                </c:pt>
                <c:pt idx="1169">
                  <c:v>3.5</c:v>
                </c:pt>
                <c:pt idx="1170">
                  <c:v>4</c:v>
                </c:pt>
                <c:pt idx="1171">
                  <c:v>4</c:v>
                </c:pt>
                <c:pt idx="1172">
                  <c:v>4</c:v>
                </c:pt>
                <c:pt idx="1173">
                  <c:v>4</c:v>
                </c:pt>
                <c:pt idx="1174">
                  <c:v>4</c:v>
                </c:pt>
                <c:pt idx="1175">
                  <c:v>4</c:v>
                </c:pt>
                <c:pt idx="1176">
                  <c:v>4</c:v>
                </c:pt>
                <c:pt idx="1177">
                  <c:v>4</c:v>
                </c:pt>
                <c:pt idx="1178">
                  <c:v>4</c:v>
                </c:pt>
                <c:pt idx="1179">
                  <c:v>4</c:v>
                </c:pt>
                <c:pt idx="1180">
                  <c:v>4</c:v>
                </c:pt>
                <c:pt idx="1181">
                  <c:v>4</c:v>
                </c:pt>
                <c:pt idx="1182">
                  <c:v>4</c:v>
                </c:pt>
                <c:pt idx="1183">
                  <c:v>4</c:v>
                </c:pt>
                <c:pt idx="1184">
                  <c:v>4</c:v>
                </c:pt>
                <c:pt idx="1185">
                  <c:v>4</c:v>
                </c:pt>
                <c:pt idx="1186">
                  <c:v>4</c:v>
                </c:pt>
                <c:pt idx="1187">
                  <c:v>4</c:v>
                </c:pt>
                <c:pt idx="1188">
                  <c:v>4</c:v>
                </c:pt>
                <c:pt idx="1189">
                  <c:v>4</c:v>
                </c:pt>
                <c:pt idx="1190">
                  <c:v>4.5</c:v>
                </c:pt>
                <c:pt idx="1191">
                  <c:v>4.5</c:v>
                </c:pt>
                <c:pt idx="1192">
                  <c:v>4.5</c:v>
                </c:pt>
                <c:pt idx="1193">
                  <c:v>4.5</c:v>
                </c:pt>
                <c:pt idx="1194">
                  <c:v>4.5</c:v>
                </c:pt>
                <c:pt idx="1195">
                  <c:v>4.5</c:v>
                </c:pt>
                <c:pt idx="1196">
                  <c:v>4.5</c:v>
                </c:pt>
                <c:pt idx="1197">
                  <c:v>4.5</c:v>
                </c:pt>
                <c:pt idx="1198">
                  <c:v>4.5</c:v>
                </c:pt>
                <c:pt idx="1199">
                  <c:v>4.5</c:v>
                </c:pt>
                <c:pt idx="1200">
                  <c:v>4.5</c:v>
                </c:pt>
                <c:pt idx="1201">
                  <c:v>4.5</c:v>
                </c:pt>
                <c:pt idx="1202">
                  <c:v>4.5</c:v>
                </c:pt>
                <c:pt idx="1203">
                  <c:v>4.5</c:v>
                </c:pt>
                <c:pt idx="1204">
                  <c:v>4.5</c:v>
                </c:pt>
                <c:pt idx="1205">
                  <c:v>4.5</c:v>
                </c:pt>
                <c:pt idx="1206">
                  <c:v>4.5</c:v>
                </c:pt>
                <c:pt idx="1207">
                  <c:v>4.5</c:v>
                </c:pt>
                <c:pt idx="1208">
                  <c:v>4.5</c:v>
                </c:pt>
                <c:pt idx="1209">
                  <c:v>4.5</c:v>
                </c:pt>
                <c:pt idx="1210">
                  <c:v>4.5</c:v>
                </c:pt>
                <c:pt idx="1211">
                  <c:v>4.5</c:v>
                </c:pt>
                <c:pt idx="1212">
                  <c:v>4.5</c:v>
                </c:pt>
                <c:pt idx="1213">
                  <c:v>4.5</c:v>
                </c:pt>
                <c:pt idx="1214">
                  <c:v>4.5</c:v>
                </c:pt>
                <c:pt idx="1215">
                  <c:v>4.75</c:v>
                </c:pt>
                <c:pt idx="1216">
                  <c:v>4.75</c:v>
                </c:pt>
                <c:pt idx="1217">
                  <c:v>4.75</c:v>
                </c:pt>
                <c:pt idx="1218">
                  <c:v>4.75</c:v>
                </c:pt>
                <c:pt idx="1219">
                  <c:v>4.75</c:v>
                </c:pt>
                <c:pt idx="1220">
                  <c:v>4.75</c:v>
                </c:pt>
                <c:pt idx="1221">
                  <c:v>4.75</c:v>
                </c:pt>
                <c:pt idx="1222">
                  <c:v>4.75</c:v>
                </c:pt>
                <c:pt idx="1223">
                  <c:v>4.75</c:v>
                </c:pt>
                <c:pt idx="1224">
                  <c:v>4.75</c:v>
                </c:pt>
                <c:pt idx="1225">
                  <c:v>4.75</c:v>
                </c:pt>
                <c:pt idx="1226">
                  <c:v>4.75</c:v>
                </c:pt>
                <c:pt idx="1227">
                  <c:v>4.75</c:v>
                </c:pt>
                <c:pt idx="1228">
                  <c:v>4.75</c:v>
                </c:pt>
                <c:pt idx="1229">
                  <c:v>4.75</c:v>
                </c:pt>
                <c:pt idx="1230">
                  <c:v>4.75</c:v>
                </c:pt>
                <c:pt idx="1231">
                  <c:v>4.75</c:v>
                </c:pt>
                <c:pt idx="1232">
                  <c:v>4.75</c:v>
                </c:pt>
                <c:pt idx="1233">
                  <c:v>4.75</c:v>
                </c:pt>
                <c:pt idx="1234">
                  <c:v>4.75</c:v>
                </c:pt>
                <c:pt idx="1235">
                  <c:v>5</c:v>
                </c:pt>
                <c:pt idx="1236">
                  <c:v>5</c:v>
                </c:pt>
                <c:pt idx="1237">
                  <c:v>5</c:v>
                </c:pt>
                <c:pt idx="1238">
                  <c:v>5</c:v>
                </c:pt>
                <c:pt idx="1239">
                  <c:v>5</c:v>
                </c:pt>
                <c:pt idx="1240">
                  <c:v>5</c:v>
                </c:pt>
                <c:pt idx="1241">
                  <c:v>5</c:v>
                </c:pt>
                <c:pt idx="1242">
                  <c:v>5</c:v>
                </c:pt>
                <c:pt idx="1243">
                  <c:v>5</c:v>
                </c:pt>
                <c:pt idx="1244">
                  <c:v>5</c:v>
                </c:pt>
                <c:pt idx="1245">
                  <c:v>5</c:v>
                </c:pt>
                <c:pt idx="1246">
                  <c:v>5</c:v>
                </c:pt>
                <c:pt idx="1247">
                  <c:v>5</c:v>
                </c:pt>
                <c:pt idx="1248">
                  <c:v>5</c:v>
                </c:pt>
                <c:pt idx="1249">
                  <c:v>5</c:v>
                </c:pt>
                <c:pt idx="1250">
                  <c:v>5</c:v>
                </c:pt>
                <c:pt idx="1251">
                  <c:v>5</c:v>
                </c:pt>
                <c:pt idx="1252">
                  <c:v>5</c:v>
                </c:pt>
                <c:pt idx="1253">
                  <c:v>5</c:v>
                </c:pt>
                <c:pt idx="1254">
                  <c:v>5</c:v>
                </c:pt>
                <c:pt idx="1255">
                  <c:v>5</c:v>
                </c:pt>
                <c:pt idx="1256">
                  <c:v>5</c:v>
                </c:pt>
                <c:pt idx="1257">
                  <c:v>5</c:v>
                </c:pt>
                <c:pt idx="1258">
                  <c:v>5</c:v>
                </c:pt>
                <c:pt idx="1259">
                  <c:v>5</c:v>
                </c:pt>
                <c:pt idx="1260">
                  <c:v>5</c:v>
                </c:pt>
                <c:pt idx="1261">
                  <c:v>5</c:v>
                </c:pt>
                <c:pt idx="1262">
                  <c:v>5</c:v>
                </c:pt>
                <c:pt idx="1263">
                  <c:v>5</c:v>
                </c:pt>
                <c:pt idx="1264">
                  <c:v>5</c:v>
                </c:pt>
                <c:pt idx="1265">
                  <c:v>5</c:v>
                </c:pt>
                <c:pt idx="1266">
                  <c:v>5</c:v>
                </c:pt>
                <c:pt idx="1267">
                  <c:v>5</c:v>
                </c:pt>
                <c:pt idx="1268">
                  <c:v>5</c:v>
                </c:pt>
                <c:pt idx="1269">
                  <c:v>5</c:v>
                </c:pt>
                <c:pt idx="1270">
                  <c:v>5</c:v>
                </c:pt>
                <c:pt idx="1271">
                  <c:v>5</c:v>
                </c:pt>
                <c:pt idx="1272">
                  <c:v>5</c:v>
                </c:pt>
                <c:pt idx="1273">
                  <c:v>5</c:v>
                </c:pt>
                <c:pt idx="1274">
                  <c:v>5</c:v>
                </c:pt>
                <c:pt idx="1275">
                  <c:v>5</c:v>
                </c:pt>
                <c:pt idx="1276">
                  <c:v>5</c:v>
                </c:pt>
                <c:pt idx="1277">
                  <c:v>5</c:v>
                </c:pt>
                <c:pt idx="1278">
                  <c:v>5</c:v>
                </c:pt>
                <c:pt idx="1279">
                  <c:v>5</c:v>
                </c:pt>
                <c:pt idx="1280">
                  <c:v>5</c:v>
                </c:pt>
                <c:pt idx="1281">
                  <c:v>5</c:v>
                </c:pt>
                <c:pt idx="1282">
                  <c:v>5</c:v>
                </c:pt>
                <c:pt idx="1283">
                  <c:v>5</c:v>
                </c:pt>
                <c:pt idx="1284">
                  <c:v>5</c:v>
                </c:pt>
                <c:pt idx="1285">
                  <c:v>5</c:v>
                </c:pt>
                <c:pt idx="1286">
                  <c:v>5</c:v>
                </c:pt>
                <c:pt idx="1287">
                  <c:v>5</c:v>
                </c:pt>
                <c:pt idx="1288">
                  <c:v>5</c:v>
                </c:pt>
                <c:pt idx="1289">
                  <c:v>5</c:v>
                </c:pt>
                <c:pt idx="1290">
                  <c:v>5</c:v>
                </c:pt>
                <c:pt idx="1291">
                  <c:v>5</c:v>
                </c:pt>
                <c:pt idx="1292">
                  <c:v>5</c:v>
                </c:pt>
                <c:pt idx="1293">
                  <c:v>5</c:v>
                </c:pt>
                <c:pt idx="1294">
                  <c:v>5</c:v>
                </c:pt>
                <c:pt idx="1295">
                  <c:v>5</c:v>
                </c:pt>
                <c:pt idx="1296">
                  <c:v>5</c:v>
                </c:pt>
                <c:pt idx="1297">
                  <c:v>5</c:v>
                </c:pt>
                <c:pt idx="1298">
                  <c:v>5</c:v>
                </c:pt>
                <c:pt idx="1299">
                  <c:v>5</c:v>
                </c:pt>
                <c:pt idx="1300">
                  <c:v>5</c:v>
                </c:pt>
                <c:pt idx="1301">
                  <c:v>5</c:v>
                </c:pt>
                <c:pt idx="1302">
                  <c:v>5</c:v>
                </c:pt>
                <c:pt idx="1303">
                  <c:v>5</c:v>
                </c:pt>
                <c:pt idx="1304">
                  <c:v>5</c:v>
                </c:pt>
                <c:pt idx="1305">
                  <c:v>5</c:v>
                </c:pt>
                <c:pt idx="1306">
                  <c:v>5</c:v>
                </c:pt>
                <c:pt idx="1307">
                  <c:v>5</c:v>
                </c:pt>
                <c:pt idx="1308">
                  <c:v>5</c:v>
                </c:pt>
                <c:pt idx="1309">
                  <c:v>5</c:v>
                </c:pt>
                <c:pt idx="1310">
                  <c:v>5</c:v>
                </c:pt>
                <c:pt idx="1311">
                  <c:v>5</c:v>
                </c:pt>
                <c:pt idx="1312">
                  <c:v>5</c:v>
                </c:pt>
                <c:pt idx="1313">
                  <c:v>5</c:v>
                </c:pt>
                <c:pt idx="1314">
                  <c:v>5</c:v>
                </c:pt>
                <c:pt idx="1315">
                  <c:v>5</c:v>
                </c:pt>
                <c:pt idx="1316">
                  <c:v>5</c:v>
                </c:pt>
                <c:pt idx="1317">
                  <c:v>5</c:v>
                </c:pt>
                <c:pt idx="1318">
                  <c:v>5</c:v>
                </c:pt>
                <c:pt idx="1319">
                  <c:v>5</c:v>
                </c:pt>
                <c:pt idx="1320">
                  <c:v>5</c:v>
                </c:pt>
                <c:pt idx="1321">
                  <c:v>5</c:v>
                </c:pt>
                <c:pt idx="1322">
                  <c:v>5</c:v>
                </c:pt>
                <c:pt idx="1323">
                  <c:v>5</c:v>
                </c:pt>
                <c:pt idx="1324">
                  <c:v>5</c:v>
                </c:pt>
                <c:pt idx="1325">
                  <c:v>5</c:v>
                </c:pt>
                <c:pt idx="1326">
                  <c:v>5</c:v>
                </c:pt>
                <c:pt idx="1327">
                  <c:v>5</c:v>
                </c:pt>
                <c:pt idx="1328">
                  <c:v>5</c:v>
                </c:pt>
                <c:pt idx="1329">
                  <c:v>5</c:v>
                </c:pt>
                <c:pt idx="1330">
                  <c:v>5</c:v>
                </c:pt>
                <c:pt idx="1331">
                  <c:v>5</c:v>
                </c:pt>
                <c:pt idx="1332">
                  <c:v>5</c:v>
                </c:pt>
                <c:pt idx="1333">
                  <c:v>5</c:v>
                </c:pt>
                <c:pt idx="1334">
                  <c:v>5</c:v>
                </c:pt>
                <c:pt idx="1335">
                  <c:v>5</c:v>
                </c:pt>
                <c:pt idx="1336">
                  <c:v>5</c:v>
                </c:pt>
                <c:pt idx="1337">
                  <c:v>5</c:v>
                </c:pt>
                <c:pt idx="1338">
                  <c:v>5</c:v>
                </c:pt>
                <c:pt idx="1339">
                  <c:v>5</c:v>
                </c:pt>
                <c:pt idx="1340">
                  <c:v>5</c:v>
                </c:pt>
                <c:pt idx="1341">
                  <c:v>5</c:v>
                </c:pt>
                <c:pt idx="1342">
                  <c:v>5</c:v>
                </c:pt>
                <c:pt idx="1343">
                  <c:v>5</c:v>
                </c:pt>
                <c:pt idx="1344">
                  <c:v>5</c:v>
                </c:pt>
                <c:pt idx="1345">
                  <c:v>5</c:v>
                </c:pt>
                <c:pt idx="1346">
                  <c:v>5</c:v>
                </c:pt>
                <c:pt idx="1347">
                  <c:v>5</c:v>
                </c:pt>
                <c:pt idx="1348">
                  <c:v>5</c:v>
                </c:pt>
                <c:pt idx="1349">
                  <c:v>5</c:v>
                </c:pt>
                <c:pt idx="1350">
                  <c:v>5</c:v>
                </c:pt>
                <c:pt idx="1351">
                  <c:v>5</c:v>
                </c:pt>
                <c:pt idx="1352">
                  <c:v>5</c:v>
                </c:pt>
                <c:pt idx="1353">
                  <c:v>5</c:v>
                </c:pt>
                <c:pt idx="1354">
                  <c:v>5</c:v>
                </c:pt>
                <c:pt idx="1355">
                  <c:v>5</c:v>
                </c:pt>
                <c:pt idx="1356">
                  <c:v>5</c:v>
                </c:pt>
                <c:pt idx="1357">
                  <c:v>5</c:v>
                </c:pt>
                <c:pt idx="1358">
                  <c:v>5</c:v>
                </c:pt>
                <c:pt idx="1359">
                  <c:v>5</c:v>
                </c:pt>
                <c:pt idx="1360">
                  <c:v>5</c:v>
                </c:pt>
                <c:pt idx="1361">
                  <c:v>5</c:v>
                </c:pt>
                <c:pt idx="1362">
                  <c:v>5</c:v>
                </c:pt>
                <c:pt idx="1363">
                  <c:v>5</c:v>
                </c:pt>
                <c:pt idx="1364">
                  <c:v>5</c:v>
                </c:pt>
                <c:pt idx="1365">
                  <c:v>5</c:v>
                </c:pt>
                <c:pt idx="1366">
                  <c:v>5</c:v>
                </c:pt>
                <c:pt idx="1367">
                  <c:v>5</c:v>
                </c:pt>
                <c:pt idx="1368">
                  <c:v>5</c:v>
                </c:pt>
                <c:pt idx="1369">
                  <c:v>5</c:v>
                </c:pt>
                <c:pt idx="1370">
                  <c:v>5</c:v>
                </c:pt>
                <c:pt idx="1371">
                  <c:v>5</c:v>
                </c:pt>
                <c:pt idx="1372">
                  <c:v>5</c:v>
                </c:pt>
                <c:pt idx="1373">
                  <c:v>5</c:v>
                </c:pt>
                <c:pt idx="1374">
                  <c:v>5</c:v>
                </c:pt>
                <c:pt idx="1375">
                  <c:v>5</c:v>
                </c:pt>
                <c:pt idx="1376">
                  <c:v>5</c:v>
                </c:pt>
                <c:pt idx="1377">
                  <c:v>5</c:v>
                </c:pt>
                <c:pt idx="1378">
                  <c:v>5</c:v>
                </c:pt>
                <c:pt idx="1379">
                  <c:v>5</c:v>
                </c:pt>
                <c:pt idx="1380">
                  <c:v>5</c:v>
                </c:pt>
                <c:pt idx="1381">
                  <c:v>5</c:v>
                </c:pt>
                <c:pt idx="1382">
                  <c:v>5</c:v>
                </c:pt>
                <c:pt idx="1383">
                  <c:v>5</c:v>
                </c:pt>
                <c:pt idx="1384">
                  <c:v>5</c:v>
                </c:pt>
                <c:pt idx="1385">
                  <c:v>5</c:v>
                </c:pt>
                <c:pt idx="1386">
                  <c:v>5</c:v>
                </c:pt>
                <c:pt idx="1387">
                  <c:v>5</c:v>
                </c:pt>
                <c:pt idx="1388">
                  <c:v>5</c:v>
                </c:pt>
                <c:pt idx="1389">
                  <c:v>5</c:v>
                </c:pt>
                <c:pt idx="1390">
                  <c:v>5</c:v>
                </c:pt>
                <c:pt idx="1391">
                  <c:v>5</c:v>
                </c:pt>
                <c:pt idx="1392">
                  <c:v>5</c:v>
                </c:pt>
                <c:pt idx="1393">
                  <c:v>5</c:v>
                </c:pt>
                <c:pt idx="1394">
                  <c:v>5</c:v>
                </c:pt>
                <c:pt idx="1395">
                  <c:v>5</c:v>
                </c:pt>
                <c:pt idx="1396">
                  <c:v>5</c:v>
                </c:pt>
                <c:pt idx="1397">
                  <c:v>5</c:v>
                </c:pt>
                <c:pt idx="1398">
                  <c:v>5</c:v>
                </c:pt>
                <c:pt idx="1399">
                  <c:v>5</c:v>
                </c:pt>
                <c:pt idx="1400">
                  <c:v>5</c:v>
                </c:pt>
                <c:pt idx="1401">
                  <c:v>5</c:v>
                </c:pt>
                <c:pt idx="1402">
                  <c:v>5</c:v>
                </c:pt>
                <c:pt idx="1403">
                  <c:v>5</c:v>
                </c:pt>
                <c:pt idx="1404">
                  <c:v>5</c:v>
                </c:pt>
                <c:pt idx="1405">
                  <c:v>5</c:v>
                </c:pt>
                <c:pt idx="1406">
                  <c:v>5</c:v>
                </c:pt>
                <c:pt idx="1407">
                  <c:v>5</c:v>
                </c:pt>
                <c:pt idx="1408">
                  <c:v>5</c:v>
                </c:pt>
                <c:pt idx="1409">
                  <c:v>5</c:v>
                </c:pt>
                <c:pt idx="1410">
                  <c:v>5</c:v>
                </c:pt>
                <c:pt idx="1411">
                  <c:v>5.25</c:v>
                </c:pt>
                <c:pt idx="1412">
                  <c:v>5.25</c:v>
                </c:pt>
                <c:pt idx="1413">
                  <c:v>5.25</c:v>
                </c:pt>
                <c:pt idx="1414">
                  <c:v>5.25</c:v>
                </c:pt>
                <c:pt idx="1415">
                  <c:v>5.25</c:v>
                </c:pt>
                <c:pt idx="1416">
                  <c:v>5.25</c:v>
                </c:pt>
                <c:pt idx="1417">
                  <c:v>5.25</c:v>
                </c:pt>
                <c:pt idx="1418">
                  <c:v>5.25</c:v>
                </c:pt>
                <c:pt idx="1419">
                  <c:v>5.25</c:v>
                </c:pt>
                <c:pt idx="1420">
                  <c:v>5.25</c:v>
                </c:pt>
                <c:pt idx="1421">
                  <c:v>5.25</c:v>
                </c:pt>
                <c:pt idx="1422">
                  <c:v>5.25</c:v>
                </c:pt>
                <c:pt idx="1423">
                  <c:v>5.25</c:v>
                </c:pt>
                <c:pt idx="1424">
                  <c:v>5.25</c:v>
                </c:pt>
                <c:pt idx="1425">
                  <c:v>5.25</c:v>
                </c:pt>
                <c:pt idx="1426">
                  <c:v>5.25</c:v>
                </c:pt>
                <c:pt idx="1427">
                  <c:v>5.25</c:v>
                </c:pt>
                <c:pt idx="1428">
                  <c:v>5.25</c:v>
                </c:pt>
                <c:pt idx="1429">
                  <c:v>5.25</c:v>
                </c:pt>
                <c:pt idx="1430">
                  <c:v>5.25</c:v>
                </c:pt>
                <c:pt idx="1431">
                  <c:v>5.25</c:v>
                </c:pt>
                <c:pt idx="1432">
                  <c:v>5.25</c:v>
                </c:pt>
                <c:pt idx="1433">
                  <c:v>5.25</c:v>
                </c:pt>
                <c:pt idx="1434">
                  <c:v>5.25</c:v>
                </c:pt>
                <c:pt idx="1435">
                  <c:v>5.25</c:v>
                </c:pt>
                <c:pt idx="1436">
                  <c:v>5.25</c:v>
                </c:pt>
                <c:pt idx="1437">
                  <c:v>5.25</c:v>
                </c:pt>
                <c:pt idx="1438">
                  <c:v>5.25</c:v>
                </c:pt>
                <c:pt idx="1439">
                  <c:v>5.25</c:v>
                </c:pt>
                <c:pt idx="1440">
                  <c:v>5.25</c:v>
                </c:pt>
                <c:pt idx="1441">
                  <c:v>5.25</c:v>
                </c:pt>
                <c:pt idx="1442">
                  <c:v>5.25</c:v>
                </c:pt>
                <c:pt idx="1443">
                  <c:v>5.25</c:v>
                </c:pt>
                <c:pt idx="1444">
                  <c:v>5.25</c:v>
                </c:pt>
                <c:pt idx="1445">
                  <c:v>5.25</c:v>
                </c:pt>
                <c:pt idx="1446">
                  <c:v>5.25</c:v>
                </c:pt>
                <c:pt idx="1447">
                  <c:v>5.25</c:v>
                </c:pt>
                <c:pt idx="1448">
                  <c:v>5.25</c:v>
                </c:pt>
                <c:pt idx="1449">
                  <c:v>5.25</c:v>
                </c:pt>
                <c:pt idx="1450">
                  <c:v>5.25</c:v>
                </c:pt>
                <c:pt idx="1451">
                  <c:v>5.25</c:v>
                </c:pt>
                <c:pt idx="1452">
                  <c:v>5.25</c:v>
                </c:pt>
                <c:pt idx="1453">
                  <c:v>5.25</c:v>
                </c:pt>
                <c:pt idx="1454">
                  <c:v>5.25</c:v>
                </c:pt>
                <c:pt idx="1455">
                  <c:v>5.25</c:v>
                </c:pt>
                <c:pt idx="1456">
                  <c:v>5.25</c:v>
                </c:pt>
                <c:pt idx="1457">
                  <c:v>5.25</c:v>
                </c:pt>
                <c:pt idx="1458">
                  <c:v>5.25</c:v>
                </c:pt>
                <c:pt idx="1459">
                  <c:v>5.25</c:v>
                </c:pt>
                <c:pt idx="1460">
                  <c:v>5.25</c:v>
                </c:pt>
                <c:pt idx="1461">
                  <c:v>5.25</c:v>
                </c:pt>
                <c:pt idx="1462">
                  <c:v>5.25</c:v>
                </c:pt>
                <c:pt idx="1463">
                  <c:v>5.25</c:v>
                </c:pt>
                <c:pt idx="1464">
                  <c:v>5.25</c:v>
                </c:pt>
                <c:pt idx="1465">
                  <c:v>5.25</c:v>
                </c:pt>
                <c:pt idx="1466">
                  <c:v>5.25</c:v>
                </c:pt>
                <c:pt idx="1467">
                  <c:v>5.25</c:v>
                </c:pt>
                <c:pt idx="1468">
                  <c:v>5.25</c:v>
                </c:pt>
                <c:pt idx="1469">
                  <c:v>5.25</c:v>
                </c:pt>
                <c:pt idx="1470">
                  <c:v>5.25</c:v>
                </c:pt>
                <c:pt idx="1471">
                  <c:v>5.25</c:v>
                </c:pt>
                <c:pt idx="1472">
                  <c:v>5.25</c:v>
                </c:pt>
                <c:pt idx="1473">
                  <c:v>5.25</c:v>
                </c:pt>
                <c:pt idx="1474">
                  <c:v>5.25</c:v>
                </c:pt>
                <c:pt idx="1475">
                  <c:v>5.25</c:v>
                </c:pt>
                <c:pt idx="1476">
                  <c:v>5.25</c:v>
                </c:pt>
                <c:pt idx="1477">
                  <c:v>5.25</c:v>
                </c:pt>
                <c:pt idx="1478">
                  <c:v>5.25</c:v>
                </c:pt>
                <c:pt idx="1479">
                  <c:v>5.25</c:v>
                </c:pt>
                <c:pt idx="1480">
                  <c:v>5.25</c:v>
                </c:pt>
                <c:pt idx="1481">
                  <c:v>5.25</c:v>
                </c:pt>
                <c:pt idx="1482">
                  <c:v>5.25</c:v>
                </c:pt>
                <c:pt idx="1483">
                  <c:v>5.25</c:v>
                </c:pt>
                <c:pt idx="1484">
                  <c:v>5.25</c:v>
                </c:pt>
                <c:pt idx="1485">
                  <c:v>5.25</c:v>
                </c:pt>
                <c:pt idx="1486">
                  <c:v>5.25</c:v>
                </c:pt>
                <c:pt idx="1487">
                  <c:v>5.25</c:v>
                </c:pt>
                <c:pt idx="1488">
                  <c:v>5.25</c:v>
                </c:pt>
                <c:pt idx="1489">
                  <c:v>5.25</c:v>
                </c:pt>
                <c:pt idx="1490">
                  <c:v>5.25</c:v>
                </c:pt>
                <c:pt idx="1491">
                  <c:v>5.25</c:v>
                </c:pt>
                <c:pt idx="1492">
                  <c:v>5.25</c:v>
                </c:pt>
                <c:pt idx="1493">
                  <c:v>5.25</c:v>
                </c:pt>
                <c:pt idx="1494">
                  <c:v>5.25</c:v>
                </c:pt>
                <c:pt idx="1495">
                  <c:v>5.25</c:v>
                </c:pt>
                <c:pt idx="1496">
                  <c:v>5.25</c:v>
                </c:pt>
                <c:pt idx="1497">
                  <c:v>5.25</c:v>
                </c:pt>
                <c:pt idx="1498">
                  <c:v>5.25</c:v>
                </c:pt>
                <c:pt idx="1499">
                  <c:v>5.25</c:v>
                </c:pt>
                <c:pt idx="1500">
                  <c:v>5.25</c:v>
                </c:pt>
                <c:pt idx="1501">
                  <c:v>5.25</c:v>
                </c:pt>
                <c:pt idx="1502">
                  <c:v>5.25</c:v>
                </c:pt>
                <c:pt idx="1503">
                  <c:v>5.25</c:v>
                </c:pt>
                <c:pt idx="1504">
                  <c:v>5.25</c:v>
                </c:pt>
                <c:pt idx="1505">
                  <c:v>5.25</c:v>
                </c:pt>
                <c:pt idx="1506">
                  <c:v>5.25</c:v>
                </c:pt>
                <c:pt idx="1507">
                  <c:v>5.25</c:v>
                </c:pt>
                <c:pt idx="1508">
                  <c:v>5.25</c:v>
                </c:pt>
                <c:pt idx="1509">
                  <c:v>5.25</c:v>
                </c:pt>
                <c:pt idx="1510">
                  <c:v>5.25</c:v>
                </c:pt>
                <c:pt idx="1511">
                  <c:v>5.25</c:v>
                </c:pt>
                <c:pt idx="1512">
                  <c:v>5.25</c:v>
                </c:pt>
                <c:pt idx="1513">
                  <c:v>5.25</c:v>
                </c:pt>
                <c:pt idx="1514">
                  <c:v>5.25</c:v>
                </c:pt>
                <c:pt idx="1515">
                  <c:v>5.25</c:v>
                </c:pt>
                <c:pt idx="1516">
                  <c:v>5.25</c:v>
                </c:pt>
                <c:pt idx="1517">
                  <c:v>5.25</c:v>
                </c:pt>
                <c:pt idx="1518">
                  <c:v>5.25</c:v>
                </c:pt>
                <c:pt idx="1519">
                  <c:v>5.25</c:v>
                </c:pt>
                <c:pt idx="1520">
                  <c:v>5.25</c:v>
                </c:pt>
                <c:pt idx="1521">
                  <c:v>5.25</c:v>
                </c:pt>
                <c:pt idx="1522">
                  <c:v>5.25</c:v>
                </c:pt>
                <c:pt idx="1523">
                  <c:v>5.25</c:v>
                </c:pt>
                <c:pt idx="1524">
                  <c:v>5.25</c:v>
                </c:pt>
                <c:pt idx="1525">
                  <c:v>5.25</c:v>
                </c:pt>
                <c:pt idx="1526">
                  <c:v>5.25</c:v>
                </c:pt>
                <c:pt idx="1527">
                  <c:v>5.25</c:v>
                </c:pt>
                <c:pt idx="1528">
                  <c:v>5.25</c:v>
                </c:pt>
                <c:pt idx="1529">
                  <c:v>5.25</c:v>
                </c:pt>
                <c:pt idx="1530">
                  <c:v>5.5</c:v>
                </c:pt>
                <c:pt idx="1531">
                  <c:v>5.5</c:v>
                </c:pt>
                <c:pt idx="1532">
                  <c:v>5.5</c:v>
                </c:pt>
                <c:pt idx="1533">
                  <c:v>5.5</c:v>
                </c:pt>
                <c:pt idx="1534">
                  <c:v>5.5</c:v>
                </c:pt>
                <c:pt idx="1535">
                  <c:v>5.5</c:v>
                </c:pt>
                <c:pt idx="1536">
                  <c:v>5.5</c:v>
                </c:pt>
                <c:pt idx="1537">
                  <c:v>5.5</c:v>
                </c:pt>
                <c:pt idx="1538">
                  <c:v>5.5</c:v>
                </c:pt>
                <c:pt idx="1539">
                  <c:v>5.5</c:v>
                </c:pt>
                <c:pt idx="1540">
                  <c:v>5.5</c:v>
                </c:pt>
                <c:pt idx="1541">
                  <c:v>5.5</c:v>
                </c:pt>
                <c:pt idx="1542">
                  <c:v>5.5</c:v>
                </c:pt>
                <c:pt idx="1543">
                  <c:v>5.5</c:v>
                </c:pt>
                <c:pt idx="1544">
                  <c:v>5.5</c:v>
                </c:pt>
                <c:pt idx="1545">
                  <c:v>5.5</c:v>
                </c:pt>
                <c:pt idx="1546">
                  <c:v>5.5</c:v>
                </c:pt>
                <c:pt idx="1547">
                  <c:v>5.5</c:v>
                </c:pt>
                <c:pt idx="1548">
                  <c:v>5.5</c:v>
                </c:pt>
                <c:pt idx="1549">
                  <c:v>5.5</c:v>
                </c:pt>
                <c:pt idx="1550">
                  <c:v>5.5</c:v>
                </c:pt>
                <c:pt idx="1551">
                  <c:v>5.5</c:v>
                </c:pt>
                <c:pt idx="1552">
                  <c:v>5.5</c:v>
                </c:pt>
                <c:pt idx="1553">
                  <c:v>5.5</c:v>
                </c:pt>
                <c:pt idx="1554">
                  <c:v>5.5</c:v>
                </c:pt>
                <c:pt idx="1555">
                  <c:v>5.5</c:v>
                </c:pt>
                <c:pt idx="1556">
                  <c:v>5.5</c:v>
                </c:pt>
                <c:pt idx="1557">
                  <c:v>5.5</c:v>
                </c:pt>
                <c:pt idx="1558">
                  <c:v>5.5</c:v>
                </c:pt>
                <c:pt idx="1559">
                  <c:v>5.5</c:v>
                </c:pt>
                <c:pt idx="1560">
                  <c:v>5.5</c:v>
                </c:pt>
                <c:pt idx="1561">
                  <c:v>5.5</c:v>
                </c:pt>
                <c:pt idx="1562">
                  <c:v>5.5</c:v>
                </c:pt>
                <c:pt idx="1563">
                  <c:v>5.5</c:v>
                </c:pt>
                <c:pt idx="1564">
                  <c:v>5.5</c:v>
                </c:pt>
                <c:pt idx="1565">
                  <c:v>5.5</c:v>
                </c:pt>
                <c:pt idx="1566">
                  <c:v>5.5</c:v>
                </c:pt>
                <c:pt idx="1567">
                  <c:v>5.5</c:v>
                </c:pt>
                <c:pt idx="1568">
                  <c:v>5.5</c:v>
                </c:pt>
                <c:pt idx="1569">
                  <c:v>5.5</c:v>
                </c:pt>
                <c:pt idx="1570">
                  <c:v>5.5</c:v>
                </c:pt>
                <c:pt idx="1571">
                  <c:v>5.5</c:v>
                </c:pt>
                <c:pt idx="1572">
                  <c:v>5.5</c:v>
                </c:pt>
                <c:pt idx="1573">
                  <c:v>5.5</c:v>
                </c:pt>
                <c:pt idx="1574">
                  <c:v>5.5</c:v>
                </c:pt>
                <c:pt idx="1575">
                  <c:v>5.5</c:v>
                </c:pt>
                <c:pt idx="1576">
                  <c:v>5.5</c:v>
                </c:pt>
                <c:pt idx="1577">
                  <c:v>5.5</c:v>
                </c:pt>
                <c:pt idx="1578">
                  <c:v>5.5</c:v>
                </c:pt>
                <c:pt idx="1579">
                  <c:v>5.5</c:v>
                </c:pt>
                <c:pt idx="1580">
                  <c:v>5.5</c:v>
                </c:pt>
                <c:pt idx="1581">
                  <c:v>5.5</c:v>
                </c:pt>
                <c:pt idx="1582">
                  <c:v>5.5</c:v>
                </c:pt>
                <c:pt idx="1583">
                  <c:v>5.5</c:v>
                </c:pt>
                <c:pt idx="1584">
                  <c:v>5.5</c:v>
                </c:pt>
                <c:pt idx="1585">
                  <c:v>5.5</c:v>
                </c:pt>
                <c:pt idx="1586">
                  <c:v>5.5</c:v>
                </c:pt>
                <c:pt idx="1587">
                  <c:v>5.5</c:v>
                </c:pt>
                <c:pt idx="1588">
                  <c:v>5.5</c:v>
                </c:pt>
                <c:pt idx="1589">
                  <c:v>5.5</c:v>
                </c:pt>
                <c:pt idx="1590">
                  <c:v>5.5</c:v>
                </c:pt>
                <c:pt idx="1591">
                  <c:v>5.5</c:v>
                </c:pt>
                <c:pt idx="1592">
                  <c:v>5.5</c:v>
                </c:pt>
                <c:pt idx="1593">
                  <c:v>5.5</c:v>
                </c:pt>
                <c:pt idx="1594">
                  <c:v>5.5</c:v>
                </c:pt>
                <c:pt idx="1595">
                  <c:v>5.5</c:v>
                </c:pt>
                <c:pt idx="1596">
                  <c:v>5.5</c:v>
                </c:pt>
                <c:pt idx="1597">
                  <c:v>5.5</c:v>
                </c:pt>
                <c:pt idx="1598">
                  <c:v>5.5</c:v>
                </c:pt>
                <c:pt idx="1599">
                  <c:v>5.5</c:v>
                </c:pt>
                <c:pt idx="1600">
                  <c:v>5.5</c:v>
                </c:pt>
                <c:pt idx="1601">
                  <c:v>5.5</c:v>
                </c:pt>
                <c:pt idx="1602">
                  <c:v>5.5</c:v>
                </c:pt>
                <c:pt idx="1603">
                  <c:v>5.5</c:v>
                </c:pt>
                <c:pt idx="1604">
                  <c:v>5.5</c:v>
                </c:pt>
                <c:pt idx="1605">
                  <c:v>5.5</c:v>
                </c:pt>
                <c:pt idx="1606">
                  <c:v>5.5</c:v>
                </c:pt>
                <c:pt idx="1607">
                  <c:v>5.5</c:v>
                </c:pt>
                <c:pt idx="1608">
                  <c:v>5.5</c:v>
                </c:pt>
                <c:pt idx="1609">
                  <c:v>5.5</c:v>
                </c:pt>
                <c:pt idx="1610">
                  <c:v>5.5</c:v>
                </c:pt>
                <c:pt idx="1611">
                  <c:v>5.5</c:v>
                </c:pt>
                <c:pt idx="1612">
                  <c:v>5.5</c:v>
                </c:pt>
                <c:pt idx="1613">
                  <c:v>5.5</c:v>
                </c:pt>
                <c:pt idx="1614">
                  <c:v>5.5</c:v>
                </c:pt>
                <c:pt idx="1615">
                  <c:v>5.5</c:v>
                </c:pt>
                <c:pt idx="1616">
                  <c:v>5.5</c:v>
                </c:pt>
                <c:pt idx="1617">
                  <c:v>5.5</c:v>
                </c:pt>
                <c:pt idx="1618">
                  <c:v>5.5</c:v>
                </c:pt>
                <c:pt idx="1619">
                  <c:v>5.5</c:v>
                </c:pt>
                <c:pt idx="1620">
                  <c:v>5.5</c:v>
                </c:pt>
                <c:pt idx="1621">
                  <c:v>5.5</c:v>
                </c:pt>
                <c:pt idx="1622">
                  <c:v>5.5</c:v>
                </c:pt>
                <c:pt idx="1623">
                  <c:v>5.5</c:v>
                </c:pt>
                <c:pt idx="1624">
                  <c:v>5.5</c:v>
                </c:pt>
                <c:pt idx="1625">
                  <c:v>5.5</c:v>
                </c:pt>
                <c:pt idx="1626">
                  <c:v>5.5</c:v>
                </c:pt>
                <c:pt idx="1627">
                  <c:v>5.25</c:v>
                </c:pt>
                <c:pt idx="1628">
                  <c:v>5.25</c:v>
                </c:pt>
                <c:pt idx="1629">
                  <c:v>5.25</c:v>
                </c:pt>
                <c:pt idx="1630">
                  <c:v>5.25</c:v>
                </c:pt>
                <c:pt idx="1631">
                  <c:v>5.25</c:v>
                </c:pt>
                <c:pt idx="1632">
                  <c:v>5.25</c:v>
                </c:pt>
                <c:pt idx="1633">
                  <c:v>5.25</c:v>
                </c:pt>
                <c:pt idx="1634">
                  <c:v>5.25</c:v>
                </c:pt>
                <c:pt idx="1635">
                  <c:v>5.25</c:v>
                </c:pt>
                <c:pt idx="1636">
                  <c:v>5.25</c:v>
                </c:pt>
                <c:pt idx="1637">
                  <c:v>5.25</c:v>
                </c:pt>
                <c:pt idx="1638">
                  <c:v>5.25</c:v>
                </c:pt>
                <c:pt idx="1639">
                  <c:v>5.25</c:v>
                </c:pt>
                <c:pt idx="1640">
                  <c:v>5.25</c:v>
                </c:pt>
                <c:pt idx="1641">
                  <c:v>5.25</c:v>
                </c:pt>
                <c:pt idx="1642">
                  <c:v>5.25</c:v>
                </c:pt>
                <c:pt idx="1643">
                  <c:v>5.25</c:v>
                </c:pt>
                <c:pt idx="1644">
                  <c:v>5.25</c:v>
                </c:pt>
                <c:pt idx="1645">
                  <c:v>5.25</c:v>
                </c:pt>
                <c:pt idx="1646">
                  <c:v>5.25</c:v>
                </c:pt>
                <c:pt idx="1647">
                  <c:v>5.25</c:v>
                </c:pt>
                <c:pt idx="1648">
                  <c:v>5.25</c:v>
                </c:pt>
                <c:pt idx="1649">
                  <c:v>5.25</c:v>
                </c:pt>
                <c:pt idx="1650">
                  <c:v>5.25</c:v>
                </c:pt>
                <c:pt idx="1651">
                  <c:v>5.25</c:v>
                </c:pt>
                <c:pt idx="1652">
                  <c:v>5.25</c:v>
                </c:pt>
                <c:pt idx="1653">
                  <c:v>5.25</c:v>
                </c:pt>
                <c:pt idx="1654">
                  <c:v>5.25</c:v>
                </c:pt>
                <c:pt idx="1655">
                  <c:v>5.25</c:v>
                </c:pt>
                <c:pt idx="1656">
                  <c:v>5.25</c:v>
                </c:pt>
                <c:pt idx="1657">
                  <c:v>5.25</c:v>
                </c:pt>
                <c:pt idx="1658">
                  <c:v>5.25</c:v>
                </c:pt>
                <c:pt idx="1659">
                  <c:v>5.25</c:v>
                </c:pt>
                <c:pt idx="1660">
                  <c:v>5.25</c:v>
                </c:pt>
                <c:pt idx="1661">
                  <c:v>5.25</c:v>
                </c:pt>
                <c:pt idx="1662">
                  <c:v>5.25</c:v>
                </c:pt>
                <c:pt idx="1663">
                  <c:v>5.25</c:v>
                </c:pt>
                <c:pt idx="1664">
                  <c:v>5.25</c:v>
                </c:pt>
                <c:pt idx="1665">
                  <c:v>5.25</c:v>
                </c:pt>
                <c:pt idx="1666">
                  <c:v>5.25</c:v>
                </c:pt>
                <c:pt idx="1667">
                  <c:v>5.25</c:v>
                </c:pt>
                <c:pt idx="1668">
                  <c:v>5.25</c:v>
                </c:pt>
                <c:pt idx="1669">
                  <c:v>5.25</c:v>
                </c:pt>
                <c:pt idx="1670">
                  <c:v>5.25</c:v>
                </c:pt>
                <c:pt idx="1671">
                  <c:v>5.25</c:v>
                </c:pt>
                <c:pt idx="1672">
                  <c:v>5.25</c:v>
                </c:pt>
                <c:pt idx="1673">
                  <c:v>5.25</c:v>
                </c:pt>
                <c:pt idx="1674">
                  <c:v>5.25</c:v>
                </c:pt>
                <c:pt idx="1675">
                  <c:v>5.25</c:v>
                </c:pt>
                <c:pt idx="1676">
                  <c:v>5.25</c:v>
                </c:pt>
                <c:pt idx="1677">
                  <c:v>5.25</c:v>
                </c:pt>
                <c:pt idx="1678">
                  <c:v>5.25</c:v>
                </c:pt>
                <c:pt idx="1679">
                  <c:v>5.25</c:v>
                </c:pt>
                <c:pt idx="1680">
                  <c:v>5.25</c:v>
                </c:pt>
                <c:pt idx="1681">
                  <c:v>5.25</c:v>
                </c:pt>
                <c:pt idx="1682">
                  <c:v>5.25</c:v>
                </c:pt>
                <c:pt idx="1683">
                  <c:v>5.25</c:v>
                </c:pt>
                <c:pt idx="1684">
                  <c:v>5.25</c:v>
                </c:pt>
                <c:pt idx="1685">
                  <c:v>5.25</c:v>
                </c:pt>
                <c:pt idx="1686">
                  <c:v>5.25</c:v>
                </c:pt>
                <c:pt idx="1687">
                  <c:v>5.25</c:v>
                </c:pt>
                <c:pt idx="1688">
                  <c:v>5.25</c:v>
                </c:pt>
                <c:pt idx="1689">
                  <c:v>5.25</c:v>
                </c:pt>
                <c:pt idx="1690">
                  <c:v>5.25</c:v>
                </c:pt>
                <c:pt idx="1691">
                  <c:v>5.25</c:v>
                </c:pt>
                <c:pt idx="1692">
                  <c:v>5.25</c:v>
                </c:pt>
                <c:pt idx="1693">
                  <c:v>5.25</c:v>
                </c:pt>
                <c:pt idx="1694">
                  <c:v>5.25</c:v>
                </c:pt>
                <c:pt idx="1695">
                  <c:v>5.25</c:v>
                </c:pt>
                <c:pt idx="1696">
                  <c:v>5.25</c:v>
                </c:pt>
                <c:pt idx="1697">
                  <c:v>5.25</c:v>
                </c:pt>
                <c:pt idx="1698">
                  <c:v>5.25</c:v>
                </c:pt>
                <c:pt idx="1699">
                  <c:v>5.25</c:v>
                </c:pt>
                <c:pt idx="1700">
                  <c:v>5.25</c:v>
                </c:pt>
                <c:pt idx="1701">
                  <c:v>5.25</c:v>
                </c:pt>
                <c:pt idx="1702">
                  <c:v>5.25</c:v>
                </c:pt>
                <c:pt idx="1703">
                  <c:v>5.25</c:v>
                </c:pt>
                <c:pt idx="1704">
                  <c:v>5.25</c:v>
                </c:pt>
                <c:pt idx="1705">
                  <c:v>5.25</c:v>
                </c:pt>
                <c:pt idx="1706">
                  <c:v>5.25</c:v>
                </c:pt>
                <c:pt idx="1707">
                  <c:v>5.25</c:v>
                </c:pt>
                <c:pt idx="1708">
                  <c:v>5.25</c:v>
                </c:pt>
                <c:pt idx="1709">
                  <c:v>5.25</c:v>
                </c:pt>
                <c:pt idx="1710">
                  <c:v>5.25</c:v>
                </c:pt>
                <c:pt idx="1711">
                  <c:v>5.25</c:v>
                </c:pt>
                <c:pt idx="1712">
                  <c:v>5</c:v>
                </c:pt>
                <c:pt idx="1713">
                  <c:v>5</c:v>
                </c:pt>
                <c:pt idx="1714">
                  <c:v>5</c:v>
                </c:pt>
                <c:pt idx="1715">
                  <c:v>5</c:v>
                </c:pt>
                <c:pt idx="1716">
                  <c:v>5</c:v>
                </c:pt>
                <c:pt idx="1717">
                  <c:v>5</c:v>
                </c:pt>
                <c:pt idx="1718">
                  <c:v>5</c:v>
                </c:pt>
                <c:pt idx="1719">
                  <c:v>5</c:v>
                </c:pt>
                <c:pt idx="1720">
                  <c:v>5</c:v>
                </c:pt>
                <c:pt idx="1721">
                  <c:v>5</c:v>
                </c:pt>
                <c:pt idx="1722">
                  <c:v>5</c:v>
                </c:pt>
                <c:pt idx="1723">
                  <c:v>5</c:v>
                </c:pt>
                <c:pt idx="1724">
                  <c:v>5</c:v>
                </c:pt>
                <c:pt idx="1725">
                  <c:v>5</c:v>
                </c:pt>
                <c:pt idx="1726">
                  <c:v>5</c:v>
                </c:pt>
                <c:pt idx="1727">
                  <c:v>5</c:v>
                </c:pt>
                <c:pt idx="1728">
                  <c:v>5</c:v>
                </c:pt>
                <c:pt idx="1729">
                  <c:v>5</c:v>
                </c:pt>
                <c:pt idx="1730">
                  <c:v>5</c:v>
                </c:pt>
                <c:pt idx="1731">
                  <c:v>5</c:v>
                </c:pt>
                <c:pt idx="1732">
                  <c:v>5</c:v>
                </c:pt>
                <c:pt idx="1733">
                  <c:v>5</c:v>
                </c:pt>
                <c:pt idx="1734">
                  <c:v>5</c:v>
                </c:pt>
                <c:pt idx="1735">
                  <c:v>5</c:v>
                </c:pt>
                <c:pt idx="1736">
                  <c:v>5</c:v>
                </c:pt>
                <c:pt idx="1737">
                  <c:v>5</c:v>
                </c:pt>
                <c:pt idx="1738">
                  <c:v>5</c:v>
                </c:pt>
                <c:pt idx="1739">
                  <c:v>5</c:v>
                </c:pt>
                <c:pt idx="1740">
                  <c:v>5</c:v>
                </c:pt>
                <c:pt idx="1741">
                  <c:v>5</c:v>
                </c:pt>
                <c:pt idx="1742">
                  <c:v>5</c:v>
                </c:pt>
                <c:pt idx="1743">
                  <c:v>5</c:v>
                </c:pt>
                <c:pt idx="1744">
                  <c:v>5</c:v>
                </c:pt>
                <c:pt idx="1745">
                  <c:v>5</c:v>
                </c:pt>
                <c:pt idx="1746">
                  <c:v>5</c:v>
                </c:pt>
                <c:pt idx="1747">
                  <c:v>5</c:v>
                </c:pt>
                <c:pt idx="1748">
                  <c:v>5</c:v>
                </c:pt>
                <c:pt idx="1749">
                  <c:v>5</c:v>
                </c:pt>
                <c:pt idx="1750">
                  <c:v>5</c:v>
                </c:pt>
                <c:pt idx="1751">
                  <c:v>5</c:v>
                </c:pt>
                <c:pt idx="1752">
                  <c:v>5</c:v>
                </c:pt>
                <c:pt idx="1753">
                  <c:v>5</c:v>
                </c:pt>
                <c:pt idx="1754">
                  <c:v>5</c:v>
                </c:pt>
                <c:pt idx="1755">
                  <c:v>5</c:v>
                </c:pt>
                <c:pt idx="1756">
                  <c:v>5</c:v>
                </c:pt>
                <c:pt idx="1757">
                  <c:v>5</c:v>
                </c:pt>
                <c:pt idx="1758">
                  <c:v>5</c:v>
                </c:pt>
                <c:pt idx="1759">
                  <c:v>5</c:v>
                </c:pt>
                <c:pt idx="1760">
                  <c:v>5</c:v>
                </c:pt>
                <c:pt idx="1761">
                  <c:v>5</c:v>
                </c:pt>
                <c:pt idx="1762">
                  <c:v>5</c:v>
                </c:pt>
                <c:pt idx="1763">
                  <c:v>5</c:v>
                </c:pt>
                <c:pt idx="1764">
                  <c:v>5</c:v>
                </c:pt>
                <c:pt idx="1765">
                  <c:v>5</c:v>
                </c:pt>
                <c:pt idx="1766">
                  <c:v>5</c:v>
                </c:pt>
                <c:pt idx="1767">
                  <c:v>5</c:v>
                </c:pt>
                <c:pt idx="1768">
                  <c:v>5</c:v>
                </c:pt>
                <c:pt idx="1769">
                  <c:v>5</c:v>
                </c:pt>
                <c:pt idx="1770">
                  <c:v>5</c:v>
                </c:pt>
                <c:pt idx="1771">
                  <c:v>5</c:v>
                </c:pt>
                <c:pt idx="1772">
                  <c:v>5</c:v>
                </c:pt>
                <c:pt idx="1773">
                  <c:v>5</c:v>
                </c:pt>
                <c:pt idx="1774">
                  <c:v>5</c:v>
                </c:pt>
                <c:pt idx="1775">
                  <c:v>5</c:v>
                </c:pt>
                <c:pt idx="1776">
                  <c:v>5</c:v>
                </c:pt>
                <c:pt idx="1777">
                  <c:v>5</c:v>
                </c:pt>
                <c:pt idx="1778">
                  <c:v>5</c:v>
                </c:pt>
                <c:pt idx="1779">
                  <c:v>5</c:v>
                </c:pt>
                <c:pt idx="1780">
                  <c:v>5</c:v>
                </c:pt>
                <c:pt idx="1781">
                  <c:v>5</c:v>
                </c:pt>
                <c:pt idx="1782">
                  <c:v>5</c:v>
                </c:pt>
                <c:pt idx="1783">
                  <c:v>5</c:v>
                </c:pt>
                <c:pt idx="1784">
                  <c:v>5</c:v>
                </c:pt>
                <c:pt idx="1785">
                  <c:v>5</c:v>
                </c:pt>
                <c:pt idx="1786">
                  <c:v>5</c:v>
                </c:pt>
                <c:pt idx="1787">
                  <c:v>5</c:v>
                </c:pt>
                <c:pt idx="1788">
                  <c:v>5</c:v>
                </c:pt>
                <c:pt idx="1789">
                  <c:v>5</c:v>
                </c:pt>
                <c:pt idx="1790">
                  <c:v>5</c:v>
                </c:pt>
                <c:pt idx="1791">
                  <c:v>5</c:v>
                </c:pt>
                <c:pt idx="1792">
                  <c:v>5</c:v>
                </c:pt>
                <c:pt idx="1793">
                  <c:v>5</c:v>
                </c:pt>
                <c:pt idx="1794">
                  <c:v>5</c:v>
                </c:pt>
                <c:pt idx="1795">
                  <c:v>4.75</c:v>
                </c:pt>
                <c:pt idx="1796">
                  <c:v>4.75</c:v>
                </c:pt>
                <c:pt idx="1797">
                  <c:v>4.75</c:v>
                </c:pt>
                <c:pt idx="1798">
                  <c:v>4.75</c:v>
                </c:pt>
                <c:pt idx="1799">
                  <c:v>4.75</c:v>
                </c:pt>
                <c:pt idx="1800">
                  <c:v>4.75</c:v>
                </c:pt>
                <c:pt idx="1801">
                  <c:v>4.75</c:v>
                </c:pt>
                <c:pt idx="1802">
                  <c:v>4.75</c:v>
                </c:pt>
                <c:pt idx="1803">
                  <c:v>4.75</c:v>
                </c:pt>
                <c:pt idx="1804">
                  <c:v>4.75</c:v>
                </c:pt>
                <c:pt idx="1805">
                  <c:v>4.75</c:v>
                </c:pt>
                <c:pt idx="1806">
                  <c:v>4.75</c:v>
                </c:pt>
                <c:pt idx="1807">
                  <c:v>4.75</c:v>
                </c:pt>
                <c:pt idx="1808">
                  <c:v>4.75</c:v>
                </c:pt>
                <c:pt idx="1809">
                  <c:v>4.75</c:v>
                </c:pt>
                <c:pt idx="1810">
                  <c:v>4.75</c:v>
                </c:pt>
                <c:pt idx="1811">
                  <c:v>4.75</c:v>
                </c:pt>
                <c:pt idx="1812">
                  <c:v>4.75</c:v>
                </c:pt>
                <c:pt idx="1813">
                  <c:v>4.75</c:v>
                </c:pt>
                <c:pt idx="1814">
                  <c:v>4.75</c:v>
                </c:pt>
                <c:pt idx="1815">
                  <c:v>4.75</c:v>
                </c:pt>
                <c:pt idx="1816">
                  <c:v>4.75</c:v>
                </c:pt>
                <c:pt idx="1817">
                  <c:v>4.75</c:v>
                </c:pt>
                <c:pt idx="1818">
                  <c:v>4.75</c:v>
                </c:pt>
                <c:pt idx="1819">
                  <c:v>4.75</c:v>
                </c:pt>
                <c:pt idx="1820">
                  <c:v>4.75</c:v>
                </c:pt>
                <c:pt idx="1821">
                  <c:v>4.75</c:v>
                </c:pt>
                <c:pt idx="1822">
                  <c:v>4.75</c:v>
                </c:pt>
                <c:pt idx="1823">
                  <c:v>4.75</c:v>
                </c:pt>
                <c:pt idx="1824">
                  <c:v>4.75</c:v>
                </c:pt>
                <c:pt idx="1825">
                  <c:v>4.75</c:v>
                </c:pt>
                <c:pt idx="1826">
                  <c:v>4.75</c:v>
                </c:pt>
                <c:pt idx="1827">
                  <c:v>4.75</c:v>
                </c:pt>
                <c:pt idx="1828">
                  <c:v>4.75</c:v>
                </c:pt>
                <c:pt idx="1829">
                  <c:v>4.75</c:v>
                </c:pt>
                <c:pt idx="1830">
                  <c:v>4.75</c:v>
                </c:pt>
                <c:pt idx="1831">
                  <c:v>4.75</c:v>
                </c:pt>
                <c:pt idx="1832">
                  <c:v>4.75</c:v>
                </c:pt>
                <c:pt idx="1833">
                  <c:v>4.75</c:v>
                </c:pt>
                <c:pt idx="1834">
                  <c:v>4.75</c:v>
                </c:pt>
                <c:pt idx="1835">
                  <c:v>4.5</c:v>
                </c:pt>
                <c:pt idx="1836">
                  <c:v>4.5</c:v>
                </c:pt>
                <c:pt idx="1837">
                  <c:v>4.5</c:v>
                </c:pt>
                <c:pt idx="1838">
                  <c:v>4.5</c:v>
                </c:pt>
                <c:pt idx="1839">
                  <c:v>4.5</c:v>
                </c:pt>
                <c:pt idx="1840">
                  <c:v>4.5</c:v>
                </c:pt>
                <c:pt idx="1841">
                  <c:v>4.5</c:v>
                </c:pt>
                <c:pt idx="1842">
                  <c:v>4.5</c:v>
                </c:pt>
                <c:pt idx="1843">
                  <c:v>4.5</c:v>
                </c:pt>
                <c:pt idx="1844">
                  <c:v>4.5</c:v>
                </c:pt>
                <c:pt idx="1845">
                  <c:v>4.5</c:v>
                </c:pt>
                <c:pt idx="1846">
                  <c:v>4.5</c:v>
                </c:pt>
                <c:pt idx="1847">
                  <c:v>4.5</c:v>
                </c:pt>
                <c:pt idx="1848">
                  <c:v>4.5</c:v>
                </c:pt>
                <c:pt idx="1849">
                  <c:v>4.5</c:v>
                </c:pt>
                <c:pt idx="1850">
                  <c:v>4.5</c:v>
                </c:pt>
                <c:pt idx="1851">
                  <c:v>4.5</c:v>
                </c:pt>
                <c:pt idx="1852">
                  <c:v>4.5</c:v>
                </c:pt>
                <c:pt idx="1853">
                  <c:v>4.5</c:v>
                </c:pt>
                <c:pt idx="1854">
                  <c:v>4.5</c:v>
                </c:pt>
                <c:pt idx="1855">
                  <c:v>4.5</c:v>
                </c:pt>
                <c:pt idx="1856">
                  <c:v>4.5</c:v>
                </c:pt>
                <c:pt idx="1857">
                  <c:v>4.5</c:v>
                </c:pt>
                <c:pt idx="1858">
                  <c:v>4.5</c:v>
                </c:pt>
                <c:pt idx="1859">
                  <c:v>4.5</c:v>
                </c:pt>
                <c:pt idx="1860">
                  <c:v>4.25</c:v>
                </c:pt>
                <c:pt idx="1861">
                  <c:v>4.25</c:v>
                </c:pt>
                <c:pt idx="1862">
                  <c:v>4.25</c:v>
                </c:pt>
                <c:pt idx="1863">
                  <c:v>4.25</c:v>
                </c:pt>
                <c:pt idx="1864">
                  <c:v>4.25</c:v>
                </c:pt>
                <c:pt idx="1865">
                  <c:v>4.25</c:v>
                </c:pt>
                <c:pt idx="1866">
                  <c:v>4.25</c:v>
                </c:pt>
                <c:pt idx="1867">
                  <c:v>4.25</c:v>
                </c:pt>
                <c:pt idx="1868">
                  <c:v>4.25</c:v>
                </c:pt>
                <c:pt idx="1869">
                  <c:v>4.25</c:v>
                </c:pt>
                <c:pt idx="1870">
                  <c:v>4.25</c:v>
                </c:pt>
                <c:pt idx="1871">
                  <c:v>4.25</c:v>
                </c:pt>
                <c:pt idx="1872">
                  <c:v>4.25</c:v>
                </c:pt>
                <c:pt idx="1873">
                  <c:v>4.25</c:v>
                </c:pt>
                <c:pt idx="1874">
                  <c:v>4.25</c:v>
                </c:pt>
                <c:pt idx="1875">
                  <c:v>4.25</c:v>
                </c:pt>
                <c:pt idx="1876">
                  <c:v>4.25</c:v>
                </c:pt>
                <c:pt idx="1877">
                  <c:v>4.25</c:v>
                </c:pt>
                <c:pt idx="1878">
                  <c:v>4.25</c:v>
                </c:pt>
                <c:pt idx="1879">
                  <c:v>4.25</c:v>
                </c:pt>
                <c:pt idx="1880">
                  <c:v>3.75</c:v>
                </c:pt>
                <c:pt idx="1881">
                  <c:v>3.75</c:v>
                </c:pt>
                <c:pt idx="1882">
                  <c:v>3.75</c:v>
                </c:pt>
                <c:pt idx="1883">
                  <c:v>3.75</c:v>
                </c:pt>
                <c:pt idx="1884">
                  <c:v>3.75</c:v>
                </c:pt>
                <c:pt idx="1885">
                  <c:v>3.75</c:v>
                </c:pt>
                <c:pt idx="1886">
                  <c:v>3.75</c:v>
                </c:pt>
                <c:pt idx="1887">
                  <c:v>3.75</c:v>
                </c:pt>
                <c:pt idx="1888">
                  <c:v>3.75</c:v>
                </c:pt>
                <c:pt idx="1889">
                  <c:v>3.75</c:v>
                </c:pt>
                <c:pt idx="1890">
                  <c:v>3.75</c:v>
                </c:pt>
                <c:pt idx="1891">
                  <c:v>3.75</c:v>
                </c:pt>
                <c:pt idx="1892">
                  <c:v>3.75</c:v>
                </c:pt>
                <c:pt idx="1893">
                  <c:v>3.75</c:v>
                </c:pt>
                <c:pt idx="1894">
                  <c:v>3.75</c:v>
                </c:pt>
                <c:pt idx="1895">
                  <c:v>3.75</c:v>
                </c:pt>
                <c:pt idx="1896">
                  <c:v>3.75</c:v>
                </c:pt>
                <c:pt idx="1897">
                  <c:v>3.75</c:v>
                </c:pt>
                <c:pt idx="1898">
                  <c:v>3.75</c:v>
                </c:pt>
                <c:pt idx="1899">
                  <c:v>3.75</c:v>
                </c:pt>
                <c:pt idx="1900">
                  <c:v>3.75</c:v>
                </c:pt>
                <c:pt idx="1901">
                  <c:v>3.75</c:v>
                </c:pt>
                <c:pt idx="1902">
                  <c:v>3.75</c:v>
                </c:pt>
                <c:pt idx="1903">
                  <c:v>3.75</c:v>
                </c:pt>
                <c:pt idx="1904">
                  <c:v>3.75</c:v>
                </c:pt>
                <c:pt idx="1905">
                  <c:v>3.75</c:v>
                </c:pt>
                <c:pt idx="1906">
                  <c:v>3.75</c:v>
                </c:pt>
                <c:pt idx="1907">
                  <c:v>3.75</c:v>
                </c:pt>
                <c:pt idx="1908">
                  <c:v>3.75</c:v>
                </c:pt>
                <c:pt idx="1909">
                  <c:v>3.75</c:v>
                </c:pt>
                <c:pt idx="1910">
                  <c:v>3.75</c:v>
                </c:pt>
                <c:pt idx="1911">
                  <c:v>3.75</c:v>
                </c:pt>
                <c:pt idx="1912">
                  <c:v>3.75</c:v>
                </c:pt>
                <c:pt idx="1913">
                  <c:v>3.75</c:v>
                </c:pt>
                <c:pt idx="1914">
                  <c:v>3.75</c:v>
                </c:pt>
                <c:pt idx="1915">
                  <c:v>3.75</c:v>
                </c:pt>
                <c:pt idx="1916">
                  <c:v>3.75</c:v>
                </c:pt>
                <c:pt idx="1917">
                  <c:v>3.75</c:v>
                </c:pt>
                <c:pt idx="1918">
                  <c:v>3.75</c:v>
                </c:pt>
                <c:pt idx="1919">
                  <c:v>3.75</c:v>
                </c:pt>
                <c:pt idx="1920">
                  <c:v>3.75</c:v>
                </c:pt>
                <c:pt idx="1921">
                  <c:v>3.75</c:v>
                </c:pt>
                <c:pt idx="1922">
                  <c:v>3.75</c:v>
                </c:pt>
                <c:pt idx="1923">
                  <c:v>3.75</c:v>
                </c:pt>
                <c:pt idx="1924">
                  <c:v>3.75</c:v>
                </c:pt>
                <c:pt idx="1925">
                  <c:v>3.75</c:v>
                </c:pt>
                <c:pt idx="1926">
                  <c:v>3.75</c:v>
                </c:pt>
                <c:pt idx="1927">
                  <c:v>3.75</c:v>
                </c:pt>
                <c:pt idx="1928">
                  <c:v>3.75</c:v>
                </c:pt>
                <c:pt idx="1929">
                  <c:v>3.75</c:v>
                </c:pt>
                <c:pt idx="1930">
                  <c:v>3.75</c:v>
                </c:pt>
                <c:pt idx="1931">
                  <c:v>3.75</c:v>
                </c:pt>
                <c:pt idx="1932">
                  <c:v>3.75</c:v>
                </c:pt>
                <c:pt idx="1933">
                  <c:v>3.75</c:v>
                </c:pt>
                <c:pt idx="1934">
                  <c:v>3.75</c:v>
                </c:pt>
                <c:pt idx="1935">
                  <c:v>3.75</c:v>
                </c:pt>
                <c:pt idx="1936">
                  <c:v>3.75</c:v>
                </c:pt>
                <c:pt idx="1937">
                  <c:v>3.75</c:v>
                </c:pt>
                <c:pt idx="1938">
                  <c:v>3.75</c:v>
                </c:pt>
                <c:pt idx="1939">
                  <c:v>3.75</c:v>
                </c:pt>
                <c:pt idx="1940">
                  <c:v>3.75</c:v>
                </c:pt>
                <c:pt idx="1941">
                  <c:v>3.75</c:v>
                </c:pt>
                <c:pt idx="1942">
                  <c:v>3.75</c:v>
                </c:pt>
                <c:pt idx="1943">
                  <c:v>3.75</c:v>
                </c:pt>
                <c:pt idx="1944">
                  <c:v>3.75</c:v>
                </c:pt>
                <c:pt idx="1945">
                  <c:v>3.75</c:v>
                </c:pt>
                <c:pt idx="1946">
                  <c:v>3.75</c:v>
                </c:pt>
                <c:pt idx="1947">
                  <c:v>3.75</c:v>
                </c:pt>
                <c:pt idx="1948">
                  <c:v>3.75</c:v>
                </c:pt>
                <c:pt idx="1949">
                  <c:v>3.75</c:v>
                </c:pt>
                <c:pt idx="1950">
                  <c:v>3.75</c:v>
                </c:pt>
                <c:pt idx="1951">
                  <c:v>3.75</c:v>
                </c:pt>
                <c:pt idx="1952">
                  <c:v>3.75</c:v>
                </c:pt>
                <c:pt idx="1953">
                  <c:v>3.75</c:v>
                </c:pt>
                <c:pt idx="1954">
                  <c:v>3.75</c:v>
                </c:pt>
                <c:pt idx="1955">
                  <c:v>3.75</c:v>
                </c:pt>
                <c:pt idx="1956">
                  <c:v>3.75</c:v>
                </c:pt>
                <c:pt idx="1957">
                  <c:v>3.75</c:v>
                </c:pt>
                <c:pt idx="1958">
                  <c:v>3.75</c:v>
                </c:pt>
                <c:pt idx="1959">
                  <c:v>3.75</c:v>
                </c:pt>
                <c:pt idx="1960">
                  <c:v>3.75</c:v>
                </c:pt>
                <c:pt idx="1961">
                  <c:v>3.75</c:v>
                </c:pt>
                <c:pt idx="1962">
                  <c:v>3.75</c:v>
                </c:pt>
                <c:pt idx="1963">
                  <c:v>3.75</c:v>
                </c:pt>
                <c:pt idx="1964">
                  <c:v>3.75</c:v>
                </c:pt>
                <c:pt idx="1965">
                  <c:v>3.75</c:v>
                </c:pt>
                <c:pt idx="1966">
                  <c:v>3.75</c:v>
                </c:pt>
                <c:pt idx="1967">
                  <c:v>3.75</c:v>
                </c:pt>
                <c:pt idx="1968">
                  <c:v>3.75</c:v>
                </c:pt>
                <c:pt idx="1969">
                  <c:v>3.75</c:v>
                </c:pt>
                <c:pt idx="1970">
                  <c:v>3.75</c:v>
                </c:pt>
                <c:pt idx="1971">
                  <c:v>3.75</c:v>
                </c:pt>
                <c:pt idx="1972">
                  <c:v>3.75</c:v>
                </c:pt>
                <c:pt idx="1973">
                  <c:v>3.75</c:v>
                </c:pt>
                <c:pt idx="1974">
                  <c:v>3.75</c:v>
                </c:pt>
                <c:pt idx="1975">
                  <c:v>3.75</c:v>
                </c:pt>
                <c:pt idx="1976">
                  <c:v>3.75</c:v>
                </c:pt>
                <c:pt idx="1977">
                  <c:v>3.75</c:v>
                </c:pt>
                <c:pt idx="1978">
                  <c:v>3.75</c:v>
                </c:pt>
                <c:pt idx="1979">
                  <c:v>3.75</c:v>
                </c:pt>
                <c:pt idx="1980">
                  <c:v>3.75</c:v>
                </c:pt>
                <c:pt idx="1981">
                  <c:v>3.75</c:v>
                </c:pt>
                <c:pt idx="1982">
                  <c:v>3.75</c:v>
                </c:pt>
                <c:pt idx="1983">
                  <c:v>3.75</c:v>
                </c:pt>
                <c:pt idx="1984">
                  <c:v>3.75</c:v>
                </c:pt>
                <c:pt idx="1985">
                  <c:v>3.75</c:v>
                </c:pt>
                <c:pt idx="1986">
                  <c:v>3.75</c:v>
                </c:pt>
                <c:pt idx="1987">
                  <c:v>3.75</c:v>
                </c:pt>
                <c:pt idx="1988">
                  <c:v>3.75</c:v>
                </c:pt>
                <c:pt idx="1989">
                  <c:v>3.75</c:v>
                </c:pt>
                <c:pt idx="1990">
                  <c:v>3.75</c:v>
                </c:pt>
                <c:pt idx="1991">
                  <c:v>3.75</c:v>
                </c:pt>
                <c:pt idx="1992">
                  <c:v>3.75</c:v>
                </c:pt>
                <c:pt idx="1993">
                  <c:v>3.75</c:v>
                </c:pt>
                <c:pt idx="1994">
                  <c:v>3.75</c:v>
                </c:pt>
                <c:pt idx="1995">
                  <c:v>3.75</c:v>
                </c:pt>
                <c:pt idx="1996">
                  <c:v>3.75</c:v>
                </c:pt>
                <c:pt idx="1997">
                  <c:v>3.75</c:v>
                </c:pt>
                <c:pt idx="1998">
                  <c:v>3.75</c:v>
                </c:pt>
                <c:pt idx="1999">
                  <c:v>3.75</c:v>
                </c:pt>
                <c:pt idx="2000">
                  <c:v>3.75</c:v>
                </c:pt>
                <c:pt idx="2001">
                  <c:v>3.75</c:v>
                </c:pt>
                <c:pt idx="2002">
                  <c:v>3.75</c:v>
                </c:pt>
                <c:pt idx="2003">
                  <c:v>3.75</c:v>
                </c:pt>
                <c:pt idx="2004">
                  <c:v>3.75</c:v>
                </c:pt>
                <c:pt idx="2005">
                  <c:v>3.75</c:v>
                </c:pt>
                <c:pt idx="2006">
                  <c:v>3.75</c:v>
                </c:pt>
                <c:pt idx="2007">
                  <c:v>3.75</c:v>
                </c:pt>
                <c:pt idx="2008">
                  <c:v>3.75</c:v>
                </c:pt>
                <c:pt idx="2009">
                  <c:v>3.75</c:v>
                </c:pt>
                <c:pt idx="2010">
                  <c:v>3.75</c:v>
                </c:pt>
                <c:pt idx="2011">
                  <c:v>3.75</c:v>
                </c:pt>
                <c:pt idx="2012">
                  <c:v>3.75</c:v>
                </c:pt>
                <c:pt idx="2013">
                  <c:v>3.75</c:v>
                </c:pt>
                <c:pt idx="2014">
                  <c:v>3.75</c:v>
                </c:pt>
                <c:pt idx="2015">
                  <c:v>3.75</c:v>
                </c:pt>
                <c:pt idx="2016">
                  <c:v>3.75</c:v>
                </c:pt>
                <c:pt idx="2017">
                  <c:v>3.75</c:v>
                </c:pt>
                <c:pt idx="2018">
                  <c:v>3.75</c:v>
                </c:pt>
                <c:pt idx="2019">
                  <c:v>3.75</c:v>
                </c:pt>
                <c:pt idx="2020">
                  <c:v>3.75</c:v>
                </c:pt>
                <c:pt idx="2021">
                  <c:v>3.75</c:v>
                </c:pt>
                <c:pt idx="2022">
                  <c:v>3.75</c:v>
                </c:pt>
                <c:pt idx="2023">
                  <c:v>3.75</c:v>
                </c:pt>
                <c:pt idx="2024">
                  <c:v>3.75</c:v>
                </c:pt>
                <c:pt idx="2025">
                  <c:v>3.75</c:v>
                </c:pt>
                <c:pt idx="2026">
                  <c:v>3.75</c:v>
                </c:pt>
                <c:pt idx="2027">
                  <c:v>3.75</c:v>
                </c:pt>
                <c:pt idx="2028">
                  <c:v>3.75</c:v>
                </c:pt>
                <c:pt idx="2029">
                  <c:v>3.75</c:v>
                </c:pt>
                <c:pt idx="2030">
                  <c:v>3.75</c:v>
                </c:pt>
                <c:pt idx="2031">
                  <c:v>3.75</c:v>
                </c:pt>
                <c:pt idx="2032">
                  <c:v>3.75</c:v>
                </c:pt>
                <c:pt idx="2033">
                  <c:v>3.75</c:v>
                </c:pt>
                <c:pt idx="2034">
                  <c:v>3.75</c:v>
                </c:pt>
                <c:pt idx="2035">
                  <c:v>3.75</c:v>
                </c:pt>
                <c:pt idx="2036">
                  <c:v>3.75</c:v>
                </c:pt>
                <c:pt idx="2037">
                  <c:v>3.75</c:v>
                </c:pt>
                <c:pt idx="2038">
                  <c:v>3.75</c:v>
                </c:pt>
                <c:pt idx="2039">
                  <c:v>3.75</c:v>
                </c:pt>
                <c:pt idx="2040">
                  <c:v>3.75</c:v>
                </c:pt>
                <c:pt idx="2041">
                  <c:v>3.75</c:v>
                </c:pt>
                <c:pt idx="2042">
                  <c:v>3.75</c:v>
                </c:pt>
                <c:pt idx="2043">
                  <c:v>3.75</c:v>
                </c:pt>
                <c:pt idx="2044">
                  <c:v>3.75</c:v>
                </c:pt>
                <c:pt idx="2045">
                  <c:v>3.75</c:v>
                </c:pt>
                <c:pt idx="2046">
                  <c:v>3.75</c:v>
                </c:pt>
                <c:pt idx="2047">
                  <c:v>3.75</c:v>
                </c:pt>
                <c:pt idx="2048">
                  <c:v>3.75</c:v>
                </c:pt>
                <c:pt idx="2049">
                  <c:v>3.75</c:v>
                </c:pt>
                <c:pt idx="2050">
                  <c:v>3.75</c:v>
                </c:pt>
                <c:pt idx="2051">
                  <c:v>3.75</c:v>
                </c:pt>
                <c:pt idx="2052">
                  <c:v>3.75</c:v>
                </c:pt>
                <c:pt idx="2053">
                  <c:v>3.75</c:v>
                </c:pt>
                <c:pt idx="2054">
                  <c:v>3.75</c:v>
                </c:pt>
                <c:pt idx="2055">
                  <c:v>4.25</c:v>
                </c:pt>
                <c:pt idx="2056">
                  <c:v>4.25</c:v>
                </c:pt>
                <c:pt idx="2057">
                  <c:v>4.25</c:v>
                </c:pt>
                <c:pt idx="2058">
                  <c:v>4.25</c:v>
                </c:pt>
                <c:pt idx="2059">
                  <c:v>4.25</c:v>
                </c:pt>
                <c:pt idx="2060">
                  <c:v>4.25</c:v>
                </c:pt>
                <c:pt idx="2061">
                  <c:v>4.25</c:v>
                </c:pt>
                <c:pt idx="2062">
                  <c:v>4.25</c:v>
                </c:pt>
                <c:pt idx="2063">
                  <c:v>4.25</c:v>
                </c:pt>
                <c:pt idx="2064">
                  <c:v>4.25</c:v>
                </c:pt>
                <c:pt idx="2065">
                  <c:v>4.25</c:v>
                </c:pt>
                <c:pt idx="2066">
                  <c:v>4.25</c:v>
                </c:pt>
                <c:pt idx="2067">
                  <c:v>4.25</c:v>
                </c:pt>
                <c:pt idx="2068">
                  <c:v>4.25</c:v>
                </c:pt>
                <c:pt idx="2069">
                  <c:v>4.5</c:v>
                </c:pt>
                <c:pt idx="2070">
                  <c:v>4.5</c:v>
                </c:pt>
                <c:pt idx="2071">
                  <c:v>4.5</c:v>
                </c:pt>
                <c:pt idx="2072">
                  <c:v>4.5</c:v>
                </c:pt>
                <c:pt idx="2073">
                  <c:v>4.5</c:v>
                </c:pt>
                <c:pt idx="2074">
                  <c:v>4.5</c:v>
                </c:pt>
                <c:pt idx="2075">
                  <c:v>4.5</c:v>
                </c:pt>
                <c:pt idx="2076">
                  <c:v>4.75</c:v>
                </c:pt>
                <c:pt idx="2077">
                  <c:v>4.75</c:v>
                </c:pt>
                <c:pt idx="2078">
                  <c:v>4.75</c:v>
                </c:pt>
                <c:pt idx="2079">
                  <c:v>4.75</c:v>
                </c:pt>
                <c:pt idx="2080">
                  <c:v>4.75</c:v>
                </c:pt>
                <c:pt idx="2081">
                  <c:v>4.75</c:v>
                </c:pt>
                <c:pt idx="2082">
                  <c:v>4.75</c:v>
                </c:pt>
                <c:pt idx="2083">
                  <c:v>4.75</c:v>
                </c:pt>
                <c:pt idx="2084">
                  <c:v>4.75</c:v>
                </c:pt>
                <c:pt idx="2085">
                  <c:v>4.75</c:v>
                </c:pt>
                <c:pt idx="2086">
                  <c:v>4.75</c:v>
                </c:pt>
                <c:pt idx="2087">
                  <c:v>4.75</c:v>
                </c:pt>
                <c:pt idx="2088">
                  <c:v>4.75</c:v>
                </c:pt>
                <c:pt idx="2089">
                  <c:v>4.75</c:v>
                </c:pt>
                <c:pt idx="2090">
                  <c:v>4.75</c:v>
                </c:pt>
                <c:pt idx="2091">
                  <c:v>4.75</c:v>
                </c:pt>
                <c:pt idx="2092">
                  <c:v>4.75</c:v>
                </c:pt>
                <c:pt idx="2093">
                  <c:v>4.75</c:v>
                </c:pt>
                <c:pt idx="2094">
                  <c:v>4.75</c:v>
                </c:pt>
                <c:pt idx="2095">
                  <c:v>4.75</c:v>
                </c:pt>
                <c:pt idx="2096">
                  <c:v>4.75</c:v>
                </c:pt>
                <c:pt idx="2097">
                  <c:v>4.75</c:v>
                </c:pt>
                <c:pt idx="2098">
                  <c:v>4.75</c:v>
                </c:pt>
                <c:pt idx="2099">
                  <c:v>4.75</c:v>
                </c:pt>
                <c:pt idx="2100">
                  <c:v>4.75</c:v>
                </c:pt>
                <c:pt idx="2101">
                  <c:v>4.75</c:v>
                </c:pt>
                <c:pt idx="2102">
                  <c:v>4.75</c:v>
                </c:pt>
                <c:pt idx="2103">
                  <c:v>4.75</c:v>
                </c:pt>
                <c:pt idx="2104">
                  <c:v>4.75</c:v>
                </c:pt>
                <c:pt idx="2105">
                  <c:v>4.75</c:v>
                </c:pt>
                <c:pt idx="2106">
                  <c:v>4.75</c:v>
                </c:pt>
                <c:pt idx="2107">
                  <c:v>4.75</c:v>
                </c:pt>
                <c:pt idx="2108">
                  <c:v>4.75</c:v>
                </c:pt>
                <c:pt idx="2109">
                  <c:v>4.75</c:v>
                </c:pt>
                <c:pt idx="2110">
                  <c:v>4.75</c:v>
                </c:pt>
                <c:pt idx="2111">
                  <c:v>4.75</c:v>
                </c:pt>
                <c:pt idx="2112">
                  <c:v>4.75</c:v>
                </c:pt>
                <c:pt idx="2113">
                  <c:v>4.75</c:v>
                </c:pt>
                <c:pt idx="2114">
                  <c:v>4.75</c:v>
                </c:pt>
                <c:pt idx="2115">
                  <c:v>4.75</c:v>
                </c:pt>
                <c:pt idx="2116">
                  <c:v>4.75</c:v>
                </c:pt>
                <c:pt idx="2117">
                  <c:v>4.75</c:v>
                </c:pt>
                <c:pt idx="2118">
                  <c:v>4.75</c:v>
                </c:pt>
                <c:pt idx="2119">
                  <c:v>4.75</c:v>
                </c:pt>
                <c:pt idx="2120">
                  <c:v>4.75</c:v>
                </c:pt>
                <c:pt idx="2121">
                  <c:v>4.75</c:v>
                </c:pt>
                <c:pt idx="2122">
                  <c:v>4.75</c:v>
                </c:pt>
                <c:pt idx="2123">
                  <c:v>4.75</c:v>
                </c:pt>
                <c:pt idx="2124">
                  <c:v>4.75</c:v>
                </c:pt>
                <c:pt idx="2125">
                  <c:v>4.75</c:v>
                </c:pt>
                <c:pt idx="2126">
                  <c:v>4.75</c:v>
                </c:pt>
                <c:pt idx="2127">
                  <c:v>4.75</c:v>
                </c:pt>
                <c:pt idx="2128">
                  <c:v>4.75</c:v>
                </c:pt>
                <c:pt idx="2129">
                  <c:v>4.75</c:v>
                </c:pt>
                <c:pt idx="2130">
                  <c:v>4.75</c:v>
                </c:pt>
                <c:pt idx="2131">
                  <c:v>4.75</c:v>
                </c:pt>
                <c:pt idx="2132">
                  <c:v>4.75</c:v>
                </c:pt>
                <c:pt idx="2133">
                  <c:v>4.75</c:v>
                </c:pt>
                <c:pt idx="2134">
                  <c:v>4.75</c:v>
                </c:pt>
                <c:pt idx="2135">
                  <c:v>4.75</c:v>
                </c:pt>
                <c:pt idx="2136">
                  <c:v>4.75</c:v>
                </c:pt>
                <c:pt idx="2137">
                  <c:v>4.75</c:v>
                </c:pt>
                <c:pt idx="2138">
                  <c:v>4.75</c:v>
                </c:pt>
                <c:pt idx="2139">
                  <c:v>4.75</c:v>
                </c:pt>
                <c:pt idx="2140">
                  <c:v>4.75</c:v>
                </c:pt>
                <c:pt idx="2141">
                  <c:v>4.75</c:v>
                </c:pt>
                <c:pt idx="2142">
                  <c:v>4.75</c:v>
                </c:pt>
                <c:pt idx="2143">
                  <c:v>4.75</c:v>
                </c:pt>
                <c:pt idx="2144">
                  <c:v>4.75</c:v>
                </c:pt>
                <c:pt idx="2145">
                  <c:v>4.75</c:v>
                </c:pt>
                <c:pt idx="2146">
                  <c:v>4.75</c:v>
                </c:pt>
                <c:pt idx="2147">
                  <c:v>4.75</c:v>
                </c:pt>
                <c:pt idx="2148">
                  <c:v>4.75</c:v>
                </c:pt>
                <c:pt idx="2149">
                  <c:v>4.75</c:v>
                </c:pt>
                <c:pt idx="2150">
                  <c:v>4.75</c:v>
                </c:pt>
                <c:pt idx="2151">
                  <c:v>4.75</c:v>
                </c:pt>
                <c:pt idx="2152">
                  <c:v>4.75</c:v>
                </c:pt>
                <c:pt idx="2153">
                  <c:v>4.75</c:v>
                </c:pt>
                <c:pt idx="2154">
                  <c:v>4.75</c:v>
                </c:pt>
                <c:pt idx="2155">
                  <c:v>4.75</c:v>
                </c:pt>
                <c:pt idx="2156">
                  <c:v>4.75</c:v>
                </c:pt>
                <c:pt idx="2157">
                  <c:v>4.75</c:v>
                </c:pt>
                <c:pt idx="2158">
                  <c:v>4.75</c:v>
                </c:pt>
                <c:pt idx="2159">
                  <c:v>4.75</c:v>
                </c:pt>
                <c:pt idx="2160">
                  <c:v>4.75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0F01-44F8-9B43-0940E65ED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18472832"/>
        <c:axId val="1418471936"/>
      </c:lineChart>
      <c:dateAx>
        <c:axId val="1418472832"/>
        <c:scaling>
          <c:orientation val="minMax"/>
          <c:min val="43863"/>
        </c:scaling>
        <c:delete val="0"/>
        <c:axPos val="b"/>
        <c:numFmt formatCode="[$-409]mmm\-yy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418471936"/>
        <c:crosses val="autoZero"/>
        <c:auto val="1"/>
        <c:lblOffset val="100"/>
        <c:baseTimeUnit val="days"/>
        <c:majorUnit val="6"/>
        <c:majorTimeUnit val="months"/>
      </c:dateAx>
      <c:valAx>
        <c:axId val="1418471936"/>
        <c:scaling>
          <c:orientation val="minMax"/>
          <c:min val="2"/>
        </c:scaling>
        <c:delete val="0"/>
        <c:axPos val="l"/>
        <c:numFmt formatCode="#,##0.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418472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800117608385432"/>
          <c:y val="0.20667039571683232"/>
          <c:w val="0.66903510531492782"/>
          <c:h val="9.57203426045761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>
                <a:solidFill>
                  <a:schemeClr val="tx1"/>
                </a:solidFill>
              </a:rPr>
              <a:t>Inflow (+) / Outflow (-) </a:t>
            </a:r>
          </a:p>
          <a:p>
            <a:pPr>
              <a:defRPr/>
            </a:pPr>
            <a:r>
              <a:rPr lang="en-US" b="1">
                <a:solidFill>
                  <a:schemeClr val="tx1"/>
                </a:solidFill>
              </a:rPr>
              <a:t>Pasar </a:t>
            </a:r>
            <a:r>
              <a:rPr lang="en-US" b="1" err="1">
                <a:solidFill>
                  <a:schemeClr val="tx1"/>
                </a:solidFill>
              </a:rPr>
              <a:t>Keuangan</a:t>
            </a:r>
            <a:endParaRPr lang="en-US" b="1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(Rp </a:t>
            </a:r>
            <a:r>
              <a:rPr lang="en-US" err="1">
                <a:solidFill>
                  <a:schemeClr val="tx1"/>
                </a:solidFill>
              </a:rPr>
              <a:t>Triliun</a:t>
            </a:r>
            <a:r>
              <a:rPr lang="en-US">
                <a:solidFill>
                  <a:schemeClr val="tx1"/>
                </a:solidFill>
              </a:rPr>
              <a:t>)</a:t>
            </a:r>
          </a:p>
        </c:rich>
      </c:tx>
      <c:layout>
        <c:manualLayout>
          <c:xMode val="edge"/>
          <c:yMode val="edge"/>
          <c:x val="0.23702137246596411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58491538482255"/>
          <c:y val="0.21080769286716813"/>
          <c:w val="0.7701406934922328"/>
          <c:h val="0.6700640525220983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Saham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20"/>
              <c:layout>
                <c:manualLayout>
                  <c:x val="8.3830994602604125E-2"/>
                  <c:y val="3.7895162436345727E-2"/>
                </c:manualLayout>
              </c:layout>
              <c:spPr>
                <a:solidFill>
                  <a:schemeClr val="accent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C8F-496D-83D5-0D9AE12327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Jan-25</c:v>
                </c:pt>
                <c:pt idx="1">
                  <c:v>Feb-25</c:v>
                </c:pt>
                <c:pt idx="2">
                  <c:v>Mar-25</c:v>
                </c:pt>
                <c:pt idx="3">
                  <c:v>Apr-25</c:v>
                </c:pt>
                <c:pt idx="4">
                  <c:v>May-25</c:v>
                </c:pt>
                <c:pt idx="5">
                  <c:v>Jun-25</c:v>
                </c:pt>
                <c:pt idx="6">
                  <c:v>Jul-25</c:v>
                </c:pt>
                <c:pt idx="7">
                  <c:v>Aug-25</c:v>
                </c:pt>
                <c:pt idx="8">
                  <c:v>Sep-25</c:v>
                </c:pt>
                <c:pt idx="9">
                  <c:v>Oct-25</c:v>
                </c:pt>
                <c:pt idx="10">
                  <c:v>Nov-25</c:v>
                </c:pt>
                <c:pt idx="11">
                  <c:v>Dec-25</c:v>
                </c:pt>
                <c:pt idx="12">
                  <c:v>Jan-26</c:v>
                </c:pt>
                <c:pt idx="13">
                  <c:v>Feb-26</c:v>
                </c:pt>
                <c:pt idx="14">
                  <c:v>Mar-26</c:v>
                </c:pt>
                <c:pt idx="15">
                  <c:v>Apr-26</c:v>
                </c:pt>
                <c:pt idx="16">
                  <c:v>May-26</c:v>
                </c:pt>
                <c:pt idx="17">
                  <c:v>Jun-26</c:v>
                </c:pt>
                <c:pt idx="18">
                  <c:v>Jul-26</c:v>
                </c:pt>
                <c:pt idx="19">
                  <c:v>Aug-26</c:v>
                </c:pt>
                <c:pt idx="20">
                  <c:v>Sep-26*</c:v>
                </c:pt>
              </c:strCache>
            </c:strRef>
          </c:cat>
          <c:val>
            <c:numRef>
              <c:f>Sheet1!$B$2:$B$22</c:f>
              <c:numCache>
                <c:formatCode>_(* #,##0.0_);_(* \(#,##0.0\);_(* "-"_);_(@_)</c:formatCode>
                <c:ptCount val="21"/>
                <c:pt idx="0" formatCode="_-* #,##0.0_-;\-* #,##0.0_-;_-* &quot;-&quot;_-;_-@_-">
                  <c:v>-5.0300499929999987</c:v>
                </c:pt>
                <c:pt idx="1">
                  <c:v>-18.189900040439998</c:v>
                </c:pt>
                <c:pt idx="2">
                  <c:v>-8.0249538872600024</c:v>
                </c:pt>
                <c:pt idx="3">
                  <c:v>-20.79461377857</c:v>
                </c:pt>
                <c:pt idx="4">
                  <c:v>5.5308906692200033</c:v>
                </c:pt>
                <c:pt idx="5">
                  <c:v>-8.3820521602399971</c:v>
                </c:pt>
                <c:pt idx="6">
                  <c:v>-8.3382675516300004</c:v>
                </c:pt>
                <c:pt idx="7">
                  <c:v>10.958495609939993</c:v>
                </c:pt>
                <c:pt idx="8">
                  <c:v>-3.7974617064500054</c:v>
                </c:pt>
                <c:pt idx="9">
                  <c:v>12.961502050340002</c:v>
                </c:pt>
                <c:pt idx="10">
                  <c:v>12.204022630730003</c:v>
                </c:pt>
                <c:pt idx="11">
                  <c:v>12.239358250799997</c:v>
                </c:pt>
                <c:pt idx="12">
                  <c:v>-9.9</c:v>
                </c:pt>
                <c:pt idx="13">
                  <c:v>0.4</c:v>
                </c:pt>
                <c:pt idx="14">
                  <c:v>-23.3</c:v>
                </c:pt>
                <c:pt idx="15" formatCode="_-* #,##0.0_-;\-* #,##0.0_-;_-* &quot;-&quot;_-;_-@_-">
                  <c:v>-17</c:v>
                </c:pt>
                <c:pt idx="16" formatCode="#,##0.00;\(#,##0.00\);&quot;-&quot;">
                  <c:v>-4.0974003209999994</c:v>
                </c:pt>
                <c:pt idx="17" formatCode="#,##0.00;\(#,##0.00\);&quot;-&quot;">
                  <c:v>-19.634420246999994</c:v>
                </c:pt>
                <c:pt idx="18" formatCode="#,##0.00;\(#,##0.00\);&quot;-&quot;">
                  <c:v>1.6185909780000001</c:v>
                </c:pt>
                <c:pt idx="19" formatCode="#,##0.00;\(#,##0.00\);&quot;-&quot;">
                  <c:v>1.1924938109999992</c:v>
                </c:pt>
                <c:pt idx="20" formatCode="#,##0.00;\(#,##0.00\);&quot;-&quot;">
                  <c:v>-8.6300000000000008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69-4222-ACAA-9C5C566FC7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Sheet1!$A$2:$A$22</c:f>
              <c:strCache>
                <c:ptCount val="21"/>
                <c:pt idx="0">
                  <c:v>Jan-25</c:v>
                </c:pt>
                <c:pt idx="1">
                  <c:v>Feb-25</c:v>
                </c:pt>
                <c:pt idx="2">
                  <c:v>Mar-25</c:v>
                </c:pt>
                <c:pt idx="3">
                  <c:v>Apr-25</c:v>
                </c:pt>
                <c:pt idx="4">
                  <c:v>May-25</c:v>
                </c:pt>
                <c:pt idx="5">
                  <c:v>Jun-25</c:v>
                </c:pt>
                <c:pt idx="6">
                  <c:v>Jul-25</c:v>
                </c:pt>
                <c:pt idx="7">
                  <c:v>Aug-25</c:v>
                </c:pt>
                <c:pt idx="8">
                  <c:v>Sep-25</c:v>
                </c:pt>
                <c:pt idx="9">
                  <c:v>Oct-25</c:v>
                </c:pt>
                <c:pt idx="10">
                  <c:v>Nov-25</c:v>
                </c:pt>
                <c:pt idx="11">
                  <c:v>Dec-25</c:v>
                </c:pt>
                <c:pt idx="12">
                  <c:v>Jan-26</c:v>
                </c:pt>
                <c:pt idx="13">
                  <c:v>Feb-26</c:v>
                </c:pt>
                <c:pt idx="14">
                  <c:v>Mar-26</c:v>
                </c:pt>
                <c:pt idx="15">
                  <c:v>Apr-26</c:v>
                </c:pt>
                <c:pt idx="16">
                  <c:v>May-26</c:v>
                </c:pt>
                <c:pt idx="17">
                  <c:v>Jun-26</c:v>
                </c:pt>
                <c:pt idx="18">
                  <c:v>Jul-26</c:v>
                </c:pt>
                <c:pt idx="19">
                  <c:v>Aug-26</c:v>
                </c:pt>
                <c:pt idx="20">
                  <c:v>Sep-26*</c:v>
                </c:pt>
              </c:strCache>
            </c:strRef>
          </c:cat>
          <c:val>
            <c:numRef>
              <c:f>Sheet1!$C$2:$C$22</c:f>
              <c:numCache>
                <c:formatCode>_(* #,##0.0_);_(* \(#,##0.0\);_(* "-"_);_(@_)</c:formatCode>
                <c:ptCount val="21"/>
                <c:pt idx="0" formatCode="_-* #,##0.0_-;\-* #,##0.0_-;_-* &quot;-&quot;_-;_-@_-">
                  <c:v>4.1453169999999773</c:v>
                </c:pt>
                <c:pt idx="1">
                  <c:v>8.8623969999999979</c:v>
                </c:pt>
                <c:pt idx="2">
                  <c:v>1.7176289999999572</c:v>
                </c:pt>
                <c:pt idx="3">
                  <c:v>7.79</c:v>
                </c:pt>
                <c:pt idx="4">
                  <c:v>26.61</c:v>
                </c:pt>
                <c:pt idx="5">
                  <c:v>-7.59</c:v>
                </c:pt>
                <c:pt idx="6">
                  <c:v>17.03</c:v>
                </c:pt>
                <c:pt idx="7">
                  <c:v>18.14</c:v>
                </c:pt>
                <c:pt idx="8">
                  <c:v>-45.76</c:v>
                </c:pt>
                <c:pt idx="9">
                  <c:v>-30</c:v>
                </c:pt>
                <c:pt idx="10">
                  <c:v>-5.93</c:v>
                </c:pt>
                <c:pt idx="11">
                  <c:v>6.49</c:v>
                </c:pt>
                <c:pt idx="12">
                  <c:v>0.1</c:v>
                </c:pt>
                <c:pt idx="13">
                  <c:v>-3.4</c:v>
                </c:pt>
                <c:pt idx="14">
                  <c:v>-21.8</c:v>
                </c:pt>
                <c:pt idx="15" formatCode="_-* #,##0.0_-;\-* #,##0.0_-;_-* &quot;-&quot;_-;_-@_-">
                  <c:v>13.3</c:v>
                </c:pt>
                <c:pt idx="16" formatCode="#,##0.00;\(#,##0.00\);\-">
                  <c:v>-3.6999833700000004</c:v>
                </c:pt>
                <c:pt idx="17" formatCode="#,##0.00;\(#,##0.00\);\-">
                  <c:v>5.7401112599999982</c:v>
                </c:pt>
                <c:pt idx="18" formatCode="#,##0.00;\(#,##0.00\);\-">
                  <c:v>6.7901103500000017</c:v>
                </c:pt>
                <c:pt idx="19" formatCode="#,##0.00;\(#,##0.00\);\-">
                  <c:v>15.34995318</c:v>
                </c:pt>
                <c:pt idx="20" formatCode="#,##0.00;\(#,##0.00\);\-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69-4222-ACAA-9C5C566FC7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SRBI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20"/>
              <c:layout>
                <c:manualLayout>
                  <c:x val="8.0477754818499836E-2"/>
                  <c:y val="7.105342956814806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C8F-496D-83D5-0D9AE123275C}"/>
                </c:ext>
              </c:extLst>
            </c:dLbl>
            <c:spPr>
              <a:solidFill>
                <a:schemeClr val="accent3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Jan-25</c:v>
                </c:pt>
                <c:pt idx="1">
                  <c:v>Feb-25</c:v>
                </c:pt>
                <c:pt idx="2">
                  <c:v>Mar-25</c:v>
                </c:pt>
                <c:pt idx="3">
                  <c:v>Apr-25</c:v>
                </c:pt>
                <c:pt idx="4">
                  <c:v>May-25</c:v>
                </c:pt>
                <c:pt idx="5">
                  <c:v>Jun-25</c:v>
                </c:pt>
                <c:pt idx="6">
                  <c:v>Jul-25</c:v>
                </c:pt>
                <c:pt idx="7">
                  <c:v>Aug-25</c:v>
                </c:pt>
                <c:pt idx="8">
                  <c:v>Sep-25</c:v>
                </c:pt>
                <c:pt idx="9">
                  <c:v>Oct-25</c:v>
                </c:pt>
                <c:pt idx="10">
                  <c:v>Nov-25</c:v>
                </c:pt>
                <c:pt idx="11">
                  <c:v>Dec-25</c:v>
                </c:pt>
                <c:pt idx="12">
                  <c:v>Jan-26</c:v>
                </c:pt>
                <c:pt idx="13">
                  <c:v>Feb-26</c:v>
                </c:pt>
                <c:pt idx="14">
                  <c:v>Mar-26</c:v>
                </c:pt>
                <c:pt idx="15">
                  <c:v>Apr-26</c:v>
                </c:pt>
                <c:pt idx="16">
                  <c:v>May-26</c:v>
                </c:pt>
                <c:pt idx="17">
                  <c:v>Jun-26</c:v>
                </c:pt>
                <c:pt idx="18">
                  <c:v>Jul-26</c:v>
                </c:pt>
                <c:pt idx="19">
                  <c:v>Aug-26</c:v>
                </c:pt>
                <c:pt idx="20">
                  <c:v>Sep-26*</c:v>
                </c:pt>
              </c:strCache>
            </c:strRef>
          </c:cat>
          <c:val>
            <c:numRef>
              <c:f>Sheet1!$D$2:$D$22</c:f>
              <c:numCache>
                <c:formatCode>_(* #,##0.0_);_(* \(#,##0.0\);_(* "-"?_);_(@_)</c:formatCode>
                <c:ptCount val="21"/>
                <c:pt idx="0">
                  <c:v>13.543590000000023</c:v>
                </c:pt>
                <c:pt idx="1">
                  <c:v>-7.5850680000000068</c:v>
                </c:pt>
                <c:pt idx="2">
                  <c:v>4.0967609999999866</c:v>
                </c:pt>
                <c:pt idx="3">
                  <c:v>-22.102734999999996</c:v>
                </c:pt>
                <c:pt idx="4">
                  <c:v>1.270025000000004</c:v>
                </c:pt>
                <c:pt idx="5">
                  <c:v>-23.331593999999996</c:v>
                </c:pt>
                <c:pt idx="6">
                  <c:v>-43.282888000000014</c:v>
                </c:pt>
                <c:pt idx="7">
                  <c:v>-24.253225999999998</c:v>
                </c:pt>
                <c:pt idx="8">
                  <c:v>-31.699451999999994</c:v>
                </c:pt>
                <c:pt idx="9">
                  <c:v>-4.0330090000000069</c:v>
                </c:pt>
                <c:pt idx="10">
                  <c:v>-0.13171699999999475</c:v>
                </c:pt>
                <c:pt idx="11">
                  <c:v>27.396185000000003</c:v>
                </c:pt>
                <c:pt idx="12">
                  <c:v>7.8448339999999916</c:v>
                </c:pt>
                <c:pt idx="13">
                  <c:v>28.893466000000018</c:v>
                </c:pt>
                <c:pt idx="14">
                  <c:v>-6.8849069999999983</c:v>
                </c:pt>
                <c:pt idx="15">
                  <c:v>48.263423999999986</c:v>
                </c:pt>
                <c:pt idx="16" formatCode="#,##0.0;\(#,##0.0\);\-">
                  <c:v>24.313370999999989</c:v>
                </c:pt>
                <c:pt idx="17" formatCode="#,##0.0;\(#,##0.0\);\-">
                  <c:v>76.671083000000039</c:v>
                </c:pt>
                <c:pt idx="18" formatCode="#,##0.0;\(#,##0.0\);\-">
                  <c:v>-6.0928540000000453</c:v>
                </c:pt>
                <c:pt idx="19" formatCode="#,##0.0;\(#,##0.0\);\-">
                  <c:v>7.5974459999999908</c:v>
                </c:pt>
                <c:pt idx="20" formatCode="_(* #,##0.0_);_(* \(#,##0.0\);_(* &quot;-&quot;_);_(@_)">
                  <c:v>-7.94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69-4222-ACAA-9C5C566F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585306176"/>
        <c:axId val="1584892544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20"/>
              <c:layout>
                <c:manualLayout>
                  <c:x val="6.7064795682082066E-3"/>
                  <c:y val="3.7895162436345553E-2"/>
                </c:manualLayout>
              </c:layout>
              <c:spPr>
                <a:solidFill>
                  <a:srgbClr val="C0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C8F-496D-83D5-0D9AE12327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1"/>
                <c:pt idx="0">
                  <c:v>Jan-25</c:v>
                </c:pt>
                <c:pt idx="1">
                  <c:v>Feb-25</c:v>
                </c:pt>
                <c:pt idx="2">
                  <c:v>Mar-25</c:v>
                </c:pt>
                <c:pt idx="3">
                  <c:v>Apr-25</c:v>
                </c:pt>
                <c:pt idx="4">
                  <c:v>May-25</c:v>
                </c:pt>
                <c:pt idx="5">
                  <c:v>Jun-25</c:v>
                </c:pt>
                <c:pt idx="6">
                  <c:v>Jul-25</c:v>
                </c:pt>
                <c:pt idx="7">
                  <c:v>Aug-25</c:v>
                </c:pt>
                <c:pt idx="8">
                  <c:v>Sep-25</c:v>
                </c:pt>
                <c:pt idx="9">
                  <c:v>Oct-25</c:v>
                </c:pt>
                <c:pt idx="10">
                  <c:v>Nov-25</c:v>
                </c:pt>
                <c:pt idx="11">
                  <c:v>Dec-25</c:v>
                </c:pt>
                <c:pt idx="12">
                  <c:v>Jan-26</c:v>
                </c:pt>
                <c:pt idx="13">
                  <c:v>Feb-26</c:v>
                </c:pt>
                <c:pt idx="14">
                  <c:v>Mar-26</c:v>
                </c:pt>
                <c:pt idx="15">
                  <c:v>Apr-26</c:v>
                </c:pt>
                <c:pt idx="16">
                  <c:v>May-26</c:v>
                </c:pt>
                <c:pt idx="17">
                  <c:v>Jun-26</c:v>
                </c:pt>
                <c:pt idx="18">
                  <c:v>Jul-26</c:v>
                </c:pt>
                <c:pt idx="19">
                  <c:v>Aug-26</c:v>
                </c:pt>
                <c:pt idx="20">
                  <c:v>Sep-26*</c:v>
                </c:pt>
              </c:strCache>
            </c:strRef>
          </c:cat>
          <c:val>
            <c:numRef>
              <c:f>Sheet1!$E$2:$E$22</c:f>
              <c:numCache>
                <c:formatCode>_(* #,##0.0_);_(* \(#,##0.0\);_(* "-"_);_(@_)</c:formatCode>
                <c:ptCount val="21"/>
                <c:pt idx="0">
                  <c:v>12.658857007000002</c:v>
                </c:pt>
                <c:pt idx="1">
                  <c:v>-16.912571040440007</c:v>
                </c:pt>
                <c:pt idx="2">
                  <c:v>-2.2105638872600588</c:v>
                </c:pt>
                <c:pt idx="3">
                  <c:v>-35.10734877857</c:v>
                </c:pt>
                <c:pt idx="4">
                  <c:v>33.410915669220003</c:v>
                </c:pt>
                <c:pt idx="5">
                  <c:v>-39.303646160239992</c:v>
                </c:pt>
                <c:pt idx="6">
                  <c:v>-34.59115555163001</c:v>
                </c:pt>
                <c:pt idx="7">
                  <c:v>4.8452696099399972</c:v>
                </c:pt>
                <c:pt idx="8">
                  <c:v>-81.256913706450007</c:v>
                </c:pt>
                <c:pt idx="9">
                  <c:v>-21.071506949660005</c:v>
                </c:pt>
                <c:pt idx="10">
                  <c:v>6.142305630730009</c:v>
                </c:pt>
                <c:pt idx="11">
                  <c:v>46.1255432508</c:v>
                </c:pt>
                <c:pt idx="12">
                  <c:v>-1.9551660000000091</c:v>
                </c:pt>
                <c:pt idx="13">
                  <c:v>25.893466000000018</c:v>
                </c:pt>
                <c:pt idx="14">
                  <c:v>-51.984907</c:v>
                </c:pt>
                <c:pt idx="15">
                  <c:v>44.563423999999983</c:v>
                </c:pt>
                <c:pt idx="16">
                  <c:v>16.515987308999989</c:v>
                </c:pt>
                <c:pt idx="17">
                  <c:v>62.776774013000043</c:v>
                </c:pt>
                <c:pt idx="18">
                  <c:v>2.3158473279999559</c:v>
                </c:pt>
                <c:pt idx="19">
                  <c:v>24.139892990999989</c:v>
                </c:pt>
                <c:pt idx="20">
                  <c:v>-16.190000000000001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3369-4222-ACAA-9C5C566FC7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85306176"/>
        <c:axId val="1584892544"/>
      </c:lineChart>
      <c:dateAx>
        <c:axId val="1585306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584892544"/>
        <c:crosses val="autoZero"/>
        <c:auto val="0"/>
        <c:lblOffset val="100"/>
        <c:baseTimeUnit val="months"/>
        <c:majorUnit val="1"/>
      </c:dateAx>
      <c:valAx>
        <c:axId val="1584892544"/>
        <c:scaling>
          <c:orientation val="minMax"/>
          <c:max val="130"/>
          <c:min val="-12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5853061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9.503900055500078E-2"/>
          <c:y val="0.15338831613069506"/>
          <c:w val="0.75291665852559897"/>
          <c:h val="5.04959696214356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 err="1">
                <a:solidFill>
                  <a:schemeClr val="tx1"/>
                </a:solidFill>
              </a:rPr>
              <a:t>Aliran</a:t>
            </a:r>
            <a:r>
              <a:rPr lang="en-US" b="1">
                <a:solidFill>
                  <a:schemeClr val="tx1"/>
                </a:solidFill>
              </a:rPr>
              <a:t> Modal Asing di SBN, </a:t>
            </a:r>
          </a:p>
          <a:p>
            <a:pPr>
              <a:defRPr/>
            </a:pPr>
            <a:r>
              <a:rPr lang="en-US" b="1">
                <a:solidFill>
                  <a:schemeClr val="tx1"/>
                </a:solidFill>
              </a:rPr>
              <a:t>Saham &amp; SRBI </a:t>
            </a: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(Rp </a:t>
            </a:r>
            <a:r>
              <a:rPr lang="en-US" err="1">
                <a:solidFill>
                  <a:schemeClr val="tx1"/>
                </a:solidFill>
              </a:rPr>
              <a:t>Triliun</a:t>
            </a:r>
            <a:r>
              <a:rPr lang="en-US">
                <a:solidFill>
                  <a:schemeClr val="tx1"/>
                </a:solidFill>
              </a:rPr>
              <a:t>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FI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v>SBN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'[Flow Asing (SBN Saham SRBI).xlsx]Tahunan'!$A$2:$A$13</c:f>
              <c:numCache>
                <c:formatCode>General</c:formatCod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numCache>
            </c:numRef>
          </c:cat>
          <c:val>
            <c:numRef>
              <c:f>'[Flow Asing (SBN Saham SRBI).xlsx]Tahunan'!$B$2:$B$13</c:f>
              <c:numCache>
                <c:formatCode>_-* #,##0.0_-;\-* #,##0.0_-;_-* "-"??_-;_-@_-</c:formatCode>
                <c:ptCount val="12"/>
                <c:pt idx="0">
                  <c:v>97.170999999999935</c:v>
                </c:pt>
                <c:pt idx="1">
                  <c:v>107.28700000000003</c:v>
                </c:pt>
                <c:pt idx="2">
                  <c:v>170.34199999999998</c:v>
                </c:pt>
                <c:pt idx="3">
                  <c:v>57.100999999999999</c:v>
                </c:pt>
                <c:pt idx="4">
                  <c:v>168.60899999999992</c:v>
                </c:pt>
                <c:pt idx="5">
                  <c:v>-87.949999999999932</c:v>
                </c:pt>
                <c:pt idx="6">
                  <c:v>-82.569999999999936</c:v>
                </c:pt>
                <c:pt idx="7">
                  <c:v>-129.14999999999998</c:v>
                </c:pt>
                <c:pt idx="8">
                  <c:v>79.8599999999999</c:v>
                </c:pt>
                <c:pt idx="9">
                  <c:v>35.466000000000008</c:v>
                </c:pt>
                <c:pt idx="10">
                  <c:v>1.8140000000000782</c:v>
                </c:pt>
                <c:pt idx="11">
                  <c:v>35.460000000000036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D4-479F-AA05-DC1151E5951E}"/>
            </c:ext>
          </c:extLst>
        </c:ser>
        <c:ser>
          <c:idx val="1"/>
          <c:order val="1"/>
          <c:tx>
            <c:v>Saham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'[Flow Asing (SBN Saham SRBI).xlsx]Tahunan'!$A$2:$A$13</c:f>
              <c:numCache>
                <c:formatCode>General</c:formatCod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numCache>
            </c:numRef>
          </c:cat>
          <c:val>
            <c:numRef>
              <c:f>'[Flow Asing (SBN Saham SRBI).xlsx]Tahunan'!$C$2:$C$13</c:f>
              <c:numCache>
                <c:formatCode>_-* #,##0.0_-;\-* #,##0.0_-;_-* "-"??_-;_-@_-</c:formatCode>
                <c:ptCount val="12"/>
                <c:pt idx="0">
                  <c:v>-22.589038000000002</c:v>
                </c:pt>
                <c:pt idx="1">
                  <c:v>16.169491000000008</c:v>
                </c:pt>
                <c:pt idx="2">
                  <c:v>-39.869161999999996</c:v>
                </c:pt>
                <c:pt idx="3">
                  <c:v>-50.745842000000039</c:v>
                </c:pt>
                <c:pt idx="4">
                  <c:v>49.195188999999928</c:v>
                </c:pt>
                <c:pt idx="5">
                  <c:v>-47.813230000000004</c:v>
                </c:pt>
                <c:pt idx="6">
                  <c:v>37.974532999999987</c:v>
                </c:pt>
                <c:pt idx="7">
                  <c:v>60.575416999999902</c:v>
                </c:pt>
                <c:pt idx="8">
                  <c:v>-6.1881299999999868</c:v>
                </c:pt>
                <c:pt idx="9">
                  <c:v>16.529030999999989</c:v>
                </c:pt>
                <c:pt idx="10">
                  <c:v>-17.341827000000045</c:v>
                </c:pt>
                <c:pt idx="11">
                  <c:v>-85.66407199999999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D4-479F-AA05-DC1151E5951E}"/>
            </c:ext>
          </c:extLst>
        </c:ser>
        <c:ser>
          <c:idx val="3"/>
          <c:order val="2"/>
          <c:tx>
            <c:strRef>
              <c:f>'[Flow Asing (SBN Saham SRBI).xlsx]Tahunan'!$D$1</c:f>
              <c:strCache>
                <c:ptCount val="1"/>
                <c:pt idx="0">
                  <c:v>SRBI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val>
            <c:numRef>
              <c:f>'[Flow Asing (SBN Saham SRBI).xlsx]Tahunan'!$D$2:$D$13</c:f>
              <c:numCache>
                <c:formatCode>General</c:formatCode>
                <c:ptCount val="12"/>
                <c:pt idx="8" formatCode="_-* #,##0.0_-;\-* #,##0.0_-;_-* &quot;-&quot;??_-;_-@_-">
                  <c:v>62.174132</c:v>
                </c:pt>
                <c:pt idx="9" formatCode="_-* #,##0.0_-;\-* #,##0.0_-;_-* &quot;-&quot;??_-;_-@_-">
                  <c:v>161.99299600000001</c:v>
                </c:pt>
                <c:pt idx="10" formatCode="_-* #,##0.0_-;\-* #,##0.0_-;_-* &quot;-&quot;??_-;_-@_-">
                  <c:v>-110.11312799999999</c:v>
                </c:pt>
                <c:pt idx="11" formatCode="_-* #,##0.0_-;\-* #,##0.0_-;_-* &quot;-&quot;??_-;_-@_-">
                  <c:v>180.60586299999997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D4-479F-AA05-DC1151E595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364467296"/>
        <c:axId val="1364467776"/>
      </c:barChart>
      <c:lineChart>
        <c:grouping val="standard"/>
        <c:varyColors val="0"/>
        <c:ser>
          <c:idx val="2"/>
          <c:order val="3"/>
          <c:tx>
            <c:v>Total</c:v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dLbl>
              <c:idx val="11"/>
              <c:layout>
                <c:manualLayout>
                  <c:x val="0"/>
                  <c:y val="-3.3457547772504481E-2"/>
                </c:manualLayout>
              </c:layout>
              <c:spPr>
                <a:solidFill>
                  <a:srgbClr val="C0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200" b="1" i="0" u="none" strike="noStrike" kern="1200" baseline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AD4-479F-AA05-DC1151E5951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'[Flow Asing (SBN Saham SRBI).xlsx]Tahunan'!$A$2:$A$13</c:f>
              <c:numCache>
                <c:formatCode>General</c:formatCode>
                <c:ptCount val="12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numCache>
            </c:numRef>
          </c:cat>
          <c:val>
            <c:numRef>
              <c:f>'[Flow Asing (SBN Saham SRBI).xlsx]Tahunan'!$E$2:$E$13</c:f>
              <c:numCache>
                <c:formatCode>_-* #,##0.0_-;\-* #,##0.0_-;_-* "-"??_-;_-@_-</c:formatCode>
                <c:ptCount val="12"/>
                <c:pt idx="0">
                  <c:v>74.581961999999933</c:v>
                </c:pt>
                <c:pt idx="1">
                  <c:v>123.45649100000004</c:v>
                </c:pt>
                <c:pt idx="2">
                  <c:v>130.472838</c:v>
                </c:pt>
                <c:pt idx="3">
                  <c:v>6.3551579999999603</c:v>
                </c:pt>
                <c:pt idx="4">
                  <c:v>217.80418899999984</c:v>
                </c:pt>
                <c:pt idx="5">
                  <c:v>-135.76322999999994</c:v>
                </c:pt>
                <c:pt idx="6">
                  <c:v>-44.59546699999995</c:v>
                </c:pt>
                <c:pt idx="7">
                  <c:v>-68.574583000000075</c:v>
                </c:pt>
                <c:pt idx="8">
                  <c:v>135.84600199999991</c:v>
                </c:pt>
                <c:pt idx="9">
                  <c:v>213.98802699999999</c:v>
                </c:pt>
                <c:pt idx="10">
                  <c:v>-125.64095499999996</c:v>
                </c:pt>
                <c:pt idx="11">
                  <c:v>130.401791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EAD4-479F-AA05-DC1151E595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64467296"/>
        <c:axId val="1364467776"/>
      </c:lineChart>
      <c:catAx>
        <c:axId val="1364467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FI"/>
          </a:p>
        </c:txPr>
        <c:crossAx val="1364467776"/>
        <c:crosses val="autoZero"/>
        <c:auto val="1"/>
        <c:lblAlgn val="ctr"/>
        <c:lblOffset val="100"/>
        <c:noMultiLvlLbl val="0"/>
      </c:catAx>
      <c:valAx>
        <c:axId val="1364467776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13644672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FI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FI"/>
    </a:p>
  </c:txPr>
  <c:externalData r:id="rId3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r>
              <a:rPr lang="en-US" b="1">
                <a:solidFill>
                  <a:schemeClr val="tx1"/>
                </a:solidFill>
              </a:rPr>
              <a:t>Nilai </a:t>
            </a:r>
            <a:r>
              <a:rPr lang="en-US" b="1" err="1">
                <a:solidFill>
                  <a:schemeClr val="tx1"/>
                </a:solidFill>
              </a:rPr>
              <a:t>Tukar</a:t>
            </a:r>
            <a:r>
              <a:rPr lang="en-US" b="1">
                <a:solidFill>
                  <a:schemeClr val="tx1"/>
                </a:solidFill>
              </a:rPr>
              <a:t> Rupiah</a:t>
            </a:r>
          </a:p>
          <a:p>
            <a:pPr>
              <a:defRPr/>
            </a:pPr>
            <a:r>
              <a:rPr lang="en-US">
                <a:solidFill>
                  <a:schemeClr val="tx1"/>
                </a:solidFill>
              </a:rPr>
              <a:t>(Rp/USD)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98674256505956"/>
          <c:y val="0.13236336538119062"/>
          <c:w val="0.64617344694670198"/>
          <c:h val="0.7627145200101795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622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307-45A7-B2F3-E0365C6315E5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Sheet1!$A$2:$A$1632</c:f>
              <c:numCache>
                <c:formatCode>m/d/yyyy</c:formatCode>
                <c:ptCount val="1631"/>
                <c:pt idx="0">
                  <c:v>43832</c:v>
                </c:pt>
                <c:pt idx="1">
                  <c:v>43833</c:v>
                </c:pt>
                <c:pt idx="2">
                  <c:v>43836</c:v>
                </c:pt>
                <c:pt idx="3">
                  <c:v>43837</c:v>
                </c:pt>
                <c:pt idx="4">
                  <c:v>43838</c:v>
                </c:pt>
                <c:pt idx="5">
                  <c:v>43839</c:v>
                </c:pt>
                <c:pt idx="6">
                  <c:v>43840</c:v>
                </c:pt>
                <c:pt idx="7">
                  <c:v>43843</c:v>
                </c:pt>
                <c:pt idx="8">
                  <c:v>43844</c:v>
                </c:pt>
                <c:pt idx="9">
                  <c:v>43845</c:v>
                </c:pt>
                <c:pt idx="10">
                  <c:v>43846</c:v>
                </c:pt>
                <c:pt idx="11">
                  <c:v>43847</c:v>
                </c:pt>
                <c:pt idx="12">
                  <c:v>43850</c:v>
                </c:pt>
                <c:pt idx="13">
                  <c:v>43851</c:v>
                </c:pt>
                <c:pt idx="14">
                  <c:v>43852</c:v>
                </c:pt>
                <c:pt idx="15">
                  <c:v>43853</c:v>
                </c:pt>
                <c:pt idx="16">
                  <c:v>43854</c:v>
                </c:pt>
                <c:pt idx="17">
                  <c:v>43857</c:v>
                </c:pt>
                <c:pt idx="18">
                  <c:v>43858</c:v>
                </c:pt>
                <c:pt idx="19">
                  <c:v>43859</c:v>
                </c:pt>
                <c:pt idx="20">
                  <c:v>43860</c:v>
                </c:pt>
                <c:pt idx="21">
                  <c:v>43861</c:v>
                </c:pt>
                <c:pt idx="22">
                  <c:v>43864</c:v>
                </c:pt>
                <c:pt idx="23">
                  <c:v>43865</c:v>
                </c:pt>
                <c:pt idx="24">
                  <c:v>43866</c:v>
                </c:pt>
                <c:pt idx="25">
                  <c:v>43867</c:v>
                </c:pt>
                <c:pt idx="26">
                  <c:v>43868</c:v>
                </c:pt>
                <c:pt idx="27">
                  <c:v>43871</c:v>
                </c:pt>
                <c:pt idx="28">
                  <c:v>43872</c:v>
                </c:pt>
                <c:pt idx="29">
                  <c:v>43873</c:v>
                </c:pt>
                <c:pt idx="30">
                  <c:v>43874</c:v>
                </c:pt>
                <c:pt idx="31">
                  <c:v>43875</c:v>
                </c:pt>
                <c:pt idx="32">
                  <c:v>43878</c:v>
                </c:pt>
                <c:pt idx="33">
                  <c:v>43879</c:v>
                </c:pt>
                <c:pt idx="34">
                  <c:v>43880</c:v>
                </c:pt>
                <c:pt idx="35">
                  <c:v>43881</c:v>
                </c:pt>
                <c:pt idx="36">
                  <c:v>43882</c:v>
                </c:pt>
                <c:pt idx="37">
                  <c:v>43885</c:v>
                </c:pt>
                <c:pt idx="38">
                  <c:v>43886</c:v>
                </c:pt>
                <c:pt idx="39">
                  <c:v>43887</c:v>
                </c:pt>
                <c:pt idx="40">
                  <c:v>43888</c:v>
                </c:pt>
                <c:pt idx="41">
                  <c:v>43889</c:v>
                </c:pt>
                <c:pt idx="42">
                  <c:v>43892</c:v>
                </c:pt>
                <c:pt idx="43">
                  <c:v>43893</c:v>
                </c:pt>
                <c:pt idx="44">
                  <c:v>43894</c:v>
                </c:pt>
                <c:pt idx="45">
                  <c:v>43895</c:v>
                </c:pt>
                <c:pt idx="46">
                  <c:v>43896</c:v>
                </c:pt>
                <c:pt idx="47">
                  <c:v>43899</c:v>
                </c:pt>
                <c:pt idx="48">
                  <c:v>43900</c:v>
                </c:pt>
                <c:pt idx="49">
                  <c:v>43901</c:v>
                </c:pt>
                <c:pt idx="50">
                  <c:v>43902</c:v>
                </c:pt>
                <c:pt idx="51">
                  <c:v>43903</c:v>
                </c:pt>
                <c:pt idx="52">
                  <c:v>43906</c:v>
                </c:pt>
                <c:pt idx="53">
                  <c:v>43907</c:v>
                </c:pt>
                <c:pt idx="54">
                  <c:v>43908</c:v>
                </c:pt>
                <c:pt idx="55">
                  <c:v>43909</c:v>
                </c:pt>
                <c:pt idx="56">
                  <c:v>43910</c:v>
                </c:pt>
                <c:pt idx="57">
                  <c:v>43913</c:v>
                </c:pt>
                <c:pt idx="58">
                  <c:v>43914</c:v>
                </c:pt>
                <c:pt idx="59">
                  <c:v>43916</c:v>
                </c:pt>
                <c:pt idx="60">
                  <c:v>43917</c:v>
                </c:pt>
                <c:pt idx="61">
                  <c:v>43920</c:v>
                </c:pt>
                <c:pt idx="62">
                  <c:v>43921</c:v>
                </c:pt>
                <c:pt idx="63">
                  <c:v>43922</c:v>
                </c:pt>
                <c:pt idx="64">
                  <c:v>43923</c:v>
                </c:pt>
                <c:pt idx="65">
                  <c:v>43924</c:v>
                </c:pt>
                <c:pt idx="66">
                  <c:v>43927</c:v>
                </c:pt>
                <c:pt idx="67">
                  <c:v>43928</c:v>
                </c:pt>
                <c:pt idx="68">
                  <c:v>43929</c:v>
                </c:pt>
                <c:pt idx="69">
                  <c:v>43930</c:v>
                </c:pt>
                <c:pt idx="70">
                  <c:v>43934</c:v>
                </c:pt>
                <c:pt idx="71">
                  <c:v>43935</c:v>
                </c:pt>
                <c:pt idx="72">
                  <c:v>43936</c:v>
                </c:pt>
                <c:pt idx="73">
                  <c:v>43937</c:v>
                </c:pt>
                <c:pt idx="74">
                  <c:v>43938</c:v>
                </c:pt>
                <c:pt idx="75">
                  <c:v>43941</c:v>
                </c:pt>
                <c:pt idx="76">
                  <c:v>43942</c:v>
                </c:pt>
                <c:pt idx="77">
                  <c:v>43943</c:v>
                </c:pt>
                <c:pt idx="78">
                  <c:v>43944</c:v>
                </c:pt>
                <c:pt idx="79">
                  <c:v>43945</c:v>
                </c:pt>
                <c:pt idx="80">
                  <c:v>43948</c:v>
                </c:pt>
                <c:pt idx="81">
                  <c:v>43949</c:v>
                </c:pt>
                <c:pt idx="82">
                  <c:v>43950</c:v>
                </c:pt>
                <c:pt idx="83">
                  <c:v>43951</c:v>
                </c:pt>
                <c:pt idx="84">
                  <c:v>43955</c:v>
                </c:pt>
                <c:pt idx="85">
                  <c:v>43956</c:v>
                </c:pt>
                <c:pt idx="86">
                  <c:v>43957</c:v>
                </c:pt>
                <c:pt idx="87">
                  <c:v>43959</c:v>
                </c:pt>
                <c:pt idx="88">
                  <c:v>43962</c:v>
                </c:pt>
                <c:pt idx="89">
                  <c:v>43963</c:v>
                </c:pt>
                <c:pt idx="90">
                  <c:v>43964</c:v>
                </c:pt>
                <c:pt idx="91">
                  <c:v>43965</c:v>
                </c:pt>
                <c:pt idx="92">
                  <c:v>43966</c:v>
                </c:pt>
                <c:pt idx="93">
                  <c:v>43969</c:v>
                </c:pt>
                <c:pt idx="94">
                  <c:v>43970</c:v>
                </c:pt>
                <c:pt idx="95">
                  <c:v>43971</c:v>
                </c:pt>
                <c:pt idx="96">
                  <c:v>43977</c:v>
                </c:pt>
                <c:pt idx="97">
                  <c:v>43978</c:v>
                </c:pt>
                <c:pt idx="98">
                  <c:v>43979</c:v>
                </c:pt>
                <c:pt idx="99">
                  <c:v>43980</c:v>
                </c:pt>
                <c:pt idx="100">
                  <c:v>43984</c:v>
                </c:pt>
                <c:pt idx="101">
                  <c:v>43985</c:v>
                </c:pt>
                <c:pt idx="102">
                  <c:v>43986</c:v>
                </c:pt>
                <c:pt idx="103">
                  <c:v>43987</c:v>
                </c:pt>
                <c:pt idx="104">
                  <c:v>43990</c:v>
                </c:pt>
                <c:pt idx="105">
                  <c:v>43991</c:v>
                </c:pt>
                <c:pt idx="106">
                  <c:v>43992</c:v>
                </c:pt>
                <c:pt idx="107">
                  <c:v>43993</c:v>
                </c:pt>
                <c:pt idx="108">
                  <c:v>43994</c:v>
                </c:pt>
                <c:pt idx="109">
                  <c:v>43997</c:v>
                </c:pt>
                <c:pt idx="110">
                  <c:v>43998</c:v>
                </c:pt>
                <c:pt idx="111">
                  <c:v>43999</c:v>
                </c:pt>
                <c:pt idx="112">
                  <c:v>44000</c:v>
                </c:pt>
                <c:pt idx="113">
                  <c:v>44001</c:v>
                </c:pt>
                <c:pt idx="114">
                  <c:v>44004</c:v>
                </c:pt>
                <c:pt idx="115">
                  <c:v>44005</c:v>
                </c:pt>
                <c:pt idx="116">
                  <c:v>44006</c:v>
                </c:pt>
                <c:pt idx="117">
                  <c:v>44007</c:v>
                </c:pt>
                <c:pt idx="118">
                  <c:v>44008</c:v>
                </c:pt>
                <c:pt idx="119">
                  <c:v>44011</c:v>
                </c:pt>
                <c:pt idx="120">
                  <c:v>44012</c:v>
                </c:pt>
                <c:pt idx="121">
                  <c:v>44013</c:v>
                </c:pt>
                <c:pt idx="122">
                  <c:v>44014</c:v>
                </c:pt>
                <c:pt idx="123">
                  <c:v>44015</c:v>
                </c:pt>
                <c:pt idx="124">
                  <c:v>44018</c:v>
                </c:pt>
                <c:pt idx="125">
                  <c:v>44019</c:v>
                </c:pt>
                <c:pt idx="126">
                  <c:v>44020</c:v>
                </c:pt>
                <c:pt idx="127">
                  <c:v>44021</c:v>
                </c:pt>
                <c:pt idx="128">
                  <c:v>44022</c:v>
                </c:pt>
                <c:pt idx="129">
                  <c:v>44025</c:v>
                </c:pt>
                <c:pt idx="130">
                  <c:v>44026</c:v>
                </c:pt>
                <c:pt idx="131">
                  <c:v>44027</c:v>
                </c:pt>
                <c:pt idx="132">
                  <c:v>44028</c:v>
                </c:pt>
                <c:pt idx="133">
                  <c:v>44029</c:v>
                </c:pt>
                <c:pt idx="134">
                  <c:v>44032</c:v>
                </c:pt>
                <c:pt idx="135">
                  <c:v>44033</c:v>
                </c:pt>
                <c:pt idx="136">
                  <c:v>44034</c:v>
                </c:pt>
                <c:pt idx="137">
                  <c:v>44035</c:v>
                </c:pt>
                <c:pt idx="138">
                  <c:v>44036</c:v>
                </c:pt>
                <c:pt idx="139">
                  <c:v>44039</c:v>
                </c:pt>
                <c:pt idx="140">
                  <c:v>44040</c:v>
                </c:pt>
                <c:pt idx="141">
                  <c:v>44041</c:v>
                </c:pt>
                <c:pt idx="142">
                  <c:v>44042</c:v>
                </c:pt>
                <c:pt idx="143">
                  <c:v>44046</c:v>
                </c:pt>
                <c:pt idx="144">
                  <c:v>44047</c:v>
                </c:pt>
                <c:pt idx="145">
                  <c:v>44048</c:v>
                </c:pt>
                <c:pt idx="146">
                  <c:v>44049</c:v>
                </c:pt>
                <c:pt idx="147">
                  <c:v>44050</c:v>
                </c:pt>
                <c:pt idx="148">
                  <c:v>44053</c:v>
                </c:pt>
                <c:pt idx="149">
                  <c:v>44054</c:v>
                </c:pt>
                <c:pt idx="150">
                  <c:v>44055</c:v>
                </c:pt>
                <c:pt idx="151">
                  <c:v>44056</c:v>
                </c:pt>
                <c:pt idx="152">
                  <c:v>44057</c:v>
                </c:pt>
                <c:pt idx="153">
                  <c:v>44061</c:v>
                </c:pt>
                <c:pt idx="154">
                  <c:v>44062</c:v>
                </c:pt>
                <c:pt idx="155">
                  <c:v>44067</c:v>
                </c:pt>
                <c:pt idx="156">
                  <c:v>44068</c:v>
                </c:pt>
                <c:pt idx="157">
                  <c:v>44069</c:v>
                </c:pt>
                <c:pt idx="158">
                  <c:v>44070</c:v>
                </c:pt>
                <c:pt idx="159">
                  <c:v>44071</c:v>
                </c:pt>
                <c:pt idx="160">
                  <c:v>44074</c:v>
                </c:pt>
                <c:pt idx="161">
                  <c:v>44075</c:v>
                </c:pt>
                <c:pt idx="162">
                  <c:v>44076</c:v>
                </c:pt>
                <c:pt idx="163">
                  <c:v>44077</c:v>
                </c:pt>
                <c:pt idx="164">
                  <c:v>44078</c:v>
                </c:pt>
                <c:pt idx="165">
                  <c:v>44081</c:v>
                </c:pt>
                <c:pt idx="166">
                  <c:v>44082</c:v>
                </c:pt>
                <c:pt idx="167">
                  <c:v>44083</c:v>
                </c:pt>
                <c:pt idx="168">
                  <c:v>44084</c:v>
                </c:pt>
                <c:pt idx="169">
                  <c:v>44085</c:v>
                </c:pt>
                <c:pt idx="170">
                  <c:v>44088</c:v>
                </c:pt>
                <c:pt idx="171">
                  <c:v>44089</c:v>
                </c:pt>
                <c:pt idx="172">
                  <c:v>44090</c:v>
                </c:pt>
                <c:pt idx="173">
                  <c:v>44091</c:v>
                </c:pt>
                <c:pt idx="174">
                  <c:v>44092</c:v>
                </c:pt>
                <c:pt idx="175">
                  <c:v>44095</c:v>
                </c:pt>
                <c:pt idx="176">
                  <c:v>44096</c:v>
                </c:pt>
                <c:pt idx="177">
                  <c:v>44097</c:v>
                </c:pt>
                <c:pt idx="178">
                  <c:v>44098</c:v>
                </c:pt>
                <c:pt idx="179">
                  <c:v>44099</c:v>
                </c:pt>
                <c:pt idx="180">
                  <c:v>44102</c:v>
                </c:pt>
                <c:pt idx="181">
                  <c:v>44103</c:v>
                </c:pt>
                <c:pt idx="182">
                  <c:v>44104</c:v>
                </c:pt>
                <c:pt idx="183">
                  <c:v>44105</c:v>
                </c:pt>
                <c:pt idx="184">
                  <c:v>44106</c:v>
                </c:pt>
                <c:pt idx="185">
                  <c:v>44109</c:v>
                </c:pt>
                <c:pt idx="186">
                  <c:v>44110</c:v>
                </c:pt>
                <c:pt idx="187">
                  <c:v>44111</c:v>
                </c:pt>
                <c:pt idx="188">
                  <c:v>44112</c:v>
                </c:pt>
                <c:pt idx="189">
                  <c:v>44113</c:v>
                </c:pt>
                <c:pt idx="190">
                  <c:v>44116</c:v>
                </c:pt>
                <c:pt idx="191">
                  <c:v>44117</c:v>
                </c:pt>
                <c:pt idx="192">
                  <c:v>44118</c:v>
                </c:pt>
                <c:pt idx="193">
                  <c:v>44119</c:v>
                </c:pt>
                <c:pt idx="194">
                  <c:v>44120</c:v>
                </c:pt>
                <c:pt idx="195">
                  <c:v>44123</c:v>
                </c:pt>
                <c:pt idx="196">
                  <c:v>44124</c:v>
                </c:pt>
                <c:pt idx="197">
                  <c:v>44125</c:v>
                </c:pt>
                <c:pt idx="198">
                  <c:v>44126</c:v>
                </c:pt>
                <c:pt idx="199">
                  <c:v>44127</c:v>
                </c:pt>
                <c:pt idx="200">
                  <c:v>44130</c:v>
                </c:pt>
                <c:pt idx="201">
                  <c:v>44131</c:v>
                </c:pt>
                <c:pt idx="202">
                  <c:v>44137</c:v>
                </c:pt>
                <c:pt idx="203">
                  <c:v>44138</c:v>
                </c:pt>
                <c:pt idx="204">
                  <c:v>44139</c:v>
                </c:pt>
                <c:pt idx="205">
                  <c:v>44140</c:v>
                </c:pt>
                <c:pt idx="206">
                  <c:v>44141</c:v>
                </c:pt>
                <c:pt idx="207">
                  <c:v>44144</c:v>
                </c:pt>
                <c:pt idx="208">
                  <c:v>44145</c:v>
                </c:pt>
                <c:pt idx="209">
                  <c:v>44146</c:v>
                </c:pt>
                <c:pt idx="210">
                  <c:v>44147</c:v>
                </c:pt>
                <c:pt idx="211">
                  <c:v>44148</c:v>
                </c:pt>
                <c:pt idx="212">
                  <c:v>44151</c:v>
                </c:pt>
                <c:pt idx="213">
                  <c:v>44152</c:v>
                </c:pt>
                <c:pt idx="214">
                  <c:v>44153</c:v>
                </c:pt>
                <c:pt idx="215">
                  <c:v>44154</c:v>
                </c:pt>
                <c:pt idx="216">
                  <c:v>44155</c:v>
                </c:pt>
                <c:pt idx="217">
                  <c:v>44158</c:v>
                </c:pt>
                <c:pt idx="218">
                  <c:v>44159</c:v>
                </c:pt>
                <c:pt idx="219">
                  <c:v>44160</c:v>
                </c:pt>
                <c:pt idx="220">
                  <c:v>44161</c:v>
                </c:pt>
                <c:pt idx="221">
                  <c:v>44162</c:v>
                </c:pt>
                <c:pt idx="222">
                  <c:v>44165</c:v>
                </c:pt>
                <c:pt idx="223">
                  <c:v>44166</c:v>
                </c:pt>
                <c:pt idx="224">
                  <c:v>44167</c:v>
                </c:pt>
                <c:pt idx="225">
                  <c:v>44168</c:v>
                </c:pt>
                <c:pt idx="226">
                  <c:v>44169</c:v>
                </c:pt>
                <c:pt idx="227">
                  <c:v>44172</c:v>
                </c:pt>
                <c:pt idx="228">
                  <c:v>44173</c:v>
                </c:pt>
                <c:pt idx="229">
                  <c:v>44175</c:v>
                </c:pt>
                <c:pt idx="230">
                  <c:v>44176</c:v>
                </c:pt>
                <c:pt idx="231">
                  <c:v>44179</c:v>
                </c:pt>
                <c:pt idx="232">
                  <c:v>44180</c:v>
                </c:pt>
                <c:pt idx="233">
                  <c:v>44181</c:v>
                </c:pt>
                <c:pt idx="234">
                  <c:v>44182</c:v>
                </c:pt>
                <c:pt idx="235">
                  <c:v>44183</c:v>
                </c:pt>
                <c:pt idx="236">
                  <c:v>44186</c:v>
                </c:pt>
                <c:pt idx="237">
                  <c:v>44187</c:v>
                </c:pt>
                <c:pt idx="238">
                  <c:v>44188</c:v>
                </c:pt>
                <c:pt idx="239">
                  <c:v>44193</c:v>
                </c:pt>
                <c:pt idx="240">
                  <c:v>44194</c:v>
                </c:pt>
                <c:pt idx="241">
                  <c:v>44195</c:v>
                </c:pt>
                <c:pt idx="242">
                  <c:v>44200</c:v>
                </c:pt>
                <c:pt idx="243">
                  <c:v>44201</c:v>
                </c:pt>
                <c:pt idx="244">
                  <c:v>44202</c:v>
                </c:pt>
                <c:pt idx="245">
                  <c:v>44203</c:v>
                </c:pt>
                <c:pt idx="246">
                  <c:v>44204</c:v>
                </c:pt>
                <c:pt idx="247">
                  <c:v>44207</c:v>
                </c:pt>
                <c:pt idx="248">
                  <c:v>44208</c:v>
                </c:pt>
                <c:pt idx="249">
                  <c:v>44209</c:v>
                </c:pt>
                <c:pt idx="250">
                  <c:v>44210</c:v>
                </c:pt>
                <c:pt idx="251">
                  <c:v>44211</c:v>
                </c:pt>
                <c:pt idx="252">
                  <c:v>44214</c:v>
                </c:pt>
                <c:pt idx="253">
                  <c:v>44215</c:v>
                </c:pt>
                <c:pt idx="254">
                  <c:v>44216</c:v>
                </c:pt>
                <c:pt idx="255">
                  <c:v>44217</c:v>
                </c:pt>
                <c:pt idx="256">
                  <c:v>44218</c:v>
                </c:pt>
                <c:pt idx="257">
                  <c:v>44221</c:v>
                </c:pt>
                <c:pt idx="258">
                  <c:v>44222</c:v>
                </c:pt>
                <c:pt idx="259">
                  <c:v>44223</c:v>
                </c:pt>
                <c:pt idx="260">
                  <c:v>44224</c:v>
                </c:pt>
                <c:pt idx="261">
                  <c:v>44225</c:v>
                </c:pt>
                <c:pt idx="262">
                  <c:v>44228</c:v>
                </c:pt>
                <c:pt idx="263">
                  <c:v>44229</c:v>
                </c:pt>
                <c:pt idx="264">
                  <c:v>44230</c:v>
                </c:pt>
                <c:pt idx="265">
                  <c:v>44231</c:v>
                </c:pt>
                <c:pt idx="266">
                  <c:v>44232</c:v>
                </c:pt>
                <c:pt idx="267">
                  <c:v>44235</c:v>
                </c:pt>
                <c:pt idx="268">
                  <c:v>44236</c:v>
                </c:pt>
                <c:pt idx="269">
                  <c:v>44237</c:v>
                </c:pt>
                <c:pt idx="270">
                  <c:v>44238</c:v>
                </c:pt>
                <c:pt idx="271">
                  <c:v>44242</c:v>
                </c:pt>
                <c:pt idx="272">
                  <c:v>44243</c:v>
                </c:pt>
                <c:pt idx="273">
                  <c:v>44244</c:v>
                </c:pt>
                <c:pt idx="274">
                  <c:v>44245</c:v>
                </c:pt>
                <c:pt idx="275">
                  <c:v>44246</c:v>
                </c:pt>
                <c:pt idx="276">
                  <c:v>44249</c:v>
                </c:pt>
                <c:pt idx="277">
                  <c:v>44250</c:v>
                </c:pt>
                <c:pt idx="278">
                  <c:v>44251</c:v>
                </c:pt>
                <c:pt idx="279">
                  <c:v>44252</c:v>
                </c:pt>
                <c:pt idx="280">
                  <c:v>44253</c:v>
                </c:pt>
                <c:pt idx="281">
                  <c:v>44256</c:v>
                </c:pt>
                <c:pt idx="282">
                  <c:v>44257</c:v>
                </c:pt>
                <c:pt idx="283">
                  <c:v>44258</c:v>
                </c:pt>
                <c:pt idx="284">
                  <c:v>44259</c:v>
                </c:pt>
                <c:pt idx="285">
                  <c:v>44260</c:v>
                </c:pt>
                <c:pt idx="286">
                  <c:v>44263</c:v>
                </c:pt>
                <c:pt idx="287">
                  <c:v>44264</c:v>
                </c:pt>
                <c:pt idx="288">
                  <c:v>44265</c:v>
                </c:pt>
                <c:pt idx="289">
                  <c:v>44267</c:v>
                </c:pt>
                <c:pt idx="290">
                  <c:v>44270</c:v>
                </c:pt>
                <c:pt idx="291">
                  <c:v>44271</c:v>
                </c:pt>
                <c:pt idx="292">
                  <c:v>44272</c:v>
                </c:pt>
                <c:pt idx="293">
                  <c:v>44273</c:v>
                </c:pt>
                <c:pt idx="294">
                  <c:v>44274</c:v>
                </c:pt>
                <c:pt idx="295">
                  <c:v>44277</c:v>
                </c:pt>
                <c:pt idx="296">
                  <c:v>44278</c:v>
                </c:pt>
                <c:pt idx="297">
                  <c:v>44279</c:v>
                </c:pt>
                <c:pt idx="298">
                  <c:v>44280</c:v>
                </c:pt>
                <c:pt idx="299">
                  <c:v>44281</c:v>
                </c:pt>
                <c:pt idx="300">
                  <c:v>44284</c:v>
                </c:pt>
                <c:pt idx="301">
                  <c:v>44285</c:v>
                </c:pt>
                <c:pt idx="302">
                  <c:v>44286</c:v>
                </c:pt>
                <c:pt idx="303">
                  <c:v>44287</c:v>
                </c:pt>
                <c:pt idx="304">
                  <c:v>44291</c:v>
                </c:pt>
                <c:pt idx="305">
                  <c:v>44292</c:v>
                </c:pt>
                <c:pt idx="306">
                  <c:v>44293</c:v>
                </c:pt>
                <c:pt idx="307">
                  <c:v>44294</c:v>
                </c:pt>
                <c:pt idx="308">
                  <c:v>44295</c:v>
                </c:pt>
                <c:pt idx="309">
                  <c:v>44298</c:v>
                </c:pt>
                <c:pt idx="310">
                  <c:v>44299</c:v>
                </c:pt>
                <c:pt idx="311">
                  <c:v>44300</c:v>
                </c:pt>
                <c:pt idx="312">
                  <c:v>44301</c:v>
                </c:pt>
                <c:pt idx="313">
                  <c:v>44302</c:v>
                </c:pt>
                <c:pt idx="314">
                  <c:v>44305</c:v>
                </c:pt>
                <c:pt idx="315">
                  <c:v>44306</c:v>
                </c:pt>
                <c:pt idx="316">
                  <c:v>44307</c:v>
                </c:pt>
                <c:pt idx="317">
                  <c:v>44308</c:v>
                </c:pt>
                <c:pt idx="318">
                  <c:v>44309</c:v>
                </c:pt>
                <c:pt idx="319">
                  <c:v>44312</c:v>
                </c:pt>
                <c:pt idx="320">
                  <c:v>44313</c:v>
                </c:pt>
                <c:pt idx="321">
                  <c:v>44314</c:v>
                </c:pt>
                <c:pt idx="322">
                  <c:v>44315</c:v>
                </c:pt>
                <c:pt idx="323">
                  <c:v>44316</c:v>
                </c:pt>
                <c:pt idx="324">
                  <c:v>44319</c:v>
                </c:pt>
                <c:pt idx="325">
                  <c:v>44320</c:v>
                </c:pt>
                <c:pt idx="326">
                  <c:v>44321</c:v>
                </c:pt>
                <c:pt idx="327">
                  <c:v>44322</c:v>
                </c:pt>
                <c:pt idx="328">
                  <c:v>44323</c:v>
                </c:pt>
                <c:pt idx="329">
                  <c:v>44326</c:v>
                </c:pt>
                <c:pt idx="330">
                  <c:v>44327</c:v>
                </c:pt>
                <c:pt idx="331">
                  <c:v>44333</c:v>
                </c:pt>
                <c:pt idx="332">
                  <c:v>44334</c:v>
                </c:pt>
                <c:pt idx="333">
                  <c:v>44335</c:v>
                </c:pt>
                <c:pt idx="334">
                  <c:v>44336</c:v>
                </c:pt>
                <c:pt idx="335">
                  <c:v>44337</c:v>
                </c:pt>
                <c:pt idx="336">
                  <c:v>44340</c:v>
                </c:pt>
                <c:pt idx="337">
                  <c:v>44341</c:v>
                </c:pt>
                <c:pt idx="338">
                  <c:v>44343</c:v>
                </c:pt>
                <c:pt idx="339">
                  <c:v>44344</c:v>
                </c:pt>
                <c:pt idx="340">
                  <c:v>44347</c:v>
                </c:pt>
                <c:pt idx="341">
                  <c:v>44349</c:v>
                </c:pt>
                <c:pt idx="342">
                  <c:v>44350</c:v>
                </c:pt>
                <c:pt idx="343">
                  <c:v>44351</c:v>
                </c:pt>
                <c:pt idx="344">
                  <c:v>44354</c:v>
                </c:pt>
                <c:pt idx="345">
                  <c:v>44355</c:v>
                </c:pt>
                <c:pt idx="346">
                  <c:v>44356</c:v>
                </c:pt>
                <c:pt idx="347">
                  <c:v>44357</c:v>
                </c:pt>
                <c:pt idx="348">
                  <c:v>44358</c:v>
                </c:pt>
                <c:pt idx="349">
                  <c:v>44361</c:v>
                </c:pt>
                <c:pt idx="350">
                  <c:v>44362</c:v>
                </c:pt>
                <c:pt idx="351">
                  <c:v>44363</c:v>
                </c:pt>
                <c:pt idx="352">
                  <c:v>44364</c:v>
                </c:pt>
                <c:pt idx="353">
                  <c:v>44365</c:v>
                </c:pt>
                <c:pt idx="354">
                  <c:v>44368</c:v>
                </c:pt>
                <c:pt idx="355">
                  <c:v>44369</c:v>
                </c:pt>
                <c:pt idx="356">
                  <c:v>44370</c:v>
                </c:pt>
                <c:pt idx="357">
                  <c:v>44371</c:v>
                </c:pt>
                <c:pt idx="358">
                  <c:v>44372</c:v>
                </c:pt>
                <c:pt idx="359">
                  <c:v>44375</c:v>
                </c:pt>
                <c:pt idx="360">
                  <c:v>44376</c:v>
                </c:pt>
                <c:pt idx="361">
                  <c:v>44377</c:v>
                </c:pt>
                <c:pt idx="362">
                  <c:v>44378</c:v>
                </c:pt>
                <c:pt idx="363">
                  <c:v>44379</c:v>
                </c:pt>
                <c:pt idx="364">
                  <c:v>44382</c:v>
                </c:pt>
                <c:pt idx="365">
                  <c:v>44383</c:v>
                </c:pt>
                <c:pt idx="366">
                  <c:v>44384</c:v>
                </c:pt>
                <c:pt idx="367">
                  <c:v>44385</c:v>
                </c:pt>
                <c:pt idx="368">
                  <c:v>44386</c:v>
                </c:pt>
                <c:pt idx="369">
                  <c:v>44389</c:v>
                </c:pt>
                <c:pt idx="370">
                  <c:v>44390</c:v>
                </c:pt>
                <c:pt idx="371">
                  <c:v>44391</c:v>
                </c:pt>
                <c:pt idx="372">
                  <c:v>44392</c:v>
                </c:pt>
                <c:pt idx="373">
                  <c:v>44393</c:v>
                </c:pt>
                <c:pt idx="374">
                  <c:v>44396</c:v>
                </c:pt>
                <c:pt idx="375">
                  <c:v>44398</c:v>
                </c:pt>
                <c:pt idx="376">
                  <c:v>44399</c:v>
                </c:pt>
                <c:pt idx="377">
                  <c:v>44400</c:v>
                </c:pt>
                <c:pt idx="378">
                  <c:v>44403</c:v>
                </c:pt>
                <c:pt idx="379">
                  <c:v>44404</c:v>
                </c:pt>
                <c:pt idx="380">
                  <c:v>44405</c:v>
                </c:pt>
                <c:pt idx="381">
                  <c:v>44406</c:v>
                </c:pt>
                <c:pt idx="382">
                  <c:v>44407</c:v>
                </c:pt>
                <c:pt idx="383">
                  <c:v>44410</c:v>
                </c:pt>
                <c:pt idx="384">
                  <c:v>44411</c:v>
                </c:pt>
                <c:pt idx="385">
                  <c:v>44412</c:v>
                </c:pt>
                <c:pt idx="386">
                  <c:v>44413</c:v>
                </c:pt>
                <c:pt idx="387">
                  <c:v>44414</c:v>
                </c:pt>
                <c:pt idx="388">
                  <c:v>44417</c:v>
                </c:pt>
                <c:pt idx="389">
                  <c:v>44418</c:v>
                </c:pt>
                <c:pt idx="390">
                  <c:v>44420</c:v>
                </c:pt>
                <c:pt idx="391">
                  <c:v>44421</c:v>
                </c:pt>
                <c:pt idx="392">
                  <c:v>44424</c:v>
                </c:pt>
                <c:pt idx="393">
                  <c:v>44426</c:v>
                </c:pt>
                <c:pt idx="394">
                  <c:v>44427</c:v>
                </c:pt>
                <c:pt idx="395">
                  <c:v>44428</c:v>
                </c:pt>
                <c:pt idx="396">
                  <c:v>44431</c:v>
                </c:pt>
                <c:pt idx="397">
                  <c:v>44432</c:v>
                </c:pt>
                <c:pt idx="398">
                  <c:v>44433</c:v>
                </c:pt>
                <c:pt idx="399">
                  <c:v>44434</c:v>
                </c:pt>
                <c:pt idx="400">
                  <c:v>44435</c:v>
                </c:pt>
                <c:pt idx="401">
                  <c:v>44438</c:v>
                </c:pt>
                <c:pt idx="402">
                  <c:v>44439</c:v>
                </c:pt>
                <c:pt idx="403">
                  <c:v>44440</c:v>
                </c:pt>
                <c:pt idx="404">
                  <c:v>44441</c:v>
                </c:pt>
                <c:pt idx="405">
                  <c:v>44442</c:v>
                </c:pt>
                <c:pt idx="406">
                  <c:v>44445</c:v>
                </c:pt>
                <c:pt idx="407">
                  <c:v>44446</c:v>
                </c:pt>
                <c:pt idx="408">
                  <c:v>44447</c:v>
                </c:pt>
                <c:pt idx="409">
                  <c:v>44448</c:v>
                </c:pt>
                <c:pt idx="410">
                  <c:v>44449</c:v>
                </c:pt>
                <c:pt idx="411">
                  <c:v>44452</c:v>
                </c:pt>
                <c:pt idx="412">
                  <c:v>44453</c:v>
                </c:pt>
                <c:pt idx="413">
                  <c:v>44454</c:v>
                </c:pt>
                <c:pt idx="414">
                  <c:v>44455</c:v>
                </c:pt>
                <c:pt idx="415">
                  <c:v>44456</c:v>
                </c:pt>
                <c:pt idx="416">
                  <c:v>44459</c:v>
                </c:pt>
                <c:pt idx="417">
                  <c:v>44460</c:v>
                </c:pt>
                <c:pt idx="418">
                  <c:v>44461</c:v>
                </c:pt>
                <c:pt idx="419">
                  <c:v>44462</c:v>
                </c:pt>
                <c:pt idx="420">
                  <c:v>44463</c:v>
                </c:pt>
                <c:pt idx="421">
                  <c:v>44466</c:v>
                </c:pt>
                <c:pt idx="422">
                  <c:v>44467</c:v>
                </c:pt>
                <c:pt idx="423">
                  <c:v>44468</c:v>
                </c:pt>
                <c:pt idx="424">
                  <c:v>44469</c:v>
                </c:pt>
                <c:pt idx="425">
                  <c:v>44470</c:v>
                </c:pt>
                <c:pt idx="426">
                  <c:v>44473</c:v>
                </c:pt>
                <c:pt idx="427">
                  <c:v>44474</c:v>
                </c:pt>
                <c:pt idx="428">
                  <c:v>44475</c:v>
                </c:pt>
                <c:pt idx="429">
                  <c:v>44476</c:v>
                </c:pt>
                <c:pt idx="430">
                  <c:v>44477</c:v>
                </c:pt>
                <c:pt idx="431">
                  <c:v>44480</c:v>
                </c:pt>
                <c:pt idx="432">
                  <c:v>44481</c:v>
                </c:pt>
                <c:pt idx="433">
                  <c:v>44482</c:v>
                </c:pt>
                <c:pt idx="434">
                  <c:v>44483</c:v>
                </c:pt>
                <c:pt idx="435">
                  <c:v>44484</c:v>
                </c:pt>
                <c:pt idx="436">
                  <c:v>44487</c:v>
                </c:pt>
                <c:pt idx="437">
                  <c:v>44488</c:v>
                </c:pt>
                <c:pt idx="438">
                  <c:v>44490</c:v>
                </c:pt>
                <c:pt idx="439">
                  <c:v>44491</c:v>
                </c:pt>
                <c:pt idx="440">
                  <c:v>44494</c:v>
                </c:pt>
                <c:pt idx="441">
                  <c:v>44495</c:v>
                </c:pt>
                <c:pt idx="442">
                  <c:v>44496</c:v>
                </c:pt>
                <c:pt idx="443">
                  <c:v>44497</c:v>
                </c:pt>
                <c:pt idx="444">
                  <c:v>44498</c:v>
                </c:pt>
                <c:pt idx="445">
                  <c:v>44501</c:v>
                </c:pt>
                <c:pt idx="446">
                  <c:v>44502</c:v>
                </c:pt>
                <c:pt idx="447">
                  <c:v>44503</c:v>
                </c:pt>
                <c:pt idx="448">
                  <c:v>44504</c:v>
                </c:pt>
                <c:pt idx="449">
                  <c:v>44505</c:v>
                </c:pt>
                <c:pt idx="450">
                  <c:v>44508</c:v>
                </c:pt>
                <c:pt idx="451">
                  <c:v>44509</c:v>
                </c:pt>
                <c:pt idx="452">
                  <c:v>44510</c:v>
                </c:pt>
                <c:pt idx="453">
                  <c:v>44511</c:v>
                </c:pt>
                <c:pt idx="454">
                  <c:v>44512</c:v>
                </c:pt>
                <c:pt idx="455">
                  <c:v>44515</c:v>
                </c:pt>
                <c:pt idx="456">
                  <c:v>44516</c:v>
                </c:pt>
                <c:pt idx="457">
                  <c:v>44517</c:v>
                </c:pt>
                <c:pt idx="458">
                  <c:v>44518</c:v>
                </c:pt>
                <c:pt idx="459">
                  <c:v>44519</c:v>
                </c:pt>
                <c:pt idx="460">
                  <c:v>44522</c:v>
                </c:pt>
                <c:pt idx="461">
                  <c:v>44523</c:v>
                </c:pt>
                <c:pt idx="462">
                  <c:v>44524</c:v>
                </c:pt>
                <c:pt idx="463">
                  <c:v>44525</c:v>
                </c:pt>
                <c:pt idx="464">
                  <c:v>44526</c:v>
                </c:pt>
                <c:pt idx="465">
                  <c:v>44529</c:v>
                </c:pt>
                <c:pt idx="466">
                  <c:v>44530</c:v>
                </c:pt>
                <c:pt idx="467">
                  <c:v>44531</c:v>
                </c:pt>
                <c:pt idx="468">
                  <c:v>44532</c:v>
                </c:pt>
                <c:pt idx="469">
                  <c:v>44533</c:v>
                </c:pt>
                <c:pt idx="470">
                  <c:v>44536</c:v>
                </c:pt>
                <c:pt idx="471">
                  <c:v>44537</c:v>
                </c:pt>
                <c:pt idx="472">
                  <c:v>44538</c:v>
                </c:pt>
                <c:pt idx="473">
                  <c:v>44539</c:v>
                </c:pt>
                <c:pt idx="474">
                  <c:v>44540</c:v>
                </c:pt>
                <c:pt idx="475">
                  <c:v>44543</c:v>
                </c:pt>
                <c:pt idx="476">
                  <c:v>44544</c:v>
                </c:pt>
                <c:pt idx="477">
                  <c:v>44545</c:v>
                </c:pt>
                <c:pt idx="478">
                  <c:v>44546</c:v>
                </c:pt>
                <c:pt idx="479">
                  <c:v>44547</c:v>
                </c:pt>
                <c:pt idx="480">
                  <c:v>44550</c:v>
                </c:pt>
                <c:pt idx="481">
                  <c:v>44551</c:v>
                </c:pt>
                <c:pt idx="482">
                  <c:v>44552</c:v>
                </c:pt>
                <c:pt idx="483">
                  <c:v>44553</c:v>
                </c:pt>
                <c:pt idx="484">
                  <c:v>44554</c:v>
                </c:pt>
                <c:pt idx="485">
                  <c:v>44557</c:v>
                </c:pt>
                <c:pt idx="486">
                  <c:v>44558</c:v>
                </c:pt>
                <c:pt idx="487">
                  <c:v>44559</c:v>
                </c:pt>
                <c:pt idx="488">
                  <c:v>44560</c:v>
                </c:pt>
                <c:pt idx="489">
                  <c:v>44561</c:v>
                </c:pt>
                <c:pt idx="490">
                  <c:v>44564</c:v>
                </c:pt>
                <c:pt idx="491">
                  <c:v>44565</c:v>
                </c:pt>
                <c:pt idx="492">
                  <c:v>44566</c:v>
                </c:pt>
                <c:pt idx="493">
                  <c:v>44567</c:v>
                </c:pt>
                <c:pt idx="494">
                  <c:v>44568</c:v>
                </c:pt>
                <c:pt idx="495">
                  <c:v>44571</c:v>
                </c:pt>
                <c:pt idx="496">
                  <c:v>44572</c:v>
                </c:pt>
                <c:pt idx="497">
                  <c:v>44573</c:v>
                </c:pt>
                <c:pt idx="498">
                  <c:v>44574</c:v>
                </c:pt>
                <c:pt idx="499">
                  <c:v>44575</c:v>
                </c:pt>
                <c:pt idx="500">
                  <c:v>44578</c:v>
                </c:pt>
                <c:pt idx="501">
                  <c:v>44579</c:v>
                </c:pt>
                <c:pt idx="502">
                  <c:v>44580</c:v>
                </c:pt>
                <c:pt idx="503">
                  <c:v>44581</c:v>
                </c:pt>
                <c:pt idx="504">
                  <c:v>44582</c:v>
                </c:pt>
                <c:pt idx="505">
                  <c:v>44585</c:v>
                </c:pt>
                <c:pt idx="506">
                  <c:v>44586</c:v>
                </c:pt>
                <c:pt idx="507">
                  <c:v>44587</c:v>
                </c:pt>
                <c:pt idx="508">
                  <c:v>44588</c:v>
                </c:pt>
                <c:pt idx="509">
                  <c:v>44589</c:v>
                </c:pt>
                <c:pt idx="510">
                  <c:v>44592</c:v>
                </c:pt>
                <c:pt idx="511">
                  <c:v>44594</c:v>
                </c:pt>
                <c:pt idx="512">
                  <c:v>44595</c:v>
                </c:pt>
                <c:pt idx="513">
                  <c:v>44596</c:v>
                </c:pt>
                <c:pt idx="514">
                  <c:v>44599</c:v>
                </c:pt>
                <c:pt idx="515">
                  <c:v>44600</c:v>
                </c:pt>
                <c:pt idx="516">
                  <c:v>44601</c:v>
                </c:pt>
                <c:pt idx="517">
                  <c:v>44602</c:v>
                </c:pt>
                <c:pt idx="518">
                  <c:v>44603</c:v>
                </c:pt>
                <c:pt idx="519">
                  <c:v>44606</c:v>
                </c:pt>
                <c:pt idx="520">
                  <c:v>44607</c:v>
                </c:pt>
                <c:pt idx="521">
                  <c:v>44608</c:v>
                </c:pt>
                <c:pt idx="522">
                  <c:v>44609</c:v>
                </c:pt>
                <c:pt idx="523">
                  <c:v>44610</c:v>
                </c:pt>
                <c:pt idx="524">
                  <c:v>44613</c:v>
                </c:pt>
                <c:pt idx="525">
                  <c:v>44614</c:v>
                </c:pt>
                <c:pt idx="526">
                  <c:v>44615</c:v>
                </c:pt>
                <c:pt idx="527">
                  <c:v>44616</c:v>
                </c:pt>
                <c:pt idx="528">
                  <c:v>44617</c:v>
                </c:pt>
                <c:pt idx="529">
                  <c:v>44621</c:v>
                </c:pt>
                <c:pt idx="530">
                  <c:v>44622</c:v>
                </c:pt>
                <c:pt idx="531">
                  <c:v>44624</c:v>
                </c:pt>
                <c:pt idx="532">
                  <c:v>44627</c:v>
                </c:pt>
                <c:pt idx="533">
                  <c:v>44628</c:v>
                </c:pt>
                <c:pt idx="534">
                  <c:v>44629</c:v>
                </c:pt>
                <c:pt idx="535">
                  <c:v>44630</c:v>
                </c:pt>
                <c:pt idx="536">
                  <c:v>44631</c:v>
                </c:pt>
                <c:pt idx="537">
                  <c:v>44634</c:v>
                </c:pt>
                <c:pt idx="538">
                  <c:v>44635</c:v>
                </c:pt>
                <c:pt idx="539">
                  <c:v>44636</c:v>
                </c:pt>
                <c:pt idx="540">
                  <c:v>44637</c:v>
                </c:pt>
                <c:pt idx="541">
                  <c:v>44638</c:v>
                </c:pt>
                <c:pt idx="542">
                  <c:v>44641</c:v>
                </c:pt>
                <c:pt idx="543">
                  <c:v>44642</c:v>
                </c:pt>
                <c:pt idx="544">
                  <c:v>44643</c:v>
                </c:pt>
                <c:pt idx="545">
                  <c:v>44644</c:v>
                </c:pt>
                <c:pt idx="546">
                  <c:v>44645</c:v>
                </c:pt>
                <c:pt idx="547">
                  <c:v>44648</c:v>
                </c:pt>
                <c:pt idx="548">
                  <c:v>44649</c:v>
                </c:pt>
                <c:pt idx="549">
                  <c:v>44650</c:v>
                </c:pt>
                <c:pt idx="550">
                  <c:v>44651</c:v>
                </c:pt>
                <c:pt idx="551">
                  <c:v>44652</c:v>
                </c:pt>
                <c:pt idx="552">
                  <c:v>44655</c:v>
                </c:pt>
                <c:pt idx="553">
                  <c:v>44656</c:v>
                </c:pt>
                <c:pt idx="554">
                  <c:v>44657</c:v>
                </c:pt>
                <c:pt idx="555">
                  <c:v>44658</c:v>
                </c:pt>
                <c:pt idx="556">
                  <c:v>44659</c:v>
                </c:pt>
                <c:pt idx="557">
                  <c:v>44662</c:v>
                </c:pt>
                <c:pt idx="558">
                  <c:v>44663</c:v>
                </c:pt>
                <c:pt idx="559">
                  <c:v>44664</c:v>
                </c:pt>
                <c:pt idx="560">
                  <c:v>44665</c:v>
                </c:pt>
                <c:pt idx="561">
                  <c:v>44669</c:v>
                </c:pt>
                <c:pt idx="562">
                  <c:v>44670</c:v>
                </c:pt>
                <c:pt idx="563">
                  <c:v>44671</c:v>
                </c:pt>
                <c:pt idx="564">
                  <c:v>44672</c:v>
                </c:pt>
                <c:pt idx="565">
                  <c:v>44673</c:v>
                </c:pt>
                <c:pt idx="566">
                  <c:v>44676</c:v>
                </c:pt>
                <c:pt idx="567">
                  <c:v>44677</c:v>
                </c:pt>
                <c:pt idx="568">
                  <c:v>44678</c:v>
                </c:pt>
                <c:pt idx="569">
                  <c:v>44679</c:v>
                </c:pt>
                <c:pt idx="570">
                  <c:v>44690</c:v>
                </c:pt>
                <c:pt idx="571">
                  <c:v>44691</c:v>
                </c:pt>
                <c:pt idx="572">
                  <c:v>44692</c:v>
                </c:pt>
                <c:pt idx="573">
                  <c:v>44693</c:v>
                </c:pt>
                <c:pt idx="574">
                  <c:v>44694</c:v>
                </c:pt>
                <c:pt idx="575">
                  <c:v>44698</c:v>
                </c:pt>
                <c:pt idx="576">
                  <c:v>44699</c:v>
                </c:pt>
                <c:pt idx="577">
                  <c:v>44700</c:v>
                </c:pt>
                <c:pt idx="578">
                  <c:v>44701</c:v>
                </c:pt>
                <c:pt idx="579">
                  <c:v>44704</c:v>
                </c:pt>
                <c:pt idx="580">
                  <c:v>44705</c:v>
                </c:pt>
                <c:pt idx="581">
                  <c:v>44706</c:v>
                </c:pt>
                <c:pt idx="582">
                  <c:v>44708</c:v>
                </c:pt>
                <c:pt idx="583">
                  <c:v>44711</c:v>
                </c:pt>
                <c:pt idx="584">
                  <c:v>44712</c:v>
                </c:pt>
                <c:pt idx="585">
                  <c:v>44714</c:v>
                </c:pt>
                <c:pt idx="586">
                  <c:v>44715</c:v>
                </c:pt>
                <c:pt idx="587">
                  <c:v>44718</c:v>
                </c:pt>
                <c:pt idx="588">
                  <c:v>44719</c:v>
                </c:pt>
                <c:pt idx="589">
                  <c:v>44720</c:v>
                </c:pt>
                <c:pt idx="590">
                  <c:v>44721</c:v>
                </c:pt>
                <c:pt idx="591">
                  <c:v>44722</c:v>
                </c:pt>
                <c:pt idx="592">
                  <c:v>44725</c:v>
                </c:pt>
                <c:pt idx="593">
                  <c:v>44726</c:v>
                </c:pt>
                <c:pt idx="594">
                  <c:v>44727</c:v>
                </c:pt>
                <c:pt idx="595">
                  <c:v>44728</c:v>
                </c:pt>
                <c:pt idx="596">
                  <c:v>44729</c:v>
                </c:pt>
                <c:pt idx="597">
                  <c:v>44732</c:v>
                </c:pt>
                <c:pt idx="598">
                  <c:v>44733</c:v>
                </c:pt>
                <c:pt idx="599">
                  <c:v>44734</c:v>
                </c:pt>
                <c:pt idx="600">
                  <c:v>44735</c:v>
                </c:pt>
                <c:pt idx="601">
                  <c:v>44736</c:v>
                </c:pt>
                <c:pt idx="602">
                  <c:v>44739</c:v>
                </c:pt>
                <c:pt idx="603">
                  <c:v>44740</c:v>
                </c:pt>
                <c:pt idx="604">
                  <c:v>44741</c:v>
                </c:pt>
                <c:pt idx="605">
                  <c:v>44742</c:v>
                </c:pt>
                <c:pt idx="606">
                  <c:v>44743</c:v>
                </c:pt>
                <c:pt idx="607">
                  <c:v>44746</c:v>
                </c:pt>
                <c:pt idx="608">
                  <c:v>44747</c:v>
                </c:pt>
                <c:pt idx="609">
                  <c:v>44748</c:v>
                </c:pt>
                <c:pt idx="610">
                  <c:v>44749</c:v>
                </c:pt>
                <c:pt idx="611">
                  <c:v>44750</c:v>
                </c:pt>
                <c:pt idx="612">
                  <c:v>44753</c:v>
                </c:pt>
                <c:pt idx="613">
                  <c:v>44754</c:v>
                </c:pt>
                <c:pt idx="614">
                  <c:v>44755</c:v>
                </c:pt>
                <c:pt idx="615">
                  <c:v>44756</c:v>
                </c:pt>
                <c:pt idx="616">
                  <c:v>44757</c:v>
                </c:pt>
                <c:pt idx="617">
                  <c:v>44760</c:v>
                </c:pt>
                <c:pt idx="618">
                  <c:v>44761</c:v>
                </c:pt>
                <c:pt idx="619">
                  <c:v>44762</c:v>
                </c:pt>
                <c:pt idx="620">
                  <c:v>44763</c:v>
                </c:pt>
                <c:pt idx="621">
                  <c:v>44764</c:v>
                </c:pt>
                <c:pt idx="622">
                  <c:v>44767</c:v>
                </c:pt>
                <c:pt idx="623">
                  <c:v>44768</c:v>
                </c:pt>
                <c:pt idx="624">
                  <c:v>44769</c:v>
                </c:pt>
                <c:pt idx="625">
                  <c:v>44770</c:v>
                </c:pt>
                <c:pt idx="626">
                  <c:v>44771</c:v>
                </c:pt>
                <c:pt idx="627">
                  <c:v>44774</c:v>
                </c:pt>
                <c:pt idx="628">
                  <c:v>44775</c:v>
                </c:pt>
                <c:pt idx="629">
                  <c:v>44776</c:v>
                </c:pt>
                <c:pt idx="630">
                  <c:v>44777</c:v>
                </c:pt>
                <c:pt idx="631">
                  <c:v>44778</c:v>
                </c:pt>
                <c:pt idx="632">
                  <c:v>44781</c:v>
                </c:pt>
                <c:pt idx="633">
                  <c:v>44782</c:v>
                </c:pt>
                <c:pt idx="634">
                  <c:v>44783</c:v>
                </c:pt>
                <c:pt idx="635">
                  <c:v>44784</c:v>
                </c:pt>
                <c:pt idx="636">
                  <c:v>44785</c:v>
                </c:pt>
                <c:pt idx="637">
                  <c:v>44788</c:v>
                </c:pt>
                <c:pt idx="638">
                  <c:v>44789</c:v>
                </c:pt>
                <c:pt idx="639">
                  <c:v>44791</c:v>
                </c:pt>
                <c:pt idx="640">
                  <c:v>44792</c:v>
                </c:pt>
                <c:pt idx="641">
                  <c:v>44795</c:v>
                </c:pt>
                <c:pt idx="642">
                  <c:v>44796</c:v>
                </c:pt>
                <c:pt idx="643">
                  <c:v>44797</c:v>
                </c:pt>
                <c:pt idx="644">
                  <c:v>44798</c:v>
                </c:pt>
                <c:pt idx="645">
                  <c:v>44799</c:v>
                </c:pt>
                <c:pt idx="646">
                  <c:v>44802</c:v>
                </c:pt>
                <c:pt idx="647">
                  <c:v>44803</c:v>
                </c:pt>
                <c:pt idx="648">
                  <c:v>44804</c:v>
                </c:pt>
                <c:pt idx="649">
                  <c:v>44805</c:v>
                </c:pt>
                <c:pt idx="650">
                  <c:v>44806</c:v>
                </c:pt>
                <c:pt idx="651">
                  <c:v>44809</c:v>
                </c:pt>
                <c:pt idx="652">
                  <c:v>44810</c:v>
                </c:pt>
                <c:pt idx="653">
                  <c:v>44811</c:v>
                </c:pt>
                <c:pt idx="654">
                  <c:v>44812</c:v>
                </c:pt>
                <c:pt idx="655">
                  <c:v>44813</c:v>
                </c:pt>
                <c:pt idx="656">
                  <c:v>44816</c:v>
                </c:pt>
                <c:pt idx="657">
                  <c:v>44817</c:v>
                </c:pt>
                <c:pt idx="658">
                  <c:v>44818</c:v>
                </c:pt>
                <c:pt idx="659">
                  <c:v>44819</c:v>
                </c:pt>
                <c:pt idx="660">
                  <c:v>44820</c:v>
                </c:pt>
                <c:pt idx="661">
                  <c:v>44823</c:v>
                </c:pt>
                <c:pt idx="662">
                  <c:v>44824</c:v>
                </c:pt>
                <c:pt idx="663">
                  <c:v>44825</c:v>
                </c:pt>
                <c:pt idx="664">
                  <c:v>44826</c:v>
                </c:pt>
                <c:pt idx="665">
                  <c:v>44827</c:v>
                </c:pt>
                <c:pt idx="666">
                  <c:v>44830</c:v>
                </c:pt>
                <c:pt idx="667">
                  <c:v>44831</c:v>
                </c:pt>
                <c:pt idx="668">
                  <c:v>44832</c:v>
                </c:pt>
                <c:pt idx="669">
                  <c:v>44833</c:v>
                </c:pt>
                <c:pt idx="670">
                  <c:v>44834</c:v>
                </c:pt>
                <c:pt idx="671">
                  <c:v>44837</c:v>
                </c:pt>
                <c:pt idx="672">
                  <c:v>44838</c:v>
                </c:pt>
                <c:pt idx="673">
                  <c:v>44839</c:v>
                </c:pt>
                <c:pt idx="674">
                  <c:v>44840</c:v>
                </c:pt>
                <c:pt idx="675">
                  <c:v>44841</c:v>
                </c:pt>
                <c:pt idx="676">
                  <c:v>44844</c:v>
                </c:pt>
                <c:pt idx="677">
                  <c:v>44845</c:v>
                </c:pt>
                <c:pt idx="678">
                  <c:v>44846</c:v>
                </c:pt>
                <c:pt idx="679">
                  <c:v>44847</c:v>
                </c:pt>
                <c:pt idx="680">
                  <c:v>44848</c:v>
                </c:pt>
                <c:pt idx="681">
                  <c:v>44851</c:v>
                </c:pt>
                <c:pt idx="682">
                  <c:v>44852</c:v>
                </c:pt>
                <c:pt idx="683">
                  <c:v>44853</c:v>
                </c:pt>
                <c:pt idx="684">
                  <c:v>44854</c:v>
                </c:pt>
                <c:pt idx="685">
                  <c:v>44855</c:v>
                </c:pt>
                <c:pt idx="686">
                  <c:v>44858</c:v>
                </c:pt>
                <c:pt idx="687">
                  <c:v>44859</c:v>
                </c:pt>
                <c:pt idx="688">
                  <c:v>44860</c:v>
                </c:pt>
                <c:pt idx="689">
                  <c:v>44861</c:v>
                </c:pt>
                <c:pt idx="690">
                  <c:v>44862</c:v>
                </c:pt>
                <c:pt idx="691">
                  <c:v>44865</c:v>
                </c:pt>
                <c:pt idx="692">
                  <c:v>44866</c:v>
                </c:pt>
                <c:pt idx="693">
                  <c:v>44867</c:v>
                </c:pt>
                <c:pt idx="694">
                  <c:v>44868</c:v>
                </c:pt>
                <c:pt idx="695">
                  <c:v>44869</c:v>
                </c:pt>
                <c:pt idx="696">
                  <c:v>44872</c:v>
                </c:pt>
                <c:pt idx="697">
                  <c:v>44873</c:v>
                </c:pt>
                <c:pt idx="698">
                  <c:v>44874</c:v>
                </c:pt>
                <c:pt idx="699">
                  <c:v>44875</c:v>
                </c:pt>
                <c:pt idx="700">
                  <c:v>44876</c:v>
                </c:pt>
                <c:pt idx="701">
                  <c:v>44879</c:v>
                </c:pt>
                <c:pt idx="702">
                  <c:v>44880</c:v>
                </c:pt>
                <c:pt idx="703">
                  <c:v>44881</c:v>
                </c:pt>
                <c:pt idx="704">
                  <c:v>44882</c:v>
                </c:pt>
                <c:pt idx="705">
                  <c:v>44883</c:v>
                </c:pt>
                <c:pt idx="706">
                  <c:v>44886</c:v>
                </c:pt>
                <c:pt idx="707">
                  <c:v>44887</c:v>
                </c:pt>
                <c:pt idx="708">
                  <c:v>44888</c:v>
                </c:pt>
                <c:pt idx="709">
                  <c:v>44889</c:v>
                </c:pt>
                <c:pt idx="710">
                  <c:v>44890</c:v>
                </c:pt>
                <c:pt idx="711">
                  <c:v>44893</c:v>
                </c:pt>
                <c:pt idx="712">
                  <c:v>44894</c:v>
                </c:pt>
                <c:pt idx="713">
                  <c:v>44895</c:v>
                </c:pt>
                <c:pt idx="714">
                  <c:v>44896</c:v>
                </c:pt>
                <c:pt idx="715">
                  <c:v>44897</c:v>
                </c:pt>
                <c:pt idx="716">
                  <c:v>44900</c:v>
                </c:pt>
                <c:pt idx="717">
                  <c:v>44901</c:v>
                </c:pt>
                <c:pt idx="718">
                  <c:v>44902</c:v>
                </c:pt>
                <c:pt idx="719">
                  <c:v>44903</c:v>
                </c:pt>
                <c:pt idx="720">
                  <c:v>44904</c:v>
                </c:pt>
                <c:pt idx="721">
                  <c:v>44907</c:v>
                </c:pt>
                <c:pt idx="722">
                  <c:v>44908</c:v>
                </c:pt>
                <c:pt idx="723">
                  <c:v>44909</c:v>
                </c:pt>
                <c:pt idx="724">
                  <c:v>44910</c:v>
                </c:pt>
                <c:pt idx="725">
                  <c:v>44911</c:v>
                </c:pt>
                <c:pt idx="726">
                  <c:v>44914</c:v>
                </c:pt>
                <c:pt idx="727">
                  <c:v>44915</c:v>
                </c:pt>
                <c:pt idx="728">
                  <c:v>44916</c:v>
                </c:pt>
                <c:pt idx="729">
                  <c:v>44917</c:v>
                </c:pt>
                <c:pt idx="730">
                  <c:v>44918</c:v>
                </c:pt>
                <c:pt idx="731">
                  <c:v>44921</c:v>
                </c:pt>
                <c:pt idx="732">
                  <c:v>44922</c:v>
                </c:pt>
                <c:pt idx="733">
                  <c:v>44923</c:v>
                </c:pt>
                <c:pt idx="734">
                  <c:v>44924</c:v>
                </c:pt>
                <c:pt idx="735">
                  <c:v>44925</c:v>
                </c:pt>
                <c:pt idx="736">
                  <c:v>44928</c:v>
                </c:pt>
                <c:pt idx="737">
                  <c:v>44929</c:v>
                </c:pt>
                <c:pt idx="738">
                  <c:v>44930</c:v>
                </c:pt>
                <c:pt idx="739">
                  <c:v>44931</c:v>
                </c:pt>
                <c:pt idx="740">
                  <c:v>44932</c:v>
                </c:pt>
                <c:pt idx="741">
                  <c:v>44935</c:v>
                </c:pt>
                <c:pt idx="742">
                  <c:v>44936</c:v>
                </c:pt>
                <c:pt idx="743">
                  <c:v>44937</c:v>
                </c:pt>
                <c:pt idx="744">
                  <c:v>44938</c:v>
                </c:pt>
                <c:pt idx="745">
                  <c:v>44939</c:v>
                </c:pt>
                <c:pt idx="746">
                  <c:v>44942</c:v>
                </c:pt>
                <c:pt idx="747">
                  <c:v>44943</c:v>
                </c:pt>
                <c:pt idx="748">
                  <c:v>44944</c:v>
                </c:pt>
                <c:pt idx="749">
                  <c:v>44945</c:v>
                </c:pt>
                <c:pt idx="750">
                  <c:v>44946</c:v>
                </c:pt>
                <c:pt idx="751">
                  <c:v>44950</c:v>
                </c:pt>
                <c:pt idx="752">
                  <c:v>44951</c:v>
                </c:pt>
                <c:pt idx="753">
                  <c:v>44952</c:v>
                </c:pt>
                <c:pt idx="754">
                  <c:v>44953</c:v>
                </c:pt>
                <c:pt idx="755">
                  <c:v>44956</c:v>
                </c:pt>
                <c:pt idx="756">
                  <c:v>44957</c:v>
                </c:pt>
                <c:pt idx="757">
                  <c:v>44958</c:v>
                </c:pt>
                <c:pt idx="758">
                  <c:v>44959</c:v>
                </c:pt>
                <c:pt idx="759">
                  <c:v>44960</c:v>
                </c:pt>
                <c:pt idx="760">
                  <c:v>44963</c:v>
                </c:pt>
                <c:pt idx="761">
                  <c:v>44964</c:v>
                </c:pt>
                <c:pt idx="762">
                  <c:v>44965</c:v>
                </c:pt>
                <c:pt idx="763">
                  <c:v>44966</c:v>
                </c:pt>
                <c:pt idx="764">
                  <c:v>44967</c:v>
                </c:pt>
                <c:pt idx="765">
                  <c:v>44970</c:v>
                </c:pt>
                <c:pt idx="766">
                  <c:v>44971</c:v>
                </c:pt>
                <c:pt idx="767">
                  <c:v>44972</c:v>
                </c:pt>
                <c:pt idx="768">
                  <c:v>44973</c:v>
                </c:pt>
                <c:pt idx="769">
                  <c:v>44974</c:v>
                </c:pt>
                <c:pt idx="770">
                  <c:v>44977</c:v>
                </c:pt>
                <c:pt idx="771">
                  <c:v>44978</c:v>
                </c:pt>
                <c:pt idx="772">
                  <c:v>44979</c:v>
                </c:pt>
                <c:pt idx="773">
                  <c:v>44980</c:v>
                </c:pt>
                <c:pt idx="774">
                  <c:v>44981</c:v>
                </c:pt>
                <c:pt idx="775">
                  <c:v>44984</c:v>
                </c:pt>
                <c:pt idx="776">
                  <c:v>44985</c:v>
                </c:pt>
                <c:pt idx="777">
                  <c:v>44986</c:v>
                </c:pt>
                <c:pt idx="778">
                  <c:v>44987</c:v>
                </c:pt>
                <c:pt idx="779">
                  <c:v>44988</c:v>
                </c:pt>
                <c:pt idx="780">
                  <c:v>44991</c:v>
                </c:pt>
                <c:pt idx="781">
                  <c:v>44992</c:v>
                </c:pt>
                <c:pt idx="782">
                  <c:v>44993</c:v>
                </c:pt>
                <c:pt idx="783">
                  <c:v>44994</c:v>
                </c:pt>
                <c:pt idx="784">
                  <c:v>44995</c:v>
                </c:pt>
                <c:pt idx="785">
                  <c:v>44998</c:v>
                </c:pt>
                <c:pt idx="786">
                  <c:v>44999</c:v>
                </c:pt>
                <c:pt idx="787">
                  <c:v>45000</c:v>
                </c:pt>
                <c:pt idx="788">
                  <c:v>45001</c:v>
                </c:pt>
                <c:pt idx="789">
                  <c:v>45002</c:v>
                </c:pt>
                <c:pt idx="790">
                  <c:v>45005</c:v>
                </c:pt>
                <c:pt idx="791">
                  <c:v>45006</c:v>
                </c:pt>
                <c:pt idx="792">
                  <c:v>45009</c:v>
                </c:pt>
                <c:pt idx="793">
                  <c:v>45012</c:v>
                </c:pt>
                <c:pt idx="794">
                  <c:v>45013</c:v>
                </c:pt>
                <c:pt idx="795">
                  <c:v>45014</c:v>
                </c:pt>
                <c:pt idx="796">
                  <c:v>45015</c:v>
                </c:pt>
                <c:pt idx="797">
                  <c:v>45016</c:v>
                </c:pt>
                <c:pt idx="798">
                  <c:v>45019</c:v>
                </c:pt>
                <c:pt idx="799">
                  <c:v>45020</c:v>
                </c:pt>
                <c:pt idx="800">
                  <c:v>45021</c:v>
                </c:pt>
                <c:pt idx="801">
                  <c:v>45022</c:v>
                </c:pt>
                <c:pt idx="802">
                  <c:v>45026</c:v>
                </c:pt>
                <c:pt idx="803">
                  <c:v>45027</c:v>
                </c:pt>
                <c:pt idx="804">
                  <c:v>45028</c:v>
                </c:pt>
                <c:pt idx="805">
                  <c:v>45029</c:v>
                </c:pt>
                <c:pt idx="806">
                  <c:v>45030</c:v>
                </c:pt>
                <c:pt idx="807">
                  <c:v>45033</c:v>
                </c:pt>
                <c:pt idx="808">
                  <c:v>45034</c:v>
                </c:pt>
                <c:pt idx="809">
                  <c:v>45042</c:v>
                </c:pt>
                <c:pt idx="810">
                  <c:v>45043</c:v>
                </c:pt>
                <c:pt idx="811">
                  <c:v>45044</c:v>
                </c:pt>
                <c:pt idx="812">
                  <c:v>45048</c:v>
                </c:pt>
                <c:pt idx="813">
                  <c:v>45049</c:v>
                </c:pt>
                <c:pt idx="814">
                  <c:v>45050</c:v>
                </c:pt>
                <c:pt idx="815">
                  <c:v>45051</c:v>
                </c:pt>
                <c:pt idx="816">
                  <c:v>45054</c:v>
                </c:pt>
                <c:pt idx="817">
                  <c:v>45055</c:v>
                </c:pt>
                <c:pt idx="818">
                  <c:v>45056</c:v>
                </c:pt>
                <c:pt idx="819">
                  <c:v>45057</c:v>
                </c:pt>
                <c:pt idx="820">
                  <c:v>45058</c:v>
                </c:pt>
                <c:pt idx="821">
                  <c:v>45061</c:v>
                </c:pt>
                <c:pt idx="822">
                  <c:v>45062</c:v>
                </c:pt>
                <c:pt idx="823">
                  <c:v>45063</c:v>
                </c:pt>
                <c:pt idx="824">
                  <c:v>45065</c:v>
                </c:pt>
                <c:pt idx="825">
                  <c:v>45068</c:v>
                </c:pt>
                <c:pt idx="826">
                  <c:v>45069</c:v>
                </c:pt>
                <c:pt idx="827">
                  <c:v>45070</c:v>
                </c:pt>
                <c:pt idx="828">
                  <c:v>45071</c:v>
                </c:pt>
                <c:pt idx="829">
                  <c:v>45072</c:v>
                </c:pt>
                <c:pt idx="830">
                  <c:v>45075</c:v>
                </c:pt>
                <c:pt idx="831">
                  <c:v>45076</c:v>
                </c:pt>
                <c:pt idx="832">
                  <c:v>45077</c:v>
                </c:pt>
                <c:pt idx="833">
                  <c:v>45082</c:v>
                </c:pt>
                <c:pt idx="834">
                  <c:v>45083</c:v>
                </c:pt>
                <c:pt idx="835">
                  <c:v>45084</c:v>
                </c:pt>
                <c:pt idx="836">
                  <c:v>45085</c:v>
                </c:pt>
                <c:pt idx="837">
                  <c:v>45086</c:v>
                </c:pt>
                <c:pt idx="838">
                  <c:v>45089</c:v>
                </c:pt>
                <c:pt idx="839">
                  <c:v>45090</c:v>
                </c:pt>
                <c:pt idx="840">
                  <c:v>45091</c:v>
                </c:pt>
                <c:pt idx="841">
                  <c:v>45092</c:v>
                </c:pt>
                <c:pt idx="842">
                  <c:v>45093</c:v>
                </c:pt>
                <c:pt idx="843">
                  <c:v>45096</c:v>
                </c:pt>
                <c:pt idx="844">
                  <c:v>45097</c:v>
                </c:pt>
                <c:pt idx="845">
                  <c:v>45098</c:v>
                </c:pt>
                <c:pt idx="846">
                  <c:v>45099</c:v>
                </c:pt>
                <c:pt idx="847">
                  <c:v>45100</c:v>
                </c:pt>
                <c:pt idx="848">
                  <c:v>45103</c:v>
                </c:pt>
                <c:pt idx="849">
                  <c:v>45104</c:v>
                </c:pt>
                <c:pt idx="850">
                  <c:v>45110</c:v>
                </c:pt>
                <c:pt idx="851">
                  <c:v>45111</c:v>
                </c:pt>
                <c:pt idx="852">
                  <c:v>45112</c:v>
                </c:pt>
                <c:pt idx="853">
                  <c:v>45113</c:v>
                </c:pt>
                <c:pt idx="854">
                  <c:v>45114</c:v>
                </c:pt>
                <c:pt idx="855">
                  <c:v>45117</c:v>
                </c:pt>
                <c:pt idx="856">
                  <c:v>45118</c:v>
                </c:pt>
                <c:pt idx="857">
                  <c:v>45119</c:v>
                </c:pt>
                <c:pt idx="858">
                  <c:v>45120</c:v>
                </c:pt>
                <c:pt idx="859">
                  <c:v>45121</c:v>
                </c:pt>
                <c:pt idx="860">
                  <c:v>45124</c:v>
                </c:pt>
                <c:pt idx="861">
                  <c:v>45125</c:v>
                </c:pt>
                <c:pt idx="862">
                  <c:v>45127</c:v>
                </c:pt>
                <c:pt idx="863">
                  <c:v>45128</c:v>
                </c:pt>
                <c:pt idx="864">
                  <c:v>45131</c:v>
                </c:pt>
                <c:pt idx="865">
                  <c:v>45132</c:v>
                </c:pt>
                <c:pt idx="866">
                  <c:v>45133</c:v>
                </c:pt>
                <c:pt idx="867">
                  <c:v>45134</c:v>
                </c:pt>
                <c:pt idx="868">
                  <c:v>45135</c:v>
                </c:pt>
                <c:pt idx="869">
                  <c:v>45138</c:v>
                </c:pt>
                <c:pt idx="870">
                  <c:v>45139</c:v>
                </c:pt>
                <c:pt idx="871">
                  <c:v>45140</c:v>
                </c:pt>
                <c:pt idx="872">
                  <c:v>45141</c:v>
                </c:pt>
                <c:pt idx="873">
                  <c:v>45142</c:v>
                </c:pt>
                <c:pt idx="874">
                  <c:v>45145</c:v>
                </c:pt>
                <c:pt idx="875">
                  <c:v>45146</c:v>
                </c:pt>
                <c:pt idx="876">
                  <c:v>45147</c:v>
                </c:pt>
                <c:pt idx="877">
                  <c:v>45148</c:v>
                </c:pt>
                <c:pt idx="878">
                  <c:v>45149</c:v>
                </c:pt>
                <c:pt idx="879">
                  <c:v>45152</c:v>
                </c:pt>
                <c:pt idx="880">
                  <c:v>45153</c:v>
                </c:pt>
                <c:pt idx="881">
                  <c:v>45154</c:v>
                </c:pt>
                <c:pt idx="882">
                  <c:v>45156</c:v>
                </c:pt>
                <c:pt idx="883">
                  <c:v>45159</c:v>
                </c:pt>
                <c:pt idx="884">
                  <c:v>45160</c:v>
                </c:pt>
                <c:pt idx="885">
                  <c:v>45161</c:v>
                </c:pt>
                <c:pt idx="886">
                  <c:v>45162</c:v>
                </c:pt>
                <c:pt idx="887">
                  <c:v>45163</c:v>
                </c:pt>
                <c:pt idx="888">
                  <c:v>45166</c:v>
                </c:pt>
                <c:pt idx="889">
                  <c:v>45167</c:v>
                </c:pt>
                <c:pt idx="890">
                  <c:v>45168</c:v>
                </c:pt>
                <c:pt idx="891">
                  <c:v>45169</c:v>
                </c:pt>
                <c:pt idx="892">
                  <c:v>45170</c:v>
                </c:pt>
                <c:pt idx="893">
                  <c:v>45173</c:v>
                </c:pt>
                <c:pt idx="894">
                  <c:v>45174</c:v>
                </c:pt>
                <c:pt idx="895">
                  <c:v>45175</c:v>
                </c:pt>
                <c:pt idx="896">
                  <c:v>45176</c:v>
                </c:pt>
                <c:pt idx="897">
                  <c:v>45177</c:v>
                </c:pt>
                <c:pt idx="898">
                  <c:v>45180</c:v>
                </c:pt>
                <c:pt idx="899">
                  <c:v>45181</c:v>
                </c:pt>
                <c:pt idx="900">
                  <c:v>45182</c:v>
                </c:pt>
                <c:pt idx="901">
                  <c:v>45183</c:v>
                </c:pt>
                <c:pt idx="902">
                  <c:v>45184</c:v>
                </c:pt>
                <c:pt idx="903">
                  <c:v>45187</c:v>
                </c:pt>
                <c:pt idx="904">
                  <c:v>45188</c:v>
                </c:pt>
                <c:pt idx="905">
                  <c:v>45189</c:v>
                </c:pt>
                <c:pt idx="906">
                  <c:v>45190</c:v>
                </c:pt>
                <c:pt idx="907">
                  <c:v>45191</c:v>
                </c:pt>
                <c:pt idx="908">
                  <c:v>45194</c:v>
                </c:pt>
                <c:pt idx="909">
                  <c:v>45195</c:v>
                </c:pt>
                <c:pt idx="910">
                  <c:v>45196</c:v>
                </c:pt>
                <c:pt idx="911">
                  <c:v>45198</c:v>
                </c:pt>
                <c:pt idx="912">
                  <c:v>45201</c:v>
                </c:pt>
                <c:pt idx="913">
                  <c:v>45202</c:v>
                </c:pt>
                <c:pt idx="914">
                  <c:v>45203</c:v>
                </c:pt>
                <c:pt idx="915">
                  <c:v>45204</c:v>
                </c:pt>
                <c:pt idx="916">
                  <c:v>45205</c:v>
                </c:pt>
                <c:pt idx="917">
                  <c:v>45208</c:v>
                </c:pt>
                <c:pt idx="918">
                  <c:v>45209</c:v>
                </c:pt>
                <c:pt idx="919">
                  <c:v>45210</c:v>
                </c:pt>
                <c:pt idx="920">
                  <c:v>45211</c:v>
                </c:pt>
                <c:pt idx="921">
                  <c:v>45212</c:v>
                </c:pt>
                <c:pt idx="922">
                  <c:v>45215</c:v>
                </c:pt>
                <c:pt idx="923">
                  <c:v>45216</c:v>
                </c:pt>
                <c:pt idx="924">
                  <c:v>45217</c:v>
                </c:pt>
                <c:pt idx="925">
                  <c:v>45218</c:v>
                </c:pt>
                <c:pt idx="926">
                  <c:v>45219</c:v>
                </c:pt>
                <c:pt idx="927">
                  <c:v>45222</c:v>
                </c:pt>
                <c:pt idx="928">
                  <c:v>45223</c:v>
                </c:pt>
                <c:pt idx="929">
                  <c:v>45224</c:v>
                </c:pt>
                <c:pt idx="930">
                  <c:v>45225</c:v>
                </c:pt>
                <c:pt idx="931">
                  <c:v>45226</c:v>
                </c:pt>
                <c:pt idx="932">
                  <c:v>45229</c:v>
                </c:pt>
                <c:pt idx="933">
                  <c:v>45230</c:v>
                </c:pt>
                <c:pt idx="934">
                  <c:v>45231</c:v>
                </c:pt>
                <c:pt idx="935">
                  <c:v>45232</c:v>
                </c:pt>
                <c:pt idx="936">
                  <c:v>45233</c:v>
                </c:pt>
                <c:pt idx="937">
                  <c:v>45236</c:v>
                </c:pt>
                <c:pt idx="938">
                  <c:v>45237</c:v>
                </c:pt>
                <c:pt idx="939">
                  <c:v>45238</c:v>
                </c:pt>
                <c:pt idx="940">
                  <c:v>45239</c:v>
                </c:pt>
                <c:pt idx="941">
                  <c:v>45240</c:v>
                </c:pt>
                <c:pt idx="942">
                  <c:v>45243</c:v>
                </c:pt>
                <c:pt idx="943">
                  <c:v>45244</c:v>
                </c:pt>
                <c:pt idx="944">
                  <c:v>45245</c:v>
                </c:pt>
                <c:pt idx="945">
                  <c:v>45246</c:v>
                </c:pt>
                <c:pt idx="946">
                  <c:v>45247</c:v>
                </c:pt>
                <c:pt idx="947">
                  <c:v>45250</c:v>
                </c:pt>
                <c:pt idx="948">
                  <c:v>45251</c:v>
                </c:pt>
                <c:pt idx="949">
                  <c:v>45252</c:v>
                </c:pt>
                <c:pt idx="950">
                  <c:v>45253</c:v>
                </c:pt>
                <c:pt idx="951">
                  <c:v>45254</c:v>
                </c:pt>
                <c:pt idx="952">
                  <c:v>45257</c:v>
                </c:pt>
                <c:pt idx="953">
                  <c:v>45258</c:v>
                </c:pt>
                <c:pt idx="954">
                  <c:v>45259</c:v>
                </c:pt>
                <c:pt idx="955">
                  <c:v>45260</c:v>
                </c:pt>
                <c:pt idx="956">
                  <c:v>45261</c:v>
                </c:pt>
                <c:pt idx="957">
                  <c:v>45264</c:v>
                </c:pt>
                <c:pt idx="958">
                  <c:v>45265</c:v>
                </c:pt>
                <c:pt idx="959">
                  <c:v>45266</c:v>
                </c:pt>
                <c:pt idx="960">
                  <c:v>45267</c:v>
                </c:pt>
                <c:pt idx="961">
                  <c:v>45268</c:v>
                </c:pt>
                <c:pt idx="962">
                  <c:v>45271</c:v>
                </c:pt>
                <c:pt idx="963">
                  <c:v>45272</c:v>
                </c:pt>
                <c:pt idx="964">
                  <c:v>45273</c:v>
                </c:pt>
                <c:pt idx="965">
                  <c:v>45274</c:v>
                </c:pt>
                <c:pt idx="966">
                  <c:v>45275</c:v>
                </c:pt>
                <c:pt idx="967">
                  <c:v>45278</c:v>
                </c:pt>
                <c:pt idx="968">
                  <c:v>45279</c:v>
                </c:pt>
                <c:pt idx="969">
                  <c:v>45280</c:v>
                </c:pt>
                <c:pt idx="970">
                  <c:v>45281</c:v>
                </c:pt>
                <c:pt idx="971">
                  <c:v>45282</c:v>
                </c:pt>
                <c:pt idx="972">
                  <c:v>45287</c:v>
                </c:pt>
                <c:pt idx="973">
                  <c:v>45288</c:v>
                </c:pt>
                <c:pt idx="974">
                  <c:v>45289</c:v>
                </c:pt>
                <c:pt idx="975">
                  <c:v>45293</c:v>
                </c:pt>
                <c:pt idx="976">
                  <c:v>45294</c:v>
                </c:pt>
                <c:pt idx="977">
                  <c:v>45295</c:v>
                </c:pt>
                <c:pt idx="978">
                  <c:v>45296</c:v>
                </c:pt>
                <c:pt idx="979">
                  <c:v>45299</c:v>
                </c:pt>
                <c:pt idx="980">
                  <c:v>45300</c:v>
                </c:pt>
                <c:pt idx="981">
                  <c:v>45301</c:v>
                </c:pt>
                <c:pt idx="982">
                  <c:v>45302</c:v>
                </c:pt>
                <c:pt idx="983">
                  <c:v>45303</c:v>
                </c:pt>
                <c:pt idx="984">
                  <c:v>45306</c:v>
                </c:pt>
                <c:pt idx="985">
                  <c:v>45307</c:v>
                </c:pt>
                <c:pt idx="986">
                  <c:v>45308</c:v>
                </c:pt>
                <c:pt idx="987">
                  <c:v>45309</c:v>
                </c:pt>
                <c:pt idx="988">
                  <c:v>45310</c:v>
                </c:pt>
                <c:pt idx="989">
                  <c:v>45313</c:v>
                </c:pt>
                <c:pt idx="990">
                  <c:v>45314</c:v>
                </c:pt>
                <c:pt idx="991">
                  <c:v>45315</c:v>
                </c:pt>
                <c:pt idx="992">
                  <c:v>45316</c:v>
                </c:pt>
                <c:pt idx="993">
                  <c:v>45317</c:v>
                </c:pt>
                <c:pt idx="994">
                  <c:v>45320</c:v>
                </c:pt>
                <c:pt idx="995">
                  <c:v>45321</c:v>
                </c:pt>
                <c:pt idx="996">
                  <c:v>45322</c:v>
                </c:pt>
                <c:pt idx="997">
                  <c:v>45323</c:v>
                </c:pt>
                <c:pt idx="998">
                  <c:v>45324</c:v>
                </c:pt>
                <c:pt idx="999">
                  <c:v>45327</c:v>
                </c:pt>
                <c:pt idx="1000">
                  <c:v>45328</c:v>
                </c:pt>
                <c:pt idx="1001">
                  <c:v>45329</c:v>
                </c:pt>
                <c:pt idx="1002">
                  <c:v>45334</c:v>
                </c:pt>
                <c:pt idx="1003">
                  <c:v>45335</c:v>
                </c:pt>
                <c:pt idx="1004">
                  <c:v>45337</c:v>
                </c:pt>
                <c:pt idx="1005">
                  <c:v>45338</c:v>
                </c:pt>
                <c:pt idx="1006">
                  <c:v>45341</c:v>
                </c:pt>
                <c:pt idx="1007">
                  <c:v>45342</c:v>
                </c:pt>
                <c:pt idx="1008">
                  <c:v>45343</c:v>
                </c:pt>
                <c:pt idx="1009">
                  <c:v>45344</c:v>
                </c:pt>
                <c:pt idx="1010">
                  <c:v>45345</c:v>
                </c:pt>
                <c:pt idx="1011">
                  <c:v>45348</c:v>
                </c:pt>
                <c:pt idx="1012">
                  <c:v>45349</c:v>
                </c:pt>
                <c:pt idx="1013">
                  <c:v>45350</c:v>
                </c:pt>
                <c:pt idx="1014">
                  <c:v>45351</c:v>
                </c:pt>
                <c:pt idx="1015">
                  <c:v>45352</c:v>
                </c:pt>
                <c:pt idx="1016">
                  <c:v>45355</c:v>
                </c:pt>
                <c:pt idx="1017">
                  <c:v>45356</c:v>
                </c:pt>
                <c:pt idx="1018">
                  <c:v>45357</c:v>
                </c:pt>
                <c:pt idx="1019">
                  <c:v>45358</c:v>
                </c:pt>
                <c:pt idx="1020">
                  <c:v>45359</c:v>
                </c:pt>
                <c:pt idx="1021">
                  <c:v>45364</c:v>
                </c:pt>
                <c:pt idx="1022">
                  <c:v>45365</c:v>
                </c:pt>
                <c:pt idx="1023">
                  <c:v>45366</c:v>
                </c:pt>
                <c:pt idx="1024">
                  <c:v>45369</c:v>
                </c:pt>
                <c:pt idx="1025">
                  <c:v>45370</c:v>
                </c:pt>
                <c:pt idx="1026">
                  <c:v>45371</c:v>
                </c:pt>
                <c:pt idx="1027">
                  <c:v>45372</c:v>
                </c:pt>
                <c:pt idx="1028">
                  <c:v>45373</c:v>
                </c:pt>
                <c:pt idx="1029">
                  <c:v>45376</c:v>
                </c:pt>
                <c:pt idx="1030">
                  <c:v>45377</c:v>
                </c:pt>
                <c:pt idx="1031">
                  <c:v>45378</c:v>
                </c:pt>
                <c:pt idx="1032">
                  <c:v>45379</c:v>
                </c:pt>
                <c:pt idx="1033">
                  <c:v>45383</c:v>
                </c:pt>
                <c:pt idx="1034">
                  <c:v>45384</c:v>
                </c:pt>
                <c:pt idx="1035">
                  <c:v>45385</c:v>
                </c:pt>
                <c:pt idx="1036">
                  <c:v>45386</c:v>
                </c:pt>
                <c:pt idx="1037">
                  <c:v>45387</c:v>
                </c:pt>
                <c:pt idx="1038">
                  <c:v>45398</c:v>
                </c:pt>
                <c:pt idx="1039">
                  <c:v>45399</c:v>
                </c:pt>
                <c:pt idx="1040">
                  <c:v>45400</c:v>
                </c:pt>
                <c:pt idx="1041">
                  <c:v>45401</c:v>
                </c:pt>
                <c:pt idx="1042">
                  <c:v>45404</c:v>
                </c:pt>
                <c:pt idx="1043">
                  <c:v>45405</c:v>
                </c:pt>
                <c:pt idx="1044">
                  <c:v>45406</c:v>
                </c:pt>
                <c:pt idx="1045">
                  <c:v>45407</c:v>
                </c:pt>
                <c:pt idx="1046">
                  <c:v>45408</c:v>
                </c:pt>
                <c:pt idx="1047">
                  <c:v>45411</c:v>
                </c:pt>
                <c:pt idx="1048">
                  <c:v>45412</c:v>
                </c:pt>
                <c:pt idx="1049">
                  <c:v>45414</c:v>
                </c:pt>
                <c:pt idx="1050">
                  <c:v>45415</c:v>
                </c:pt>
                <c:pt idx="1051">
                  <c:v>45418</c:v>
                </c:pt>
                <c:pt idx="1052">
                  <c:v>45419</c:v>
                </c:pt>
                <c:pt idx="1053">
                  <c:v>45420</c:v>
                </c:pt>
                <c:pt idx="1054">
                  <c:v>45425</c:v>
                </c:pt>
                <c:pt idx="1055">
                  <c:v>45426</c:v>
                </c:pt>
                <c:pt idx="1056">
                  <c:v>45427</c:v>
                </c:pt>
                <c:pt idx="1057">
                  <c:v>45428</c:v>
                </c:pt>
                <c:pt idx="1058">
                  <c:v>45429</c:v>
                </c:pt>
                <c:pt idx="1059">
                  <c:v>45432</c:v>
                </c:pt>
                <c:pt idx="1060">
                  <c:v>45433</c:v>
                </c:pt>
                <c:pt idx="1061">
                  <c:v>45434</c:v>
                </c:pt>
                <c:pt idx="1062">
                  <c:v>45439</c:v>
                </c:pt>
                <c:pt idx="1063">
                  <c:v>45440</c:v>
                </c:pt>
                <c:pt idx="1064">
                  <c:v>45441</c:v>
                </c:pt>
                <c:pt idx="1065">
                  <c:v>45442</c:v>
                </c:pt>
                <c:pt idx="1066">
                  <c:v>45443</c:v>
                </c:pt>
                <c:pt idx="1067">
                  <c:v>45446</c:v>
                </c:pt>
                <c:pt idx="1068">
                  <c:v>45447</c:v>
                </c:pt>
                <c:pt idx="1069">
                  <c:v>45448</c:v>
                </c:pt>
                <c:pt idx="1070">
                  <c:v>45449</c:v>
                </c:pt>
                <c:pt idx="1071">
                  <c:v>45450</c:v>
                </c:pt>
                <c:pt idx="1072">
                  <c:v>45453</c:v>
                </c:pt>
                <c:pt idx="1073">
                  <c:v>45454</c:v>
                </c:pt>
                <c:pt idx="1074">
                  <c:v>45455</c:v>
                </c:pt>
                <c:pt idx="1075">
                  <c:v>45456</c:v>
                </c:pt>
                <c:pt idx="1076">
                  <c:v>45457</c:v>
                </c:pt>
                <c:pt idx="1077">
                  <c:v>45462</c:v>
                </c:pt>
                <c:pt idx="1078">
                  <c:v>45463</c:v>
                </c:pt>
                <c:pt idx="1079">
                  <c:v>45464</c:v>
                </c:pt>
                <c:pt idx="1080">
                  <c:v>45467</c:v>
                </c:pt>
                <c:pt idx="1081">
                  <c:v>45468</c:v>
                </c:pt>
                <c:pt idx="1082">
                  <c:v>45469</c:v>
                </c:pt>
                <c:pt idx="1083">
                  <c:v>45470</c:v>
                </c:pt>
                <c:pt idx="1084">
                  <c:v>45471</c:v>
                </c:pt>
                <c:pt idx="1085">
                  <c:v>45474</c:v>
                </c:pt>
                <c:pt idx="1086">
                  <c:v>45475</c:v>
                </c:pt>
                <c:pt idx="1087">
                  <c:v>45476</c:v>
                </c:pt>
                <c:pt idx="1088">
                  <c:v>45477</c:v>
                </c:pt>
                <c:pt idx="1089">
                  <c:v>45478</c:v>
                </c:pt>
                <c:pt idx="1090">
                  <c:v>45481</c:v>
                </c:pt>
                <c:pt idx="1091">
                  <c:v>45482</c:v>
                </c:pt>
                <c:pt idx="1092">
                  <c:v>45483</c:v>
                </c:pt>
                <c:pt idx="1093">
                  <c:v>45484</c:v>
                </c:pt>
                <c:pt idx="1094">
                  <c:v>45485</c:v>
                </c:pt>
                <c:pt idx="1095">
                  <c:v>45488</c:v>
                </c:pt>
                <c:pt idx="1096">
                  <c:v>45489</c:v>
                </c:pt>
                <c:pt idx="1097">
                  <c:v>45490</c:v>
                </c:pt>
                <c:pt idx="1098">
                  <c:v>45491</c:v>
                </c:pt>
                <c:pt idx="1099">
                  <c:v>45492</c:v>
                </c:pt>
                <c:pt idx="1100">
                  <c:v>45495</c:v>
                </c:pt>
                <c:pt idx="1101">
                  <c:v>45496</c:v>
                </c:pt>
                <c:pt idx="1102">
                  <c:v>45497</c:v>
                </c:pt>
                <c:pt idx="1103">
                  <c:v>45498</c:v>
                </c:pt>
                <c:pt idx="1104">
                  <c:v>45499</c:v>
                </c:pt>
                <c:pt idx="1105">
                  <c:v>45502</c:v>
                </c:pt>
                <c:pt idx="1106">
                  <c:v>45503</c:v>
                </c:pt>
                <c:pt idx="1107">
                  <c:v>45504</c:v>
                </c:pt>
                <c:pt idx="1108">
                  <c:v>45505</c:v>
                </c:pt>
                <c:pt idx="1109">
                  <c:v>45506</c:v>
                </c:pt>
                <c:pt idx="1110">
                  <c:v>45509</c:v>
                </c:pt>
                <c:pt idx="1111">
                  <c:v>45510</c:v>
                </c:pt>
                <c:pt idx="1112">
                  <c:v>45511</c:v>
                </c:pt>
                <c:pt idx="1113">
                  <c:v>45512</c:v>
                </c:pt>
                <c:pt idx="1114">
                  <c:v>45513</c:v>
                </c:pt>
                <c:pt idx="1115">
                  <c:v>45516</c:v>
                </c:pt>
                <c:pt idx="1116">
                  <c:v>45517</c:v>
                </c:pt>
                <c:pt idx="1117">
                  <c:v>45518</c:v>
                </c:pt>
                <c:pt idx="1118">
                  <c:v>45519</c:v>
                </c:pt>
                <c:pt idx="1119">
                  <c:v>45520</c:v>
                </c:pt>
                <c:pt idx="1120">
                  <c:v>45523</c:v>
                </c:pt>
                <c:pt idx="1121">
                  <c:v>45524</c:v>
                </c:pt>
                <c:pt idx="1122">
                  <c:v>45525</c:v>
                </c:pt>
                <c:pt idx="1123">
                  <c:v>45526</c:v>
                </c:pt>
                <c:pt idx="1124">
                  <c:v>45527</c:v>
                </c:pt>
                <c:pt idx="1125">
                  <c:v>45530</c:v>
                </c:pt>
                <c:pt idx="1126">
                  <c:v>45531</c:v>
                </c:pt>
                <c:pt idx="1127">
                  <c:v>45532</c:v>
                </c:pt>
                <c:pt idx="1128">
                  <c:v>45533</c:v>
                </c:pt>
                <c:pt idx="1129">
                  <c:v>45534</c:v>
                </c:pt>
                <c:pt idx="1130">
                  <c:v>45537</c:v>
                </c:pt>
                <c:pt idx="1131">
                  <c:v>45538</c:v>
                </c:pt>
                <c:pt idx="1132">
                  <c:v>45539</c:v>
                </c:pt>
                <c:pt idx="1133">
                  <c:v>45540</c:v>
                </c:pt>
                <c:pt idx="1134">
                  <c:v>45541</c:v>
                </c:pt>
                <c:pt idx="1135">
                  <c:v>45544</c:v>
                </c:pt>
                <c:pt idx="1136">
                  <c:v>45545</c:v>
                </c:pt>
                <c:pt idx="1137">
                  <c:v>45546</c:v>
                </c:pt>
                <c:pt idx="1138">
                  <c:v>45547</c:v>
                </c:pt>
                <c:pt idx="1139">
                  <c:v>45548</c:v>
                </c:pt>
                <c:pt idx="1140">
                  <c:v>45552</c:v>
                </c:pt>
                <c:pt idx="1141">
                  <c:v>45553</c:v>
                </c:pt>
                <c:pt idx="1142">
                  <c:v>45554</c:v>
                </c:pt>
                <c:pt idx="1143">
                  <c:v>45555</c:v>
                </c:pt>
                <c:pt idx="1144">
                  <c:v>45558</c:v>
                </c:pt>
                <c:pt idx="1145">
                  <c:v>45559</c:v>
                </c:pt>
                <c:pt idx="1146">
                  <c:v>45560</c:v>
                </c:pt>
                <c:pt idx="1147">
                  <c:v>45561</c:v>
                </c:pt>
                <c:pt idx="1148">
                  <c:v>45562</c:v>
                </c:pt>
                <c:pt idx="1149">
                  <c:v>45565</c:v>
                </c:pt>
                <c:pt idx="1150">
                  <c:v>45566</c:v>
                </c:pt>
                <c:pt idx="1151">
                  <c:v>45567</c:v>
                </c:pt>
                <c:pt idx="1152">
                  <c:v>45568</c:v>
                </c:pt>
                <c:pt idx="1153">
                  <c:v>45569</c:v>
                </c:pt>
                <c:pt idx="1154">
                  <c:v>45572</c:v>
                </c:pt>
                <c:pt idx="1155">
                  <c:v>45573</c:v>
                </c:pt>
                <c:pt idx="1156">
                  <c:v>45574</c:v>
                </c:pt>
                <c:pt idx="1157">
                  <c:v>45575</c:v>
                </c:pt>
                <c:pt idx="1158">
                  <c:v>45576</c:v>
                </c:pt>
                <c:pt idx="1159">
                  <c:v>45579</c:v>
                </c:pt>
                <c:pt idx="1160">
                  <c:v>45580</c:v>
                </c:pt>
                <c:pt idx="1161">
                  <c:v>45581</c:v>
                </c:pt>
                <c:pt idx="1162">
                  <c:v>45582</c:v>
                </c:pt>
                <c:pt idx="1163">
                  <c:v>45583</c:v>
                </c:pt>
                <c:pt idx="1164">
                  <c:v>45586</c:v>
                </c:pt>
                <c:pt idx="1165">
                  <c:v>45587</c:v>
                </c:pt>
                <c:pt idx="1166">
                  <c:v>45588</c:v>
                </c:pt>
                <c:pt idx="1167">
                  <c:v>45589</c:v>
                </c:pt>
                <c:pt idx="1168">
                  <c:v>45590</c:v>
                </c:pt>
                <c:pt idx="1169">
                  <c:v>45593</c:v>
                </c:pt>
                <c:pt idx="1170">
                  <c:v>45594</c:v>
                </c:pt>
                <c:pt idx="1171">
                  <c:v>45595</c:v>
                </c:pt>
                <c:pt idx="1172">
                  <c:v>45596</c:v>
                </c:pt>
                <c:pt idx="1173">
                  <c:v>45597</c:v>
                </c:pt>
                <c:pt idx="1174">
                  <c:v>45600</c:v>
                </c:pt>
                <c:pt idx="1175">
                  <c:v>45601</c:v>
                </c:pt>
                <c:pt idx="1176">
                  <c:v>45602</c:v>
                </c:pt>
                <c:pt idx="1177">
                  <c:v>45603</c:v>
                </c:pt>
                <c:pt idx="1178">
                  <c:v>45604</c:v>
                </c:pt>
                <c:pt idx="1179">
                  <c:v>45607</c:v>
                </c:pt>
                <c:pt idx="1180">
                  <c:v>45608</c:v>
                </c:pt>
                <c:pt idx="1181">
                  <c:v>45609</c:v>
                </c:pt>
                <c:pt idx="1182">
                  <c:v>45610</c:v>
                </c:pt>
                <c:pt idx="1183">
                  <c:v>45611</c:v>
                </c:pt>
                <c:pt idx="1184">
                  <c:v>45614</c:v>
                </c:pt>
                <c:pt idx="1185">
                  <c:v>45615</c:v>
                </c:pt>
                <c:pt idx="1186">
                  <c:v>45616</c:v>
                </c:pt>
                <c:pt idx="1187">
                  <c:v>45617</c:v>
                </c:pt>
                <c:pt idx="1188">
                  <c:v>45618</c:v>
                </c:pt>
                <c:pt idx="1189">
                  <c:v>45621</c:v>
                </c:pt>
                <c:pt idx="1190">
                  <c:v>45622</c:v>
                </c:pt>
                <c:pt idx="1191">
                  <c:v>45624</c:v>
                </c:pt>
                <c:pt idx="1192">
                  <c:v>45625</c:v>
                </c:pt>
                <c:pt idx="1193">
                  <c:v>45628</c:v>
                </c:pt>
                <c:pt idx="1194">
                  <c:v>45629</c:v>
                </c:pt>
                <c:pt idx="1195">
                  <c:v>45630</c:v>
                </c:pt>
                <c:pt idx="1196">
                  <c:v>45631</c:v>
                </c:pt>
                <c:pt idx="1197">
                  <c:v>45632</c:v>
                </c:pt>
                <c:pt idx="1198">
                  <c:v>45635</c:v>
                </c:pt>
                <c:pt idx="1199">
                  <c:v>45636</c:v>
                </c:pt>
                <c:pt idx="1200">
                  <c:v>45637</c:v>
                </c:pt>
                <c:pt idx="1201">
                  <c:v>45638</c:v>
                </c:pt>
                <c:pt idx="1202">
                  <c:v>45639</c:v>
                </c:pt>
                <c:pt idx="1203">
                  <c:v>45642</c:v>
                </c:pt>
                <c:pt idx="1204">
                  <c:v>45643</c:v>
                </c:pt>
                <c:pt idx="1205">
                  <c:v>45644</c:v>
                </c:pt>
                <c:pt idx="1206">
                  <c:v>45645</c:v>
                </c:pt>
                <c:pt idx="1207">
                  <c:v>45646</c:v>
                </c:pt>
                <c:pt idx="1208">
                  <c:v>45649</c:v>
                </c:pt>
                <c:pt idx="1209">
                  <c:v>45650</c:v>
                </c:pt>
                <c:pt idx="1210">
                  <c:v>45653</c:v>
                </c:pt>
                <c:pt idx="1211">
                  <c:v>45656</c:v>
                </c:pt>
                <c:pt idx="1212">
                  <c:v>45659</c:v>
                </c:pt>
                <c:pt idx="1213">
                  <c:v>45660</c:v>
                </c:pt>
                <c:pt idx="1214">
                  <c:v>45663</c:v>
                </c:pt>
                <c:pt idx="1215">
                  <c:v>45664</c:v>
                </c:pt>
                <c:pt idx="1216">
                  <c:v>45665</c:v>
                </c:pt>
                <c:pt idx="1217">
                  <c:v>45666</c:v>
                </c:pt>
                <c:pt idx="1218">
                  <c:v>45667</c:v>
                </c:pt>
                <c:pt idx="1219">
                  <c:v>45670</c:v>
                </c:pt>
                <c:pt idx="1220">
                  <c:v>45671</c:v>
                </c:pt>
                <c:pt idx="1221">
                  <c:v>45672</c:v>
                </c:pt>
                <c:pt idx="1222">
                  <c:v>45673</c:v>
                </c:pt>
                <c:pt idx="1223">
                  <c:v>45674</c:v>
                </c:pt>
                <c:pt idx="1224">
                  <c:v>45677</c:v>
                </c:pt>
                <c:pt idx="1225">
                  <c:v>45678</c:v>
                </c:pt>
                <c:pt idx="1226">
                  <c:v>45679</c:v>
                </c:pt>
                <c:pt idx="1227">
                  <c:v>45680</c:v>
                </c:pt>
                <c:pt idx="1228">
                  <c:v>45681</c:v>
                </c:pt>
                <c:pt idx="1229">
                  <c:v>45687</c:v>
                </c:pt>
                <c:pt idx="1230">
                  <c:v>45688</c:v>
                </c:pt>
                <c:pt idx="1231">
                  <c:v>45691</c:v>
                </c:pt>
                <c:pt idx="1232">
                  <c:v>45692</c:v>
                </c:pt>
                <c:pt idx="1233">
                  <c:v>45693</c:v>
                </c:pt>
                <c:pt idx="1234">
                  <c:v>45694</c:v>
                </c:pt>
                <c:pt idx="1235">
                  <c:v>45695</c:v>
                </c:pt>
                <c:pt idx="1236">
                  <c:v>45698</c:v>
                </c:pt>
                <c:pt idx="1237">
                  <c:v>45699</c:v>
                </c:pt>
                <c:pt idx="1238">
                  <c:v>45700</c:v>
                </c:pt>
                <c:pt idx="1239">
                  <c:v>45701</c:v>
                </c:pt>
                <c:pt idx="1240">
                  <c:v>45702</c:v>
                </c:pt>
                <c:pt idx="1241">
                  <c:v>45705</c:v>
                </c:pt>
                <c:pt idx="1242">
                  <c:v>45706</c:v>
                </c:pt>
                <c:pt idx="1243">
                  <c:v>45707</c:v>
                </c:pt>
                <c:pt idx="1244">
                  <c:v>45708</c:v>
                </c:pt>
                <c:pt idx="1245">
                  <c:v>45709</c:v>
                </c:pt>
                <c:pt idx="1246">
                  <c:v>45712</c:v>
                </c:pt>
                <c:pt idx="1247">
                  <c:v>45713</c:v>
                </c:pt>
                <c:pt idx="1248">
                  <c:v>45714</c:v>
                </c:pt>
                <c:pt idx="1249">
                  <c:v>45715</c:v>
                </c:pt>
                <c:pt idx="1250">
                  <c:v>45716</c:v>
                </c:pt>
                <c:pt idx="1251">
                  <c:v>45719</c:v>
                </c:pt>
                <c:pt idx="1252">
                  <c:v>45720</c:v>
                </c:pt>
                <c:pt idx="1253">
                  <c:v>45721</c:v>
                </c:pt>
                <c:pt idx="1254">
                  <c:v>45722</c:v>
                </c:pt>
                <c:pt idx="1255">
                  <c:v>45723</c:v>
                </c:pt>
                <c:pt idx="1256">
                  <c:v>45726</c:v>
                </c:pt>
                <c:pt idx="1257">
                  <c:v>45727</c:v>
                </c:pt>
                <c:pt idx="1258">
                  <c:v>45728</c:v>
                </c:pt>
                <c:pt idx="1259">
                  <c:v>45729</c:v>
                </c:pt>
                <c:pt idx="1260">
                  <c:v>45730</c:v>
                </c:pt>
                <c:pt idx="1261">
                  <c:v>45733</c:v>
                </c:pt>
                <c:pt idx="1262">
                  <c:v>45734</c:v>
                </c:pt>
                <c:pt idx="1263">
                  <c:v>45735</c:v>
                </c:pt>
                <c:pt idx="1264">
                  <c:v>45736</c:v>
                </c:pt>
                <c:pt idx="1265">
                  <c:v>45737</c:v>
                </c:pt>
                <c:pt idx="1266">
                  <c:v>45740</c:v>
                </c:pt>
                <c:pt idx="1267">
                  <c:v>45741</c:v>
                </c:pt>
                <c:pt idx="1268">
                  <c:v>45742</c:v>
                </c:pt>
                <c:pt idx="1269">
                  <c:v>45743</c:v>
                </c:pt>
                <c:pt idx="1270">
                  <c:v>45755</c:v>
                </c:pt>
                <c:pt idx="1271">
                  <c:v>45756</c:v>
                </c:pt>
                <c:pt idx="1272">
                  <c:v>45757</c:v>
                </c:pt>
                <c:pt idx="1273">
                  <c:v>45758</c:v>
                </c:pt>
                <c:pt idx="1274">
                  <c:v>45761</c:v>
                </c:pt>
                <c:pt idx="1275">
                  <c:v>45762</c:v>
                </c:pt>
                <c:pt idx="1276">
                  <c:v>45763</c:v>
                </c:pt>
                <c:pt idx="1277">
                  <c:v>45764</c:v>
                </c:pt>
                <c:pt idx="1278">
                  <c:v>45768</c:v>
                </c:pt>
                <c:pt idx="1279">
                  <c:v>45769</c:v>
                </c:pt>
                <c:pt idx="1280">
                  <c:v>45770</c:v>
                </c:pt>
                <c:pt idx="1281">
                  <c:v>45771</c:v>
                </c:pt>
                <c:pt idx="1282">
                  <c:v>45772</c:v>
                </c:pt>
                <c:pt idx="1283">
                  <c:v>45775</c:v>
                </c:pt>
                <c:pt idx="1284">
                  <c:v>45776</c:v>
                </c:pt>
                <c:pt idx="1285">
                  <c:v>45777</c:v>
                </c:pt>
                <c:pt idx="1286">
                  <c:v>45779</c:v>
                </c:pt>
                <c:pt idx="1287">
                  <c:v>45782</c:v>
                </c:pt>
                <c:pt idx="1288">
                  <c:v>45783</c:v>
                </c:pt>
                <c:pt idx="1289">
                  <c:v>45784</c:v>
                </c:pt>
                <c:pt idx="1290">
                  <c:v>45785</c:v>
                </c:pt>
                <c:pt idx="1291">
                  <c:v>45786</c:v>
                </c:pt>
                <c:pt idx="1292">
                  <c:v>45791</c:v>
                </c:pt>
                <c:pt idx="1293">
                  <c:v>45792</c:v>
                </c:pt>
                <c:pt idx="1294">
                  <c:v>45793</c:v>
                </c:pt>
                <c:pt idx="1295">
                  <c:v>45796</c:v>
                </c:pt>
                <c:pt idx="1296">
                  <c:v>45797</c:v>
                </c:pt>
                <c:pt idx="1297">
                  <c:v>45798</c:v>
                </c:pt>
                <c:pt idx="1298">
                  <c:v>45799</c:v>
                </c:pt>
                <c:pt idx="1299">
                  <c:v>45800</c:v>
                </c:pt>
                <c:pt idx="1300">
                  <c:v>45803</c:v>
                </c:pt>
                <c:pt idx="1301">
                  <c:v>45804</c:v>
                </c:pt>
                <c:pt idx="1302">
                  <c:v>45805</c:v>
                </c:pt>
                <c:pt idx="1303">
                  <c:v>45810</c:v>
                </c:pt>
                <c:pt idx="1304">
                  <c:v>45811</c:v>
                </c:pt>
                <c:pt idx="1305">
                  <c:v>45812</c:v>
                </c:pt>
                <c:pt idx="1306">
                  <c:v>45813</c:v>
                </c:pt>
                <c:pt idx="1307">
                  <c:v>45818</c:v>
                </c:pt>
                <c:pt idx="1308">
                  <c:v>45819</c:v>
                </c:pt>
                <c:pt idx="1309">
                  <c:v>45820</c:v>
                </c:pt>
                <c:pt idx="1310">
                  <c:v>45821</c:v>
                </c:pt>
                <c:pt idx="1311">
                  <c:v>45824</c:v>
                </c:pt>
                <c:pt idx="1312">
                  <c:v>45825</c:v>
                </c:pt>
                <c:pt idx="1313">
                  <c:v>45826</c:v>
                </c:pt>
                <c:pt idx="1314">
                  <c:v>45827</c:v>
                </c:pt>
                <c:pt idx="1315">
                  <c:v>45828</c:v>
                </c:pt>
                <c:pt idx="1316">
                  <c:v>45831</c:v>
                </c:pt>
                <c:pt idx="1317">
                  <c:v>45832</c:v>
                </c:pt>
                <c:pt idx="1318">
                  <c:v>45833</c:v>
                </c:pt>
                <c:pt idx="1319">
                  <c:v>45834</c:v>
                </c:pt>
                <c:pt idx="1320">
                  <c:v>45838</c:v>
                </c:pt>
                <c:pt idx="1321">
                  <c:v>45839</c:v>
                </c:pt>
                <c:pt idx="1322">
                  <c:v>45840</c:v>
                </c:pt>
                <c:pt idx="1323">
                  <c:v>45841</c:v>
                </c:pt>
                <c:pt idx="1324">
                  <c:v>45842</c:v>
                </c:pt>
                <c:pt idx="1325">
                  <c:v>45845</c:v>
                </c:pt>
                <c:pt idx="1326">
                  <c:v>45846</c:v>
                </c:pt>
                <c:pt idx="1327">
                  <c:v>45847</c:v>
                </c:pt>
                <c:pt idx="1328">
                  <c:v>45848</c:v>
                </c:pt>
                <c:pt idx="1329">
                  <c:v>45849</c:v>
                </c:pt>
                <c:pt idx="1330">
                  <c:v>45852</c:v>
                </c:pt>
                <c:pt idx="1331">
                  <c:v>45853</c:v>
                </c:pt>
                <c:pt idx="1332">
                  <c:v>45854</c:v>
                </c:pt>
                <c:pt idx="1333">
                  <c:v>45855</c:v>
                </c:pt>
                <c:pt idx="1334">
                  <c:v>45856</c:v>
                </c:pt>
                <c:pt idx="1335">
                  <c:v>45859</c:v>
                </c:pt>
                <c:pt idx="1336">
                  <c:v>45860</c:v>
                </c:pt>
                <c:pt idx="1337">
                  <c:v>45861</c:v>
                </c:pt>
                <c:pt idx="1338">
                  <c:v>45862</c:v>
                </c:pt>
                <c:pt idx="1339">
                  <c:v>45863</c:v>
                </c:pt>
                <c:pt idx="1340">
                  <c:v>45866</c:v>
                </c:pt>
                <c:pt idx="1341">
                  <c:v>45867</c:v>
                </c:pt>
                <c:pt idx="1342">
                  <c:v>45868</c:v>
                </c:pt>
                <c:pt idx="1343">
                  <c:v>45869</c:v>
                </c:pt>
                <c:pt idx="1344">
                  <c:v>45870</c:v>
                </c:pt>
                <c:pt idx="1345">
                  <c:v>45873</c:v>
                </c:pt>
                <c:pt idx="1346">
                  <c:v>45874</c:v>
                </c:pt>
                <c:pt idx="1347">
                  <c:v>45875</c:v>
                </c:pt>
                <c:pt idx="1348">
                  <c:v>45876</c:v>
                </c:pt>
                <c:pt idx="1349">
                  <c:v>45877</c:v>
                </c:pt>
                <c:pt idx="1350">
                  <c:v>45880</c:v>
                </c:pt>
                <c:pt idx="1351">
                  <c:v>45881</c:v>
                </c:pt>
                <c:pt idx="1352">
                  <c:v>45882</c:v>
                </c:pt>
                <c:pt idx="1353">
                  <c:v>45883</c:v>
                </c:pt>
                <c:pt idx="1354">
                  <c:v>45884</c:v>
                </c:pt>
                <c:pt idx="1355">
                  <c:v>45888</c:v>
                </c:pt>
                <c:pt idx="1356">
                  <c:v>45889</c:v>
                </c:pt>
                <c:pt idx="1357">
                  <c:v>45890</c:v>
                </c:pt>
                <c:pt idx="1358">
                  <c:v>45891</c:v>
                </c:pt>
                <c:pt idx="1359">
                  <c:v>45894</c:v>
                </c:pt>
                <c:pt idx="1360">
                  <c:v>45895</c:v>
                </c:pt>
                <c:pt idx="1361">
                  <c:v>45896</c:v>
                </c:pt>
                <c:pt idx="1362">
                  <c:v>45897</c:v>
                </c:pt>
                <c:pt idx="1363">
                  <c:v>45898</c:v>
                </c:pt>
                <c:pt idx="1364">
                  <c:v>45901</c:v>
                </c:pt>
                <c:pt idx="1365">
                  <c:v>45902</c:v>
                </c:pt>
                <c:pt idx="1366">
                  <c:v>45903</c:v>
                </c:pt>
                <c:pt idx="1367">
                  <c:v>45904</c:v>
                </c:pt>
                <c:pt idx="1368">
                  <c:v>45908</c:v>
                </c:pt>
                <c:pt idx="1369">
                  <c:v>45909</c:v>
                </c:pt>
                <c:pt idx="1370">
                  <c:v>45910</c:v>
                </c:pt>
                <c:pt idx="1371">
                  <c:v>45911</c:v>
                </c:pt>
                <c:pt idx="1372">
                  <c:v>45912</c:v>
                </c:pt>
                <c:pt idx="1373">
                  <c:v>45915</c:v>
                </c:pt>
                <c:pt idx="1374">
                  <c:v>45916</c:v>
                </c:pt>
                <c:pt idx="1375">
                  <c:v>45917</c:v>
                </c:pt>
                <c:pt idx="1376">
                  <c:v>45918</c:v>
                </c:pt>
                <c:pt idx="1377">
                  <c:v>45919</c:v>
                </c:pt>
                <c:pt idx="1378">
                  <c:v>45922</c:v>
                </c:pt>
                <c:pt idx="1379">
                  <c:v>45923</c:v>
                </c:pt>
                <c:pt idx="1380">
                  <c:v>45924</c:v>
                </c:pt>
                <c:pt idx="1381">
                  <c:v>45925</c:v>
                </c:pt>
                <c:pt idx="1382">
                  <c:v>45926</c:v>
                </c:pt>
                <c:pt idx="1383">
                  <c:v>45929</c:v>
                </c:pt>
                <c:pt idx="1384">
                  <c:v>45930</c:v>
                </c:pt>
                <c:pt idx="1385">
                  <c:v>45931</c:v>
                </c:pt>
                <c:pt idx="1386">
                  <c:v>45932</c:v>
                </c:pt>
                <c:pt idx="1387">
                  <c:v>45933</c:v>
                </c:pt>
                <c:pt idx="1388">
                  <c:v>45936</c:v>
                </c:pt>
                <c:pt idx="1389">
                  <c:v>45937</c:v>
                </c:pt>
                <c:pt idx="1390">
                  <c:v>45938</c:v>
                </c:pt>
                <c:pt idx="1391">
                  <c:v>45939</c:v>
                </c:pt>
                <c:pt idx="1392">
                  <c:v>45940</c:v>
                </c:pt>
                <c:pt idx="1393">
                  <c:v>45943</c:v>
                </c:pt>
                <c:pt idx="1394">
                  <c:v>45944</c:v>
                </c:pt>
                <c:pt idx="1395">
                  <c:v>45945</c:v>
                </c:pt>
                <c:pt idx="1396">
                  <c:v>45946</c:v>
                </c:pt>
                <c:pt idx="1397">
                  <c:v>45947</c:v>
                </c:pt>
                <c:pt idx="1398">
                  <c:v>45950</c:v>
                </c:pt>
                <c:pt idx="1399">
                  <c:v>45951</c:v>
                </c:pt>
                <c:pt idx="1400">
                  <c:v>45952</c:v>
                </c:pt>
                <c:pt idx="1401">
                  <c:v>45953</c:v>
                </c:pt>
                <c:pt idx="1402">
                  <c:v>45954</c:v>
                </c:pt>
                <c:pt idx="1403">
                  <c:v>45957</c:v>
                </c:pt>
                <c:pt idx="1404">
                  <c:v>45958</c:v>
                </c:pt>
                <c:pt idx="1405">
                  <c:v>45959</c:v>
                </c:pt>
                <c:pt idx="1406">
                  <c:v>45960</c:v>
                </c:pt>
                <c:pt idx="1407">
                  <c:v>45961</c:v>
                </c:pt>
                <c:pt idx="1408">
                  <c:v>45964</c:v>
                </c:pt>
                <c:pt idx="1409">
                  <c:v>45965</c:v>
                </c:pt>
                <c:pt idx="1410">
                  <c:v>45966</c:v>
                </c:pt>
                <c:pt idx="1411">
                  <c:v>45967</c:v>
                </c:pt>
                <c:pt idx="1412">
                  <c:v>45968</c:v>
                </c:pt>
                <c:pt idx="1413">
                  <c:v>45971</c:v>
                </c:pt>
                <c:pt idx="1414">
                  <c:v>45972</c:v>
                </c:pt>
                <c:pt idx="1415">
                  <c:v>45973</c:v>
                </c:pt>
                <c:pt idx="1416">
                  <c:v>45974</c:v>
                </c:pt>
                <c:pt idx="1417">
                  <c:v>45975</c:v>
                </c:pt>
                <c:pt idx="1418">
                  <c:v>45978</c:v>
                </c:pt>
                <c:pt idx="1419">
                  <c:v>45979</c:v>
                </c:pt>
                <c:pt idx="1420">
                  <c:v>45980</c:v>
                </c:pt>
                <c:pt idx="1421">
                  <c:v>45981</c:v>
                </c:pt>
                <c:pt idx="1422">
                  <c:v>45982</c:v>
                </c:pt>
                <c:pt idx="1423">
                  <c:v>45985</c:v>
                </c:pt>
                <c:pt idx="1424">
                  <c:v>45986</c:v>
                </c:pt>
                <c:pt idx="1425">
                  <c:v>45987</c:v>
                </c:pt>
                <c:pt idx="1426">
                  <c:v>45988</c:v>
                </c:pt>
                <c:pt idx="1427">
                  <c:v>45989</c:v>
                </c:pt>
                <c:pt idx="1428">
                  <c:v>45992</c:v>
                </c:pt>
                <c:pt idx="1429">
                  <c:v>45993</c:v>
                </c:pt>
                <c:pt idx="1430">
                  <c:v>45994</c:v>
                </c:pt>
                <c:pt idx="1431">
                  <c:v>45995</c:v>
                </c:pt>
                <c:pt idx="1432">
                  <c:v>45996</c:v>
                </c:pt>
                <c:pt idx="1433">
                  <c:v>45999</c:v>
                </c:pt>
                <c:pt idx="1434">
                  <c:v>46000</c:v>
                </c:pt>
                <c:pt idx="1435">
                  <c:v>46001</c:v>
                </c:pt>
                <c:pt idx="1436">
                  <c:v>46002</c:v>
                </c:pt>
                <c:pt idx="1437">
                  <c:v>46003</c:v>
                </c:pt>
                <c:pt idx="1438">
                  <c:v>46006</c:v>
                </c:pt>
                <c:pt idx="1439">
                  <c:v>46007</c:v>
                </c:pt>
                <c:pt idx="1440">
                  <c:v>46008</c:v>
                </c:pt>
                <c:pt idx="1441">
                  <c:v>46009</c:v>
                </c:pt>
                <c:pt idx="1442">
                  <c:v>46010</c:v>
                </c:pt>
                <c:pt idx="1443">
                  <c:v>46013</c:v>
                </c:pt>
                <c:pt idx="1444">
                  <c:v>46014</c:v>
                </c:pt>
                <c:pt idx="1445">
                  <c:v>46015</c:v>
                </c:pt>
                <c:pt idx="1446">
                  <c:v>46020</c:v>
                </c:pt>
                <c:pt idx="1447">
                  <c:v>46021</c:v>
                </c:pt>
                <c:pt idx="1448">
                  <c:v>46024</c:v>
                </c:pt>
                <c:pt idx="1449">
                  <c:v>46027</c:v>
                </c:pt>
                <c:pt idx="1450">
                  <c:v>46028</c:v>
                </c:pt>
                <c:pt idx="1451">
                  <c:v>46029</c:v>
                </c:pt>
                <c:pt idx="1452">
                  <c:v>46030</c:v>
                </c:pt>
                <c:pt idx="1453">
                  <c:v>46031</c:v>
                </c:pt>
                <c:pt idx="1454">
                  <c:v>46034</c:v>
                </c:pt>
                <c:pt idx="1455">
                  <c:v>46035</c:v>
                </c:pt>
                <c:pt idx="1456">
                  <c:v>46036</c:v>
                </c:pt>
                <c:pt idx="1457">
                  <c:v>46037</c:v>
                </c:pt>
                <c:pt idx="1458">
                  <c:v>46041</c:v>
                </c:pt>
                <c:pt idx="1459">
                  <c:v>46042</c:v>
                </c:pt>
                <c:pt idx="1460">
                  <c:v>46043</c:v>
                </c:pt>
                <c:pt idx="1461">
                  <c:v>46044</c:v>
                </c:pt>
                <c:pt idx="1462">
                  <c:v>46045</c:v>
                </c:pt>
                <c:pt idx="1463">
                  <c:v>46048</c:v>
                </c:pt>
                <c:pt idx="1464">
                  <c:v>46049</c:v>
                </c:pt>
                <c:pt idx="1465">
                  <c:v>46050</c:v>
                </c:pt>
                <c:pt idx="1466">
                  <c:v>46051</c:v>
                </c:pt>
                <c:pt idx="1467">
                  <c:v>46052</c:v>
                </c:pt>
                <c:pt idx="1468">
                  <c:v>46055</c:v>
                </c:pt>
                <c:pt idx="1469">
                  <c:v>46056</c:v>
                </c:pt>
                <c:pt idx="1470">
                  <c:v>46057</c:v>
                </c:pt>
                <c:pt idx="1471">
                  <c:v>46058</c:v>
                </c:pt>
                <c:pt idx="1472">
                  <c:v>46059</c:v>
                </c:pt>
                <c:pt idx="1473">
                  <c:v>46062</c:v>
                </c:pt>
                <c:pt idx="1474">
                  <c:v>46063</c:v>
                </c:pt>
                <c:pt idx="1475">
                  <c:v>46064</c:v>
                </c:pt>
                <c:pt idx="1476">
                  <c:v>46065</c:v>
                </c:pt>
                <c:pt idx="1477">
                  <c:v>46066</c:v>
                </c:pt>
                <c:pt idx="1478">
                  <c:v>46071</c:v>
                </c:pt>
                <c:pt idx="1479">
                  <c:v>46072</c:v>
                </c:pt>
                <c:pt idx="1480">
                  <c:v>46073</c:v>
                </c:pt>
                <c:pt idx="1481">
                  <c:v>46076</c:v>
                </c:pt>
                <c:pt idx="1482">
                  <c:v>46077</c:v>
                </c:pt>
                <c:pt idx="1483">
                  <c:v>46078</c:v>
                </c:pt>
                <c:pt idx="1484">
                  <c:v>46079</c:v>
                </c:pt>
                <c:pt idx="1485">
                  <c:v>46080</c:v>
                </c:pt>
                <c:pt idx="1486">
                  <c:v>46083</c:v>
                </c:pt>
                <c:pt idx="1487">
                  <c:v>46084</c:v>
                </c:pt>
                <c:pt idx="1488">
                  <c:v>46085</c:v>
                </c:pt>
                <c:pt idx="1489">
                  <c:v>46086</c:v>
                </c:pt>
                <c:pt idx="1490">
                  <c:v>46087</c:v>
                </c:pt>
                <c:pt idx="1491">
                  <c:v>46090</c:v>
                </c:pt>
                <c:pt idx="1492">
                  <c:v>46091</c:v>
                </c:pt>
                <c:pt idx="1493">
                  <c:v>46092</c:v>
                </c:pt>
                <c:pt idx="1494">
                  <c:v>46093</c:v>
                </c:pt>
                <c:pt idx="1495">
                  <c:v>46094</c:v>
                </c:pt>
                <c:pt idx="1496">
                  <c:v>46097</c:v>
                </c:pt>
                <c:pt idx="1497">
                  <c:v>46098</c:v>
                </c:pt>
                <c:pt idx="1498">
                  <c:v>46106</c:v>
                </c:pt>
                <c:pt idx="1499">
                  <c:v>46107</c:v>
                </c:pt>
                <c:pt idx="1500">
                  <c:v>46108</c:v>
                </c:pt>
                <c:pt idx="1501">
                  <c:v>46111</c:v>
                </c:pt>
                <c:pt idx="1502">
                  <c:v>46112</c:v>
                </c:pt>
                <c:pt idx="1503">
                  <c:v>46113</c:v>
                </c:pt>
                <c:pt idx="1504">
                  <c:v>46114</c:v>
                </c:pt>
                <c:pt idx="1505">
                  <c:v>46118</c:v>
                </c:pt>
                <c:pt idx="1506">
                  <c:v>46119</c:v>
                </c:pt>
                <c:pt idx="1507">
                  <c:v>46120</c:v>
                </c:pt>
                <c:pt idx="1508">
                  <c:v>46121</c:v>
                </c:pt>
                <c:pt idx="1509">
                  <c:v>46122</c:v>
                </c:pt>
                <c:pt idx="1510">
                  <c:v>46125</c:v>
                </c:pt>
                <c:pt idx="1511">
                  <c:v>46126</c:v>
                </c:pt>
                <c:pt idx="1512">
                  <c:v>46127</c:v>
                </c:pt>
                <c:pt idx="1513">
                  <c:v>46128</c:v>
                </c:pt>
                <c:pt idx="1514">
                  <c:v>46129</c:v>
                </c:pt>
                <c:pt idx="1515">
                  <c:v>46132</c:v>
                </c:pt>
                <c:pt idx="1516">
                  <c:v>46133</c:v>
                </c:pt>
                <c:pt idx="1517">
                  <c:v>46134</c:v>
                </c:pt>
                <c:pt idx="1518">
                  <c:v>46135</c:v>
                </c:pt>
                <c:pt idx="1519">
                  <c:v>46136</c:v>
                </c:pt>
                <c:pt idx="1520">
                  <c:v>46139</c:v>
                </c:pt>
                <c:pt idx="1521">
                  <c:v>46140</c:v>
                </c:pt>
                <c:pt idx="1522">
                  <c:v>46141</c:v>
                </c:pt>
                <c:pt idx="1523">
                  <c:v>46142</c:v>
                </c:pt>
                <c:pt idx="1524">
                  <c:v>46146</c:v>
                </c:pt>
                <c:pt idx="1525">
                  <c:v>46147</c:v>
                </c:pt>
                <c:pt idx="1526">
                  <c:v>46148</c:v>
                </c:pt>
                <c:pt idx="1527">
                  <c:v>46149</c:v>
                </c:pt>
                <c:pt idx="1528">
                  <c:v>46150</c:v>
                </c:pt>
                <c:pt idx="1529">
                  <c:v>46153</c:v>
                </c:pt>
                <c:pt idx="1530">
                  <c:v>46154</c:v>
                </c:pt>
                <c:pt idx="1531">
                  <c:v>46155</c:v>
                </c:pt>
                <c:pt idx="1532">
                  <c:v>46160</c:v>
                </c:pt>
                <c:pt idx="1533">
                  <c:v>46161</c:v>
                </c:pt>
                <c:pt idx="1534">
                  <c:v>46162</c:v>
                </c:pt>
                <c:pt idx="1535">
                  <c:v>46163</c:v>
                </c:pt>
                <c:pt idx="1536">
                  <c:v>46164</c:v>
                </c:pt>
                <c:pt idx="1537">
                  <c:v>46167</c:v>
                </c:pt>
                <c:pt idx="1538">
                  <c:v>46168</c:v>
                </c:pt>
                <c:pt idx="1539">
                  <c:v>46171</c:v>
                </c:pt>
                <c:pt idx="1540">
                  <c:v>46175</c:v>
                </c:pt>
                <c:pt idx="1541">
                  <c:v>46176</c:v>
                </c:pt>
                <c:pt idx="1542">
                  <c:v>46177</c:v>
                </c:pt>
                <c:pt idx="1543">
                  <c:v>46178</c:v>
                </c:pt>
                <c:pt idx="1544">
                  <c:v>46181</c:v>
                </c:pt>
                <c:pt idx="1545">
                  <c:v>46182</c:v>
                </c:pt>
                <c:pt idx="1546">
                  <c:v>46183</c:v>
                </c:pt>
                <c:pt idx="1547">
                  <c:v>46184</c:v>
                </c:pt>
                <c:pt idx="1548">
                  <c:v>46185</c:v>
                </c:pt>
                <c:pt idx="1549">
                  <c:v>46188</c:v>
                </c:pt>
                <c:pt idx="1550">
                  <c:v>46190</c:v>
                </c:pt>
                <c:pt idx="1551">
                  <c:v>46191</c:v>
                </c:pt>
                <c:pt idx="1552">
                  <c:v>46192</c:v>
                </c:pt>
                <c:pt idx="1553">
                  <c:v>46195</c:v>
                </c:pt>
                <c:pt idx="1554">
                  <c:v>46196</c:v>
                </c:pt>
                <c:pt idx="1555">
                  <c:v>46197</c:v>
                </c:pt>
                <c:pt idx="1556">
                  <c:v>46198</c:v>
                </c:pt>
                <c:pt idx="1557">
                  <c:v>46199</c:v>
                </c:pt>
                <c:pt idx="1558">
                  <c:v>46202</c:v>
                </c:pt>
                <c:pt idx="1559">
                  <c:v>46203</c:v>
                </c:pt>
                <c:pt idx="1560">
                  <c:v>46204</c:v>
                </c:pt>
                <c:pt idx="1561">
                  <c:v>46205</c:v>
                </c:pt>
                <c:pt idx="1562">
                  <c:v>46206</c:v>
                </c:pt>
                <c:pt idx="1563">
                  <c:v>46209</c:v>
                </c:pt>
                <c:pt idx="1564">
                  <c:v>46210</c:v>
                </c:pt>
                <c:pt idx="1565">
                  <c:v>46211</c:v>
                </c:pt>
                <c:pt idx="1566">
                  <c:v>46212</c:v>
                </c:pt>
                <c:pt idx="1567">
                  <c:v>46213</c:v>
                </c:pt>
                <c:pt idx="1568">
                  <c:v>46216</c:v>
                </c:pt>
                <c:pt idx="1569">
                  <c:v>46217</c:v>
                </c:pt>
                <c:pt idx="1570">
                  <c:v>46218</c:v>
                </c:pt>
                <c:pt idx="1571">
                  <c:v>46219</c:v>
                </c:pt>
                <c:pt idx="1572">
                  <c:v>46220</c:v>
                </c:pt>
                <c:pt idx="1573">
                  <c:v>46223</c:v>
                </c:pt>
                <c:pt idx="1574">
                  <c:v>46224</c:v>
                </c:pt>
                <c:pt idx="1575">
                  <c:v>46225</c:v>
                </c:pt>
                <c:pt idx="1576">
                  <c:v>46226</c:v>
                </c:pt>
                <c:pt idx="1577">
                  <c:v>46227</c:v>
                </c:pt>
                <c:pt idx="1578">
                  <c:v>46230</c:v>
                </c:pt>
                <c:pt idx="1579">
                  <c:v>46231</c:v>
                </c:pt>
                <c:pt idx="1580">
                  <c:v>46232</c:v>
                </c:pt>
                <c:pt idx="1581">
                  <c:v>46233</c:v>
                </c:pt>
                <c:pt idx="1582">
                  <c:v>46234</c:v>
                </c:pt>
                <c:pt idx="1583">
                  <c:v>46237</c:v>
                </c:pt>
                <c:pt idx="1584">
                  <c:v>46238</c:v>
                </c:pt>
                <c:pt idx="1585">
                  <c:v>46239</c:v>
                </c:pt>
                <c:pt idx="1586">
                  <c:v>46240</c:v>
                </c:pt>
                <c:pt idx="1587">
                  <c:v>46241</c:v>
                </c:pt>
                <c:pt idx="1588">
                  <c:v>46244</c:v>
                </c:pt>
                <c:pt idx="1589">
                  <c:v>46245</c:v>
                </c:pt>
                <c:pt idx="1590">
                  <c:v>46246</c:v>
                </c:pt>
                <c:pt idx="1591">
                  <c:v>46247</c:v>
                </c:pt>
                <c:pt idx="1592">
                  <c:v>46248</c:v>
                </c:pt>
                <c:pt idx="1593">
                  <c:v>46252</c:v>
                </c:pt>
                <c:pt idx="1594">
                  <c:v>46253</c:v>
                </c:pt>
                <c:pt idx="1595">
                  <c:v>46254</c:v>
                </c:pt>
                <c:pt idx="1596">
                  <c:v>46255</c:v>
                </c:pt>
                <c:pt idx="1597">
                  <c:v>46258</c:v>
                </c:pt>
                <c:pt idx="1598">
                  <c:v>46260</c:v>
                </c:pt>
                <c:pt idx="1599">
                  <c:v>46261</c:v>
                </c:pt>
                <c:pt idx="1600">
                  <c:v>46262</c:v>
                </c:pt>
                <c:pt idx="1601">
                  <c:v>46265</c:v>
                </c:pt>
                <c:pt idx="1602">
                  <c:v>46266</c:v>
                </c:pt>
                <c:pt idx="1603">
                  <c:v>46267</c:v>
                </c:pt>
                <c:pt idx="1604">
                  <c:v>46268</c:v>
                </c:pt>
                <c:pt idx="1605">
                  <c:v>46269</c:v>
                </c:pt>
                <c:pt idx="1606">
                  <c:v>46272</c:v>
                </c:pt>
                <c:pt idx="1607">
                  <c:v>46273</c:v>
                </c:pt>
                <c:pt idx="1608">
                  <c:v>46274</c:v>
                </c:pt>
                <c:pt idx="1609">
                  <c:v>46275</c:v>
                </c:pt>
                <c:pt idx="1610">
                  <c:v>46276</c:v>
                </c:pt>
                <c:pt idx="1611">
                  <c:v>46279</c:v>
                </c:pt>
                <c:pt idx="1612">
                  <c:v>46280</c:v>
                </c:pt>
                <c:pt idx="1613">
                  <c:v>46281</c:v>
                </c:pt>
                <c:pt idx="1614">
                  <c:v>46282</c:v>
                </c:pt>
                <c:pt idx="1615">
                  <c:v>46283</c:v>
                </c:pt>
                <c:pt idx="1616">
                  <c:v>46286</c:v>
                </c:pt>
                <c:pt idx="1617">
                  <c:v>46287</c:v>
                </c:pt>
                <c:pt idx="1618">
                  <c:v>46288</c:v>
                </c:pt>
                <c:pt idx="1619">
                  <c:v>46289</c:v>
                </c:pt>
                <c:pt idx="1620">
                  <c:v>46290</c:v>
                </c:pt>
                <c:pt idx="1621">
                  <c:v>46293</c:v>
                </c:pt>
                <c:pt idx="1622">
                  <c:v>46294</c:v>
                </c:pt>
                <c:pt idx="1623">
                  <c:v>46295</c:v>
                </c:pt>
                <c:pt idx="1624">
                  <c:v>46296</c:v>
                </c:pt>
                <c:pt idx="1625">
                  <c:v>46297</c:v>
                </c:pt>
                <c:pt idx="1626">
                  <c:v>46300</c:v>
                </c:pt>
                <c:pt idx="1627">
                  <c:v>46301</c:v>
                </c:pt>
                <c:pt idx="1628">
                  <c:v>46302</c:v>
                </c:pt>
                <c:pt idx="1629">
                  <c:v>46303</c:v>
                </c:pt>
                <c:pt idx="1630">
                  <c:v>46304</c:v>
                </c:pt>
              </c:numCache>
            </c:numRef>
          </c:cat>
          <c:val>
            <c:numRef>
              <c:f>Sheet1!$B$2:$B$1632</c:f>
              <c:numCache>
                <c:formatCode>_-* #,##0_-;\-* #,##0_-;_-* "-"??_-;_-@_-</c:formatCode>
                <c:ptCount val="1631"/>
                <c:pt idx="0">
                  <c:v>13895.004999999999</c:v>
                </c:pt>
                <c:pt idx="1">
                  <c:v>13899.004999999999</c:v>
                </c:pt>
                <c:pt idx="2">
                  <c:v>13961.004999999999</c:v>
                </c:pt>
                <c:pt idx="3">
                  <c:v>13919.004999999999</c:v>
                </c:pt>
                <c:pt idx="4">
                  <c:v>13934</c:v>
                </c:pt>
                <c:pt idx="5">
                  <c:v>13860</c:v>
                </c:pt>
                <c:pt idx="6">
                  <c:v>13812</c:v>
                </c:pt>
                <c:pt idx="7">
                  <c:v>13708</c:v>
                </c:pt>
                <c:pt idx="8">
                  <c:v>13654</c:v>
                </c:pt>
                <c:pt idx="9">
                  <c:v>13706</c:v>
                </c:pt>
                <c:pt idx="10">
                  <c:v>13658</c:v>
                </c:pt>
                <c:pt idx="11">
                  <c:v>13648</c:v>
                </c:pt>
                <c:pt idx="12">
                  <c:v>13654</c:v>
                </c:pt>
                <c:pt idx="13">
                  <c:v>13658</c:v>
                </c:pt>
                <c:pt idx="14">
                  <c:v>13678</c:v>
                </c:pt>
                <c:pt idx="15">
                  <c:v>13626</c:v>
                </c:pt>
                <c:pt idx="16">
                  <c:v>13632</c:v>
                </c:pt>
                <c:pt idx="17">
                  <c:v>13612</c:v>
                </c:pt>
                <c:pt idx="18">
                  <c:v>13647.004999999999</c:v>
                </c:pt>
                <c:pt idx="19">
                  <c:v>13634</c:v>
                </c:pt>
                <c:pt idx="20">
                  <c:v>13652</c:v>
                </c:pt>
                <c:pt idx="21">
                  <c:v>13662</c:v>
                </c:pt>
                <c:pt idx="22">
                  <c:v>13726</c:v>
                </c:pt>
                <c:pt idx="23">
                  <c:v>13760</c:v>
                </c:pt>
                <c:pt idx="24">
                  <c:v>13717.004999999999</c:v>
                </c:pt>
                <c:pt idx="25">
                  <c:v>13662</c:v>
                </c:pt>
                <c:pt idx="26">
                  <c:v>13647.004999999999</c:v>
                </c:pt>
                <c:pt idx="27">
                  <c:v>13708</c:v>
                </c:pt>
                <c:pt idx="28">
                  <c:v>13686</c:v>
                </c:pt>
                <c:pt idx="29">
                  <c:v>13659.004999999999</c:v>
                </c:pt>
                <c:pt idx="30">
                  <c:v>13679.004999999999</c:v>
                </c:pt>
                <c:pt idx="31">
                  <c:v>13707.004999999999</c:v>
                </c:pt>
                <c:pt idx="32">
                  <c:v>13693.004999999999</c:v>
                </c:pt>
                <c:pt idx="33">
                  <c:v>13676</c:v>
                </c:pt>
                <c:pt idx="34">
                  <c:v>13717.004999999999</c:v>
                </c:pt>
                <c:pt idx="35">
                  <c:v>13735.004999999999</c:v>
                </c:pt>
                <c:pt idx="36">
                  <c:v>13777.004999999999</c:v>
                </c:pt>
                <c:pt idx="37">
                  <c:v>13863.004999999999</c:v>
                </c:pt>
                <c:pt idx="38">
                  <c:v>13893.004999999999</c:v>
                </c:pt>
                <c:pt idx="39">
                  <c:v>13966</c:v>
                </c:pt>
                <c:pt idx="40">
                  <c:v>14018</c:v>
                </c:pt>
                <c:pt idx="41">
                  <c:v>14234</c:v>
                </c:pt>
                <c:pt idx="42">
                  <c:v>14413.004999999999</c:v>
                </c:pt>
                <c:pt idx="43">
                  <c:v>14222</c:v>
                </c:pt>
                <c:pt idx="44">
                  <c:v>14171.004999999999</c:v>
                </c:pt>
                <c:pt idx="45">
                  <c:v>14168</c:v>
                </c:pt>
                <c:pt idx="46">
                  <c:v>14267.004999999999</c:v>
                </c:pt>
                <c:pt idx="47">
                  <c:v>14342</c:v>
                </c:pt>
                <c:pt idx="48">
                  <c:v>14411.004999999999</c:v>
                </c:pt>
                <c:pt idx="49">
                  <c:v>14323.004999999999</c:v>
                </c:pt>
                <c:pt idx="50">
                  <c:v>14490</c:v>
                </c:pt>
                <c:pt idx="51">
                  <c:v>14815.004999999999</c:v>
                </c:pt>
                <c:pt idx="52">
                  <c:v>14818</c:v>
                </c:pt>
                <c:pt idx="53">
                  <c:v>15083.004999999999</c:v>
                </c:pt>
                <c:pt idx="54">
                  <c:v>15223.004999999999</c:v>
                </c:pt>
                <c:pt idx="55">
                  <c:v>15712</c:v>
                </c:pt>
                <c:pt idx="56">
                  <c:v>16273.004999999999</c:v>
                </c:pt>
                <c:pt idx="57">
                  <c:v>16608</c:v>
                </c:pt>
                <c:pt idx="58">
                  <c:v>16486</c:v>
                </c:pt>
                <c:pt idx="59">
                  <c:v>16328</c:v>
                </c:pt>
                <c:pt idx="60">
                  <c:v>16230</c:v>
                </c:pt>
                <c:pt idx="61">
                  <c:v>16336</c:v>
                </c:pt>
                <c:pt idx="62">
                  <c:v>16367.004999999999</c:v>
                </c:pt>
                <c:pt idx="63">
                  <c:v>16413.005000000001</c:v>
                </c:pt>
                <c:pt idx="64">
                  <c:v>16741.005000000001</c:v>
                </c:pt>
                <c:pt idx="65">
                  <c:v>16464</c:v>
                </c:pt>
                <c:pt idx="66">
                  <c:v>16556</c:v>
                </c:pt>
                <c:pt idx="67">
                  <c:v>16410</c:v>
                </c:pt>
                <c:pt idx="68">
                  <c:v>16245.004999999999</c:v>
                </c:pt>
                <c:pt idx="69">
                  <c:v>16241.004999999999</c:v>
                </c:pt>
                <c:pt idx="70">
                  <c:v>15840</c:v>
                </c:pt>
                <c:pt idx="71">
                  <c:v>15722</c:v>
                </c:pt>
                <c:pt idx="72">
                  <c:v>15707.004999999999</c:v>
                </c:pt>
                <c:pt idx="73">
                  <c:v>15787.004999999999</c:v>
                </c:pt>
                <c:pt idx="74">
                  <c:v>15503.004999999999</c:v>
                </c:pt>
                <c:pt idx="75">
                  <c:v>15543.004999999999</c:v>
                </c:pt>
                <c:pt idx="76">
                  <c:v>15643.004999999999</c:v>
                </c:pt>
                <c:pt idx="77">
                  <c:v>15567.004999999999</c:v>
                </c:pt>
                <c:pt idx="78">
                  <c:v>15630</c:v>
                </c:pt>
                <c:pt idx="79">
                  <c:v>15553.004999999999</c:v>
                </c:pt>
                <c:pt idx="80">
                  <c:v>15591.004999999999</c:v>
                </c:pt>
                <c:pt idx="81">
                  <c:v>15488</c:v>
                </c:pt>
                <c:pt idx="82">
                  <c:v>15415.004999999999</c:v>
                </c:pt>
                <c:pt idx="83">
                  <c:v>15157.004999999999</c:v>
                </c:pt>
                <c:pt idx="84">
                  <c:v>15073.004999999999</c:v>
                </c:pt>
                <c:pt idx="85">
                  <c:v>15104</c:v>
                </c:pt>
                <c:pt idx="86">
                  <c:v>15127.004999999999</c:v>
                </c:pt>
                <c:pt idx="87">
                  <c:v>15009.004999999999</c:v>
                </c:pt>
                <c:pt idx="88">
                  <c:v>14936</c:v>
                </c:pt>
                <c:pt idx="89">
                  <c:v>14978</c:v>
                </c:pt>
                <c:pt idx="90">
                  <c:v>14887.004999999999</c:v>
                </c:pt>
                <c:pt idx="91">
                  <c:v>14946</c:v>
                </c:pt>
                <c:pt idx="92">
                  <c:v>14909.004999999999</c:v>
                </c:pt>
                <c:pt idx="93">
                  <c:v>14885.004999999999</c:v>
                </c:pt>
                <c:pt idx="94">
                  <c:v>14823.004999999999</c:v>
                </c:pt>
                <c:pt idx="95">
                  <c:v>14785.004999999999</c:v>
                </c:pt>
                <c:pt idx="96">
                  <c:v>14774</c:v>
                </c:pt>
                <c:pt idx="97">
                  <c:v>14761.004999999999</c:v>
                </c:pt>
                <c:pt idx="98">
                  <c:v>14769.004999999999</c:v>
                </c:pt>
                <c:pt idx="99">
                  <c:v>14733.004999999999</c:v>
                </c:pt>
                <c:pt idx="100">
                  <c:v>14502</c:v>
                </c:pt>
                <c:pt idx="101">
                  <c:v>14245.004999999999</c:v>
                </c:pt>
                <c:pt idx="102">
                  <c:v>14165.004999999999</c:v>
                </c:pt>
                <c:pt idx="103">
                  <c:v>14100</c:v>
                </c:pt>
                <c:pt idx="104">
                  <c:v>13956</c:v>
                </c:pt>
                <c:pt idx="105">
                  <c:v>13973.004999999999</c:v>
                </c:pt>
                <c:pt idx="106">
                  <c:v>14083.004999999999</c:v>
                </c:pt>
                <c:pt idx="107">
                  <c:v>14014</c:v>
                </c:pt>
                <c:pt idx="108">
                  <c:v>14257.004999999999</c:v>
                </c:pt>
                <c:pt idx="109">
                  <c:v>14228</c:v>
                </c:pt>
                <c:pt idx="110">
                  <c:v>14155.004999999999</c:v>
                </c:pt>
                <c:pt idx="111">
                  <c:v>14234</c:v>
                </c:pt>
                <c:pt idx="112">
                  <c:v>14186</c:v>
                </c:pt>
                <c:pt idx="113">
                  <c:v>14242</c:v>
                </c:pt>
                <c:pt idx="114">
                  <c:v>14209.004999999999</c:v>
                </c:pt>
                <c:pt idx="115">
                  <c:v>14265.004999999999</c:v>
                </c:pt>
                <c:pt idx="116">
                  <c:v>14160</c:v>
                </c:pt>
                <c:pt idx="117">
                  <c:v>14231.004999999999</c:v>
                </c:pt>
                <c:pt idx="118">
                  <c:v>14239.004999999999</c:v>
                </c:pt>
                <c:pt idx="119">
                  <c:v>14369.004999999999</c:v>
                </c:pt>
                <c:pt idx="120">
                  <c:v>14302</c:v>
                </c:pt>
                <c:pt idx="121">
                  <c:v>14341.004999999999</c:v>
                </c:pt>
                <c:pt idx="122">
                  <c:v>14516</c:v>
                </c:pt>
                <c:pt idx="123">
                  <c:v>14566</c:v>
                </c:pt>
                <c:pt idx="124">
                  <c:v>14547.004999999999</c:v>
                </c:pt>
                <c:pt idx="125">
                  <c:v>14456</c:v>
                </c:pt>
                <c:pt idx="126">
                  <c:v>14460</c:v>
                </c:pt>
                <c:pt idx="127">
                  <c:v>14446</c:v>
                </c:pt>
                <c:pt idx="128">
                  <c:v>14501.004999999999</c:v>
                </c:pt>
                <c:pt idx="129">
                  <c:v>14486</c:v>
                </c:pt>
                <c:pt idx="130">
                  <c:v>14512</c:v>
                </c:pt>
                <c:pt idx="131">
                  <c:v>14616</c:v>
                </c:pt>
                <c:pt idx="132">
                  <c:v>14632</c:v>
                </c:pt>
                <c:pt idx="133">
                  <c:v>14780</c:v>
                </c:pt>
                <c:pt idx="134">
                  <c:v>14832</c:v>
                </c:pt>
                <c:pt idx="135">
                  <c:v>14813.004999999999</c:v>
                </c:pt>
                <c:pt idx="136">
                  <c:v>14655.004999999999</c:v>
                </c:pt>
                <c:pt idx="137">
                  <c:v>14669.004999999999</c:v>
                </c:pt>
                <c:pt idx="138">
                  <c:v>14614</c:v>
                </c:pt>
                <c:pt idx="139">
                  <c:v>14605.004999999999</c:v>
                </c:pt>
                <c:pt idx="140">
                  <c:v>14543.004999999999</c:v>
                </c:pt>
                <c:pt idx="141">
                  <c:v>14570</c:v>
                </c:pt>
                <c:pt idx="142">
                  <c:v>14653.004999999999</c:v>
                </c:pt>
                <c:pt idx="143">
                  <c:v>14713.004999999999</c:v>
                </c:pt>
                <c:pt idx="144">
                  <c:v>14697.004999999999</c:v>
                </c:pt>
                <c:pt idx="145">
                  <c:v>14623.004999999999</c:v>
                </c:pt>
                <c:pt idx="146">
                  <c:v>14587.004999999999</c:v>
                </c:pt>
                <c:pt idx="147">
                  <c:v>14647.004999999999</c:v>
                </c:pt>
                <c:pt idx="148">
                  <c:v>14750</c:v>
                </c:pt>
                <c:pt idx="149">
                  <c:v>14728</c:v>
                </c:pt>
                <c:pt idx="150">
                  <c:v>14777.004999999999</c:v>
                </c:pt>
                <c:pt idx="151">
                  <c:v>14877.004999999999</c:v>
                </c:pt>
                <c:pt idx="152">
                  <c:v>14917.004999999999</c:v>
                </c:pt>
                <c:pt idx="153">
                  <c:v>14907.004999999999</c:v>
                </c:pt>
                <c:pt idx="154">
                  <c:v>14786</c:v>
                </c:pt>
                <c:pt idx="155">
                  <c:v>14794</c:v>
                </c:pt>
                <c:pt idx="156">
                  <c:v>14632</c:v>
                </c:pt>
                <c:pt idx="157">
                  <c:v>14636</c:v>
                </c:pt>
                <c:pt idx="158">
                  <c:v>14714</c:v>
                </c:pt>
                <c:pt idx="159">
                  <c:v>14702</c:v>
                </c:pt>
                <c:pt idx="160">
                  <c:v>14554</c:v>
                </c:pt>
                <c:pt idx="161">
                  <c:v>14615.004999999999</c:v>
                </c:pt>
                <c:pt idx="162">
                  <c:v>14804</c:v>
                </c:pt>
                <c:pt idx="163">
                  <c:v>14818</c:v>
                </c:pt>
                <c:pt idx="164">
                  <c:v>14792</c:v>
                </c:pt>
                <c:pt idx="165">
                  <c:v>14754</c:v>
                </c:pt>
                <c:pt idx="166">
                  <c:v>14798</c:v>
                </c:pt>
                <c:pt idx="167">
                  <c:v>14853.004999999999</c:v>
                </c:pt>
                <c:pt idx="168">
                  <c:v>14871.004999999999</c:v>
                </c:pt>
                <c:pt idx="169">
                  <c:v>14979.004999999999</c:v>
                </c:pt>
                <c:pt idx="170">
                  <c:v>14974</c:v>
                </c:pt>
                <c:pt idx="171">
                  <c:v>14870</c:v>
                </c:pt>
                <c:pt idx="172">
                  <c:v>14844</c:v>
                </c:pt>
                <c:pt idx="173">
                  <c:v>14878</c:v>
                </c:pt>
                <c:pt idx="174">
                  <c:v>14768</c:v>
                </c:pt>
                <c:pt idx="175">
                  <c:v>14723.004999999999</c:v>
                </c:pt>
                <c:pt idx="176">
                  <c:v>14782</c:v>
                </c:pt>
                <c:pt idx="177">
                  <c:v>14835.004999999999</c:v>
                </c:pt>
                <c:pt idx="178">
                  <c:v>14949.004999999999</c:v>
                </c:pt>
                <c:pt idx="179">
                  <c:v>14951.004999999999</c:v>
                </c:pt>
                <c:pt idx="180">
                  <c:v>14959.004999999999</c:v>
                </c:pt>
                <c:pt idx="181">
                  <c:v>14920</c:v>
                </c:pt>
                <c:pt idx="182">
                  <c:v>14918</c:v>
                </c:pt>
                <c:pt idx="183">
                  <c:v>14876</c:v>
                </c:pt>
                <c:pt idx="184">
                  <c:v>14890</c:v>
                </c:pt>
                <c:pt idx="185">
                  <c:v>14867.004999999999</c:v>
                </c:pt>
                <c:pt idx="186">
                  <c:v>14712</c:v>
                </c:pt>
                <c:pt idx="187">
                  <c:v>14784</c:v>
                </c:pt>
                <c:pt idx="188">
                  <c:v>14750</c:v>
                </c:pt>
                <c:pt idx="189">
                  <c:v>14737.004999999999</c:v>
                </c:pt>
                <c:pt idx="190">
                  <c:v>14746</c:v>
                </c:pt>
                <c:pt idx="191">
                  <c:v>14793.004999999999</c:v>
                </c:pt>
                <c:pt idx="192">
                  <c:v>14780</c:v>
                </c:pt>
                <c:pt idx="193">
                  <c:v>14760</c:v>
                </c:pt>
                <c:pt idx="194">
                  <c:v>14766</c:v>
                </c:pt>
                <c:pt idx="195">
                  <c:v>14741.004999999999</c:v>
                </c:pt>
                <c:pt idx="196">
                  <c:v>14729.004999999999</c:v>
                </c:pt>
                <c:pt idx="197">
                  <c:v>14658</c:v>
                </c:pt>
                <c:pt idx="198">
                  <c:v>14697.004999999999</c:v>
                </c:pt>
                <c:pt idx="199">
                  <c:v>14738</c:v>
                </c:pt>
                <c:pt idx="200">
                  <c:v>14697.004999999999</c:v>
                </c:pt>
                <c:pt idx="201">
                  <c:v>14690</c:v>
                </c:pt>
                <c:pt idx="202">
                  <c:v>14718</c:v>
                </c:pt>
                <c:pt idx="203">
                  <c:v>14609.004999999999</c:v>
                </c:pt>
                <c:pt idx="204">
                  <c:v>14557.004999999999</c:v>
                </c:pt>
                <c:pt idx="205">
                  <c:v>14439.004999999999</c:v>
                </c:pt>
                <c:pt idx="206">
                  <c:v>14321.004999999999</c:v>
                </c:pt>
                <c:pt idx="207">
                  <c:v>14172</c:v>
                </c:pt>
                <c:pt idx="208">
                  <c:v>14015.004999999999</c:v>
                </c:pt>
                <c:pt idx="209">
                  <c:v>14076</c:v>
                </c:pt>
                <c:pt idx="210">
                  <c:v>14187.004999999999</c:v>
                </c:pt>
                <c:pt idx="211">
                  <c:v>14222</c:v>
                </c:pt>
                <c:pt idx="212">
                  <c:v>14139.004999999999</c:v>
                </c:pt>
                <c:pt idx="213">
                  <c:v>14073.004999999999</c:v>
                </c:pt>
                <c:pt idx="214">
                  <c:v>14118</c:v>
                </c:pt>
                <c:pt idx="215">
                  <c:v>14167.004999999999</c:v>
                </c:pt>
                <c:pt idx="216">
                  <c:v>14228</c:v>
                </c:pt>
                <c:pt idx="217">
                  <c:v>14164</c:v>
                </c:pt>
                <c:pt idx="218">
                  <c:v>14196</c:v>
                </c:pt>
                <c:pt idx="219">
                  <c:v>14169.004999999999</c:v>
                </c:pt>
                <c:pt idx="220">
                  <c:v>14130</c:v>
                </c:pt>
                <c:pt idx="221">
                  <c:v>14145.004999999999</c:v>
                </c:pt>
                <c:pt idx="222">
                  <c:v>14128</c:v>
                </c:pt>
                <c:pt idx="223">
                  <c:v>14178</c:v>
                </c:pt>
                <c:pt idx="224">
                  <c:v>14164</c:v>
                </c:pt>
                <c:pt idx="225">
                  <c:v>14177.004999999999</c:v>
                </c:pt>
                <c:pt idx="226">
                  <c:v>14182</c:v>
                </c:pt>
                <c:pt idx="227">
                  <c:v>14135.004999999999</c:v>
                </c:pt>
                <c:pt idx="228">
                  <c:v>14164</c:v>
                </c:pt>
                <c:pt idx="229">
                  <c:v>14130</c:v>
                </c:pt>
                <c:pt idx="230">
                  <c:v>14102</c:v>
                </c:pt>
                <c:pt idx="231">
                  <c:v>14158</c:v>
                </c:pt>
                <c:pt idx="232">
                  <c:v>14171.004999999999</c:v>
                </c:pt>
                <c:pt idx="233">
                  <c:v>14151.004999999999</c:v>
                </c:pt>
                <c:pt idx="234">
                  <c:v>14152</c:v>
                </c:pt>
                <c:pt idx="235">
                  <c:v>14146</c:v>
                </c:pt>
                <c:pt idx="236">
                  <c:v>14180</c:v>
                </c:pt>
                <c:pt idx="237">
                  <c:v>14218</c:v>
                </c:pt>
                <c:pt idx="238">
                  <c:v>14282</c:v>
                </c:pt>
                <c:pt idx="239">
                  <c:v>14184</c:v>
                </c:pt>
                <c:pt idx="240">
                  <c:v>14169.004999999999</c:v>
                </c:pt>
                <c:pt idx="241">
                  <c:v>14105.004999999999</c:v>
                </c:pt>
                <c:pt idx="242">
                  <c:v>13903.004999999999</c:v>
                </c:pt>
                <c:pt idx="243">
                  <c:v>13945.004999999999</c:v>
                </c:pt>
                <c:pt idx="244">
                  <c:v>13926</c:v>
                </c:pt>
                <c:pt idx="245">
                  <c:v>13938</c:v>
                </c:pt>
                <c:pt idx="246">
                  <c:v>14058</c:v>
                </c:pt>
                <c:pt idx="247">
                  <c:v>14155.004999999999</c:v>
                </c:pt>
                <c:pt idx="248">
                  <c:v>14231.004999999999</c:v>
                </c:pt>
                <c:pt idx="249">
                  <c:v>14109.004999999999</c:v>
                </c:pt>
                <c:pt idx="250">
                  <c:v>14119.004999999999</c:v>
                </c:pt>
                <c:pt idx="251">
                  <c:v>14068</c:v>
                </c:pt>
                <c:pt idx="252">
                  <c:v>14080</c:v>
                </c:pt>
                <c:pt idx="253">
                  <c:v>14086</c:v>
                </c:pt>
                <c:pt idx="254">
                  <c:v>14065.004999999999</c:v>
                </c:pt>
                <c:pt idx="255">
                  <c:v>14039.004999999999</c:v>
                </c:pt>
                <c:pt idx="256">
                  <c:v>14054</c:v>
                </c:pt>
                <c:pt idx="257">
                  <c:v>14082</c:v>
                </c:pt>
                <c:pt idx="258">
                  <c:v>14086</c:v>
                </c:pt>
                <c:pt idx="259">
                  <c:v>14091.004999999999</c:v>
                </c:pt>
                <c:pt idx="260">
                  <c:v>14119.004999999999</c:v>
                </c:pt>
                <c:pt idx="261">
                  <c:v>14084</c:v>
                </c:pt>
                <c:pt idx="262">
                  <c:v>14042</c:v>
                </c:pt>
                <c:pt idx="263">
                  <c:v>14044</c:v>
                </c:pt>
                <c:pt idx="264">
                  <c:v>14017.004999999999</c:v>
                </c:pt>
                <c:pt idx="265">
                  <c:v>14036</c:v>
                </c:pt>
                <c:pt idx="266">
                  <c:v>14062</c:v>
                </c:pt>
                <c:pt idx="267">
                  <c:v>14000</c:v>
                </c:pt>
                <c:pt idx="268">
                  <c:v>14000</c:v>
                </c:pt>
                <c:pt idx="269">
                  <c:v>13989.004999999999</c:v>
                </c:pt>
                <c:pt idx="270">
                  <c:v>14011.004999999999</c:v>
                </c:pt>
                <c:pt idx="271">
                  <c:v>13946</c:v>
                </c:pt>
                <c:pt idx="272">
                  <c:v>13875.004999999999</c:v>
                </c:pt>
                <c:pt idx="273">
                  <c:v>14019.004999999999</c:v>
                </c:pt>
                <c:pt idx="274">
                  <c:v>14059.004999999999</c:v>
                </c:pt>
                <c:pt idx="275">
                  <c:v>14085.004999999999</c:v>
                </c:pt>
                <c:pt idx="276">
                  <c:v>14098</c:v>
                </c:pt>
                <c:pt idx="277">
                  <c:v>14126</c:v>
                </c:pt>
                <c:pt idx="278">
                  <c:v>14089.004999999999</c:v>
                </c:pt>
                <c:pt idx="279">
                  <c:v>14104</c:v>
                </c:pt>
                <c:pt idx="280">
                  <c:v>14229.004999999999</c:v>
                </c:pt>
                <c:pt idx="281">
                  <c:v>14300</c:v>
                </c:pt>
                <c:pt idx="282">
                  <c:v>14307.004999999999</c:v>
                </c:pt>
                <c:pt idx="283">
                  <c:v>14334</c:v>
                </c:pt>
                <c:pt idx="284">
                  <c:v>14299.004999999999</c:v>
                </c:pt>
                <c:pt idx="285">
                  <c:v>14371.004999999999</c:v>
                </c:pt>
                <c:pt idx="286">
                  <c:v>14390</c:v>
                </c:pt>
                <c:pt idx="287">
                  <c:v>14468</c:v>
                </c:pt>
                <c:pt idx="288">
                  <c:v>14421.004999999999</c:v>
                </c:pt>
                <c:pt idx="289">
                  <c:v>14371.004999999999</c:v>
                </c:pt>
                <c:pt idx="290">
                  <c:v>14418</c:v>
                </c:pt>
                <c:pt idx="291">
                  <c:v>14424</c:v>
                </c:pt>
                <c:pt idx="292">
                  <c:v>14459.004999999999</c:v>
                </c:pt>
                <c:pt idx="293">
                  <c:v>14412</c:v>
                </c:pt>
                <c:pt idx="294">
                  <c:v>14476</c:v>
                </c:pt>
                <c:pt idx="295">
                  <c:v>14456</c:v>
                </c:pt>
                <c:pt idx="296">
                  <c:v>14421.004999999999</c:v>
                </c:pt>
                <c:pt idx="297">
                  <c:v>14455.004999999999</c:v>
                </c:pt>
                <c:pt idx="298">
                  <c:v>14464</c:v>
                </c:pt>
                <c:pt idx="299">
                  <c:v>14446</c:v>
                </c:pt>
                <c:pt idx="300">
                  <c:v>14434</c:v>
                </c:pt>
                <c:pt idx="301">
                  <c:v>14481</c:v>
                </c:pt>
                <c:pt idx="302">
                  <c:v>14572</c:v>
                </c:pt>
                <c:pt idx="303">
                  <c:v>14577</c:v>
                </c:pt>
                <c:pt idx="304">
                  <c:v>14533</c:v>
                </c:pt>
                <c:pt idx="305">
                  <c:v>14519</c:v>
                </c:pt>
                <c:pt idx="306">
                  <c:v>14513</c:v>
                </c:pt>
                <c:pt idx="307">
                  <c:v>14580</c:v>
                </c:pt>
                <c:pt idx="308">
                  <c:v>14580</c:v>
                </c:pt>
                <c:pt idx="309">
                  <c:v>14631</c:v>
                </c:pt>
                <c:pt idx="310">
                  <c:v>14648</c:v>
                </c:pt>
                <c:pt idx="311">
                  <c:v>14633</c:v>
                </c:pt>
                <c:pt idx="312">
                  <c:v>14646</c:v>
                </c:pt>
                <c:pt idx="313">
                  <c:v>14592</c:v>
                </c:pt>
                <c:pt idx="314">
                  <c:v>14568</c:v>
                </c:pt>
                <c:pt idx="315">
                  <c:v>14508</c:v>
                </c:pt>
                <c:pt idx="316">
                  <c:v>14549</c:v>
                </c:pt>
                <c:pt idx="317">
                  <c:v>14530</c:v>
                </c:pt>
                <c:pt idx="318">
                  <c:v>14548</c:v>
                </c:pt>
                <c:pt idx="319">
                  <c:v>14489</c:v>
                </c:pt>
                <c:pt idx="320">
                  <c:v>14497</c:v>
                </c:pt>
                <c:pt idx="321">
                  <c:v>14510</c:v>
                </c:pt>
                <c:pt idx="322">
                  <c:v>14468</c:v>
                </c:pt>
                <c:pt idx="323">
                  <c:v>14453</c:v>
                </c:pt>
                <c:pt idx="324">
                  <c:v>14467</c:v>
                </c:pt>
                <c:pt idx="325">
                  <c:v>14431</c:v>
                </c:pt>
                <c:pt idx="326">
                  <c:v>14439</c:v>
                </c:pt>
                <c:pt idx="327">
                  <c:v>14364</c:v>
                </c:pt>
                <c:pt idx="328">
                  <c:v>14289</c:v>
                </c:pt>
                <c:pt idx="329">
                  <c:v>14198</c:v>
                </c:pt>
                <c:pt idx="330">
                  <c:v>14203</c:v>
                </c:pt>
                <c:pt idx="331">
                  <c:v>14284</c:v>
                </c:pt>
                <c:pt idx="332">
                  <c:v>14300</c:v>
                </c:pt>
                <c:pt idx="333">
                  <c:v>14313</c:v>
                </c:pt>
                <c:pt idx="334">
                  <c:v>14396</c:v>
                </c:pt>
                <c:pt idx="335">
                  <c:v>14375</c:v>
                </c:pt>
                <c:pt idx="336">
                  <c:v>14362</c:v>
                </c:pt>
                <c:pt idx="337">
                  <c:v>14335</c:v>
                </c:pt>
                <c:pt idx="338">
                  <c:v>14312</c:v>
                </c:pt>
                <c:pt idx="339">
                  <c:v>14310</c:v>
                </c:pt>
                <c:pt idx="340">
                  <c:v>14292</c:v>
                </c:pt>
                <c:pt idx="341">
                  <c:v>14276</c:v>
                </c:pt>
                <c:pt idx="342">
                  <c:v>14297</c:v>
                </c:pt>
                <c:pt idx="343">
                  <c:v>14316</c:v>
                </c:pt>
                <c:pt idx="344">
                  <c:v>14271</c:v>
                </c:pt>
                <c:pt idx="345">
                  <c:v>14262</c:v>
                </c:pt>
                <c:pt idx="346">
                  <c:v>14262</c:v>
                </c:pt>
                <c:pt idx="347">
                  <c:v>14240</c:v>
                </c:pt>
                <c:pt idx="348">
                  <c:v>14206</c:v>
                </c:pt>
                <c:pt idx="349">
                  <c:v>14222</c:v>
                </c:pt>
                <c:pt idx="350">
                  <c:v>14244</c:v>
                </c:pt>
                <c:pt idx="351">
                  <c:v>14257</c:v>
                </c:pt>
                <c:pt idx="352">
                  <c:v>14378</c:v>
                </c:pt>
                <c:pt idx="353">
                  <c:v>14403</c:v>
                </c:pt>
                <c:pt idx="354">
                  <c:v>14453</c:v>
                </c:pt>
                <c:pt idx="355">
                  <c:v>14421</c:v>
                </c:pt>
                <c:pt idx="356">
                  <c:v>14454</c:v>
                </c:pt>
                <c:pt idx="357">
                  <c:v>14462</c:v>
                </c:pt>
                <c:pt idx="358">
                  <c:v>14447</c:v>
                </c:pt>
                <c:pt idx="359">
                  <c:v>14472</c:v>
                </c:pt>
                <c:pt idx="360">
                  <c:v>14496</c:v>
                </c:pt>
                <c:pt idx="361">
                  <c:v>14542</c:v>
                </c:pt>
                <c:pt idx="362">
                  <c:v>14539</c:v>
                </c:pt>
                <c:pt idx="363">
                  <c:v>14564</c:v>
                </c:pt>
                <c:pt idx="364">
                  <c:v>14482</c:v>
                </c:pt>
                <c:pt idx="365">
                  <c:v>14468</c:v>
                </c:pt>
                <c:pt idx="366">
                  <c:v>14500</c:v>
                </c:pt>
                <c:pt idx="367">
                  <c:v>14548</c:v>
                </c:pt>
                <c:pt idx="368">
                  <c:v>14548</c:v>
                </c:pt>
                <c:pt idx="369">
                  <c:v>14486</c:v>
                </c:pt>
                <c:pt idx="370">
                  <c:v>14486</c:v>
                </c:pt>
                <c:pt idx="371">
                  <c:v>14493</c:v>
                </c:pt>
                <c:pt idx="372">
                  <c:v>14503</c:v>
                </c:pt>
                <c:pt idx="373">
                  <c:v>14517</c:v>
                </c:pt>
                <c:pt idx="374">
                  <c:v>14524</c:v>
                </c:pt>
                <c:pt idx="375">
                  <c:v>14554</c:v>
                </c:pt>
                <c:pt idx="376">
                  <c:v>14508</c:v>
                </c:pt>
                <c:pt idx="377">
                  <c:v>14501</c:v>
                </c:pt>
                <c:pt idx="378">
                  <c:v>14494</c:v>
                </c:pt>
                <c:pt idx="379">
                  <c:v>14489</c:v>
                </c:pt>
                <c:pt idx="380">
                  <c:v>14498</c:v>
                </c:pt>
                <c:pt idx="381">
                  <c:v>14491</c:v>
                </c:pt>
                <c:pt idx="382">
                  <c:v>14462</c:v>
                </c:pt>
                <c:pt idx="383">
                  <c:v>14456</c:v>
                </c:pt>
                <c:pt idx="384">
                  <c:v>14362</c:v>
                </c:pt>
                <c:pt idx="385">
                  <c:v>14324</c:v>
                </c:pt>
                <c:pt idx="386">
                  <c:v>14342</c:v>
                </c:pt>
                <c:pt idx="387">
                  <c:v>14369</c:v>
                </c:pt>
                <c:pt idx="388">
                  <c:v>14378</c:v>
                </c:pt>
                <c:pt idx="389">
                  <c:v>14397</c:v>
                </c:pt>
                <c:pt idx="390">
                  <c:v>14389</c:v>
                </c:pt>
                <c:pt idx="391">
                  <c:v>14388</c:v>
                </c:pt>
                <c:pt idx="392">
                  <c:v>14383</c:v>
                </c:pt>
                <c:pt idx="393">
                  <c:v>14384</c:v>
                </c:pt>
                <c:pt idx="394">
                  <c:v>14414</c:v>
                </c:pt>
                <c:pt idx="395">
                  <c:v>14464</c:v>
                </c:pt>
                <c:pt idx="396">
                  <c:v>14415</c:v>
                </c:pt>
                <c:pt idx="397">
                  <c:v>14391</c:v>
                </c:pt>
                <c:pt idx="398">
                  <c:v>14408</c:v>
                </c:pt>
                <c:pt idx="399">
                  <c:v>14423</c:v>
                </c:pt>
                <c:pt idx="400">
                  <c:v>14431</c:v>
                </c:pt>
                <c:pt idx="401">
                  <c:v>14374</c:v>
                </c:pt>
                <c:pt idx="402">
                  <c:v>14306</c:v>
                </c:pt>
                <c:pt idx="403">
                  <c:v>14284</c:v>
                </c:pt>
                <c:pt idx="404">
                  <c:v>14281</c:v>
                </c:pt>
                <c:pt idx="405">
                  <c:v>14261</c:v>
                </c:pt>
                <c:pt idx="406">
                  <c:v>14239</c:v>
                </c:pt>
                <c:pt idx="407">
                  <c:v>14195</c:v>
                </c:pt>
                <c:pt idx="408">
                  <c:v>14266</c:v>
                </c:pt>
                <c:pt idx="409">
                  <c:v>14272</c:v>
                </c:pt>
                <c:pt idx="410">
                  <c:v>14225</c:v>
                </c:pt>
                <c:pt idx="411">
                  <c:v>14260</c:v>
                </c:pt>
                <c:pt idx="412">
                  <c:v>14257</c:v>
                </c:pt>
                <c:pt idx="413">
                  <c:v>14252</c:v>
                </c:pt>
                <c:pt idx="414">
                  <c:v>14238</c:v>
                </c:pt>
                <c:pt idx="415">
                  <c:v>14233</c:v>
                </c:pt>
                <c:pt idx="416">
                  <c:v>14251</c:v>
                </c:pt>
                <c:pt idx="417">
                  <c:v>14244</c:v>
                </c:pt>
                <c:pt idx="418">
                  <c:v>14249</c:v>
                </c:pt>
                <c:pt idx="419">
                  <c:v>14256</c:v>
                </c:pt>
                <c:pt idx="420">
                  <c:v>14250</c:v>
                </c:pt>
                <c:pt idx="421">
                  <c:v>14258</c:v>
                </c:pt>
                <c:pt idx="422">
                  <c:v>14269</c:v>
                </c:pt>
                <c:pt idx="423">
                  <c:v>14307</c:v>
                </c:pt>
                <c:pt idx="424">
                  <c:v>14321</c:v>
                </c:pt>
                <c:pt idx="425">
                  <c:v>14315</c:v>
                </c:pt>
                <c:pt idx="426">
                  <c:v>14276</c:v>
                </c:pt>
                <c:pt idx="427">
                  <c:v>14260</c:v>
                </c:pt>
                <c:pt idx="428">
                  <c:v>14245</c:v>
                </c:pt>
                <c:pt idx="429">
                  <c:v>14238</c:v>
                </c:pt>
                <c:pt idx="430">
                  <c:v>14225</c:v>
                </c:pt>
                <c:pt idx="431">
                  <c:v>14210</c:v>
                </c:pt>
                <c:pt idx="432">
                  <c:v>14217</c:v>
                </c:pt>
                <c:pt idx="433">
                  <c:v>14221</c:v>
                </c:pt>
                <c:pt idx="434">
                  <c:v>14155</c:v>
                </c:pt>
                <c:pt idx="435">
                  <c:v>14084</c:v>
                </c:pt>
                <c:pt idx="436">
                  <c:v>14096</c:v>
                </c:pt>
                <c:pt idx="437">
                  <c:v>14080</c:v>
                </c:pt>
                <c:pt idx="438">
                  <c:v>14133</c:v>
                </c:pt>
                <c:pt idx="439">
                  <c:v>14162</c:v>
                </c:pt>
                <c:pt idx="440">
                  <c:v>14183</c:v>
                </c:pt>
                <c:pt idx="441">
                  <c:v>14165</c:v>
                </c:pt>
                <c:pt idx="442">
                  <c:v>14184</c:v>
                </c:pt>
                <c:pt idx="443">
                  <c:v>14199</c:v>
                </c:pt>
                <c:pt idx="444">
                  <c:v>14171</c:v>
                </c:pt>
                <c:pt idx="445">
                  <c:v>14235</c:v>
                </c:pt>
                <c:pt idx="446">
                  <c:v>14261</c:v>
                </c:pt>
                <c:pt idx="447">
                  <c:v>14301</c:v>
                </c:pt>
                <c:pt idx="448">
                  <c:v>14327</c:v>
                </c:pt>
                <c:pt idx="449">
                  <c:v>14374</c:v>
                </c:pt>
                <c:pt idx="450">
                  <c:v>14268</c:v>
                </c:pt>
                <c:pt idx="451">
                  <c:v>14233</c:v>
                </c:pt>
                <c:pt idx="452">
                  <c:v>14253</c:v>
                </c:pt>
                <c:pt idx="453">
                  <c:v>14288</c:v>
                </c:pt>
                <c:pt idx="454">
                  <c:v>14243</c:v>
                </c:pt>
                <c:pt idx="455">
                  <c:v>14206</c:v>
                </c:pt>
                <c:pt idx="456">
                  <c:v>14211</c:v>
                </c:pt>
                <c:pt idx="457">
                  <c:v>14259</c:v>
                </c:pt>
                <c:pt idx="458">
                  <c:v>14231</c:v>
                </c:pt>
                <c:pt idx="459">
                  <c:v>14237</c:v>
                </c:pt>
                <c:pt idx="460">
                  <c:v>14255</c:v>
                </c:pt>
                <c:pt idx="461">
                  <c:v>14272</c:v>
                </c:pt>
                <c:pt idx="462">
                  <c:v>14272</c:v>
                </c:pt>
                <c:pt idx="463">
                  <c:v>14280</c:v>
                </c:pt>
                <c:pt idx="464">
                  <c:v>14280</c:v>
                </c:pt>
                <c:pt idx="465">
                  <c:v>14340</c:v>
                </c:pt>
                <c:pt idx="466">
                  <c:v>14320</c:v>
                </c:pt>
                <c:pt idx="467">
                  <c:v>14353</c:v>
                </c:pt>
                <c:pt idx="468">
                  <c:v>14378</c:v>
                </c:pt>
                <c:pt idx="469">
                  <c:v>14408</c:v>
                </c:pt>
                <c:pt idx="470">
                  <c:v>14441</c:v>
                </c:pt>
                <c:pt idx="471">
                  <c:v>14408</c:v>
                </c:pt>
                <c:pt idx="472">
                  <c:v>14348</c:v>
                </c:pt>
                <c:pt idx="473">
                  <c:v>14351</c:v>
                </c:pt>
                <c:pt idx="474">
                  <c:v>14378</c:v>
                </c:pt>
                <c:pt idx="475">
                  <c:v>14346</c:v>
                </c:pt>
                <c:pt idx="476">
                  <c:v>14348</c:v>
                </c:pt>
                <c:pt idx="477">
                  <c:v>14337</c:v>
                </c:pt>
                <c:pt idx="478">
                  <c:v>14343</c:v>
                </c:pt>
                <c:pt idx="479">
                  <c:v>14343</c:v>
                </c:pt>
                <c:pt idx="480">
                  <c:v>14384</c:v>
                </c:pt>
                <c:pt idx="481">
                  <c:v>14349</c:v>
                </c:pt>
                <c:pt idx="482">
                  <c:v>14264</c:v>
                </c:pt>
                <c:pt idx="483">
                  <c:v>14251</c:v>
                </c:pt>
                <c:pt idx="484">
                  <c:v>14219</c:v>
                </c:pt>
                <c:pt idx="485">
                  <c:v>14225</c:v>
                </c:pt>
                <c:pt idx="486">
                  <c:v>14237</c:v>
                </c:pt>
                <c:pt idx="487">
                  <c:v>14265</c:v>
                </c:pt>
                <c:pt idx="488">
                  <c:v>14269</c:v>
                </c:pt>
                <c:pt idx="489">
                  <c:v>14278</c:v>
                </c:pt>
                <c:pt idx="490">
                  <c:v>14270</c:v>
                </c:pt>
                <c:pt idx="491">
                  <c:v>14310</c:v>
                </c:pt>
                <c:pt idx="492">
                  <c:v>14365</c:v>
                </c:pt>
                <c:pt idx="493">
                  <c:v>14396</c:v>
                </c:pt>
                <c:pt idx="494">
                  <c:v>14360</c:v>
                </c:pt>
                <c:pt idx="495">
                  <c:v>14323</c:v>
                </c:pt>
                <c:pt idx="496">
                  <c:v>14299</c:v>
                </c:pt>
                <c:pt idx="497">
                  <c:v>14302</c:v>
                </c:pt>
                <c:pt idx="498">
                  <c:v>14311</c:v>
                </c:pt>
                <c:pt idx="499">
                  <c:v>14310</c:v>
                </c:pt>
                <c:pt idx="500">
                  <c:v>14323</c:v>
                </c:pt>
                <c:pt idx="501">
                  <c:v>14325</c:v>
                </c:pt>
                <c:pt idx="502">
                  <c:v>14370</c:v>
                </c:pt>
                <c:pt idx="503">
                  <c:v>14354</c:v>
                </c:pt>
                <c:pt idx="504">
                  <c:v>14347</c:v>
                </c:pt>
                <c:pt idx="505">
                  <c:v>14327</c:v>
                </c:pt>
                <c:pt idx="506">
                  <c:v>14358</c:v>
                </c:pt>
                <c:pt idx="507">
                  <c:v>14346</c:v>
                </c:pt>
                <c:pt idx="508">
                  <c:v>14385</c:v>
                </c:pt>
                <c:pt idx="509">
                  <c:v>14381</c:v>
                </c:pt>
                <c:pt idx="510">
                  <c:v>14392</c:v>
                </c:pt>
                <c:pt idx="511">
                  <c:v>14347</c:v>
                </c:pt>
                <c:pt idx="512">
                  <c:v>14381</c:v>
                </c:pt>
                <c:pt idx="513">
                  <c:v>14376</c:v>
                </c:pt>
                <c:pt idx="514">
                  <c:v>14404</c:v>
                </c:pt>
                <c:pt idx="515">
                  <c:v>14385</c:v>
                </c:pt>
                <c:pt idx="516">
                  <c:v>14366</c:v>
                </c:pt>
                <c:pt idx="517">
                  <c:v>14344</c:v>
                </c:pt>
                <c:pt idx="518">
                  <c:v>14359</c:v>
                </c:pt>
                <c:pt idx="519">
                  <c:v>14338</c:v>
                </c:pt>
                <c:pt idx="520">
                  <c:v>14292</c:v>
                </c:pt>
                <c:pt idx="521">
                  <c:v>14278</c:v>
                </c:pt>
                <c:pt idx="522">
                  <c:v>14301</c:v>
                </c:pt>
                <c:pt idx="523">
                  <c:v>14339</c:v>
                </c:pt>
                <c:pt idx="524">
                  <c:v>14329</c:v>
                </c:pt>
                <c:pt idx="525">
                  <c:v>14362</c:v>
                </c:pt>
                <c:pt idx="526">
                  <c:v>14355</c:v>
                </c:pt>
                <c:pt idx="527">
                  <c:v>14371</c:v>
                </c:pt>
                <c:pt idx="528">
                  <c:v>14369</c:v>
                </c:pt>
                <c:pt idx="529">
                  <c:v>14350</c:v>
                </c:pt>
                <c:pt idx="530">
                  <c:v>14373</c:v>
                </c:pt>
                <c:pt idx="531">
                  <c:v>14383</c:v>
                </c:pt>
                <c:pt idx="532">
                  <c:v>14411</c:v>
                </c:pt>
                <c:pt idx="533">
                  <c:v>14394</c:v>
                </c:pt>
                <c:pt idx="534">
                  <c:v>14371</c:v>
                </c:pt>
                <c:pt idx="535">
                  <c:v>14298</c:v>
                </c:pt>
                <c:pt idx="536">
                  <c:v>14306</c:v>
                </c:pt>
                <c:pt idx="537">
                  <c:v>14328</c:v>
                </c:pt>
                <c:pt idx="538">
                  <c:v>14321</c:v>
                </c:pt>
                <c:pt idx="539">
                  <c:v>14311</c:v>
                </c:pt>
                <c:pt idx="540">
                  <c:v>14290</c:v>
                </c:pt>
                <c:pt idx="541">
                  <c:v>14340</c:v>
                </c:pt>
                <c:pt idx="542">
                  <c:v>14341</c:v>
                </c:pt>
                <c:pt idx="543">
                  <c:v>14358</c:v>
                </c:pt>
                <c:pt idx="544">
                  <c:v>14351</c:v>
                </c:pt>
                <c:pt idx="545">
                  <c:v>14361</c:v>
                </c:pt>
                <c:pt idx="546">
                  <c:v>14341</c:v>
                </c:pt>
                <c:pt idx="547">
                  <c:v>14360</c:v>
                </c:pt>
                <c:pt idx="548">
                  <c:v>14364</c:v>
                </c:pt>
                <c:pt idx="549">
                  <c:v>14349</c:v>
                </c:pt>
                <c:pt idx="550">
                  <c:v>14357</c:v>
                </c:pt>
                <c:pt idx="551">
                  <c:v>14364</c:v>
                </c:pt>
                <c:pt idx="552">
                  <c:v>14362</c:v>
                </c:pt>
                <c:pt idx="553">
                  <c:v>14348</c:v>
                </c:pt>
                <c:pt idx="554">
                  <c:v>14364</c:v>
                </c:pt>
                <c:pt idx="555">
                  <c:v>14359</c:v>
                </c:pt>
                <c:pt idx="556">
                  <c:v>14365</c:v>
                </c:pt>
                <c:pt idx="557">
                  <c:v>14370</c:v>
                </c:pt>
                <c:pt idx="558">
                  <c:v>14364</c:v>
                </c:pt>
                <c:pt idx="559">
                  <c:v>14359</c:v>
                </c:pt>
                <c:pt idx="560">
                  <c:v>14349</c:v>
                </c:pt>
                <c:pt idx="561">
                  <c:v>14356</c:v>
                </c:pt>
                <c:pt idx="562">
                  <c:v>14347</c:v>
                </c:pt>
                <c:pt idx="563">
                  <c:v>14351</c:v>
                </c:pt>
                <c:pt idx="564">
                  <c:v>14348</c:v>
                </c:pt>
                <c:pt idx="565">
                  <c:v>14361</c:v>
                </c:pt>
                <c:pt idx="566">
                  <c:v>14452</c:v>
                </c:pt>
                <c:pt idx="567">
                  <c:v>14412</c:v>
                </c:pt>
                <c:pt idx="568">
                  <c:v>14418</c:v>
                </c:pt>
                <c:pt idx="569">
                  <c:v>14480</c:v>
                </c:pt>
                <c:pt idx="570">
                  <c:v>14534</c:v>
                </c:pt>
                <c:pt idx="571">
                  <c:v>14546</c:v>
                </c:pt>
                <c:pt idx="572">
                  <c:v>14546</c:v>
                </c:pt>
                <c:pt idx="573">
                  <c:v>14585</c:v>
                </c:pt>
                <c:pt idx="574">
                  <c:v>14619</c:v>
                </c:pt>
                <c:pt idx="575">
                  <c:v>14651</c:v>
                </c:pt>
                <c:pt idx="576">
                  <c:v>14682</c:v>
                </c:pt>
                <c:pt idx="577">
                  <c:v>14731</c:v>
                </c:pt>
                <c:pt idx="578">
                  <c:v>14661</c:v>
                </c:pt>
                <c:pt idx="579">
                  <c:v>14665</c:v>
                </c:pt>
                <c:pt idx="580">
                  <c:v>14653</c:v>
                </c:pt>
                <c:pt idx="581">
                  <c:v>14645</c:v>
                </c:pt>
                <c:pt idx="582">
                  <c:v>14578</c:v>
                </c:pt>
                <c:pt idx="583">
                  <c:v>14544</c:v>
                </c:pt>
                <c:pt idx="584">
                  <c:v>14592</c:v>
                </c:pt>
                <c:pt idx="585">
                  <c:v>14526</c:v>
                </c:pt>
                <c:pt idx="586">
                  <c:v>14431</c:v>
                </c:pt>
                <c:pt idx="587">
                  <c:v>14462</c:v>
                </c:pt>
                <c:pt idx="588">
                  <c:v>14464</c:v>
                </c:pt>
                <c:pt idx="589">
                  <c:v>14477</c:v>
                </c:pt>
                <c:pt idx="590">
                  <c:v>14555</c:v>
                </c:pt>
                <c:pt idx="591">
                  <c:v>14569</c:v>
                </c:pt>
                <c:pt idx="592">
                  <c:v>14672</c:v>
                </c:pt>
                <c:pt idx="593">
                  <c:v>14729</c:v>
                </c:pt>
                <c:pt idx="594">
                  <c:v>14746</c:v>
                </c:pt>
                <c:pt idx="595">
                  <c:v>14741</c:v>
                </c:pt>
                <c:pt idx="596">
                  <c:v>14828</c:v>
                </c:pt>
                <c:pt idx="597">
                  <c:v>14836</c:v>
                </c:pt>
                <c:pt idx="598">
                  <c:v>14804</c:v>
                </c:pt>
                <c:pt idx="599">
                  <c:v>14860</c:v>
                </c:pt>
                <c:pt idx="600">
                  <c:v>14835</c:v>
                </c:pt>
                <c:pt idx="601">
                  <c:v>14846</c:v>
                </c:pt>
                <c:pt idx="602">
                  <c:v>14802</c:v>
                </c:pt>
                <c:pt idx="603">
                  <c:v>14837</c:v>
                </c:pt>
                <c:pt idx="604">
                  <c:v>14848</c:v>
                </c:pt>
                <c:pt idx="605">
                  <c:v>14882</c:v>
                </c:pt>
                <c:pt idx="606">
                  <c:v>14956</c:v>
                </c:pt>
                <c:pt idx="607">
                  <c:v>14960</c:v>
                </c:pt>
                <c:pt idx="608">
                  <c:v>14990</c:v>
                </c:pt>
                <c:pt idx="609">
                  <c:v>15015</c:v>
                </c:pt>
                <c:pt idx="610">
                  <c:v>14986</c:v>
                </c:pt>
                <c:pt idx="611">
                  <c:v>14981</c:v>
                </c:pt>
                <c:pt idx="612">
                  <c:v>14969</c:v>
                </c:pt>
                <c:pt idx="613">
                  <c:v>14993</c:v>
                </c:pt>
                <c:pt idx="614">
                  <c:v>14985</c:v>
                </c:pt>
                <c:pt idx="615">
                  <c:v>14999</c:v>
                </c:pt>
                <c:pt idx="616">
                  <c:v>14999</c:v>
                </c:pt>
                <c:pt idx="617">
                  <c:v>14986</c:v>
                </c:pt>
                <c:pt idx="618">
                  <c:v>14992</c:v>
                </c:pt>
                <c:pt idx="619">
                  <c:v>14984</c:v>
                </c:pt>
                <c:pt idx="620">
                  <c:v>15017</c:v>
                </c:pt>
                <c:pt idx="621">
                  <c:v>15024</c:v>
                </c:pt>
                <c:pt idx="622">
                  <c:v>14992</c:v>
                </c:pt>
                <c:pt idx="623">
                  <c:v>14984</c:v>
                </c:pt>
                <c:pt idx="624">
                  <c:v>15020</c:v>
                </c:pt>
                <c:pt idx="625">
                  <c:v>14958</c:v>
                </c:pt>
                <c:pt idx="626">
                  <c:v>14860</c:v>
                </c:pt>
                <c:pt idx="627">
                  <c:v>14874</c:v>
                </c:pt>
                <c:pt idx="628">
                  <c:v>14888</c:v>
                </c:pt>
                <c:pt idx="629">
                  <c:v>14917</c:v>
                </c:pt>
                <c:pt idx="630">
                  <c:v>14929</c:v>
                </c:pt>
                <c:pt idx="631">
                  <c:v>14904</c:v>
                </c:pt>
                <c:pt idx="632">
                  <c:v>14915</c:v>
                </c:pt>
                <c:pt idx="633">
                  <c:v>14862</c:v>
                </c:pt>
                <c:pt idx="634">
                  <c:v>14875</c:v>
                </c:pt>
                <c:pt idx="635">
                  <c:v>14799</c:v>
                </c:pt>
                <c:pt idx="636">
                  <c:v>14688</c:v>
                </c:pt>
                <c:pt idx="637">
                  <c:v>14727</c:v>
                </c:pt>
                <c:pt idx="638">
                  <c:v>14767</c:v>
                </c:pt>
                <c:pt idx="639">
                  <c:v>14822</c:v>
                </c:pt>
                <c:pt idx="640">
                  <c:v>14858</c:v>
                </c:pt>
                <c:pt idx="641">
                  <c:v>14882</c:v>
                </c:pt>
                <c:pt idx="642">
                  <c:v>14893</c:v>
                </c:pt>
                <c:pt idx="643">
                  <c:v>14851</c:v>
                </c:pt>
                <c:pt idx="644">
                  <c:v>14827</c:v>
                </c:pt>
                <c:pt idx="645">
                  <c:v>14814</c:v>
                </c:pt>
                <c:pt idx="646">
                  <c:v>14887</c:v>
                </c:pt>
                <c:pt idx="647">
                  <c:v>14875</c:v>
                </c:pt>
                <c:pt idx="648">
                  <c:v>14853</c:v>
                </c:pt>
                <c:pt idx="649">
                  <c:v>14884</c:v>
                </c:pt>
                <c:pt idx="650">
                  <c:v>14900</c:v>
                </c:pt>
                <c:pt idx="651">
                  <c:v>14920</c:v>
                </c:pt>
                <c:pt idx="652">
                  <c:v>14885</c:v>
                </c:pt>
                <c:pt idx="653">
                  <c:v>14927</c:v>
                </c:pt>
                <c:pt idx="654">
                  <c:v>14905</c:v>
                </c:pt>
                <c:pt idx="655">
                  <c:v>14846</c:v>
                </c:pt>
                <c:pt idx="656">
                  <c:v>14839</c:v>
                </c:pt>
                <c:pt idx="657">
                  <c:v>14861</c:v>
                </c:pt>
                <c:pt idx="658">
                  <c:v>14923</c:v>
                </c:pt>
                <c:pt idx="659">
                  <c:v>14899</c:v>
                </c:pt>
                <c:pt idx="660">
                  <c:v>14939</c:v>
                </c:pt>
                <c:pt idx="661">
                  <c:v>14980</c:v>
                </c:pt>
                <c:pt idx="662">
                  <c:v>14975</c:v>
                </c:pt>
                <c:pt idx="663">
                  <c:v>15011</c:v>
                </c:pt>
                <c:pt idx="664">
                  <c:v>15033</c:v>
                </c:pt>
                <c:pt idx="665">
                  <c:v>15035</c:v>
                </c:pt>
                <c:pt idx="666">
                  <c:v>15119</c:v>
                </c:pt>
                <c:pt idx="667">
                  <c:v>15155</c:v>
                </c:pt>
                <c:pt idx="668">
                  <c:v>15243</c:v>
                </c:pt>
                <c:pt idx="669">
                  <c:v>15247</c:v>
                </c:pt>
                <c:pt idx="670">
                  <c:v>15232</c:v>
                </c:pt>
                <c:pt idx="671">
                  <c:v>15293</c:v>
                </c:pt>
                <c:pt idx="672">
                  <c:v>15276</c:v>
                </c:pt>
                <c:pt idx="673">
                  <c:v>15196</c:v>
                </c:pt>
                <c:pt idx="674">
                  <c:v>15197</c:v>
                </c:pt>
                <c:pt idx="675">
                  <c:v>15246</c:v>
                </c:pt>
                <c:pt idx="676">
                  <c:v>15299</c:v>
                </c:pt>
                <c:pt idx="677">
                  <c:v>15362</c:v>
                </c:pt>
                <c:pt idx="678">
                  <c:v>15373</c:v>
                </c:pt>
                <c:pt idx="679">
                  <c:v>15357</c:v>
                </c:pt>
                <c:pt idx="680">
                  <c:v>15390</c:v>
                </c:pt>
                <c:pt idx="681">
                  <c:v>15480</c:v>
                </c:pt>
                <c:pt idx="682">
                  <c:v>15469</c:v>
                </c:pt>
                <c:pt idx="683">
                  <c:v>15491</c:v>
                </c:pt>
                <c:pt idx="684">
                  <c:v>15579</c:v>
                </c:pt>
                <c:pt idx="685">
                  <c:v>15610</c:v>
                </c:pt>
                <c:pt idx="686">
                  <c:v>15590</c:v>
                </c:pt>
                <c:pt idx="687">
                  <c:v>15616</c:v>
                </c:pt>
                <c:pt idx="688">
                  <c:v>15596</c:v>
                </c:pt>
                <c:pt idx="689">
                  <c:v>15573</c:v>
                </c:pt>
                <c:pt idx="690">
                  <c:v>15542</c:v>
                </c:pt>
                <c:pt idx="691">
                  <c:v>15596</c:v>
                </c:pt>
                <c:pt idx="692">
                  <c:v>15647</c:v>
                </c:pt>
                <c:pt idx="693">
                  <c:v>15652</c:v>
                </c:pt>
                <c:pt idx="694">
                  <c:v>15681</c:v>
                </c:pt>
                <c:pt idx="695">
                  <c:v>15736</c:v>
                </c:pt>
                <c:pt idx="696">
                  <c:v>15692</c:v>
                </c:pt>
                <c:pt idx="697">
                  <c:v>15684</c:v>
                </c:pt>
                <c:pt idx="698">
                  <c:v>15654</c:v>
                </c:pt>
                <c:pt idx="699">
                  <c:v>15701</c:v>
                </c:pt>
                <c:pt idx="700">
                  <c:v>15493</c:v>
                </c:pt>
                <c:pt idx="701">
                  <c:v>15499</c:v>
                </c:pt>
                <c:pt idx="702">
                  <c:v>15564</c:v>
                </c:pt>
                <c:pt idx="703">
                  <c:v>15610</c:v>
                </c:pt>
                <c:pt idx="704">
                  <c:v>15687</c:v>
                </c:pt>
                <c:pt idx="705">
                  <c:v>15692</c:v>
                </c:pt>
                <c:pt idx="706">
                  <c:v>15707</c:v>
                </c:pt>
                <c:pt idx="707">
                  <c:v>15716</c:v>
                </c:pt>
                <c:pt idx="708">
                  <c:v>15700</c:v>
                </c:pt>
                <c:pt idx="709">
                  <c:v>15647</c:v>
                </c:pt>
                <c:pt idx="710">
                  <c:v>15668</c:v>
                </c:pt>
                <c:pt idx="711">
                  <c:v>15729</c:v>
                </c:pt>
                <c:pt idx="712">
                  <c:v>15737</c:v>
                </c:pt>
                <c:pt idx="713">
                  <c:v>15742</c:v>
                </c:pt>
                <c:pt idx="714">
                  <c:v>15617</c:v>
                </c:pt>
                <c:pt idx="715">
                  <c:v>15429</c:v>
                </c:pt>
                <c:pt idx="716">
                  <c:v>15409</c:v>
                </c:pt>
                <c:pt idx="717">
                  <c:v>15576</c:v>
                </c:pt>
                <c:pt idx="718">
                  <c:v>15619</c:v>
                </c:pt>
                <c:pt idx="719">
                  <c:v>15624</c:v>
                </c:pt>
                <c:pt idx="720">
                  <c:v>15587</c:v>
                </c:pt>
                <c:pt idx="721">
                  <c:v>15642</c:v>
                </c:pt>
                <c:pt idx="722">
                  <c:v>15661</c:v>
                </c:pt>
                <c:pt idx="723">
                  <c:v>15619</c:v>
                </c:pt>
                <c:pt idx="724">
                  <c:v>15630</c:v>
                </c:pt>
                <c:pt idx="725">
                  <c:v>15617</c:v>
                </c:pt>
                <c:pt idx="726">
                  <c:v>15621</c:v>
                </c:pt>
                <c:pt idx="727">
                  <c:v>15608</c:v>
                </c:pt>
                <c:pt idx="728">
                  <c:v>15601</c:v>
                </c:pt>
                <c:pt idx="729">
                  <c:v>15594</c:v>
                </c:pt>
                <c:pt idx="730">
                  <c:v>15605</c:v>
                </c:pt>
                <c:pt idx="731">
                  <c:v>15636</c:v>
                </c:pt>
                <c:pt idx="732">
                  <c:v>15659</c:v>
                </c:pt>
                <c:pt idx="733">
                  <c:v>15703</c:v>
                </c:pt>
                <c:pt idx="734">
                  <c:v>15731</c:v>
                </c:pt>
                <c:pt idx="735">
                  <c:v>15592</c:v>
                </c:pt>
                <c:pt idx="736">
                  <c:v>15572</c:v>
                </c:pt>
                <c:pt idx="737">
                  <c:v>15590</c:v>
                </c:pt>
                <c:pt idx="738">
                  <c:v>15615</c:v>
                </c:pt>
                <c:pt idx="739">
                  <c:v>15610</c:v>
                </c:pt>
                <c:pt idx="740">
                  <c:v>15635</c:v>
                </c:pt>
                <c:pt idx="741">
                  <c:v>15574</c:v>
                </c:pt>
                <c:pt idx="742">
                  <c:v>15589</c:v>
                </c:pt>
                <c:pt idx="743">
                  <c:v>15527</c:v>
                </c:pt>
                <c:pt idx="744">
                  <c:v>15366</c:v>
                </c:pt>
                <c:pt idx="745">
                  <c:v>15177</c:v>
                </c:pt>
                <c:pt idx="746">
                  <c:v>15019</c:v>
                </c:pt>
                <c:pt idx="747">
                  <c:v>15154</c:v>
                </c:pt>
                <c:pt idx="748">
                  <c:v>15137</c:v>
                </c:pt>
                <c:pt idx="749">
                  <c:v>15113</c:v>
                </c:pt>
                <c:pt idx="750">
                  <c:v>15121</c:v>
                </c:pt>
                <c:pt idx="751">
                  <c:v>14930</c:v>
                </c:pt>
                <c:pt idx="752">
                  <c:v>14958</c:v>
                </c:pt>
                <c:pt idx="753">
                  <c:v>14964</c:v>
                </c:pt>
                <c:pt idx="754">
                  <c:v>14978</c:v>
                </c:pt>
                <c:pt idx="755">
                  <c:v>14979</c:v>
                </c:pt>
                <c:pt idx="756">
                  <c:v>14992</c:v>
                </c:pt>
                <c:pt idx="757">
                  <c:v>14991</c:v>
                </c:pt>
                <c:pt idx="758">
                  <c:v>14868</c:v>
                </c:pt>
                <c:pt idx="759">
                  <c:v>14898</c:v>
                </c:pt>
                <c:pt idx="760">
                  <c:v>15055</c:v>
                </c:pt>
                <c:pt idx="761">
                  <c:v>15139</c:v>
                </c:pt>
                <c:pt idx="762">
                  <c:v>15122</c:v>
                </c:pt>
                <c:pt idx="763">
                  <c:v>15120</c:v>
                </c:pt>
                <c:pt idx="764">
                  <c:v>15140</c:v>
                </c:pt>
                <c:pt idx="765">
                  <c:v>15216</c:v>
                </c:pt>
                <c:pt idx="766">
                  <c:v>15168</c:v>
                </c:pt>
                <c:pt idx="767">
                  <c:v>15194</c:v>
                </c:pt>
                <c:pt idx="768">
                  <c:v>15176</c:v>
                </c:pt>
                <c:pt idx="769">
                  <c:v>15199</c:v>
                </c:pt>
                <c:pt idx="770">
                  <c:v>15168</c:v>
                </c:pt>
                <c:pt idx="771">
                  <c:v>15179</c:v>
                </c:pt>
                <c:pt idx="772">
                  <c:v>15218</c:v>
                </c:pt>
                <c:pt idx="773">
                  <c:v>15187</c:v>
                </c:pt>
                <c:pt idx="774">
                  <c:v>15216</c:v>
                </c:pt>
                <c:pt idx="775">
                  <c:v>15274</c:v>
                </c:pt>
                <c:pt idx="776">
                  <c:v>15240</c:v>
                </c:pt>
                <c:pt idx="777">
                  <c:v>15250</c:v>
                </c:pt>
                <c:pt idx="778">
                  <c:v>15273</c:v>
                </c:pt>
                <c:pt idx="779">
                  <c:v>15306</c:v>
                </c:pt>
                <c:pt idx="780">
                  <c:v>15301</c:v>
                </c:pt>
                <c:pt idx="781">
                  <c:v>15359</c:v>
                </c:pt>
                <c:pt idx="782">
                  <c:v>15451</c:v>
                </c:pt>
                <c:pt idx="783">
                  <c:v>15438</c:v>
                </c:pt>
                <c:pt idx="784">
                  <c:v>15468</c:v>
                </c:pt>
                <c:pt idx="785">
                  <c:v>15374</c:v>
                </c:pt>
                <c:pt idx="786">
                  <c:v>15380</c:v>
                </c:pt>
                <c:pt idx="787">
                  <c:v>15365</c:v>
                </c:pt>
                <c:pt idx="788">
                  <c:v>15418</c:v>
                </c:pt>
                <c:pt idx="789">
                  <c:v>15364</c:v>
                </c:pt>
                <c:pt idx="790">
                  <c:v>15372</c:v>
                </c:pt>
                <c:pt idx="791">
                  <c:v>15349</c:v>
                </c:pt>
                <c:pt idx="792">
                  <c:v>15189</c:v>
                </c:pt>
                <c:pt idx="793">
                  <c:v>15174</c:v>
                </c:pt>
                <c:pt idx="794">
                  <c:v>15088</c:v>
                </c:pt>
                <c:pt idx="795">
                  <c:v>15094</c:v>
                </c:pt>
                <c:pt idx="796">
                  <c:v>15062</c:v>
                </c:pt>
                <c:pt idx="797">
                  <c:v>14977</c:v>
                </c:pt>
                <c:pt idx="798">
                  <c:v>14990</c:v>
                </c:pt>
                <c:pt idx="799">
                  <c:v>14913</c:v>
                </c:pt>
                <c:pt idx="800">
                  <c:v>14933</c:v>
                </c:pt>
                <c:pt idx="801">
                  <c:v>14943</c:v>
                </c:pt>
                <c:pt idx="802">
                  <c:v>14905</c:v>
                </c:pt>
                <c:pt idx="803">
                  <c:v>14888</c:v>
                </c:pt>
                <c:pt idx="804">
                  <c:v>14866</c:v>
                </c:pt>
                <c:pt idx="805">
                  <c:v>14792</c:v>
                </c:pt>
                <c:pt idx="806">
                  <c:v>14666</c:v>
                </c:pt>
                <c:pt idx="807">
                  <c:v>14773</c:v>
                </c:pt>
                <c:pt idx="808">
                  <c:v>14855</c:v>
                </c:pt>
                <c:pt idx="809">
                  <c:v>14882</c:v>
                </c:pt>
                <c:pt idx="810">
                  <c:v>14751</c:v>
                </c:pt>
                <c:pt idx="811">
                  <c:v>14661</c:v>
                </c:pt>
                <c:pt idx="812">
                  <c:v>14703</c:v>
                </c:pt>
                <c:pt idx="813">
                  <c:v>14706</c:v>
                </c:pt>
                <c:pt idx="814">
                  <c:v>14632</c:v>
                </c:pt>
                <c:pt idx="815">
                  <c:v>14674</c:v>
                </c:pt>
                <c:pt idx="816">
                  <c:v>14709</c:v>
                </c:pt>
                <c:pt idx="817">
                  <c:v>14757</c:v>
                </c:pt>
                <c:pt idx="818">
                  <c:v>14746</c:v>
                </c:pt>
                <c:pt idx="819">
                  <c:v>14722</c:v>
                </c:pt>
                <c:pt idx="820">
                  <c:v>14752</c:v>
                </c:pt>
                <c:pt idx="821">
                  <c:v>14812</c:v>
                </c:pt>
                <c:pt idx="822">
                  <c:v>14810</c:v>
                </c:pt>
                <c:pt idx="823">
                  <c:v>14875</c:v>
                </c:pt>
                <c:pt idx="824">
                  <c:v>14936</c:v>
                </c:pt>
                <c:pt idx="825">
                  <c:v>14897</c:v>
                </c:pt>
                <c:pt idx="826">
                  <c:v>14878</c:v>
                </c:pt>
                <c:pt idx="827">
                  <c:v>14905</c:v>
                </c:pt>
                <c:pt idx="828">
                  <c:v>14952</c:v>
                </c:pt>
                <c:pt idx="829">
                  <c:v>14959</c:v>
                </c:pt>
                <c:pt idx="830">
                  <c:v>14973</c:v>
                </c:pt>
                <c:pt idx="831">
                  <c:v>14969</c:v>
                </c:pt>
                <c:pt idx="832">
                  <c:v>15003</c:v>
                </c:pt>
                <c:pt idx="833">
                  <c:v>14888</c:v>
                </c:pt>
                <c:pt idx="834">
                  <c:v>14839</c:v>
                </c:pt>
                <c:pt idx="835">
                  <c:v>14875</c:v>
                </c:pt>
                <c:pt idx="836">
                  <c:v>14903</c:v>
                </c:pt>
                <c:pt idx="837">
                  <c:v>14853</c:v>
                </c:pt>
                <c:pt idx="838">
                  <c:v>14874</c:v>
                </c:pt>
                <c:pt idx="839">
                  <c:v>14868</c:v>
                </c:pt>
                <c:pt idx="840">
                  <c:v>14895</c:v>
                </c:pt>
                <c:pt idx="841">
                  <c:v>14943</c:v>
                </c:pt>
                <c:pt idx="842">
                  <c:v>14945</c:v>
                </c:pt>
                <c:pt idx="843">
                  <c:v>14994</c:v>
                </c:pt>
                <c:pt idx="844">
                  <c:v>15040</c:v>
                </c:pt>
                <c:pt idx="845">
                  <c:v>14982</c:v>
                </c:pt>
                <c:pt idx="846">
                  <c:v>14918</c:v>
                </c:pt>
                <c:pt idx="847">
                  <c:v>14998</c:v>
                </c:pt>
                <c:pt idx="848">
                  <c:v>15026</c:v>
                </c:pt>
                <c:pt idx="849">
                  <c:v>15000</c:v>
                </c:pt>
                <c:pt idx="850">
                  <c:v>15034</c:v>
                </c:pt>
                <c:pt idx="851">
                  <c:v>15018</c:v>
                </c:pt>
                <c:pt idx="852">
                  <c:v>15013</c:v>
                </c:pt>
                <c:pt idx="853">
                  <c:v>15062</c:v>
                </c:pt>
                <c:pt idx="854">
                  <c:v>15136</c:v>
                </c:pt>
                <c:pt idx="855">
                  <c:v>15192</c:v>
                </c:pt>
                <c:pt idx="856">
                  <c:v>15162</c:v>
                </c:pt>
                <c:pt idx="857">
                  <c:v>15084</c:v>
                </c:pt>
                <c:pt idx="858">
                  <c:v>14978</c:v>
                </c:pt>
                <c:pt idx="859">
                  <c:v>14945</c:v>
                </c:pt>
                <c:pt idx="860">
                  <c:v>15007</c:v>
                </c:pt>
                <c:pt idx="861">
                  <c:v>14994</c:v>
                </c:pt>
                <c:pt idx="862">
                  <c:v>14991</c:v>
                </c:pt>
                <c:pt idx="863">
                  <c:v>15026</c:v>
                </c:pt>
                <c:pt idx="864">
                  <c:v>15028</c:v>
                </c:pt>
                <c:pt idx="865">
                  <c:v>15007</c:v>
                </c:pt>
                <c:pt idx="866">
                  <c:v>15032</c:v>
                </c:pt>
                <c:pt idx="867">
                  <c:v>15003</c:v>
                </c:pt>
                <c:pt idx="868">
                  <c:v>15083</c:v>
                </c:pt>
                <c:pt idx="869">
                  <c:v>15092</c:v>
                </c:pt>
                <c:pt idx="870">
                  <c:v>15117</c:v>
                </c:pt>
                <c:pt idx="871">
                  <c:v>15171</c:v>
                </c:pt>
                <c:pt idx="872">
                  <c:v>15198</c:v>
                </c:pt>
                <c:pt idx="873">
                  <c:v>15168</c:v>
                </c:pt>
                <c:pt idx="874">
                  <c:v>15178</c:v>
                </c:pt>
                <c:pt idx="875">
                  <c:v>15229</c:v>
                </c:pt>
                <c:pt idx="876">
                  <c:v>15206</c:v>
                </c:pt>
                <c:pt idx="877">
                  <c:v>15204</c:v>
                </c:pt>
                <c:pt idx="878">
                  <c:v>15225</c:v>
                </c:pt>
                <c:pt idx="879">
                  <c:v>15323</c:v>
                </c:pt>
                <c:pt idx="880">
                  <c:v>15346</c:v>
                </c:pt>
                <c:pt idx="881">
                  <c:v>15308</c:v>
                </c:pt>
                <c:pt idx="882">
                  <c:v>15308</c:v>
                </c:pt>
                <c:pt idx="883">
                  <c:v>15329</c:v>
                </c:pt>
                <c:pt idx="884">
                  <c:v>15326</c:v>
                </c:pt>
                <c:pt idx="885">
                  <c:v>15319</c:v>
                </c:pt>
                <c:pt idx="886">
                  <c:v>15253</c:v>
                </c:pt>
                <c:pt idx="887">
                  <c:v>15297</c:v>
                </c:pt>
                <c:pt idx="888">
                  <c:v>15294</c:v>
                </c:pt>
                <c:pt idx="889">
                  <c:v>15263</c:v>
                </c:pt>
                <c:pt idx="890">
                  <c:v>15239</c:v>
                </c:pt>
                <c:pt idx="891">
                  <c:v>15237</c:v>
                </c:pt>
                <c:pt idx="892">
                  <c:v>15252</c:v>
                </c:pt>
                <c:pt idx="893">
                  <c:v>15247</c:v>
                </c:pt>
                <c:pt idx="894">
                  <c:v>15260</c:v>
                </c:pt>
                <c:pt idx="895">
                  <c:v>15307</c:v>
                </c:pt>
                <c:pt idx="896">
                  <c:v>15334</c:v>
                </c:pt>
                <c:pt idx="897">
                  <c:v>15341</c:v>
                </c:pt>
                <c:pt idx="898">
                  <c:v>15352</c:v>
                </c:pt>
                <c:pt idx="899">
                  <c:v>15344</c:v>
                </c:pt>
                <c:pt idx="900">
                  <c:v>15367</c:v>
                </c:pt>
                <c:pt idx="901">
                  <c:v>15357</c:v>
                </c:pt>
                <c:pt idx="902">
                  <c:v>15367</c:v>
                </c:pt>
                <c:pt idx="903">
                  <c:v>15373</c:v>
                </c:pt>
                <c:pt idx="904">
                  <c:v>15381</c:v>
                </c:pt>
                <c:pt idx="905">
                  <c:v>15396</c:v>
                </c:pt>
                <c:pt idx="906">
                  <c:v>15397</c:v>
                </c:pt>
                <c:pt idx="907">
                  <c:v>15383</c:v>
                </c:pt>
                <c:pt idx="908">
                  <c:v>15399</c:v>
                </c:pt>
                <c:pt idx="909">
                  <c:v>15464</c:v>
                </c:pt>
                <c:pt idx="910">
                  <c:v>15526</c:v>
                </c:pt>
                <c:pt idx="911">
                  <c:v>15487</c:v>
                </c:pt>
                <c:pt idx="912">
                  <c:v>15519</c:v>
                </c:pt>
                <c:pt idx="913">
                  <c:v>15600</c:v>
                </c:pt>
                <c:pt idx="914">
                  <c:v>15636</c:v>
                </c:pt>
                <c:pt idx="915">
                  <c:v>15601</c:v>
                </c:pt>
                <c:pt idx="916">
                  <c:v>15628</c:v>
                </c:pt>
                <c:pt idx="917">
                  <c:v>15675</c:v>
                </c:pt>
                <c:pt idx="918">
                  <c:v>15708</c:v>
                </c:pt>
                <c:pt idx="919">
                  <c:v>15710</c:v>
                </c:pt>
                <c:pt idx="920">
                  <c:v>15702</c:v>
                </c:pt>
                <c:pt idx="921">
                  <c:v>15709</c:v>
                </c:pt>
                <c:pt idx="922">
                  <c:v>15716</c:v>
                </c:pt>
                <c:pt idx="923">
                  <c:v>15718</c:v>
                </c:pt>
                <c:pt idx="924">
                  <c:v>15731</c:v>
                </c:pt>
                <c:pt idx="925">
                  <c:v>15838</c:v>
                </c:pt>
                <c:pt idx="926">
                  <c:v>15856</c:v>
                </c:pt>
                <c:pt idx="927">
                  <c:v>15943</c:v>
                </c:pt>
                <c:pt idx="928">
                  <c:v>15869</c:v>
                </c:pt>
                <c:pt idx="929">
                  <c:v>15871</c:v>
                </c:pt>
                <c:pt idx="930">
                  <c:v>15933</c:v>
                </c:pt>
                <c:pt idx="931">
                  <c:v>15941</c:v>
                </c:pt>
                <c:pt idx="932">
                  <c:v>15916</c:v>
                </c:pt>
                <c:pt idx="933">
                  <c:v>15897</c:v>
                </c:pt>
                <c:pt idx="934">
                  <c:v>15946</c:v>
                </c:pt>
                <c:pt idx="935">
                  <c:v>15861</c:v>
                </c:pt>
                <c:pt idx="936">
                  <c:v>15771</c:v>
                </c:pt>
                <c:pt idx="937">
                  <c:v>15550</c:v>
                </c:pt>
                <c:pt idx="938">
                  <c:v>15593</c:v>
                </c:pt>
                <c:pt idx="939">
                  <c:v>15629</c:v>
                </c:pt>
                <c:pt idx="940">
                  <c:v>15649</c:v>
                </c:pt>
                <c:pt idx="941">
                  <c:v>15693</c:v>
                </c:pt>
                <c:pt idx="942">
                  <c:v>15713</c:v>
                </c:pt>
                <c:pt idx="943">
                  <c:v>15699</c:v>
                </c:pt>
                <c:pt idx="944">
                  <c:v>15503</c:v>
                </c:pt>
                <c:pt idx="945">
                  <c:v>15595</c:v>
                </c:pt>
                <c:pt idx="946">
                  <c:v>15504</c:v>
                </c:pt>
                <c:pt idx="947">
                  <c:v>15419</c:v>
                </c:pt>
                <c:pt idx="948">
                  <c:v>15436</c:v>
                </c:pt>
                <c:pt idx="949">
                  <c:v>15584</c:v>
                </c:pt>
                <c:pt idx="950">
                  <c:v>15593</c:v>
                </c:pt>
                <c:pt idx="951">
                  <c:v>15587</c:v>
                </c:pt>
                <c:pt idx="952">
                  <c:v>15527</c:v>
                </c:pt>
                <c:pt idx="953">
                  <c:v>15450</c:v>
                </c:pt>
                <c:pt idx="954">
                  <c:v>15384</c:v>
                </c:pt>
                <c:pt idx="955">
                  <c:v>15484</c:v>
                </c:pt>
                <c:pt idx="956">
                  <c:v>15524</c:v>
                </c:pt>
                <c:pt idx="957">
                  <c:v>15446</c:v>
                </c:pt>
                <c:pt idx="958">
                  <c:v>15504</c:v>
                </c:pt>
                <c:pt idx="959">
                  <c:v>15504</c:v>
                </c:pt>
                <c:pt idx="960">
                  <c:v>15536</c:v>
                </c:pt>
                <c:pt idx="961">
                  <c:v>15500</c:v>
                </c:pt>
                <c:pt idx="962">
                  <c:v>15614</c:v>
                </c:pt>
                <c:pt idx="963">
                  <c:v>15631</c:v>
                </c:pt>
                <c:pt idx="964">
                  <c:v>15629</c:v>
                </c:pt>
                <c:pt idx="965">
                  <c:v>15493</c:v>
                </c:pt>
                <c:pt idx="966">
                  <c:v>15503</c:v>
                </c:pt>
                <c:pt idx="967">
                  <c:v>15516</c:v>
                </c:pt>
                <c:pt idx="968">
                  <c:v>15506</c:v>
                </c:pt>
                <c:pt idx="969">
                  <c:v>15512</c:v>
                </c:pt>
                <c:pt idx="970">
                  <c:v>15533</c:v>
                </c:pt>
                <c:pt idx="971">
                  <c:v>15489</c:v>
                </c:pt>
                <c:pt idx="972">
                  <c:v>15414</c:v>
                </c:pt>
                <c:pt idx="973">
                  <c:v>15416</c:v>
                </c:pt>
                <c:pt idx="974">
                  <c:v>15439</c:v>
                </c:pt>
                <c:pt idx="975">
                  <c:v>15473</c:v>
                </c:pt>
                <c:pt idx="976">
                  <c:v>15495</c:v>
                </c:pt>
                <c:pt idx="977">
                  <c:v>15525</c:v>
                </c:pt>
                <c:pt idx="978">
                  <c:v>15518</c:v>
                </c:pt>
                <c:pt idx="979">
                  <c:v>15522</c:v>
                </c:pt>
                <c:pt idx="980">
                  <c:v>15518</c:v>
                </c:pt>
                <c:pt idx="981">
                  <c:v>15568</c:v>
                </c:pt>
                <c:pt idx="982">
                  <c:v>15558</c:v>
                </c:pt>
                <c:pt idx="983">
                  <c:v>15559</c:v>
                </c:pt>
                <c:pt idx="984">
                  <c:v>15555</c:v>
                </c:pt>
                <c:pt idx="985">
                  <c:v>15592</c:v>
                </c:pt>
                <c:pt idx="986">
                  <c:v>15639</c:v>
                </c:pt>
                <c:pt idx="987">
                  <c:v>15630</c:v>
                </c:pt>
                <c:pt idx="988">
                  <c:v>15628</c:v>
                </c:pt>
                <c:pt idx="989">
                  <c:v>15627</c:v>
                </c:pt>
                <c:pt idx="990">
                  <c:v>15656</c:v>
                </c:pt>
                <c:pt idx="991">
                  <c:v>15719</c:v>
                </c:pt>
                <c:pt idx="992">
                  <c:v>15767</c:v>
                </c:pt>
                <c:pt idx="993">
                  <c:v>15829</c:v>
                </c:pt>
                <c:pt idx="994">
                  <c:v>15825</c:v>
                </c:pt>
                <c:pt idx="995">
                  <c:v>15796</c:v>
                </c:pt>
                <c:pt idx="996">
                  <c:v>15803</c:v>
                </c:pt>
                <c:pt idx="997">
                  <c:v>15775</c:v>
                </c:pt>
                <c:pt idx="998">
                  <c:v>15688</c:v>
                </c:pt>
                <c:pt idx="999">
                  <c:v>15705</c:v>
                </c:pt>
                <c:pt idx="1000">
                  <c:v>15734</c:v>
                </c:pt>
                <c:pt idx="1001">
                  <c:v>15685</c:v>
                </c:pt>
                <c:pt idx="1002">
                  <c:v>15612</c:v>
                </c:pt>
                <c:pt idx="1003">
                  <c:v>15585</c:v>
                </c:pt>
                <c:pt idx="1004">
                  <c:v>15606</c:v>
                </c:pt>
                <c:pt idx="1005">
                  <c:v>15654</c:v>
                </c:pt>
                <c:pt idx="1006">
                  <c:v>15630</c:v>
                </c:pt>
                <c:pt idx="1007">
                  <c:v>15659</c:v>
                </c:pt>
                <c:pt idx="1008">
                  <c:v>15658</c:v>
                </c:pt>
                <c:pt idx="1009">
                  <c:v>15630</c:v>
                </c:pt>
                <c:pt idx="1010">
                  <c:v>15589</c:v>
                </c:pt>
                <c:pt idx="1011">
                  <c:v>15635</c:v>
                </c:pt>
                <c:pt idx="1012">
                  <c:v>15655</c:v>
                </c:pt>
                <c:pt idx="1013">
                  <c:v>15673</c:v>
                </c:pt>
                <c:pt idx="1014">
                  <c:v>15715</c:v>
                </c:pt>
                <c:pt idx="1015">
                  <c:v>15696</c:v>
                </c:pt>
                <c:pt idx="1016">
                  <c:v>15723</c:v>
                </c:pt>
                <c:pt idx="1017">
                  <c:v>15756</c:v>
                </c:pt>
                <c:pt idx="1018">
                  <c:v>15723</c:v>
                </c:pt>
                <c:pt idx="1019">
                  <c:v>15658</c:v>
                </c:pt>
                <c:pt idx="1020">
                  <c:v>15603</c:v>
                </c:pt>
                <c:pt idx="1021">
                  <c:v>15576</c:v>
                </c:pt>
                <c:pt idx="1022">
                  <c:v>15582</c:v>
                </c:pt>
                <c:pt idx="1023">
                  <c:v>15624</c:v>
                </c:pt>
                <c:pt idx="1024">
                  <c:v>15672</c:v>
                </c:pt>
                <c:pt idx="1025">
                  <c:v>15712</c:v>
                </c:pt>
                <c:pt idx="1026">
                  <c:v>15727</c:v>
                </c:pt>
                <c:pt idx="1027">
                  <c:v>15662</c:v>
                </c:pt>
                <c:pt idx="1028">
                  <c:v>15773</c:v>
                </c:pt>
                <c:pt idx="1029">
                  <c:v>15795</c:v>
                </c:pt>
                <c:pt idx="1030">
                  <c:v>15797</c:v>
                </c:pt>
                <c:pt idx="1031">
                  <c:v>15853</c:v>
                </c:pt>
                <c:pt idx="1032">
                  <c:v>15873</c:v>
                </c:pt>
                <c:pt idx="1033">
                  <c:v>15909</c:v>
                </c:pt>
                <c:pt idx="1034">
                  <c:v>15934</c:v>
                </c:pt>
                <c:pt idx="1035">
                  <c:v>15923</c:v>
                </c:pt>
                <c:pt idx="1036">
                  <c:v>15907</c:v>
                </c:pt>
                <c:pt idx="1037">
                  <c:v>15873</c:v>
                </c:pt>
                <c:pt idx="1038">
                  <c:v>16176</c:v>
                </c:pt>
                <c:pt idx="1039">
                  <c:v>16240</c:v>
                </c:pt>
                <c:pt idx="1040">
                  <c:v>16177</c:v>
                </c:pt>
                <c:pt idx="1041">
                  <c:v>16280</c:v>
                </c:pt>
                <c:pt idx="1042">
                  <c:v>16224</c:v>
                </c:pt>
                <c:pt idx="1043">
                  <c:v>16244</c:v>
                </c:pt>
                <c:pt idx="1044">
                  <c:v>16161</c:v>
                </c:pt>
                <c:pt idx="1045">
                  <c:v>16208</c:v>
                </c:pt>
                <c:pt idx="1046">
                  <c:v>16222</c:v>
                </c:pt>
                <c:pt idx="1047">
                  <c:v>16249</c:v>
                </c:pt>
                <c:pt idx="1048">
                  <c:v>16276</c:v>
                </c:pt>
                <c:pt idx="1049">
                  <c:v>16202</c:v>
                </c:pt>
                <c:pt idx="1050">
                  <c:v>16094</c:v>
                </c:pt>
                <c:pt idx="1051">
                  <c:v>16025</c:v>
                </c:pt>
                <c:pt idx="1052">
                  <c:v>16054</c:v>
                </c:pt>
                <c:pt idx="1053">
                  <c:v>16081</c:v>
                </c:pt>
                <c:pt idx="1054">
                  <c:v>16085</c:v>
                </c:pt>
                <c:pt idx="1055">
                  <c:v>16131</c:v>
                </c:pt>
                <c:pt idx="1056">
                  <c:v>16070</c:v>
                </c:pt>
                <c:pt idx="1057">
                  <c:v>15944</c:v>
                </c:pt>
                <c:pt idx="1058">
                  <c:v>15978</c:v>
                </c:pt>
                <c:pt idx="1059">
                  <c:v>15980</c:v>
                </c:pt>
                <c:pt idx="1060">
                  <c:v>16024</c:v>
                </c:pt>
                <c:pt idx="1061">
                  <c:v>15995</c:v>
                </c:pt>
                <c:pt idx="1062">
                  <c:v>16064</c:v>
                </c:pt>
                <c:pt idx="1063">
                  <c:v>16095</c:v>
                </c:pt>
                <c:pt idx="1064">
                  <c:v>16160</c:v>
                </c:pt>
                <c:pt idx="1065">
                  <c:v>16253</c:v>
                </c:pt>
                <c:pt idx="1066">
                  <c:v>16251</c:v>
                </c:pt>
                <c:pt idx="1067">
                  <c:v>16225</c:v>
                </c:pt>
                <c:pt idx="1068">
                  <c:v>16220</c:v>
                </c:pt>
                <c:pt idx="1069">
                  <c:v>16282</c:v>
                </c:pt>
                <c:pt idx="1070">
                  <c:v>16279</c:v>
                </c:pt>
                <c:pt idx="1071">
                  <c:v>16218</c:v>
                </c:pt>
                <c:pt idx="1072">
                  <c:v>16290</c:v>
                </c:pt>
                <c:pt idx="1073">
                  <c:v>16295</c:v>
                </c:pt>
                <c:pt idx="1074">
                  <c:v>16297</c:v>
                </c:pt>
                <c:pt idx="1075">
                  <c:v>16286</c:v>
                </c:pt>
                <c:pt idx="1076">
                  <c:v>16374</c:v>
                </c:pt>
                <c:pt idx="1077">
                  <c:v>16368</c:v>
                </c:pt>
                <c:pt idx="1078">
                  <c:v>16420</c:v>
                </c:pt>
                <c:pt idx="1079">
                  <c:v>16458</c:v>
                </c:pt>
                <c:pt idx="1080">
                  <c:v>16431</c:v>
                </c:pt>
                <c:pt idx="1081">
                  <c:v>16379</c:v>
                </c:pt>
                <c:pt idx="1082">
                  <c:v>16435</c:v>
                </c:pt>
                <c:pt idx="1083">
                  <c:v>16421</c:v>
                </c:pt>
                <c:pt idx="1084">
                  <c:v>16394</c:v>
                </c:pt>
                <c:pt idx="1085">
                  <c:v>16355</c:v>
                </c:pt>
                <c:pt idx="1086">
                  <c:v>16384</c:v>
                </c:pt>
                <c:pt idx="1087">
                  <c:v>16387</c:v>
                </c:pt>
                <c:pt idx="1088">
                  <c:v>16341</c:v>
                </c:pt>
                <c:pt idx="1089">
                  <c:v>16312</c:v>
                </c:pt>
                <c:pt idx="1090">
                  <c:v>16265</c:v>
                </c:pt>
                <c:pt idx="1091">
                  <c:v>16281</c:v>
                </c:pt>
                <c:pt idx="1092">
                  <c:v>16256</c:v>
                </c:pt>
                <c:pt idx="1093">
                  <c:v>16200</c:v>
                </c:pt>
                <c:pt idx="1094">
                  <c:v>16154</c:v>
                </c:pt>
                <c:pt idx="1095">
                  <c:v>16174</c:v>
                </c:pt>
                <c:pt idx="1096">
                  <c:v>16203</c:v>
                </c:pt>
                <c:pt idx="1097">
                  <c:v>16129</c:v>
                </c:pt>
                <c:pt idx="1098">
                  <c:v>16160</c:v>
                </c:pt>
                <c:pt idx="1099">
                  <c:v>16199</c:v>
                </c:pt>
                <c:pt idx="1100">
                  <c:v>16228</c:v>
                </c:pt>
                <c:pt idx="1101">
                  <c:v>16204</c:v>
                </c:pt>
                <c:pt idx="1102">
                  <c:v>16224</c:v>
                </c:pt>
                <c:pt idx="1103">
                  <c:v>16268</c:v>
                </c:pt>
                <c:pt idx="1104">
                  <c:v>16294</c:v>
                </c:pt>
                <c:pt idx="1105">
                  <c:v>16286</c:v>
                </c:pt>
                <c:pt idx="1106">
                  <c:v>16320</c:v>
                </c:pt>
                <c:pt idx="1107">
                  <c:v>16294</c:v>
                </c:pt>
                <c:pt idx="1108">
                  <c:v>16243</c:v>
                </c:pt>
                <c:pt idx="1109">
                  <c:v>16234</c:v>
                </c:pt>
                <c:pt idx="1110">
                  <c:v>16154</c:v>
                </c:pt>
                <c:pt idx="1111">
                  <c:v>16183</c:v>
                </c:pt>
                <c:pt idx="1112">
                  <c:v>16100</c:v>
                </c:pt>
                <c:pt idx="1113">
                  <c:v>15952</c:v>
                </c:pt>
                <c:pt idx="1114">
                  <c:v>15914</c:v>
                </c:pt>
                <c:pt idx="1115">
                  <c:v>15963</c:v>
                </c:pt>
                <c:pt idx="1116">
                  <c:v>15885</c:v>
                </c:pt>
                <c:pt idx="1117">
                  <c:v>15691</c:v>
                </c:pt>
                <c:pt idx="1118">
                  <c:v>15687</c:v>
                </c:pt>
                <c:pt idx="1119">
                  <c:v>15716</c:v>
                </c:pt>
                <c:pt idx="1120">
                  <c:v>15591</c:v>
                </c:pt>
                <c:pt idx="1121">
                  <c:v>15480</c:v>
                </c:pt>
                <c:pt idx="1122">
                  <c:v>15456</c:v>
                </c:pt>
                <c:pt idx="1123">
                  <c:v>15579</c:v>
                </c:pt>
                <c:pt idx="1124">
                  <c:v>15554</c:v>
                </c:pt>
                <c:pt idx="1125">
                  <c:v>15380</c:v>
                </c:pt>
                <c:pt idx="1126">
                  <c:v>15509</c:v>
                </c:pt>
                <c:pt idx="1127">
                  <c:v>15476</c:v>
                </c:pt>
                <c:pt idx="1128">
                  <c:v>15409</c:v>
                </c:pt>
                <c:pt idx="1129">
                  <c:v>15473</c:v>
                </c:pt>
                <c:pt idx="1130">
                  <c:v>15536</c:v>
                </c:pt>
                <c:pt idx="1131">
                  <c:v>15557</c:v>
                </c:pt>
                <c:pt idx="1132">
                  <c:v>15490</c:v>
                </c:pt>
                <c:pt idx="1133">
                  <c:v>15410</c:v>
                </c:pt>
                <c:pt idx="1134">
                  <c:v>15372</c:v>
                </c:pt>
                <c:pt idx="1135">
                  <c:v>15446</c:v>
                </c:pt>
                <c:pt idx="1136">
                  <c:v>15447</c:v>
                </c:pt>
                <c:pt idx="1137">
                  <c:v>15415</c:v>
                </c:pt>
                <c:pt idx="1138">
                  <c:v>15421</c:v>
                </c:pt>
                <c:pt idx="1139">
                  <c:v>15405</c:v>
                </c:pt>
                <c:pt idx="1140">
                  <c:v>15338</c:v>
                </c:pt>
                <c:pt idx="1141">
                  <c:v>15350</c:v>
                </c:pt>
                <c:pt idx="1142">
                  <c:v>15287</c:v>
                </c:pt>
                <c:pt idx="1143">
                  <c:v>15100</c:v>
                </c:pt>
                <c:pt idx="1144">
                  <c:v>15191</c:v>
                </c:pt>
                <c:pt idx="1145">
                  <c:v>15186</c:v>
                </c:pt>
                <c:pt idx="1146">
                  <c:v>15092</c:v>
                </c:pt>
                <c:pt idx="1147">
                  <c:v>15171</c:v>
                </c:pt>
                <c:pt idx="1148">
                  <c:v>15138</c:v>
                </c:pt>
                <c:pt idx="1149">
                  <c:v>15144</c:v>
                </c:pt>
                <c:pt idx="1150">
                  <c:v>15204</c:v>
                </c:pt>
                <c:pt idx="1151">
                  <c:v>15247</c:v>
                </c:pt>
                <c:pt idx="1152">
                  <c:v>15394</c:v>
                </c:pt>
                <c:pt idx="1153">
                  <c:v>15495</c:v>
                </c:pt>
                <c:pt idx="1154">
                  <c:v>15680</c:v>
                </c:pt>
                <c:pt idx="1155">
                  <c:v>15671</c:v>
                </c:pt>
                <c:pt idx="1156">
                  <c:v>15607</c:v>
                </c:pt>
                <c:pt idx="1157">
                  <c:v>15658</c:v>
                </c:pt>
                <c:pt idx="1158">
                  <c:v>15609</c:v>
                </c:pt>
                <c:pt idx="1159">
                  <c:v>15581</c:v>
                </c:pt>
                <c:pt idx="1160">
                  <c:v>15555</c:v>
                </c:pt>
                <c:pt idx="1161">
                  <c:v>15536</c:v>
                </c:pt>
                <c:pt idx="1162">
                  <c:v>15516</c:v>
                </c:pt>
                <c:pt idx="1163">
                  <c:v>15466</c:v>
                </c:pt>
                <c:pt idx="1164">
                  <c:v>15465</c:v>
                </c:pt>
                <c:pt idx="1165">
                  <c:v>15560</c:v>
                </c:pt>
                <c:pt idx="1166">
                  <c:v>15620</c:v>
                </c:pt>
                <c:pt idx="1167">
                  <c:v>15593</c:v>
                </c:pt>
                <c:pt idx="1168">
                  <c:v>15629</c:v>
                </c:pt>
                <c:pt idx="1169">
                  <c:v>15729</c:v>
                </c:pt>
                <c:pt idx="1170">
                  <c:v>15760</c:v>
                </c:pt>
                <c:pt idx="1171">
                  <c:v>15732</c:v>
                </c:pt>
                <c:pt idx="1172">
                  <c:v>15705</c:v>
                </c:pt>
                <c:pt idx="1173">
                  <c:v>15723</c:v>
                </c:pt>
                <c:pt idx="1174">
                  <c:v>15751</c:v>
                </c:pt>
                <c:pt idx="1175">
                  <c:v>15766</c:v>
                </c:pt>
                <c:pt idx="1176">
                  <c:v>15840</c:v>
                </c:pt>
                <c:pt idx="1177">
                  <c:v>15767</c:v>
                </c:pt>
                <c:pt idx="1178">
                  <c:v>15671</c:v>
                </c:pt>
                <c:pt idx="1179">
                  <c:v>15677</c:v>
                </c:pt>
                <c:pt idx="1180">
                  <c:v>15771</c:v>
                </c:pt>
                <c:pt idx="1181">
                  <c:v>15782</c:v>
                </c:pt>
                <c:pt idx="1182">
                  <c:v>15873</c:v>
                </c:pt>
                <c:pt idx="1183">
                  <c:v>15888</c:v>
                </c:pt>
                <c:pt idx="1184">
                  <c:v>15848</c:v>
                </c:pt>
                <c:pt idx="1185">
                  <c:v>15816</c:v>
                </c:pt>
                <c:pt idx="1186">
                  <c:v>15858</c:v>
                </c:pt>
                <c:pt idx="1187">
                  <c:v>15942</c:v>
                </c:pt>
                <c:pt idx="1188">
                  <c:v>15911</c:v>
                </c:pt>
                <c:pt idx="1189">
                  <c:v>15864</c:v>
                </c:pt>
                <c:pt idx="1190">
                  <c:v>15930</c:v>
                </c:pt>
                <c:pt idx="1191">
                  <c:v>15864</c:v>
                </c:pt>
                <c:pt idx="1192">
                  <c:v>15856</c:v>
                </c:pt>
                <c:pt idx="1193">
                  <c:v>15905</c:v>
                </c:pt>
                <c:pt idx="1194">
                  <c:v>15950</c:v>
                </c:pt>
                <c:pt idx="1195">
                  <c:v>15957</c:v>
                </c:pt>
                <c:pt idx="1196">
                  <c:v>15892</c:v>
                </c:pt>
                <c:pt idx="1197">
                  <c:v>15848</c:v>
                </c:pt>
                <c:pt idx="1198">
                  <c:v>15861</c:v>
                </c:pt>
                <c:pt idx="1199">
                  <c:v>15874</c:v>
                </c:pt>
                <c:pt idx="1200">
                  <c:v>15905</c:v>
                </c:pt>
                <c:pt idx="1201">
                  <c:v>15939</c:v>
                </c:pt>
                <c:pt idx="1202">
                  <c:v>15987</c:v>
                </c:pt>
                <c:pt idx="1203">
                  <c:v>16019</c:v>
                </c:pt>
                <c:pt idx="1204">
                  <c:v>16050</c:v>
                </c:pt>
                <c:pt idx="1205">
                  <c:v>16100</c:v>
                </c:pt>
                <c:pt idx="1206">
                  <c:v>16277</c:v>
                </c:pt>
                <c:pt idx="1207">
                  <c:v>16270</c:v>
                </c:pt>
                <c:pt idx="1208">
                  <c:v>16159</c:v>
                </c:pt>
                <c:pt idx="1209">
                  <c:v>16208</c:v>
                </c:pt>
                <c:pt idx="1210">
                  <c:v>16251</c:v>
                </c:pt>
                <c:pt idx="1211">
                  <c:v>16162</c:v>
                </c:pt>
                <c:pt idx="1212">
                  <c:v>16236</c:v>
                </c:pt>
                <c:pt idx="1213">
                  <c:v>16217</c:v>
                </c:pt>
                <c:pt idx="1214">
                  <c:v>16193</c:v>
                </c:pt>
                <c:pt idx="1215">
                  <c:v>16169</c:v>
                </c:pt>
                <c:pt idx="1216">
                  <c:v>16201</c:v>
                </c:pt>
                <c:pt idx="1217">
                  <c:v>16238</c:v>
                </c:pt>
                <c:pt idx="1218">
                  <c:v>16194</c:v>
                </c:pt>
                <c:pt idx="1219">
                  <c:v>16281</c:v>
                </c:pt>
                <c:pt idx="1220">
                  <c:v>16265</c:v>
                </c:pt>
                <c:pt idx="1221">
                  <c:v>16311</c:v>
                </c:pt>
                <c:pt idx="1222">
                  <c:v>16378</c:v>
                </c:pt>
                <c:pt idx="1223">
                  <c:v>16373</c:v>
                </c:pt>
                <c:pt idx="1224">
                  <c:v>16372</c:v>
                </c:pt>
                <c:pt idx="1225">
                  <c:v>16331</c:v>
                </c:pt>
                <c:pt idx="1226">
                  <c:v>16327</c:v>
                </c:pt>
                <c:pt idx="1227">
                  <c:v>16276</c:v>
                </c:pt>
                <c:pt idx="1228">
                  <c:v>16200</c:v>
                </c:pt>
                <c:pt idx="1229">
                  <c:v>16259</c:v>
                </c:pt>
                <c:pt idx="1230">
                  <c:v>16312</c:v>
                </c:pt>
                <c:pt idx="1231">
                  <c:v>16453</c:v>
                </c:pt>
                <c:pt idx="1232">
                  <c:v>16365</c:v>
                </c:pt>
                <c:pt idx="1233">
                  <c:v>16308</c:v>
                </c:pt>
                <c:pt idx="1234">
                  <c:v>16330</c:v>
                </c:pt>
                <c:pt idx="1235">
                  <c:v>16325</c:v>
                </c:pt>
                <c:pt idx="1236">
                  <c:v>16350</c:v>
                </c:pt>
                <c:pt idx="1237">
                  <c:v>16380</c:v>
                </c:pt>
                <c:pt idx="1238">
                  <c:v>16364</c:v>
                </c:pt>
                <c:pt idx="1239">
                  <c:v>16365</c:v>
                </c:pt>
                <c:pt idx="1240">
                  <c:v>16285</c:v>
                </c:pt>
                <c:pt idx="1241">
                  <c:v>16208</c:v>
                </c:pt>
                <c:pt idx="1242">
                  <c:v>16275</c:v>
                </c:pt>
                <c:pt idx="1243">
                  <c:v>16357</c:v>
                </c:pt>
                <c:pt idx="1244">
                  <c:v>16344</c:v>
                </c:pt>
                <c:pt idx="1245">
                  <c:v>16300</c:v>
                </c:pt>
                <c:pt idx="1246">
                  <c:v>16303</c:v>
                </c:pt>
                <c:pt idx="1247">
                  <c:v>16316</c:v>
                </c:pt>
                <c:pt idx="1248">
                  <c:v>16387</c:v>
                </c:pt>
                <c:pt idx="1249">
                  <c:v>16431</c:v>
                </c:pt>
                <c:pt idx="1250">
                  <c:v>16575</c:v>
                </c:pt>
                <c:pt idx="1251">
                  <c:v>16506</c:v>
                </c:pt>
                <c:pt idx="1252">
                  <c:v>16443</c:v>
                </c:pt>
                <c:pt idx="1253">
                  <c:v>16371</c:v>
                </c:pt>
                <c:pt idx="1254">
                  <c:v>16315</c:v>
                </c:pt>
                <c:pt idx="1255">
                  <c:v>16336</c:v>
                </c:pt>
                <c:pt idx="1256">
                  <c:v>16326</c:v>
                </c:pt>
                <c:pt idx="1257">
                  <c:v>16430</c:v>
                </c:pt>
                <c:pt idx="1258">
                  <c:v>16453</c:v>
                </c:pt>
                <c:pt idx="1259">
                  <c:v>16428</c:v>
                </c:pt>
                <c:pt idx="1260">
                  <c:v>16392</c:v>
                </c:pt>
                <c:pt idx="1261">
                  <c:v>16379</c:v>
                </c:pt>
                <c:pt idx="1262">
                  <c:v>16432</c:v>
                </c:pt>
                <c:pt idx="1263">
                  <c:v>16528</c:v>
                </c:pt>
                <c:pt idx="1264">
                  <c:v>16481</c:v>
                </c:pt>
                <c:pt idx="1265">
                  <c:v>16501</c:v>
                </c:pt>
                <c:pt idx="1266">
                  <c:v>16561</c:v>
                </c:pt>
                <c:pt idx="1267">
                  <c:v>16622</c:v>
                </c:pt>
                <c:pt idx="1268">
                  <c:v>16588</c:v>
                </c:pt>
                <c:pt idx="1269">
                  <c:v>16566</c:v>
                </c:pt>
                <c:pt idx="1270">
                  <c:v>16849</c:v>
                </c:pt>
                <c:pt idx="1271">
                  <c:v>16943</c:v>
                </c:pt>
                <c:pt idx="1272">
                  <c:v>16779</c:v>
                </c:pt>
                <c:pt idx="1273">
                  <c:v>16805</c:v>
                </c:pt>
                <c:pt idx="1274">
                  <c:v>16773</c:v>
                </c:pt>
                <c:pt idx="1275">
                  <c:v>16815</c:v>
                </c:pt>
                <c:pt idx="1276">
                  <c:v>16845</c:v>
                </c:pt>
                <c:pt idx="1277">
                  <c:v>16833</c:v>
                </c:pt>
                <c:pt idx="1278">
                  <c:v>16808</c:v>
                </c:pt>
                <c:pt idx="1279">
                  <c:v>16862</c:v>
                </c:pt>
                <c:pt idx="1280">
                  <c:v>16880</c:v>
                </c:pt>
                <c:pt idx="1281">
                  <c:v>16884</c:v>
                </c:pt>
                <c:pt idx="1282">
                  <c:v>16829</c:v>
                </c:pt>
                <c:pt idx="1283">
                  <c:v>16862</c:v>
                </c:pt>
                <c:pt idx="1284">
                  <c:v>16787</c:v>
                </c:pt>
                <c:pt idx="1285">
                  <c:v>16679</c:v>
                </c:pt>
                <c:pt idx="1286">
                  <c:v>16493</c:v>
                </c:pt>
                <c:pt idx="1287">
                  <c:v>16421</c:v>
                </c:pt>
                <c:pt idx="1288">
                  <c:v>16472</c:v>
                </c:pt>
                <c:pt idx="1289">
                  <c:v>16533</c:v>
                </c:pt>
                <c:pt idx="1290">
                  <c:v>16497</c:v>
                </c:pt>
                <c:pt idx="1291">
                  <c:v>16532</c:v>
                </c:pt>
                <c:pt idx="1292">
                  <c:v>16568</c:v>
                </c:pt>
                <c:pt idx="1293">
                  <c:v>16535</c:v>
                </c:pt>
                <c:pt idx="1294">
                  <c:v>16424</c:v>
                </c:pt>
                <c:pt idx="1295">
                  <c:v>16455</c:v>
                </c:pt>
                <c:pt idx="1296">
                  <c:v>16406</c:v>
                </c:pt>
                <c:pt idx="1297">
                  <c:v>16413</c:v>
                </c:pt>
                <c:pt idx="1298">
                  <c:v>16313</c:v>
                </c:pt>
                <c:pt idx="1299">
                  <c:v>16289</c:v>
                </c:pt>
                <c:pt idx="1300">
                  <c:v>16207</c:v>
                </c:pt>
                <c:pt idx="1301">
                  <c:v>16255</c:v>
                </c:pt>
                <c:pt idx="1302">
                  <c:v>16300</c:v>
                </c:pt>
                <c:pt idx="1303">
                  <c:v>16297</c:v>
                </c:pt>
                <c:pt idx="1304">
                  <c:v>16288</c:v>
                </c:pt>
                <c:pt idx="1305">
                  <c:v>16305</c:v>
                </c:pt>
                <c:pt idx="1306">
                  <c:v>16277</c:v>
                </c:pt>
                <c:pt idx="1307">
                  <c:v>16276</c:v>
                </c:pt>
                <c:pt idx="1308">
                  <c:v>16265</c:v>
                </c:pt>
                <c:pt idx="1309">
                  <c:v>16237</c:v>
                </c:pt>
                <c:pt idx="1310">
                  <c:v>16293</c:v>
                </c:pt>
                <c:pt idx="1311">
                  <c:v>16296</c:v>
                </c:pt>
                <c:pt idx="1312">
                  <c:v>16281</c:v>
                </c:pt>
                <c:pt idx="1313">
                  <c:v>16319</c:v>
                </c:pt>
                <c:pt idx="1314">
                  <c:v>16378</c:v>
                </c:pt>
                <c:pt idx="1315">
                  <c:v>16399</c:v>
                </c:pt>
                <c:pt idx="1316">
                  <c:v>16484</c:v>
                </c:pt>
                <c:pt idx="1317">
                  <c:v>16370</c:v>
                </c:pt>
                <c:pt idx="1318">
                  <c:v>16292</c:v>
                </c:pt>
                <c:pt idx="1319">
                  <c:v>16233</c:v>
                </c:pt>
                <c:pt idx="1320">
                  <c:v>16231</c:v>
                </c:pt>
                <c:pt idx="1321">
                  <c:v>16192</c:v>
                </c:pt>
                <c:pt idx="1322">
                  <c:v>16236</c:v>
                </c:pt>
                <c:pt idx="1323">
                  <c:v>16209</c:v>
                </c:pt>
                <c:pt idx="1324">
                  <c:v>16204</c:v>
                </c:pt>
                <c:pt idx="1325">
                  <c:v>16237</c:v>
                </c:pt>
                <c:pt idx="1326">
                  <c:v>16238</c:v>
                </c:pt>
                <c:pt idx="1327">
                  <c:v>16254</c:v>
                </c:pt>
                <c:pt idx="1328">
                  <c:v>16220</c:v>
                </c:pt>
                <c:pt idx="1329">
                  <c:v>16221</c:v>
                </c:pt>
                <c:pt idx="1330">
                  <c:v>16247</c:v>
                </c:pt>
                <c:pt idx="1331">
                  <c:v>16281</c:v>
                </c:pt>
                <c:pt idx="1332">
                  <c:v>16288</c:v>
                </c:pt>
                <c:pt idx="1333">
                  <c:v>16329</c:v>
                </c:pt>
                <c:pt idx="1334">
                  <c:v>16301</c:v>
                </c:pt>
                <c:pt idx="1335">
                  <c:v>16330</c:v>
                </c:pt>
                <c:pt idx="1336">
                  <c:v>16307</c:v>
                </c:pt>
                <c:pt idx="1337">
                  <c:v>16298</c:v>
                </c:pt>
                <c:pt idx="1338">
                  <c:v>16283</c:v>
                </c:pt>
                <c:pt idx="1339">
                  <c:v>16325</c:v>
                </c:pt>
                <c:pt idx="1340">
                  <c:v>16341</c:v>
                </c:pt>
                <c:pt idx="1341">
                  <c:v>16399</c:v>
                </c:pt>
                <c:pt idx="1342">
                  <c:v>16387</c:v>
                </c:pt>
                <c:pt idx="1343">
                  <c:v>16459</c:v>
                </c:pt>
                <c:pt idx="1344">
                  <c:v>16494</c:v>
                </c:pt>
                <c:pt idx="1345">
                  <c:v>16388</c:v>
                </c:pt>
                <c:pt idx="1346">
                  <c:v>16388</c:v>
                </c:pt>
                <c:pt idx="1347">
                  <c:v>16379</c:v>
                </c:pt>
                <c:pt idx="1348">
                  <c:v>16312</c:v>
                </c:pt>
                <c:pt idx="1349">
                  <c:v>16299</c:v>
                </c:pt>
                <c:pt idx="1350">
                  <c:v>16253</c:v>
                </c:pt>
                <c:pt idx="1351">
                  <c:v>16298</c:v>
                </c:pt>
                <c:pt idx="1352">
                  <c:v>16237</c:v>
                </c:pt>
                <c:pt idx="1353">
                  <c:v>16109</c:v>
                </c:pt>
                <c:pt idx="1354">
                  <c:v>16162</c:v>
                </c:pt>
                <c:pt idx="1355">
                  <c:v>16241</c:v>
                </c:pt>
                <c:pt idx="1356">
                  <c:v>16291</c:v>
                </c:pt>
                <c:pt idx="1357">
                  <c:v>16283</c:v>
                </c:pt>
                <c:pt idx="1358">
                  <c:v>16340</c:v>
                </c:pt>
                <c:pt idx="1359">
                  <c:v>16255</c:v>
                </c:pt>
                <c:pt idx="1360">
                  <c:v>16277</c:v>
                </c:pt>
                <c:pt idx="1361">
                  <c:v>16355</c:v>
                </c:pt>
                <c:pt idx="1362">
                  <c:v>16356</c:v>
                </c:pt>
                <c:pt idx="1363">
                  <c:v>16461</c:v>
                </c:pt>
                <c:pt idx="1364">
                  <c:v>16463</c:v>
                </c:pt>
                <c:pt idx="1365">
                  <c:v>16418</c:v>
                </c:pt>
                <c:pt idx="1366">
                  <c:v>16424</c:v>
                </c:pt>
                <c:pt idx="1367">
                  <c:v>16438</c:v>
                </c:pt>
                <c:pt idx="1368">
                  <c:v>16348</c:v>
                </c:pt>
                <c:pt idx="1369">
                  <c:v>16462</c:v>
                </c:pt>
                <c:pt idx="1370">
                  <c:v>16457</c:v>
                </c:pt>
                <c:pt idx="1371">
                  <c:v>16468</c:v>
                </c:pt>
                <c:pt idx="1372">
                  <c:v>16391</c:v>
                </c:pt>
                <c:pt idx="1373">
                  <c:v>16405</c:v>
                </c:pt>
                <c:pt idx="1374">
                  <c:v>16385</c:v>
                </c:pt>
                <c:pt idx="1375">
                  <c:v>16430</c:v>
                </c:pt>
                <c:pt idx="1376">
                  <c:v>16498</c:v>
                </c:pt>
                <c:pt idx="1377">
                  <c:v>16578</c:v>
                </c:pt>
                <c:pt idx="1378">
                  <c:v>16607</c:v>
                </c:pt>
                <c:pt idx="1379">
                  <c:v>16636</c:v>
                </c:pt>
                <c:pt idx="1380">
                  <c:v>16680</c:v>
                </c:pt>
                <c:pt idx="1381">
                  <c:v>16752</c:v>
                </c:pt>
                <c:pt idx="1382">
                  <c:v>16775</c:v>
                </c:pt>
                <c:pt idx="1383">
                  <c:v>16680</c:v>
                </c:pt>
                <c:pt idx="1384">
                  <c:v>16692</c:v>
                </c:pt>
                <c:pt idx="1385">
                  <c:v>16680</c:v>
                </c:pt>
                <c:pt idx="1386">
                  <c:v>16612</c:v>
                </c:pt>
                <c:pt idx="1387">
                  <c:v>16611</c:v>
                </c:pt>
                <c:pt idx="1388">
                  <c:v>16598</c:v>
                </c:pt>
                <c:pt idx="1389">
                  <c:v>16560</c:v>
                </c:pt>
                <c:pt idx="1390">
                  <c:v>16606</c:v>
                </c:pt>
                <c:pt idx="1391">
                  <c:v>16534</c:v>
                </c:pt>
                <c:pt idx="1392">
                  <c:v>16585</c:v>
                </c:pt>
                <c:pt idx="1393">
                  <c:v>16580</c:v>
                </c:pt>
                <c:pt idx="1394">
                  <c:v>16577</c:v>
                </c:pt>
                <c:pt idx="1395">
                  <c:v>16577</c:v>
                </c:pt>
                <c:pt idx="1396">
                  <c:v>16580</c:v>
                </c:pt>
                <c:pt idx="1397">
                  <c:v>16590</c:v>
                </c:pt>
                <c:pt idx="1398">
                  <c:v>16585</c:v>
                </c:pt>
                <c:pt idx="1399">
                  <c:v>16589</c:v>
                </c:pt>
                <c:pt idx="1400">
                  <c:v>16617</c:v>
                </c:pt>
                <c:pt idx="1401">
                  <c:v>16645</c:v>
                </c:pt>
                <c:pt idx="1402">
                  <c:v>16630</c:v>
                </c:pt>
                <c:pt idx="1403">
                  <c:v>16628</c:v>
                </c:pt>
                <c:pt idx="1404">
                  <c:v>16622</c:v>
                </c:pt>
                <c:pt idx="1405">
                  <c:v>16631</c:v>
                </c:pt>
                <c:pt idx="1406">
                  <c:v>16640</c:v>
                </c:pt>
                <c:pt idx="1407">
                  <c:v>16625</c:v>
                </c:pt>
                <c:pt idx="1408">
                  <c:v>16664</c:v>
                </c:pt>
                <c:pt idx="1409">
                  <c:v>16724</c:v>
                </c:pt>
                <c:pt idx="1410">
                  <c:v>16729</c:v>
                </c:pt>
                <c:pt idx="1411">
                  <c:v>16707</c:v>
                </c:pt>
                <c:pt idx="1412">
                  <c:v>16704</c:v>
                </c:pt>
                <c:pt idx="1413">
                  <c:v>16666</c:v>
                </c:pt>
                <c:pt idx="1414">
                  <c:v>16698</c:v>
                </c:pt>
                <c:pt idx="1415">
                  <c:v>16722</c:v>
                </c:pt>
                <c:pt idx="1416">
                  <c:v>16732</c:v>
                </c:pt>
                <c:pt idx="1417">
                  <c:v>16710</c:v>
                </c:pt>
                <c:pt idx="1418">
                  <c:v>16734</c:v>
                </c:pt>
                <c:pt idx="1419">
                  <c:v>16760</c:v>
                </c:pt>
                <c:pt idx="1420">
                  <c:v>16732</c:v>
                </c:pt>
                <c:pt idx="1421">
                  <c:v>16742</c:v>
                </c:pt>
                <c:pt idx="1422">
                  <c:v>16719</c:v>
                </c:pt>
                <c:pt idx="1423">
                  <c:v>16709</c:v>
                </c:pt>
                <c:pt idx="1424">
                  <c:v>16667</c:v>
                </c:pt>
                <c:pt idx="1425">
                  <c:v>16673</c:v>
                </c:pt>
                <c:pt idx="1426">
                  <c:v>16644</c:v>
                </c:pt>
                <c:pt idx="1427">
                  <c:v>16661</c:v>
                </c:pt>
                <c:pt idx="1428">
                  <c:v>16668</c:v>
                </c:pt>
                <c:pt idx="1429">
                  <c:v>16632</c:v>
                </c:pt>
                <c:pt idx="1430">
                  <c:v>16632</c:v>
                </c:pt>
                <c:pt idx="1431">
                  <c:v>16646</c:v>
                </c:pt>
                <c:pt idx="1432">
                  <c:v>16655</c:v>
                </c:pt>
                <c:pt idx="1433">
                  <c:v>16688</c:v>
                </c:pt>
                <c:pt idx="1434">
                  <c:v>16677</c:v>
                </c:pt>
                <c:pt idx="1435">
                  <c:v>16688</c:v>
                </c:pt>
                <c:pt idx="1436">
                  <c:v>16668</c:v>
                </c:pt>
                <c:pt idx="1437">
                  <c:v>16652</c:v>
                </c:pt>
                <c:pt idx="1438">
                  <c:v>16669</c:v>
                </c:pt>
                <c:pt idx="1439">
                  <c:v>16693</c:v>
                </c:pt>
                <c:pt idx="1440">
                  <c:v>16698</c:v>
                </c:pt>
                <c:pt idx="1441">
                  <c:v>16722</c:v>
                </c:pt>
                <c:pt idx="1442">
                  <c:v>16735</c:v>
                </c:pt>
                <c:pt idx="1443">
                  <c:v>16773</c:v>
                </c:pt>
                <c:pt idx="1444">
                  <c:v>16790</c:v>
                </c:pt>
                <c:pt idx="1445">
                  <c:v>16767</c:v>
                </c:pt>
                <c:pt idx="1446">
                  <c:v>16788</c:v>
                </c:pt>
                <c:pt idx="1447">
                  <c:v>16782</c:v>
                </c:pt>
                <c:pt idx="1448">
                  <c:v>16725</c:v>
                </c:pt>
                <c:pt idx="1449">
                  <c:v>16748</c:v>
                </c:pt>
                <c:pt idx="1450">
                  <c:v>16762</c:v>
                </c:pt>
                <c:pt idx="1451">
                  <c:v>16785</c:v>
                </c:pt>
                <c:pt idx="1452">
                  <c:v>16801</c:v>
                </c:pt>
                <c:pt idx="1453">
                  <c:v>16834</c:v>
                </c:pt>
                <c:pt idx="1454">
                  <c:v>16853</c:v>
                </c:pt>
                <c:pt idx="1455">
                  <c:v>16875</c:v>
                </c:pt>
                <c:pt idx="1456">
                  <c:v>16871</c:v>
                </c:pt>
                <c:pt idx="1457">
                  <c:v>16880</c:v>
                </c:pt>
                <c:pt idx="1458">
                  <c:v>16935</c:v>
                </c:pt>
                <c:pt idx="1459">
                  <c:v>16981</c:v>
                </c:pt>
                <c:pt idx="1460">
                  <c:v>16963</c:v>
                </c:pt>
                <c:pt idx="1461">
                  <c:v>16902</c:v>
                </c:pt>
                <c:pt idx="1462">
                  <c:v>16838</c:v>
                </c:pt>
                <c:pt idx="1463">
                  <c:v>16779</c:v>
                </c:pt>
                <c:pt idx="1464">
                  <c:v>16801</c:v>
                </c:pt>
                <c:pt idx="1465">
                  <c:v>16723</c:v>
                </c:pt>
                <c:pt idx="1466">
                  <c:v>16786</c:v>
                </c:pt>
                <c:pt idx="1467">
                  <c:v>16796</c:v>
                </c:pt>
                <c:pt idx="1468">
                  <c:v>16800</c:v>
                </c:pt>
                <c:pt idx="1469">
                  <c:v>16777</c:v>
                </c:pt>
                <c:pt idx="1470">
                  <c:v>16775</c:v>
                </c:pt>
                <c:pt idx="1471">
                  <c:v>16826</c:v>
                </c:pt>
                <c:pt idx="1472">
                  <c:v>16887</c:v>
                </c:pt>
                <c:pt idx="1473">
                  <c:v>16838</c:v>
                </c:pt>
                <c:pt idx="1474">
                  <c:v>16799</c:v>
                </c:pt>
                <c:pt idx="1475">
                  <c:v>16781</c:v>
                </c:pt>
                <c:pt idx="1476">
                  <c:v>16826</c:v>
                </c:pt>
                <c:pt idx="1477">
                  <c:v>16844</c:v>
                </c:pt>
                <c:pt idx="1478">
                  <c:v>16884</c:v>
                </c:pt>
                <c:pt idx="1479">
                  <c:v>16925</c:v>
                </c:pt>
                <c:pt idx="1480">
                  <c:v>16885</c:v>
                </c:pt>
                <c:pt idx="1481">
                  <c:v>16818</c:v>
                </c:pt>
                <c:pt idx="1482">
                  <c:v>16830</c:v>
                </c:pt>
                <c:pt idx="1483">
                  <c:v>16813</c:v>
                </c:pt>
                <c:pt idx="1484">
                  <c:v>16758</c:v>
                </c:pt>
                <c:pt idx="1485">
                  <c:v>16779</c:v>
                </c:pt>
                <c:pt idx="1486">
                  <c:v>16848</c:v>
                </c:pt>
                <c:pt idx="1487">
                  <c:v>16870</c:v>
                </c:pt>
                <c:pt idx="1488">
                  <c:v>16911</c:v>
                </c:pt>
                <c:pt idx="1489">
                  <c:v>16886</c:v>
                </c:pt>
                <c:pt idx="1490">
                  <c:v>16919</c:v>
                </c:pt>
                <c:pt idx="1491">
                  <c:v>16974</c:v>
                </c:pt>
                <c:pt idx="1492">
                  <c:v>16879</c:v>
                </c:pt>
                <c:pt idx="1493">
                  <c:v>16867</c:v>
                </c:pt>
                <c:pt idx="1494">
                  <c:v>16899</c:v>
                </c:pt>
                <c:pt idx="1495">
                  <c:v>16934</c:v>
                </c:pt>
                <c:pt idx="1496">
                  <c:v>16990</c:v>
                </c:pt>
                <c:pt idx="1497">
                  <c:v>16982</c:v>
                </c:pt>
                <c:pt idx="1498">
                  <c:v>16905</c:v>
                </c:pt>
                <c:pt idx="1499">
                  <c:v>16903</c:v>
                </c:pt>
                <c:pt idx="1500">
                  <c:v>16957</c:v>
                </c:pt>
                <c:pt idx="1501">
                  <c:v>16993</c:v>
                </c:pt>
                <c:pt idx="1502">
                  <c:v>16999</c:v>
                </c:pt>
                <c:pt idx="1503">
                  <c:v>17002</c:v>
                </c:pt>
                <c:pt idx="1504">
                  <c:v>17015</c:v>
                </c:pt>
                <c:pt idx="1505">
                  <c:v>17037</c:v>
                </c:pt>
                <c:pt idx="1506">
                  <c:v>17092</c:v>
                </c:pt>
                <c:pt idx="1507">
                  <c:v>17009</c:v>
                </c:pt>
                <c:pt idx="1508">
                  <c:v>17082</c:v>
                </c:pt>
                <c:pt idx="1509">
                  <c:v>17112</c:v>
                </c:pt>
                <c:pt idx="1510">
                  <c:v>17122</c:v>
                </c:pt>
                <c:pt idx="1511">
                  <c:v>17135</c:v>
                </c:pt>
                <c:pt idx="1512">
                  <c:v>17141</c:v>
                </c:pt>
                <c:pt idx="1513">
                  <c:v>17142</c:v>
                </c:pt>
                <c:pt idx="1514">
                  <c:v>17189</c:v>
                </c:pt>
                <c:pt idx="1515">
                  <c:v>17176</c:v>
                </c:pt>
                <c:pt idx="1516">
                  <c:v>17142</c:v>
                </c:pt>
                <c:pt idx="1517">
                  <c:v>17179</c:v>
                </c:pt>
                <c:pt idx="1518">
                  <c:v>17308</c:v>
                </c:pt>
                <c:pt idx="1519">
                  <c:v>17278</c:v>
                </c:pt>
                <c:pt idx="1520">
                  <c:v>17227</c:v>
                </c:pt>
                <c:pt idx="1521">
                  <c:v>17245</c:v>
                </c:pt>
                <c:pt idx="1522">
                  <c:v>17324</c:v>
                </c:pt>
                <c:pt idx="1523">
                  <c:v>17378</c:v>
                </c:pt>
                <c:pt idx="1524">
                  <c:v>17368</c:v>
                </c:pt>
                <c:pt idx="1525">
                  <c:v>17425</c:v>
                </c:pt>
                <c:pt idx="1526">
                  <c:v>17405</c:v>
                </c:pt>
                <c:pt idx="1527">
                  <c:v>17362</c:v>
                </c:pt>
                <c:pt idx="1528">
                  <c:v>17375</c:v>
                </c:pt>
                <c:pt idx="1529">
                  <c:v>17415</c:v>
                </c:pt>
                <c:pt idx="1530">
                  <c:v>17514</c:v>
                </c:pt>
                <c:pt idx="1531">
                  <c:v>17496</c:v>
                </c:pt>
                <c:pt idx="1532">
                  <c:v>17666</c:v>
                </c:pt>
                <c:pt idx="1533">
                  <c:v>17719</c:v>
                </c:pt>
                <c:pt idx="1534">
                  <c:v>17685</c:v>
                </c:pt>
                <c:pt idx="1535">
                  <c:v>17673</c:v>
                </c:pt>
                <c:pt idx="1536">
                  <c:v>17717</c:v>
                </c:pt>
                <c:pt idx="1537">
                  <c:v>17743</c:v>
                </c:pt>
                <c:pt idx="1538">
                  <c:v>17789</c:v>
                </c:pt>
                <c:pt idx="1539">
                  <c:v>17883</c:v>
                </c:pt>
                <c:pt idx="1540">
                  <c:v>17863</c:v>
                </c:pt>
                <c:pt idx="1541">
                  <c:v>17931</c:v>
                </c:pt>
                <c:pt idx="1542">
                  <c:v>18039</c:v>
                </c:pt>
                <c:pt idx="1543">
                  <c:v>18039</c:v>
                </c:pt>
                <c:pt idx="1544">
                  <c:v>18171</c:v>
                </c:pt>
                <c:pt idx="1545">
                  <c:v>18141</c:v>
                </c:pt>
                <c:pt idx="1546">
                  <c:v>17971</c:v>
                </c:pt>
                <c:pt idx="1547">
                  <c:v>17981</c:v>
                </c:pt>
                <c:pt idx="1548">
                  <c:v>17921</c:v>
                </c:pt>
                <c:pt idx="1549">
                  <c:v>17719</c:v>
                </c:pt>
                <c:pt idx="1550">
                  <c:v>17753</c:v>
                </c:pt>
                <c:pt idx="1551">
                  <c:v>17826</c:v>
                </c:pt>
                <c:pt idx="1552">
                  <c:v>17826</c:v>
                </c:pt>
                <c:pt idx="1553">
                  <c:v>17819</c:v>
                </c:pt>
                <c:pt idx="1554">
                  <c:v>17868</c:v>
                </c:pt>
                <c:pt idx="1555">
                  <c:v>17955</c:v>
                </c:pt>
                <c:pt idx="1556">
                  <c:v>17942</c:v>
                </c:pt>
                <c:pt idx="1557">
                  <c:v>17962</c:v>
                </c:pt>
                <c:pt idx="1558">
                  <c:v>17856</c:v>
                </c:pt>
                <c:pt idx="1559">
                  <c:v>17899</c:v>
                </c:pt>
                <c:pt idx="1560">
                  <c:v>17961</c:v>
                </c:pt>
                <c:pt idx="1561">
                  <c:v>17994</c:v>
                </c:pt>
                <c:pt idx="1562">
                  <c:v>17960</c:v>
                </c:pt>
                <c:pt idx="1563">
                  <c:v>17999</c:v>
                </c:pt>
                <c:pt idx="1564">
                  <c:v>17988</c:v>
                </c:pt>
                <c:pt idx="1565">
                  <c:v>18005</c:v>
                </c:pt>
                <c:pt idx="1566">
                  <c:v>18090</c:v>
                </c:pt>
                <c:pt idx="1567">
                  <c:v>18069</c:v>
                </c:pt>
                <c:pt idx="1568">
                  <c:v>18131</c:v>
                </c:pt>
                <c:pt idx="1569">
                  <c:v>18099</c:v>
                </c:pt>
                <c:pt idx="1570">
                  <c:v>18064</c:v>
                </c:pt>
                <c:pt idx="1571">
                  <c:v>18041</c:v>
                </c:pt>
                <c:pt idx="1572">
                  <c:v>17944</c:v>
                </c:pt>
                <c:pt idx="1573">
                  <c:v>17976</c:v>
                </c:pt>
                <c:pt idx="1574">
                  <c:v>17909</c:v>
                </c:pt>
                <c:pt idx="1575">
                  <c:v>17909</c:v>
                </c:pt>
                <c:pt idx="1576">
                  <c:v>17915</c:v>
                </c:pt>
                <c:pt idx="1577">
                  <c:v>17973</c:v>
                </c:pt>
                <c:pt idx="1578">
                  <c:v>17995</c:v>
                </c:pt>
                <c:pt idx="1579">
                  <c:v>18088</c:v>
                </c:pt>
                <c:pt idx="1580">
                  <c:v>18087</c:v>
                </c:pt>
                <c:pt idx="1581">
                  <c:v>18078</c:v>
                </c:pt>
                <c:pt idx="1582">
                  <c:v>18058</c:v>
                </c:pt>
                <c:pt idx="1583">
                  <c:v>17991</c:v>
                </c:pt>
                <c:pt idx="1584">
                  <c:v>18037</c:v>
                </c:pt>
                <c:pt idx="1585">
                  <c:v>17937</c:v>
                </c:pt>
                <c:pt idx="1586">
                  <c:v>17919</c:v>
                </c:pt>
                <c:pt idx="1587">
                  <c:v>17913</c:v>
                </c:pt>
                <c:pt idx="1588">
                  <c:v>17795</c:v>
                </c:pt>
                <c:pt idx="1589">
                  <c:v>17824</c:v>
                </c:pt>
                <c:pt idx="1590">
                  <c:v>17876</c:v>
                </c:pt>
                <c:pt idx="1591">
                  <c:v>17882</c:v>
                </c:pt>
                <c:pt idx="1592">
                  <c:v>17836</c:v>
                </c:pt>
                <c:pt idx="1593">
                  <c:v>17856</c:v>
                </c:pt>
                <c:pt idx="1594">
                  <c:v>17844</c:v>
                </c:pt>
                <c:pt idx="1595">
                  <c:v>17779</c:v>
                </c:pt>
                <c:pt idx="1596">
                  <c:v>17705</c:v>
                </c:pt>
                <c:pt idx="1597">
                  <c:v>17703</c:v>
                </c:pt>
                <c:pt idx="1598">
                  <c:v>17717</c:v>
                </c:pt>
                <c:pt idx="1599">
                  <c:v>17762</c:v>
                </c:pt>
                <c:pt idx="1600">
                  <c:v>17703</c:v>
                </c:pt>
                <c:pt idx="1601">
                  <c:v>17746</c:v>
                </c:pt>
                <c:pt idx="1602">
                  <c:v>17727</c:v>
                </c:pt>
                <c:pt idx="1603">
                  <c:v>17770</c:v>
                </c:pt>
                <c:pt idx="1604">
                  <c:v>17689</c:v>
                </c:pt>
                <c:pt idx="1605">
                  <c:v>17636</c:v>
                </c:pt>
                <c:pt idx="1606">
                  <c:v>17653</c:v>
                </c:pt>
                <c:pt idx="1607">
                  <c:v>17618</c:v>
                </c:pt>
                <c:pt idx="1608">
                  <c:v>17552</c:v>
                </c:pt>
                <c:pt idx="1609">
                  <c:v>17536</c:v>
                </c:pt>
                <c:pt idx="1610">
                  <c:v>17611</c:v>
                </c:pt>
                <c:pt idx="1611">
                  <c:v>17635</c:v>
                </c:pt>
                <c:pt idx="1612">
                  <c:v>17687</c:v>
                </c:pt>
                <c:pt idx="1613">
                  <c:v>17712</c:v>
                </c:pt>
                <c:pt idx="1614">
                  <c:v>17753</c:v>
                </c:pt>
                <c:pt idx="1615">
                  <c:v>17745</c:v>
                </c:pt>
                <c:pt idx="1616">
                  <c:v>17813</c:v>
                </c:pt>
                <c:pt idx="1617">
                  <c:v>17883</c:v>
                </c:pt>
                <c:pt idx="1618">
                  <c:v>17803</c:v>
                </c:pt>
                <c:pt idx="1619">
                  <c:v>17898</c:v>
                </c:pt>
                <c:pt idx="1620">
                  <c:v>17917</c:v>
                </c:pt>
                <c:pt idx="1621">
                  <c:v>17965</c:v>
                </c:pt>
                <c:pt idx="1622">
                  <c:v>17998</c:v>
                </c:pt>
                <c:pt idx="1623">
                  <c:v>17877</c:v>
                </c:pt>
                <c:pt idx="1624">
                  <c:v>17937</c:v>
                </c:pt>
                <c:pt idx="1625">
                  <c:v>17898</c:v>
                </c:pt>
                <c:pt idx="1626">
                  <c:v>17917</c:v>
                </c:pt>
                <c:pt idx="1627">
                  <c:v>17910</c:v>
                </c:pt>
                <c:pt idx="1628">
                  <c:v>17880</c:v>
                </c:pt>
                <c:pt idx="1629">
                  <c:v>17890</c:v>
                </c:pt>
                <c:pt idx="1630">
                  <c:v>17884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307-45A7-B2F3-E0365C6315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6284176"/>
        <c:axId val="597918608"/>
      </c:lineChart>
      <c:dateAx>
        <c:axId val="446284176"/>
        <c:scaling>
          <c:orientation val="minMax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597918608"/>
        <c:crosses val="autoZero"/>
        <c:auto val="1"/>
        <c:lblOffset val="100"/>
        <c:baseTimeUnit val="days"/>
      </c:dateAx>
      <c:valAx>
        <c:axId val="597918608"/>
        <c:scaling>
          <c:orientation val="minMax"/>
          <c:min val="13500"/>
        </c:scaling>
        <c:delete val="0"/>
        <c:axPos val="l"/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lang="en-US"/>
          </a:p>
        </c:txPr>
        <c:crossAx val="446284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1400" b="1" i="1">
                <a:solidFill>
                  <a:srgbClr val="000000"/>
                </a:solidFill>
                <a:latin typeface="Calibri"/>
              </a:rPr>
              <a:t>Debt Servicing Ratio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(DSR) Tier-1 dan Tier-2</a:t>
            </a:r>
          </a:p>
          <a:p>
            <a:pPr>
              <a:defRPr/>
            </a:pPr>
            <a:r>
              <a:rPr lang="en-US" sz="1400" b="0" i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1400" b="0" i="0" err="1">
                <a:solidFill>
                  <a:srgbClr val="000000"/>
                </a:solidFill>
                <a:latin typeface="Calibri"/>
              </a:rPr>
              <a:t>persen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DSR Tier-1</c:v>
                </c:pt>
              </c:strCache>
            </c:strRef>
          </c:tx>
          <c:spPr>
            <a:solidFill>
              <a:srgbClr val="F0A22E"/>
            </a:solidFill>
            <a:ln>
              <a:noFill/>
            </a:ln>
          </c:spPr>
          <c:invertIfNegative val="0"/>
          <c:dLbls>
            <c:dLbl>
              <c:idx val="16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14,4</a:t>
                    </a:r>
                  </a:p>
                </c:rich>
              </c:tx>
              <c:spPr>
                <a:solidFill>
                  <a:srgbClr val="F0A22E"/>
                </a:solidFill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B50-49C2-8A3A-C0DC01F2D71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2Q26</c:v>
                </c:pt>
              </c:strCache>
            </c:strRef>
          </c:cat>
          <c:val>
            <c:numRef>
              <c:f>Sheet1!$B$2:$B$18</c:f>
              <c:numCache>
                <c:formatCode>#,##0.0</c:formatCode>
                <c:ptCount val="17"/>
                <c:pt idx="0">
                  <c:v>17.0565</c:v>
                </c:pt>
                <c:pt idx="1">
                  <c:v>12.478400000000001</c:v>
                </c:pt>
                <c:pt idx="2">
                  <c:v>17.280899999999999</c:v>
                </c:pt>
                <c:pt idx="3">
                  <c:v>18.300999999999998</c:v>
                </c:pt>
                <c:pt idx="4">
                  <c:v>18.344799999999999</c:v>
                </c:pt>
                <c:pt idx="5">
                  <c:v>30.566199999999998</c:v>
                </c:pt>
                <c:pt idx="6">
                  <c:v>35.348500000000001</c:v>
                </c:pt>
                <c:pt idx="7">
                  <c:v>25.542000000000002</c:v>
                </c:pt>
                <c:pt idx="8">
                  <c:v>25.1051</c:v>
                </c:pt>
                <c:pt idx="9">
                  <c:v>26.903700000000001</c:v>
                </c:pt>
                <c:pt idx="10">
                  <c:v>27.7242</c:v>
                </c:pt>
                <c:pt idx="11">
                  <c:v>21.744399999999999</c:v>
                </c:pt>
                <c:pt idx="12">
                  <c:v>16.569900000000001</c:v>
                </c:pt>
                <c:pt idx="13">
                  <c:v>17.5715</c:v>
                </c:pt>
                <c:pt idx="14">
                  <c:v>18.5825</c:v>
                </c:pt>
                <c:pt idx="15">
                  <c:v>14.3667</c:v>
                </c:pt>
                <c:pt idx="16">
                  <c:v>14.386699999999999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50-49C2-8A3A-C0DC01F2D7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DSR Tier-2</c:v>
                </c:pt>
              </c:strCache>
            </c:strRef>
          </c:tx>
          <c:spPr>
            <a:solidFill>
              <a:srgbClr val="A5644E"/>
            </a:solidFill>
            <a:ln>
              <a:noFill/>
            </a:ln>
          </c:spPr>
          <c:invertIfNegative val="0"/>
          <c:dLbls>
            <c:dLbl>
              <c:idx val="16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37,4</a:t>
                    </a:r>
                  </a:p>
                </c:rich>
              </c:tx>
              <c:spPr>
                <a:solidFill>
                  <a:srgbClr val="A5644E"/>
                </a:solidFill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B50-49C2-8A3A-C0DC01F2D71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2Q26</c:v>
                </c:pt>
              </c:strCache>
            </c:strRef>
          </c:cat>
          <c:val>
            <c:numRef>
              <c:f>Sheet1!$C$2:$C$18</c:f>
              <c:numCache>
                <c:formatCode>#,##0.0</c:formatCode>
                <c:ptCount val="17"/>
                <c:pt idx="0">
                  <c:v>20.720700000000001</c:v>
                </c:pt>
                <c:pt idx="1">
                  <c:v>22.886600000000001</c:v>
                </c:pt>
                <c:pt idx="2">
                  <c:v>35.635899999999999</c:v>
                </c:pt>
                <c:pt idx="3">
                  <c:v>38.900399999999998</c:v>
                </c:pt>
                <c:pt idx="4">
                  <c:v>33.386899999999997</c:v>
                </c:pt>
                <c:pt idx="5">
                  <c:v>62.9452</c:v>
                </c:pt>
                <c:pt idx="6">
                  <c:v>61.563200000000002</c:v>
                </c:pt>
                <c:pt idx="7">
                  <c:v>53.542200000000001</c:v>
                </c:pt>
                <c:pt idx="8">
                  <c:v>54.048400000000001</c:v>
                </c:pt>
                <c:pt idx="9">
                  <c:v>54.119900000000001</c:v>
                </c:pt>
                <c:pt idx="10">
                  <c:v>52.75</c:v>
                </c:pt>
                <c:pt idx="11">
                  <c:v>41.218899999999998</c:v>
                </c:pt>
                <c:pt idx="12">
                  <c:v>39.612400000000001</c:v>
                </c:pt>
                <c:pt idx="13">
                  <c:v>38.8384</c:v>
                </c:pt>
                <c:pt idx="14">
                  <c:v>38.199399999999997</c:v>
                </c:pt>
                <c:pt idx="15">
                  <c:v>35.335299999999997</c:v>
                </c:pt>
                <c:pt idx="16">
                  <c:v>37.442700000000002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B50-49C2-8A3A-C0DC01F2D7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 rot="-5400000" vert="horz"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068027336"/>
        <c:crosses val="autoZero"/>
        <c:crossBetween val="between"/>
        <c:majorUnit val="10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 b="0">
              <a:solidFill>
                <a:srgbClr val="00000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1400" b="1" i="0" err="1">
                <a:solidFill>
                  <a:srgbClr val="000000"/>
                </a:solidFill>
                <a:latin typeface="Calibri"/>
              </a:rPr>
              <a:t>Rasio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ULN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Jangka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Pendek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terhadap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Cadangan Devisa</a:t>
            </a:r>
          </a:p>
          <a:p>
            <a:pPr>
              <a:defRPr/>
            </a:pPr>
            <a:r>
              <a:rPr lang="en-US" sz="1400" b="0" i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1400" b="0" i="0" err="1">
                <a:solidFill>
                  <a:srgbClr val="000000"/>
                </a:solidFill>
                <a:latin typeface="Calibri"/>
              </a:rPr>
              <a:t>persen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Maturity</c:v>
                </c:pt>
              </c:strCache>
            </c:strRef>
          </c:tx>
          <c:spPr>
            <a:solidFill>
              <a:srgbClr val="F0A22E"/>
            </a:solidFill>
            <a:ln>
              <a:noFill/>
            </a:ln>
          </c:spPr>
          <c:invertIfNegative val="0"/>
          <c:dLbls>
            <c:dLbl>
              <c:idx val="16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55,7</a:t>
                    </a:r>
                  </a:p>
                </c:rich>
              </c:tx>
              <c:spPr>
                <a:solidFill>
                  <a:srgbClr val="F0A22E"/>
                </a:solidFill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841-4FC5-A954-3D0F718FF26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2Q26</c:v>
                </c:pt>
              </c:strCache>
            </c:strRef>
          </c:cat>
          <c:val>
            <c:numRef>
              <c:f>Sheet1!$B$2:$B$18</c:f>
              <c:numCache>
                <c:formatCode>#,##0.0</c:formatCode>
                <c:ptCount val="17"/>
                <c:pt idx="0">
                  <c:v>34.350299999999997</c:v>
                </c:pt>
                <c:pt idx="1">
                  <c:v>34.664400000000001</c:v>
                </c:pt>
                <c:pt idx="2">
                  <c:v>39.238300000000002</c:v>
                </c:pt>
                <c:pt idx="3">
                  <c:v>43.002899999999997</c:v>
                </c:pt>
                <c:pt idx="4">
                  <c:v>40.273400000000002</c:v>
                </c:pt>
                <c:pt idx="5">
                  <c:v>36.547899999999998</c:v>
                </c:pt>
                <c:pt idx="6">
                  <c:v>34.883000000000003</c:v>
                </c:pt>
                <c:pt idx="7">
                  <c:v>35.830199999999998</c:v>
                </c:pt>
                <c:pt idx="8">
                  <c:v>38.813299999999998</c:v>
                </c:pt>
                <c:pt idx="9">
                  <c:v>34.1081</c:v>
                </c:pt>
                <c:pt idx="10">
                  <c:v>31.895800000000001</c:v>
                </c:pt>
                <c:pt idx="11">
                  <c:v>32.661999999999999</c:v>
                </c:pt>
                <c:pt idx="12">
                  <c:v>34.988599999999998</c:v>
                </c:pt>
                <c:pt idx="13">
                  <c:v>34.466999999999999</c:v>
                </c:pt>
                <c:pt idx="14">
                  <c:v>39.868899999999996</c:v>
                </c:pt>
                <c:pt idx="15">
                  <c:v>39.655999999999999</c:v>
                </c:pt>
                <c:pt idx="16">
                  <c:v>55.700899999999997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41-4FC5-A954-3D0F718FF2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Remaining Maturity</c:v>
                </c:pt>
              </c:strCache>
            </c:strRef>
          </c:tx>
          <c:spPr>
            <a:solidFill>
              <a:srgbClr val="A5644E"/>
            </a:solidFill>
            <a:ln>
              <a:noFill/>
            </a:ln>
          </c:spPr>
          <c:invertIfNegative val="0"/>
          <c:dLbls>
            <c:dLbl>
              <c:idx val="16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72,8</a:t>
                    </a:r>
                  </a:p>
                </c:rich>
              </c:tx>
              <c:spPr>
                <a:solidFill>
                  <a:srgbClr val="A5644E"/>
                </a:solidFill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841-4FC5-A954-3D0F718FF26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2Q26</c:v>
                </c:pt>
              </c:strCache>
            </c:strRef>
          </c:cat>
          <c:val>
            <c:numRef>
              <c:f>Sheet1!$C$2:$C$18</c:f>
              <c:numCache>
                <c:formatCode>#,##0.0</c:formatCode>
                <c:ptCount val="17"/>
                <c:pt idx="0">
                  <c:v>44.6</c:v>
                </c:pt>
                <c:pt idx="1">
                  <c:v>42.4572</c:v>
                </c:pt>
                <c:pt idx="2">
                  <c:v>48.456000000000003</c:v>
                </c:pt>
                <c:pt idx="3">
                  <c:v>56.635199999999998</c:v>
                </c:pt>
                <c:pt idx="4">
                  <c:v>52.979100000000003</c:v>
                </c:pt>
                <c:pt idx="5">
                  <c:v>52.394199999999998</c:v>
                </c:pt>
                <c:pt idx="6">
                  <c:v>47.018099999999997</c:v>
                </c:pt>
                <c:pt idx="7">
                  <c:v>42.107500000000002</c:v>
                </c:pt>
                <c:pt idx="8">
                  <c:v>49.873199999999997</c:v>
                </c:pt>
                <c:pt idx="9">
                  <c:v>49.010599999999997</c:v>
                </c:pt>
                <c:pt idx="10">
                  <c:v>47.888399999999997</c:v>
                </c:pt>
                <c:pt idx="11">
                  <c:v>41.012900000000002</c:v>
                </c:pt>
                <c:pt idx="12">
                  <c:v>48.5655</c:v>
                </c:pt>
                <c:pt idx="13">
                  <c:v>47.775100000000002</c:v>
                </c:pt>
                <c:pt idx="14">
                  <c:v>53.117800000000003</c:v>
                </c:pt>
                <c:pt idx="15">
                  <c:v>49.991399999999999</c:v>
                </c:pt>
                <c:pt idx="16">
                  <c:v>72.769499999999994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41-4FC5-A954-3D0F718FF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 rot="-5400000" vert="horz"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068027336"/>
        <c:crosses val="autoZero"/>
        <c:crossBetween val="between"/>
        <c:majorUnit val="10"/>
      </c:valAx>
      <c:spPr>
        <a:noFill/>
        <a:ln>
          <a:noFill/>
        </a:ln>
      </c:spPr>
    </c:plotArea>
    <c:legend>
      <c:legendPos val="t"/>
      <c:legendEntry>
        <c:idx val="0"/>
        <c:txPr>
          <a:bodyPr/>
          <a:lstStyle/>
          <a:p>
            <a:pPr>
              <a:defRPr sz="1200" i="1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1200" i="1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1200" b="0">
              <a:solidFill>
                <a:srgbClr val="00000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1400" b="1" i="0">
                <a:solidFill>
                  <a:srgbClr val="000000"/>
                </a:solidFill>
                <a:latin typeface="Calibri"/>
              </a:rPr>
              <a:t>ULN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Jangka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Pendek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terhadap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Total ULN</a:t>
            </a:r>
          </a:p>
          <a:p>
            <a:pPr>
              <a:defRPr/>
            </a:pPr>
            <a:r>
              <a:rPr lang="en-US" sz="1400" b="0" i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1400" b="0" i="0" err="1">
                <a:solidFill>
                  <a:srgbClr val="000000"/>
                </a:solidFill>
                <a:latin typeface="Calibri"/>
              </a:rPr>
              <a:t>persen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1400" b="0" i="1">
                <a:solidFill>
                  <a:srgbClr val="000000"/>
                </a:solidFill>
                <a:latin typeface="Calibri"/>
              </a:rPr>
              <a:t>original maturity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7B4A3A"/>
              </a:solidFill>
              <a:ln>
                <a:solidFill>
                  <a:srgbClr val="7B4A3A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Filipina</c:v>
                </c:pt>
                <c:pt idx="5">
                  <c:v>   </c:v>
                </c:pt>
                <c:pt idx="6">
                  <c:v>Brasil</c:v>
                </c:pt>
                <c:pt idx="7">
                  <c:v>    </c:v>
                </c:pt>
                <c:pt idx="8">
                  <c:v>Rusia</c:v>
                </c:pt>
                <c:pt idx="9">
                  <c:v>     </c:v>
                </c:pt>
                <c:pt idx="10">
                  <c:v>India</c:v>
                </c:pt>
                <c:pt idx="11">
                  <c:v>      </c:v>
                </c:pt>
                <c:pt idx="12">
                  <c:v>Afrika Selatan</c:v>
                </c:pt>
                <c:pt idx="13">
                  <c:v>      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 formatCode="#,##0.0">
                  <c:v>12.473699999999999</c:v>
                </c:pt>
                <c:pt idx="2" formatCode="#,##0.0">
                  <c:v>33.065600000000003</c:v>
                </c:pt>
                <c:pt idx="4" formatCode="#,##0.0">
                  <c:v>20.3521</c:v>
                </c:pt>
                <c:pt idx="6" formatCode="#,##0.0">
                  <c:v>10.039400000000001</c:v>
                </c:pt>
                <c:pt idx="8" formatCode="#,##0.0">
                  <c:v>10.5723</c:v>
                </c:pt>
                <c:pt idx="10" formatCode="#,##0.0">
                  <c:v>19.936299999999999</c:v>
                </c:pt>
                <c:pt idx="12" formatCode="#,##0.0">
                  <c:v>21.303100000000001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28-4B0A-B43D-59F47B2BA8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E07B00"/>
              </a:solidFill>
              <a:ln>
                <a:solidFill>
                  <a:srgbClr val="E07B00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Filipina</c:v>
                </c:pt>
                <c:pt idx="5">
                  <c:v>   </c:v>
                </c:pt>
                <c:pt idx="6">
                  <c:v>Brasil</c:v>
                </c:pt>
                <c:pt idx="7">
                  <c:v>    </c:v>
                </c:pt>
                <c:pt idx="8">
                  <c:v>Rusia</c:v>
                </c:pt>
                <c:pt idx="9">
                  <c:v>     </c:v>
                </c:pt>
                <c:pt idx="10">
                  <c:v>India</c:v>
                </c:pt>
                <c:pt idx="11">
                  <c:v>      </c:v>
                </c:pt>
                <c:pt idx="12">
                  <c:v>Afrika Selatan</c:v>
                </c:pt>
                <c:pt idx="13">
                  <c:v>       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 formatCode="#,##0.0">
                  <c:v>12.404999999999999</c:v>
                </c:pt>
                <c:pt idx="2" formatCode="#,##0.0">
                  <c:v>35.0242</c:v>
                </c:pt>
                <c:pt idx="4" formatCode="#,##0.0">
                  <c:v>13.637499999999999</c:v>
                </c:pt>
                <c:pt idx="6" formatCode="#,##0.0">
                  <c:v>10.9861</c:v>
                </c:pt>
                <c:pt idx="8" formatCode="#,##0.0">
                  <c:v>26.383299999999998</c:v>
                </c:pt>
                <c:pt idx="10" formatCode="#,##0.0">
                  <c:v>19.592099999999999</c:v>
                </c:pt>
                <c:pt idx="12" formatCode="#,##0.0">
                  <c:v>20.168199999999999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28-4B0A-B43D-59F47B2BA8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Q1 2026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C00000"/>
              </a:solidFill>
              <a:ln>
                <a:noFill/>
              </a:ln>
            </c:spPr>
          </c:marker>
          <c:cat>
            <c:strRef>
              <c:f>Sheet1!$A$2:$A$15</c:f>
              <c:strCache>
                <c:ptCount val="14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Filipina</c:v>
                </c:pt>
                <c:pt idx="5">
                  <c:v>   </c:v>
                </c:pt>
                <c:pt idx="6">
                  <c:v>Brasil</c:v>
                </c:pt>
                <c:pt idx="7">
                  <c:v>    </c:v>
                </c:pt>
                <c:pt idx="8">
                  <c:v>Rusia</c:v>
                </c:pt>
                <c:pt idx="9">
                  <c:v>     </c:v>
                </c:pt>
                <c:pt idx="10">
                  <c:v>India</c:v>
                </c:pt>
                <c:pt idx="11">
                  <c:v>      </c:v>
                </c:pt>
                <c:pt idx="12">
                  <c:v>Afrika Selatan</c:v>
                </c:pt>
                <c:pt idx="13">
                  <c:v>       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 formatCode="#,##0.0">
                  <c:v>14.62</c:v>
                </c:pt>
                <c:pt idx="2" formatCode="#,##0.0">
                  <c:v>33.751300000000001</c:v>
                </c:pt>
                <c:pt idx="4" formatCode="#,##0.0">
                  <c:v>12.276899999999999</c:v>
                </c:pt>
                <c:pt idx="6" formatCode="#,##0.0">
                  <c:v>13.409700000000001</c:v>
                </c:pt>
                <c:pt idx="8" formatCode="#,##0.0">
                  <c:v>43.6601</c:v>
                </c:pt>
                <c:pt idx="10" formatCode="#,##0.0">
                  <c:v>19.5642</c:v>
                </c:pt>
                <c:pt idx="12" formatCode="#,##0.0">
                  <c:v>26.509499999999999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528-4B0A-B43D-59F47B2BA8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12700" cap="rnd">
              <a:solidFill>
                <a:srgbClr val="A6A6A6"/>
              </a:solidFill>
              <a:round/>
            </a:ln>
          </c:spPr>
        </c:hiLowLines>
        <c:marker val="1"/>
        <c:smooth val="0"/>
        <c:axId val="2118791784"/>
        <c:axId val="2140495176"/>
      </c:line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Panah naik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dLbl>
              <c:idx val="1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+2,2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528-4B0A-B43D-59F47B2BA860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+2,4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528-4B0A-B43D-59F47B2BA860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+17,3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528-4B0A-B43D-59F47B2BA860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+6,3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528-4B0A-B43D-59F47B2BA86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Dir val="y"/>
            <c:errBarType val="plus"/>
            <c:errValType val="cust"/>
            <c:noEndCap val="1"/>
            <c:plus>
              <c:numRef>
                <c:f>Sheet1!$G$2:$G$15</c:f>
                <c:numCache>
                  <c:formatCode>#,##0.0</c:formatCode>
                  <c:ptCount val="14"/>
                  <c:pt idx="1">
                    <c:v>2.2149999999999999</c:v>
                  </c:pt>
                  <c:pt idx="3">
                    <c:v>1.2728999999999999</c:v>
                  </c:pt>
                  <c:pt idx="5">
                    <c:v>1.3606</c:v>
                  </c:pt>
                  <c:pt idx="7">
                    <c:v>2.4235000000000002</c:v>
                  </c:pt>
                  <c:pt idx="9">
                    <c:v>17.276800000000001</c:v>
                  </c:pt>
                  <c:pt idx="13">
                    <c:v>6.3411999999999997</c:v>
                  </c:pt>
                </c:numCache>
              </c:numRef>
            </c:plus>
            <c:spPr>
              <a:ln w="31750" cap="flat">
                <a:solidFill>
                  <a:srgbClr val="C00000"/>
                </a:solidFill>
                <a:tailEnd type="triangle" w="med" len="med"/>
              </a:ln>
            </c:spPr>
          </c:errBars>
          <c:cat>
            <c:strRef>
              <c:f>Sheet1!$A$2:$A$15</c:f>
              <c:strCache>
                <c:ptCount val="14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Filipina</c:v>
                </c:pt>
                <c:pt idx="5">
                  <c:v>   </c:v>
                </c:pt>
                <c:pt idx="6">
                  <c:v>Brasil</c:v>
                </c:pt>
                <c:pt idx="7">
                  <c:v>    </c:v>
                </c:pt>
                <c:pt idx="8">
                  <c:v>Rusia</c:v>
                </c:pt>
                <c:pt idx="9">
                  <c:v>     </c:v>
                </c:pt>
                <c:pt idx="10">
                  <c:v>India</c:v>
                </c:pt>
                <c:pt idx="11">
                  <c:v>      </c:v>
                </c:pt>
                <c:pt idx="12">
                  <c:v>Afrika Selatan</c:v>
                </c:pt>
                <c:pt idx="13">
                  <c:v>       </c:v>
                </c:pt>
              </c:strCache>
            </c:strRef>
          </c:cat>
          <c:val>
            <c:numRef>
              <c:f>Sheet1!$E$2:$E$15</c:f>
              <c:numCache>
                <c:formatCode>#,##0.0</c:formatCode>
                <c:ptCount val="14"/>
                <c:pt idx="1">
                  <c:v>12.404999999999999</c:v>
                </c:pt>
                <c:pt idx="7">
                  <c:v>10.9861</c:v>
                </c:pt>
                <c:pt idx="9">
                  <c:v>26.383299999999998</c:v>
                </c:pt>
                <c:pt idx="13">
                  <c:v>20.168199999999999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3528-4B0A-B43D-59F47B2BA86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Panah turun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dLbl>
              <c:idx val="3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00B050"/>
                        </a:solidFill>
                        <a:latin typeface="Calibri"/>
                        <a:cs typeface="Calibri"/>
                      </a:rPr>
                      <a:t>−1,3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3528-4B0A-B43D-59F47B2BA86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00B050"/>
                        </a:solidFill>
                        <a:latin typeface="Calibri"/>
                        <a:cs typeface="Calibri"/>
                      </a:rPr>
                      <a:t>−1,4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528-4B0A-B43D-59F47B2BA86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Dir val="y"/>
            <c:errBarType val="plus"/>
            <c:errValType val="cust"/>
            <c:noEndCap val="1"/>
            <c:plus>
              <c:numRef>
                <c:f>Sheet1!$G$2:$G$15</c:f>
                <c:numCache>
                  <c:formatCode>#,##0.0</c:formatCode>
                  <c:ptCount val="14"/>
                  <c:pt idx="1">
                    <c:v>2.2149999999999999</c:v>
                  </c:pt>
                  <c:pt idx="3">
                    <c:v>1.2728999999999999</c:v>
                  </c:pt>
                  <c:pt idx="5">
                    <c:v>1.3606</c:v>
                  </c:pt>
                  <c:pt idx="7">
                    <c:v>2.4235000000000002</c:v>
                  </c:pt>
                  <c:pt idx="9">
                    <c:v>17.276800000000001</c:v>
                  </c:pt>
                  <c:pt idx="13">
                    <c:v>6.3411999999999997</c:v>
                  </c:pt>
                </c:numCache>
              </c:numRef>
            </c:plus>
            <c:spPr>
              <a:ln w="31750" cap="flat">
                <a:solidFill>
                  <a:srgbClr val="00B050"/>
                </a:solidFill>
                <a:headEnd type="triangle" w="med" len="med"/>
              </a:ln>
            </c:spPr>
          </c:errBars>
          <c:cat>
            <c:strRef>
              <c:f>Sheet1!$A$2:$A$15</c:f>
              <c:strCache>
                <c:ptCount val="14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Filipina</c:v>
                </c:pt>
                <c:pt idx="5">
                  <c:v>   </c:v>
                </c:pt>
                <c:pt idx="6">
                  <c:v>Brasil</c:v>
                </c:pt>
                <c:pt idx="7">
                  <c:v>    </c:v>
                </c:pt>
                <c:pt idx="8">
                  <c:v>Rusia</c:v>
                </c:pt>
                <c:pt idx="9">
                  <c:v>     </c:v>
                </c:pt>
                <c:pt idx="10">
                  <c:v>India</c:v>
                </c:pt>
                <c:pt idx="11">
                  <c:v>      </c:v>
                </c:pt>
                <c:pt idx="12">
                  <c:v>Afrika Selatan</c:v>
                </c:pt>
                <c:pt idx="13">
                  <c:v>       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3" formatCode="#,##0.0">
                  <c:v>33.751300000000001</c:v>
                </c:pt>
                <c:pt idx="5" formatCode="#,##0.0">
                  <c:v>12.276899999999999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3528-4B0A-B43D-59F47B2BA8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0001"/>
        <c:axId val="900002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 rot="0" vert="horz"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0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18791784"/>
        <c:crosses val="autoZero"/>
        <c:crossBetween val="between"/>
        <c:majorUnit val="10"/>
      </c:valAx>
      <c:catAx>
        <c:axId val="9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50"/>
          <c:min val="0"/>
        </c:scaling>
        <c:delete val="1"/>
        <c:axPos val="r"/>
        <c:numFmt formatCode="#,##0" sourceLinked="0"/>
        <c:majorTickMark val="none"/>
        <c:minorTickMark val="none"/>
        <c:tickLblPos val="nextTo"/>
        <c:crossAx val="900001"/>
        <c:crosses val="max"/>
        <c:crossBetween val="between"/>
        <c:majorUnit val="10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legendEntry>
        <c:idx val="4"/>
        <c:delete val="1"/>
      </c:legendEntry>
      <c:overlay val="0"/>
      <c:txPr>
        <a:bodyPr/>
        <a:lstStyle/>
        <a:p>
          <a:pPr>
            <a:defRPr sz="1200" b="0">
              <a:solidFill>
                <a:srgbClr val="00000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nn-NO" sz="1400" b="1" i="0">
                <a:solidFill>
                  <a:srgbClr val="000000"/>
                </a:solidFill>
                <a:latin typeface="Calibri"/>
              </a:rPr>
              <a:t>ULN Jangka Pendek terhadap Cadangan Devisa</a:t>
            </a:r>
          </a:p>
          <a:p>
            <a:pPr>
              <a:defRPr/>
            </a:pPr>
            <a:r>
              <a:rPr lang="nn-NO" sz="1400" b="0" i="0">
                <a:solidFill>
                  <a:srgbClr val="000000"/>
                </a:solidFill>
                <a:latin typeface="Calibri"/>
              </a:rPr>
              <a:t>(persen, </a:t>
            </a:r>
            <a:r>
              <a:rPr lang="nn-NO" sz="1400" b="0" i="1">
                <a:solidFill>
                  <a:srgbClr val="000000"/>
                </a:solidFill>
                <a:latin typeface="Calibri"/>
              </a:rPr>
              <a:t>original maturity</a:t>
            </a:r>
            <a:r>
              <a:rPr lang="nn-NO" sz="1400" b="0" i="0">
                <a:solidFill>
                  <a:srgbClr val="000000"/>
                </a:solidFill>
                <a:latin typeface="Calibri"/>
              </a:rPr>
              <a:t>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7B4A3A"/>
              </a:solidFill>
              <a:ln>
                <a:solidFill>
                  <a:srgbClr val="7B4A3A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Filipina</c:v>
                </c:pt>
                <c:pt idx="5">
                  <c:v>   </c:v>
                </c:pt>
                <c:pt idx="6">
                  <c:v>Brasil</c:v>
                </c:pt>
                <c:pt idx="7">
                  <c:v>    </c:v>
                </c:pt>
                <c:pt idx="8">
                  <c:v>Rusia</c:v>
                </c:pt>
                <c:pt idx="9">
                  <c:v>     </c:v>
                </c:pt>
                <c:pt idx="10">
                  <c:v>India</c:v>
                </c:pt>
                <c:pt idx="11">
                  <c:v>      </c:v>
                </c:pt>
                <c:pt idx="12">
                  <c:v>Afrika Selatan</c:v>
                </c:pt>
                <c:pt idx="13">
                  <c:v>       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 formatCode="#,##0.0">
                  <c:v>38.813299999999998</c:v>
                </c:pt>
                <c:pt idx="2" formatCode="#,##0.0">
                  <c:v>26.2254</c:v>
                </c:pt>
                <c:pt idx="4" formatCode="#,##0.0">
                  <c:v>20.290400000000002</c:v>
                </c:pt>
                <c:pt idx="6" formatCode="#,##0.0">
                  <c:v>17.837800000000001</c:v>
                </c:pt>
                <c:pt idx="8" formatCode="#,##0.0">
                  <c:v>10.257099999999999</c:v>
                </c:pt>
                <c:pt idx="10" formatCode="#,##0.0">
                  <c:v>26.033999999999999</c:v>
                </c:pt>
                <c:pt idx="12" formatCode="#,##0.0">
                  <c:v>71.165800000000004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F9-4704-AD31-1D58C90639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2023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E07B00"/>
              </a:solidFill>
              <a:ln>
                <a:solidFill>
                  <a:srgbClr val="E07B00"/>
                </a:solidFill>
              </a:ln>
            </c:spPr>
          </c:marker>
          <c:cat>
            <c:strRef>
              <c:f>Sheet1!$A$2:$A$15</c:f>
              <c:strCache>
                <c:ptCount val="14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Filipina</c:v>
                </c:pt>
                <c:pt idx="5">
                  <c:v>   </c:v>
                </c:pt>
                <c:pt idx="6">
                  <c:v>Brasil</c:v>
                </c:pt>
                <c:pt idx="7">
                  <c:v>    </c:v>
                </c:pt>
                <c:pt idx="8">
                  <c:v>Rusia</c:v>
                </c:pt>
                <c:pt idx="9">
                  <c:v>     </c:v>
                </c:pt>
                <c:pt idx="10">
                  <c:v>India</c:v>
                </c:pt>
                <c:pt idx="11">
                  <c:v>      </c:v>
                </c:pt>
                <c:pt idx="12">
                  <c:v>Afrika Selatan</c:v>
                </c:pt>
                <c:pt idx="13">
                  <c:v>       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 formatCode="#,##0.0">
                  <c:v>34.466999999999999</c:v>
                </c:pt>
                <c:pt idx="2" formatCode="#,##0.0">
                  <c:v>30.6678</c:v>
                </c:pt>
                <c:pt idx="4" formatCode="#,##0.0">
                  <c:v>16.483499999999999</c:v>
                </c:pt>
                <c:pt idx="6" formatCode="#,##0.0">
                  <c:v>22.672000000000001</c:v>
                </c:pt>
                <c:pt idx="8" formatCode="#,##0.0">
                  <c:v>14.0434</c:v>
                </c:pt>
                <c:pt idx="10" formatCode="#,##0.0">
                  <c:v>20.244</c:v>
                </c:pt>
                <c:pt idx="12" formatCode="#,##0.0">
                  <c:v>51.032200000000003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AF9-4704-AD31-1D58C90639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Q1 2026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9"/>
            <c:spPr>
              <a:solidFill>
                <a:srgbClr val="C00000"/>
              </a:solidFill>
              <a:ln>
                <a:noFill/>
              </a:ln>
            </c:spPr>
          </c:marker>
          <c:cat>
            <c:strRef>
              <c:f>Sheet1!$A$2:$A$15</c:f>
              <c:strCache>
                <c:ptCount val="14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Filipina</c:v>
                </c:pt>
                <c:pt idx="5">
                  <c:v>   </c:v>
                </c:pt>
                <c:pt idx="6">
                  <c:v>Brasil</c:v>
                </c:pt>
                <c:pt idx="7">
                  <c:v>    </c:v>
                </c:pt>
                <c:pt idx="8">
                  <c:v>Rusia</c:v>
                </c:pt>
                <c:pt idx="9">
                  <c:v>     </c:v>
                </c:pt>
                <c:pt idx="10">
                  <c:v>India</c:v>
                </c:pt>
                <c:pt idx="11">
                  <c:v>      </c:v>
                </c:pt>
                <c:pt idx="12">
                  <c:v>Afrika Selatan</c:v>
                </c:pt>
                <c:pt idx="13">
                  <c:v>       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 formatCode="#,##0.0">
                  <c:v>42.76</c:v>
                </c:pt>
                <c:pt idx="2" formatCode="#,##0.0">
                  <c:v>25.238</c:v>
                </c:pt>
                <c:pt idx="4" formatCode="#,##0.0">
                  <c:v>16.8279</c:v>
                </c:pt>
                <c:pt idx="6" formatCode="#,##0.0">
                  <c:v>30.6995</c:v>
                </c:pt>
                <c:pt idx="8" formatCode="#,##0.0">
                  <c:v>17.4329</c:v>
                </c:pt>
                <c:pt idx="10" formatCode="#,##0.0">
                  <c:v>21.5931</c:v>
                </c:pt>
                <c:pt idx="12" formatCode="#,##0.0">
                  <c:v>66.796099999999996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AF9-4704-AD31-1D58C90639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12700" cap="rnd">
              <a:solidFill>
                <a:srgbClr val="A6A6A6"/>
              </a:solidFill>
              <a:round/>
            </a:ln>
          </c:spPr>
        </c:hiLowLines>
        <c:marker val="1"/>
        <c:smooth val="0"/>
        <c:axId val="2118791784"/>
        <c:axId val="2140495176"/>
      </c:line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Panah naik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dLbl>
              <c:idx val="1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+8,3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AF9-4704-AD31-1D58C906390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+0,3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AF9-4704-AD31-1D58C9063901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+8,0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AF9-4704-AD31-1D58C9063901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+3,4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2AF9-4704-AD31-1D58C9063901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+1,3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2AF9-4704-AD31-1D58C9063901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C00000"/>
                        </a:solidFill>
                        <a:latin typeface="Calibri"/>
                        <a:cs typeface="Calibri"/>
                      </a:rPr>
                      <a:t>+15,8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2AF9-4704-AD31-1D58C906390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Dir val="y"/>
            <c:errBarType val="plus"/>
            <c:errValType val="cust"/>
            <c:noEndCap val="1"/>
            <c:plus>
              <c:numRef>
                <c:f>Sheet1!$G$2:$G$15</c:f>
                <c:numCache>
                  <c:formatCode>#,##0.0</c:formatCode>
                  <c:ptCount val="14"/>
                  <c:pt idx="1">
                    <c:v>8.2929999999999993</c:v>
                  </c:pt>
                  <c:pt idx="3">
                    <c:v>5.4298000000000002</c:v>
                  </c:pt>
                  <c:pt idx="5">
                    <c:v>0.34439999999999998</c:v>
                  </c:pt>
                  <c:pt idx="7">
                    <c:v>8.0274999999999999</c:v>
                  </c:pt>
                  <c:pt idx="9">
                    <c:v>3.3895</c:v>
                  </c:pt>
                  <c:pt idx="11">
                    <c:v>1.3491</c:v>
                  </c:pt>
                  <c:pt idx="13">
                    <c:v>15.763999999999999</c:v>
                  </c:pt>
                </c:numCache>
              </c:numRef>
            </c:plus>
            <c:spPr>
              <a:ln w="31750" cap="flat">
                <a:solidFill>
                  <a:srgbClr val="C00000"/>
                </a:solidFill>
                <a:tailEnd type="triangle" w="med" len="med"/>
              </a:ln>
            </c:spPr>
          </c:errBars>
          <c:cat>
            <c:strRef>
              <c:f>Sheet1!$A$2:$A$15</c:f>
              <c:strCache>
                <c:ptCount val="14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Filipina</c:v>
                </c:pt>
                <c:pt idx="5">
                  <c:v>   </c:v>
                </c:pt>
                <c:pt idx="6">
                  <c:v>Brasil</c:v>
                </c:pt>
                <c:pt idx="7">
                  <c:v>    </c:v>
                </c:pt>
                <c:pt idx="8">
                  <c:v>Rusia</c:v>
                </c:pt>
                <c:pt idx="9">
                  <c:v>     </c:v>
                </c:pt>
                <c:pt idx="10">
                  <c:v>India</c:v>
                </c:pt>
                <c:pt idx="11">
                  <c:v>      </c:v>
                </c:pt>
                <c:pt idx="12">
                  <c:v>Afrika Selatan</c:v>
                </c:pt>
                <c:pt idx="13">
                  <c:v>       </c:v>
                </c:pt>
              </c:strCache>
            </c:strRef>
          </c:cat>
          <c:val>
            <c:numRef>
              <c:f>Sheet1!$E$2:$E$15</c:f>
              <c:numCache>
                <c:formatCode>#,##0.0</c:formatCode>
                <c:ptCount val="14"/>
                <c:pt idx="1">
                  <c:v>34.466999999999999</c:v>
                </c:pt>
                <c:pt idx="5">
                  <c:v>16.483499999999999</c:v>
                </c:pt>
                <c:pt idx="7">
                  <c:v>22.672000000000001</c:v>
                </c:pt>
                <c:pt idx="9">
                  <c:v>14.0434</c:v>
                </c:pt>
                <c:pt idx="11">
                  <c:v>20.244</c:v>
                </c:pt>
                <c:pt idx="13">
                  <c:v>51.032200000000003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2AF9-4704-AD31-1D58C906390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Panah turun</c:v>
                </c:pt>
              </c:strCache>
            </c:strRef>
          </c:tx>
          <c:spPr>
            <a:ln>
              <a:noFill/>
            </a:ln>
          </c:spPr>
          <c:marker>
            <c:symbol val="none"/>
          </c:marker>
          <c:dLbls>
            <c:dLbl>
              <c:idx val="3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00B050"/>
                        </a:solidFill>
                        <a:latin typeface="Calibri"/>
                        <a:cs typeface="Calibri"/>
                      </a:rPr>
                      <a:t>−5,4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2AF9-4704-AD31-1D58C906390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Dir val="y"/>
            <c:errBarType val="plus"/>
            <c:errValType val="cust"/>
            <c:noEndCap val="1"/>
            <c:plus>
              <c:numRef>
                <c:f>Sheet1!$G$2:$G$15</c:f>
                <c:numCache>
                  <c:formatCode>#,##0.0</c:formatCode>
                  <c:ptCount val="14"/>
                  <c:pt idx="1">
                    <c:v>8.2929999999999993</c:v>
                  </c:pt>
                  <c:pt idx="3">
                    <c:v>5.4298000000000002</c:v>
                  </c:pt>
                  <c:pt idx="5">
                    <c:v>0.34439999999999998</c:v>
                  </c:pt>
                  <c:pt idx="7">
                    <c:v>8.0274999999999999</c:v>
                  </c:pt>
                  <c:pt idx="9">
                    <c:v>3.3895</c:v>
                  </c:pt>
                  <c:pt idx="11">
                    <c:v>1.3491</c:v>
                  </c:pt>
                  <c:pt idx="13">
                    <c:v>15.763999999999999</c:v>
                  </c:pt>
                </c:numCache>
              </c:numRef>
            </c:plus>
            <c:spPr>
              <a:ln w="31750" cap="flat">
                <a:solidFill>
                  <a:srgbClr val="00B050"/>
                </a:solidFill>
                <a:headEnd type="triangle" w="med" len="med"/>
              </a:ln>
            </c:spPr>
          </c:errBars>
          <c:cat>
            <c:strRef>
              <c:f>Sheet1!$A$2:$A$15</c:f>
              <c:strCache>
                <c:ptCount val="14"/>
                <c:pt idx="0">
                  <c:v>Indonesia</c:v>
                </c:pt>
                <c:pt idx="1">
                  <c:v> </c:v>
                </c:pt>
                <c:pt idx="2">
                  <c:v>Thailand</c:v>
                </c:pt>
                <c:pt idx="3">
                  <c:v>  </c:v>
                </c:pt>
                <c:pt idx="4">
                  <c:v>Filipina</c:v>
                </c:pt>
                <c:pt idx="5">
                  <c:v>   </c:v>
                </c:pt>
                <c:pt idx="6">
                  <c:v>Brasil</c:v>
                </c:pt>
                <c:pt idx="7">
                  <c:v>    </c:v>
                </c:pt>
                <c:pt idx="8">
                  <c:v>Rusia</c:v>
                </c:pt>
                <c:pt idx="9">
                  <c:v>     </c:v>
                </c:pt>
                <c:pt idx="10">
                  <c:v>India</c:v>
                </c:pt>
                <c:pt idx="11">
                  <c:v>      </c:v>
                </c:pt>
                <c:pt idx="12">
                  <c:v>Afrika Selatan</c:v>
                </c:pt>
                <c:pt idx="13">
                  <c:v>       </c:v>
                </c:pt>
              </c:strCache>
            </c:strRef>
          </c:cat>
          <c:val>
            <c:numRef>
              <c:f>Sheet1!$F$2:$F$15</c:f>
              <c:numCache>
                <c:formatCode>General</c:formatCode>
                <c:ptCount val="14"/>
                <c:pt idx="3" formatCode="#,##0.0">
                  <c:v>25.238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2AF9-4704-AD31-1D58C90639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00001"/>
        <c:axId val="900002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 rot="0" vert="horz"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80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18791784"/>
        <c:crosses val="autoZero"/>
        <c:crossBetween val="between"/>
        <c:majorUnit val="10"/>
      </c:valAx>
      <c:catAx>
        <c:axId val="90000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80"/>
          <c:min val="0"/>
        </c:scaling>
        <c:delete val="1"/>
        <c:axPos val="r"/>
        <c:numFmt formatCode="#,##0" sourceLinked="0"/>
        <c:majorTickMark val="none"/>
        <c:minorTickMark val="none"/>
        <c:tickLblPos val="nextTo"/>
        <c:crossAx val="900001"/>
        <c:crosses val="max"/>
        <c:crossBetween val="between"/>
        <c:majorUnit val="10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legendEntry>
        <c:idx val="4"/>
        <c:delete val="1"/>
      </c:legendEntry>
      <c:overlay val="0"/>
      <c:txPr>
        <a:bodyPr/>
        <a:lstStyle/>
        <a:p>
          <a:pPr>
            <a:defRPr sz="1200" b="0">
              <a:solidFill>
                <a:srgbClr val="00000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/>
              <a:t>Rule of Law Index 2025</a:t>
            </a:r>
            <a:br>
              <a:rPr lang="en-US" sz="1400" b="1"/>
            </a:br>
            <a:r>
              <a:rPr lang="en-US" sz="1400" b="0"/>
              <a:t>(Index;</a:t>
            </a:r>
            <a:r>
              <a:rPr lang="en-US" sz="1400" b="0" baseline="0"/>
              <a:t> Global Average = 0.55) </a:t>
            </a:r>
            <a:endParaRPr lang="en-US" sz="1400" b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Index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848-4BF0-A6FF-20AFE699D5C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0.52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848-4BF0-A6FF-20AFE699D5C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0.64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848-4BF0-A6FF-20AFE699D5C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0.72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848-4BF0-A6FF-20AFE699D5C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0.78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848-4BF0-A6FF-20AFE699D5C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Indonesia</c:v>
                </c:pt>
                <c:pt idx="1">
                  <c:v>UAE</c:v>
                </c:pt>
                <c:pt idx="2">
                  <c:v>Hong Kong</c:v>
                </c:pt>
                <c:pt idx="3">
                  <c:v>Singapore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0.52</c:v>
                </c:pt>
                <c:pt idx="1">
                  <c:v>0.64</c:v>
                </c:pt>
                <c:pt idx="2">
                  <c:v>0.72</c:v>
                </c:pt>
                <c:pt idx="3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848-4BF0-A6FF-20AFE699D5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989034272"/>
        <c:axId val="1989035984"/>
      </c:barChart>
      <c:catAx>
        <c:axId val="1989034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endParaRPr lang="en-US"/>
          </a:p>
        </c:txPr>
        <c:crossAx val="1989035984"/>
        <c:crosses val="autoZero"/>
        <c:auto val="1"/>
        <c:lblAlgn val="ctr"/>
        <c:lblOffset val="100"/>
        <c:noMultiLvlLbl val="0"/>
      </c:catAx>
      <c:valAx>
        <c:axId val="198903598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9890342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pPr>
      <a:endParaRPr lang="en-US"/>
    </a:p>
  </c:txPr>
  <c:externalData r:id="rId3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sz="1400" b="1">
                <a:solidFill>
                  <a:schemeClr val="tx1"/>
                </a:solidFill>
              </a:rPr>
              <a:t>Defisit dan Keseimbangan Primer terhadap PDB</a:t>
            </a:r>
          </a:p>
          <a:p>
            <a:pPr>
              <a:defRPr/>
            </a:pPr>
            <a:r>
              <a:rPr lang="en-ID" sz="1400" b="0">
                <a:solidFill>
                  <a:schemeClr val="tx1"/>
                </a:solidFill>
              </a:rPr>
              <a:t>(Persen)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Defisit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946-446A-8853-908513C857FB}"/>
                </c:ext>
              </c:extLst>
            </c:dLbl>
            <c:numFmt formatCode="#,##0.00" sourceLinked="0"/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numCache>
            </c:numRef>
          </c:cat>
          <c:val>
            <c:numRef>
              <c:f>Sheet1!$B$2:$B$12</c:f>
              <c:numCache>
                <c:formatCode>#,##0.0</c:formatCode>
                <c:ptCount val="11"/>
                <c:pt idx="0">
                  <c:v>-2.4090902264560139</c:v>
                </c:pt>
                <c:pt idx="1">
                  <c:v>-2.1098840638697736</c:v>
                </c:pt>
                <c:pt idx="2">
                  <c:v>-2.0692636258124697</c:v>
                </c:pt>
                <c:pt idx="3">
                  <c:v>-1.4124063485977758</c:v>
                </c:pt>
                <c:pt idx="4">
                  <c:v>-1.7611672508667158</c:v>
                </c:pt>
                <c:pt idx="5">
                  <c:v>-5.6762105033202523</c:v>
                </c:pt>
                <c:pt idx="6">
                  <c:v>-4.1421975298104314</c:v>
                </c:pt>
                <c:pt idx="7">
                  <c:v>-2.0037990874016582</c:v>
                </c:pt>
                <c:pt idx="8">
                  <c:v>-1.3729080204954232</c:v>
                </c:pt>
                <c:pt idx="9">
                  <c:v>-2.2998401899523362</c:v>
                </c:pt>
                <c:pt idx="10">
                  <c:v>-2.8138713293302038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946-446A-8853-908513C857F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Keseimbangan Primer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946-446A-8853-908513C857FB}"/>
                </c:ext>
              </c:extLst>
            </c:dLbl>
            <c:numFmt formatCode="#,##0.00" sourceLinked="0"/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numCache>
            </c:numRef>
          </c:cat>
          <c:val>
            <c:numRef>
              <c:f>Sheet1!$C$2:$C$12</c:f>
              <c:numCache>
                <c:formatCode>#,##0.0</c:formatCode>
                <c:ptCount val="11"/>
                <c:pt idx="0">
                  <c:v>-1.0555829684714972</c:v>
                </c:pt>
                <c:pt idx="1">
                  <c:v>-0.63620827468506502</c:v>
                </c:pt>
                <c:pt idx="2">
                  <c:v>-0.4756595038600448</c:v>
                </c:pt>
                <c:pt idx="3">
                  <c:v>0.32596058823493401</c:v>
                </c:pt>
                <c:pt idx="4">
                  <c:v>-2.0959262215133462E-2</c:v>
                </c:pt>
                <c:pt idx="5">
                  <c:v>-3.6424027659141061</c:v>
                </c:pt>
                <c:pt idx="6">
                  <c:v>-2.1188694186156694</c:v>
                </c:pt>
                <c:pt idx="7">
                  <c:v>-3.1506105910959127E-2</c:v>
                </c:pt>
                <c:pt idx="8">
                  <c:v>0.73256780250029252</c:v>
                </c:pt>
                <c:pt idx="9">
                  <c:v>-9.3658225488896366E-2</c:v>
                </c:pt>
                <c:pt idx="10">
                  <c:v>-0.65446263583193587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946-446A-8853-908513C857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4509264"/>
        <c:axId val="1060592271"/>
      </c:lineChart>
      <c:catAx>
        <c:axId val="86450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592271"/>
        <c:crosses val="autoZero"/>
        <c:auto val="1"/>
        <c:lblAlgn val="ctr"/>
        <c:lblOffset val="100"/>
        <c:noMultiLvlLbl val="0"/>
      </c:catAx>
      <c:valAx>
        <c:axId val="1060592271"/>
        <c:scaling>
          <c:orientation val="minMax"/>
        </c:scaling>
        <c:delete val="0"/>
        <c:axPos val="l"/>
        <c:numFmt formatCode="#,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509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D" sz="1400" b="1" err="1">
                <a:solidFill>
                  <a:schemeClr val="tx1"/>
                </a:solidFill>
              </a:rPr>
              <a:t>Perpajakan</a:t>
            </a:r>
            <a:r>
              <a:rPr lang="en-ID" sz="1400" b="1">
                <a:solidFill>
                  <a:schemeClr val="tx1"/>
                </a:solidFill>
              </a:rPr>
              <a:t> dan </a:t>
            </a:r>
            <a:r>
              <a:rPr lang="en-ID" sz="1400" b="1" err="1">
                <a:solidFill>
                  <a:schemeClr val="tx1"/>
                </a:solidFill>
              </a:rPr>
              <a:t>Belanja</a:t>
            </a:r>
            <a:r>
              <a:rPr lang="en-ID" sz="1400" b="1">
                <a:solidFill>
                  <a:schemeClr val="tx1"/>
                </a:solidFill>
              </a:rPr>
              <a:t> </a:t>
            </a:r>
            <a:r>
              <a:rPr lang="en-ID" sz="1400" b="1" err="1">
                <a:solidFill>
                  <a:schemeClr val="tx1"/>
                </a:solidFill>
              </a:rPr>
              <a:t>terhadap</a:t>
            </a:r>
            <a:r>
              <a:rPr lang="en-ID" sz="1400" b="1">
                <a:solidFill>
                  <a:schemeClr val="tx1"/>
                </a:solidFill>
              </a:rPr>
              <a:t> PDB</a:t>
            </a:r>
          </a:p>
          <a:p>
            <a:pPr>
              <a:defRPr/>
            </a:pPr>
            <a:r>
              <a:rPr lang="en-ID" sz="1400" b="0">
                <a:solidFill>
                  <a:schemeClr val="tx1"/>
                </a:solidFill>
              </a:rPr>
              <a:t>(Persen)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Penerimaan Perpajakan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871-46FB-8040-8F27BDC41AB5}"/>
                </c:ext>
              </c:extLst>
            </c:dLbl>
            <c:spPr>
              <a:solidFill>
                <a:schemeClr val="accent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numCache>
            </c:numRef>
          </c:cat>
          <c:val>
            <c:numRef>
              <c:f>Sheet1!$B$2:$B$12</c:f>
              <c:numCache>
                <c:formatCode>#,##0.0</c:formatCode>
                <c:ptCount val="11"/>
                <c:pt idx="0">
                  <c:v>10.76160891021971</c:v>
                </c:pt>
                <c:pt idx="1">
                  <c:v>10.361214233680103</c:v>
                </c:pt>
                <c:pt idx="2">
                  <c:v>9.8862919470594122</c:v>
                </c:pt>
                <c:pt idx="3">
                  <c:v>10.235290459328466</c:v>
                </c:pt>
                <c:pt idx="4">
                  <c:v>9.7655237384043971</c:v>
                </c:pt>
                <c:pt idx="5">
                  <c:v>8.3216144867799748</c:v>
                </c:pt>
                <c:pt idx="6">
                  <c:v>9.1174160189718307</c:v>
                </c:pt>
                <c:pt idx="7">
                  <c:v>10.386485259109115</c:v>
                </c:pt>
                <c:pt idx="8">
                  <c:v>10.218145113570268</c:v>
                </c:pt>
                <c:pt idx="9">
                  <c:v>10.08103675620119</c:v>
                </c:pt>
                <c:pt idx="10">
                  <c:v>9.3117604341387459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6A5-4561-A6ED-004518DAAC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Belanja Negara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71-46FB-8040-8F27BDC41AB5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numCache>
            </c:numRef>
          </c:cat>
          <c:val>
            <c:numRef>
              <c:f>Sheet1!$C$2:$C$12</c:f>
              <c:numCache>
                <c:formatCode>#,##0.0</c:formatCode>
                <c:ptCount val="11"/>
                <c:pt idx="0">
                  <c:v>15.492152781365117</c:v>
                </c:pt>
                <c:pt idx="1">
                  <c:v>14.655987370757147</c:v>
                </c:pt>
                <c:pt idx="2">
                  <c:v>14.331200971028643</c:v>
                </c:pt>
                <c:pt idx="3">
                  <c:v>14.511043976164375</c:v>
                </c:pt>
                <c:pt idx="4">
                  <c:v>14.144645038031772</c:v>
                </c:pt>
                <c:pt idx="5">
                  <c:v>16.346065170563023</c:v>
                </c:pt>
                <c:pt idx="6">
                  <c:v>15.989853332898484</c:v>
                </c:pt>
                <c:pt idx="7">
                  <c:v>15.459901371379583</c:v>
                </c:pt>
                <c:pt idx="8">
                  <c:v>14.605183156726554</c:v>
                </c:pt>
                <c:pt idx="9">
                  <c:v>15.17578980189219</c:v>
                </c:pt>
                <c:pt idx="10">
                  <c:v>14.421682396488317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6A5-4561-A6ED-004518DAAC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864509264"/>
        <c:axId val="1060592271"/>
      </c:lineChart>
      <c:catAx>
        <c:axId val="864509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60592271"/>
        <c:crosses val="autoZero"/>
        <c:auto val="1"/>
        <c:lblAlgn val="ctr"/>
        <c:lblOffset val="100"/>
        <c:noMultiLvlLbl val="0"/>
      </c:catAx>
      <c:valAx>
        <c:axId val="1060592271"/>
        <c:scaling>
          <c:orientation val="minMax"/>
        </c:scaling>
        <c:delete val="0"/>
        <c:axPos val="l"/>
        <c:numFmt formatCode="#,##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4509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ULN</c:v>
                </c:pt>
              </c:strCache>
            </c:strRef>
          </c:tx>
          <c:spPr>
            <a:solidFill>
              <a:srgbClr val="6B442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A7F-4482-B4CB-8ED9400DF898}"/>
              </c:ext>
            </c:extLst>
          </c:dPt>
          <c:dPt>
            <c:idx val="1"/>
            <c:invertIfNegative val="0"/>
            <c:bubble3D val="0"/>
            <c:spPr>
              <a:solidFill>
                <a:srgbClr val="C8860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7A7F-4482-B4CB-8ED9400DF898}"/>
              </c:ext>
            </c:extLst>
          </c:dPt>
          <c:dPt>
            <c:idx val="2"/>
            <c:invertIfNegative val="0"/>
            <c:bubble3D val="0"/>
            <c:spPr>
              <a:solidFill>
                <a:srgbClr val="8B8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7A7F-4482-B4CB-8ED9400DF89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D2B1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Pemerintah</c:v>
                </c:pt>
                <c:pt idx="1">
                  <c:v>Swasta</c:v>
                </c:pt>
                <c:pt idx="2">
                  <c:v>Bank sentral
dan lainnya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218.4</c:v>
                </c:pt>
                <c:pt idx="1">
                  <c:v>194.5</c:v>
                </c:pt>
                <c:pt idx="2">
                  <c:v>41.9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7A7F-4482-B4CB-8ED9400DF89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BEA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2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1400" b="1" i="0">
                <a:solidFill>
                  <a:srgbClr val="000000"/>
                </a:solidFill>
                <a:latin typeface="Calibri"/>
              </a:rPr>
              <a:t>H1 2025 </a:t>
            </a:r>
          </a:p>
          <a:p>
            <a:pPr>
              <a:defRPr/>
            </a:pPr>
            <a:r>
              <a:rPr lang="en-US" sz="1400" b="0" i="0">
                <a:solidFill>
                  <a:srgbClr val="000000"/>
                </a:solidFill>
                <a:latin typeface="Calibri"/>
              </a:rPr>
              <a:t>(% </a:t>
            </a:r>
            <a:r>
              <a:rPr lang="en-US" sz="1400" b="0" i="0" err="1">
                <a:solidFill>
                  <a:srgbClr val="000000"/>
                </a:solidFill>
                <a:latin typeface="Calibri"/>
              </a:rPr>
              <a:t>terhadap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 PDB</a:t>
            </a:r>
            <a:r>
              <a:rPr lang="en-US" sz="1400" b="0" i="0" baseline="0">
                <a:solidFill>
                  <a:srgbClr val="000000"/>
                </a:solidFill>
                <a:latin typeface="Calibri"/>
              </a:rPr>
              <a:t> 1H 2025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36"/>
          <c:y val="0.22"/>
          <c:w val="0.62"/>
          <c:h val="0.74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0A22E"/>
              </a:solidFill>
            </c:spPr>
            <c:extLst>
              <c:ext xmlns:c16="http://schemas.microsoft.com/office/drawing/2014/chart" uri="{C3380CC4-5D6E-409C-BE32-E72D297353CC}">
                <c16:uniqueId val="{00000001-35D1-4BE9-8A63-5C4C3FEAFB5C}"/>
              </c:ext>
            </c:extLst>
          </c:dPt>
          <c:dPt>
            <c:idx val="1"/>
            <c:invertIfNegative val="0"/>
            <c:bubble3D val="0"/>
            <c:spPr>
              <a:solidFill>
                <a:srgbClr val="A5644E"/>
              </a:solidFill>
            </c:spPr>
            <c:extLst>
              <c:ext xmlns:c16="http://schemas.microsoft.com/office/drawing/2014/chart" uri="{C3380CC4-5D6E-409C-BE32-E72D297353CC}">
                <c16:uniqueId val="{00000003-35D1-4BE9-8A63-5C4C3FEAFB5C}"/>
              </c:ext>
            </c:extLst>
          </c:dPt>
          <c:dPt>
            <c:idx val="2"/>
            <c:invertIfNegative val="0"/>
            <c:bubble3D val="0"/>
            <c:spPr>
              <a:solidFill>
                <a:srgbClr val="B58B80"/>
              </a:solidFill>
            </c:spPr>
            <c:extLst>
              <c:ext xmlns:c16="http://schemas.microsoft.com/office/drawing/2014/chart" uri="{C3380CC4-5D6E-409C-BE32-E72D297353CC}">
                <c16:uniqueId val="{00000005-35D1-4BE9-8A63-5C4C3FEAFB5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200" b="1">
                        <a:solidFill>
                          <a:schemeClr val="bg1"/>
                        </a:solidFill>
                      </a:defRPr>
                    </a:pPr>
                    <a:r>
                      <a:rPr lang="en-US" sz="1200" b="1" i="0">
                        <a:solidFill>
                          <a:schemeClr val="bg1"/>
                        </a:solidFill>
                        <a:latin typeface="Calibri"/>
                        <a:cs typeface="Calibri"/>
                      </a:rPr>
                      <a:t>−0,42%</a:t>
                    </a:r>
                  </a:p>
                </c:rich>
              </c:tx>
              <c:spPr>
                <a:solidFill>
                  <a:schemeClr val="accent1"/>
                </a:solidFill>
                <a:ln>
                  <a:solidFill>
                    <a:schemeClr val="accent1"/>
                  </a:solidFill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5D1-4BE9-8A63-5C4C3FEAFB5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200" b="1">
                        <a:solidFill>
                          <a:schemeClr val="bg1"/>
                        </a:solidFill>
                      </a:defRPr>
                    </a:pPr>
                    <a:r>
                      <a:rPr lang="en-US" sz="1200" b="1" i="0">
                        <a:solidFill>
                          <a:schemeClr val="bg1"/>
                        </a:solidFill>
                        <a:latin typeface="Calibri"/>
                        <a:cs typeface="Calibri"/>
                      </a:rPr>
                      <a:t>−1,76%</a:t>
                    </a:r>
                  </a:p>
                </c:rich>
              </c:tx>
              <c:spPr>
                <a:solidFill>
                  <a:schemeClr val="accent2"/>
                </a:solidFill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5D1-4BE9-8A63-5C4C3FEAFB5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200" b="1">
                        <a:solidFill>
                          <a:schemeClr val="bg1"/>
                        </a:solidFill>
                      </a:defRPr>
                    </a:pPr>
                    <a:r>
                      <a:rPr lang="en-US" sz="1200" b="1" i="0">
                        <a:solidFill>
                          <a:schemeClr val="bg1"/>
                        </a:solidFill>
                        <a:latin typeface="Calibri"/>
                        <a:cs typeface="Calibri"/>
                      </a:rPr>
                      <a:t>1,34%</a:t>
                    </a:r>
                  </a:p>
                </c:rich>
              </c:tx>
              <c:spPr>
                <a:solidFill>
                  <a:schemeClr val="accent3"/>
                </a:solidFill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5D1-4BE9-8A63-5C4C3FEAFB5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Current Account/PDB</c:v>
                </c:pt>
                <c:pt idx="1">
                  <c:v>Defisit Fiskal/PDB</c:v>
                </c:pt>
                <c:pt idx="2">
                  <c:v>Private SI Gap/PDB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-4.2023697095471416E-3</c:v>
                </c:pt>
                <c:pt idx="1">
                  <c:v>-1.758389377330383E-2</c:v>
                </c:pt>
                <c:pt idx="2">
                  <c:v>1.3381524063756679E-2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D1-4BE9-8A63-5C4C3FEAFB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3848362105453203E-2"/>
          <c:min val="-3.1797816140604271E-2"/>
        </c:scaling>
        <c:delete val="1"/>
        <c:axPos val="t"/>
        <c:numFmt formatCode="0.0%" sourceLinked="0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1400" b="1" i="0">
                <a:solidFill>
                  <a:srgbClr val="000000"/>
                </a:solidFill>
                <a:latin typeface="Calibri"/>
              </a:rPr>
              <a:t>H1 2026</a:t>
            </a:r>
          </a:p>
          <a:p>
            <a:pPr>
              <a:defRPr/>
            </a:pPr>
            <a:r>
              <a:rPr lang="en-US" sz="1400" b="1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(% </a:t>
            </a:r>
            <a:r>
              <a:rPr lang="en-US" sz="1400" b="0" i="0" err="1">
                <a:solidFill>
                  <a:srgbClr val="000000"/>
                </a:solidFill>
                <a:latin typeface="Calibri"/>
              </a:rPr>
              <a:t>terhadap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 PDB 1H 2026)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36"/>
          <c:y val="0.22"/>
          <c:w val="0.62"/>
          <c:h val="0.74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Nilai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F0A22E"/>
              </a:solidFill>
            </c:spPr>
            <c:extLst>
              <c:ext xmlns:c16="http://schemas.microsoft.com/office/drawing/2014/chart" uri="{C3380CC4-5D6E-409C-BE32-E72D297353CC}">
                <c16:uniqueId val="{00000001-3BD6-4DA0-A3DE-B2ED6FBD6D89}"/>
              </c:ext>
            </c:extLst>
          </c:dPt>
          <c:dPt>
            <c:idx val="1"/>
            <c:invertIfNegative val="0"/>
            <c:bubble3D val="0"/>
            <c:spPr>
              <a:solidFill>
                <a:srgbClr val="A5644E"/>
              </a:solidFill>
            </c:spPr>
            <c:extLst>
              <c:ext xmlns:c16="http://schemas.microsoft.com/office/drawing/2014/chart" uri="{C3380CC4-5D6E-409C-BE32-E72D297353CC}">
                <c16:uniqueId val="{00000003-3BD6-4DA0-A3DE-B2ED6FBD6D89}"/>
              </c:ext>
            </c:extLst>
          </c:dPt>
          <c:dPt>
            <c:idx val="2"/>
            <c:invertIfNegative val="0"/>
            <c:bubble3D val="0"/>
            <c:spPr>
              <a:solidFill>
                <a:srgbClr val="B58B80"/>
              </a:solidFill>
            </c:spPr>
            <c:extLst>
              <c:ext xmlns:c16="http://schemas.microsoft.com/office/drawing/2014/chart" uri="{C3380CC4-5D6E-409C-BE32-E72D297353CC}">
                <c16:uniqueId val="{00000005-3BD6-4DA0-A3DE-B2ED6FBD6D8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200" b="1">
                        <a:solidFill>
                          <a:schemeClr val="bg1"/>
                        </a:solidFill>
                      </a:defRPr>
                    </a:pPr>
                    <a:r>
                      <a:rPr lang="en-US" sz="1200" b="1" i="0">
                        <a:solidFill>
                          <a:schemeClr val="bg1"/>
                        </a:solidFill>
                        <a:latin typeface="Calibri"/>
                        <a:cs typeface="Calibri"/>
                      </a:rPr>
                      <a:t>−2,19%</a:t>
                    </a:r>
                  </a:p>
                </c:rich>
              </c:tx>
              <c:spPr>
                <a:solidFill>
                  <a:schemeClr val="accent1"/>
                </a:solidFill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BD6-4DA0-A3DE-B2ED6FBD6D8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200" b="1">
                        <a:solidFill>
                          <a:schemeClr val="bg1"/>
                        </a:solidFill>
                      </a:defRPr>
                    </a:pPr>
                    <a:r>
                      <a:rPr lang="en-US" sz="1200" b="1" i="0">
                        <a:solidFill>
                          <a:schemeClr val="bg1"/>
                        </a:solidFill>
                        <a:latin typeface="Calibri"/>
                        <a:cs typeface="Calibri"/>
                      </a:rPr>
                      <a:t>−1,54%</a:t>
                    </a:r>
                  </a:p>
                </c:rich>
              </c:tx>
              <c:spPr>
                <a:solidFill>
                  <a:schemeClr val="accent2"/>
                </a:solidFill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BD6-4DA0-A3DE-B2ED6FBD6D8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200" b="1">
                        <a:solidFill>
                          <a:schemeClr val="bg1"/>
                        </a:solidFill>
                      </a:defRPr>
                    </a:pPr>
                    <a:r>
                      <a:rPr lang="en-US" sz="1200" b="1" i="0">
                        <a:solidFill>
                          <a:schemeClr val="bg1"/>
                        </a:solidFill>
                        <a:latin typeface="Calibri"/>
                        <a:cs typeface="Calibri"/>
                      </a:rPr>
                      <a:t>−0,65%</a:t>
                    </a:r>
                  </a:p>
                </c:rich>
              </c:tx>
              <c:spPr>
                <a:solidFill>
                  <a:schemeClr val="accent3"/>
                </a:solidFill>
                <a:ln>
                  <a:noFill/>
                </a:ln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BD6-4DA0-A3DE-B2ED6FBD6D8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Current Account/PDB</c:v>
                </c:pt>
                <c:pt idx="1">
                  <c:v>Defisit Fiskal/PDB</c:v>
                </c:pt>
                <c:pt idx="2">
                  <c:v>Private SI Gap/PDB</c:v>
                </c:pt>
              </c:strCache>
            </c:strRef>
          </c:cat>
          <c:val>
            <c:numRef>
              <c:f>Sheet1!$B$2:$B$4</c:f>
              <c:numCache>
                <c:formatCode>0.00%</c:formatCode>
                <c:ptCount val="3"/>
                <c:pt idx="0">
                  <c:v>-2.1929528372830531E-2</c:v>
                </c:pt>
                <c:pt idx="1">
                  <c:v>-1.5424709363936796E-2</c:v>
                </c:pt>
                <c:pt idx="2">
                  <c:v>-6.504819008893741E-3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D6-4DA0-A3DE-B2ED6FBD6D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3848362105453203E-2"/>
          <c:min val="-3.1797816140604271E-2"/>
        </c:scaling>
        <c:delete val="1"/>
        <c:axPos val="t"/>
        <c:numFmt formatCode="0.0%" sourceLinked="0"/>
        <c:majorTickMark val="none"/>
        <c:minorTickMark val="none"/>
        <c:tickLblPos val="nextTo"/>
        <c:crossAx val="-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1400" b="1" i="0" err="1">
                <a:solidFill>
                  <a:srgbClr val="000000"/>
                </a:solidFill>
                <a:latin typeface="Calibri"/>
              </a:rPr>
              <a:t>Pertumbuhan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DPK dan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Kredit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Perbankan</a:t>
            </a:r>
            <a:endParaRPr lang="en-US" sz="1400" b="1" i="0">
              <a:solidFill>
                <a:srgbClr val="000000"/>
              </a:solidFill>
              <a:latin typeface="Calibri"/>
            </a:endParaRPr>
          </a:p>
          <a:p>
            <a:pPr>
              <a:defRPr/>
            </a:pPr>
            <a:r>
              <a:rPr lang="en-US" sz="1400" b="0" i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1400" b="0" i="0" err="1">
                <a:solidFill>
                  <a:srgbClr val="000000"/>
                </a:solidFill>
                <a:latin typeface="Calibri"/>
              </a:rPr>
              <a:t>persen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, YoY)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Pertumbuhan DPK</c:v>
                </c:pt>
              </c:strCache>
            </c:strRef>
          </c:tx>
          <c:spPr>
            <a:ln w="28575" cap="rnd">
              <a:solidFill>
                <a:srgbClr val="F0A22E"/>
              </a:solidFill>
              <a:round/>
            </a:ln>
          </c:spPr>
          <c:marker>
            <c:symbol val="none"/>
          </c:marker>
          <c:dLbls>
            <c:dLbl>
              <c:idx val="43"/>
              <c:layout>
                <c:manualLayout>
                  <c:x val="-6.8306010928961746E-3"/>
                  <c:y val="7.9801339487736447E-2"/>
                </c:manualLayout>
              </c:layout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10,9</a:t>
                    </a:r>
                  </a:p>
                </c:rich>
              </c:tx>
              <c:spPr>
                <a:solidFill>
                  <a:srgbClr val="F0A22E"/>
                </a:solidFill>
              </c:sp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1FC-405C-AB58-5E0D099396B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Sheet1!$A$2:$A$45</c:f>
              <c:numCache>
                <c:formatCode>yyyy\-mm\-dd</c:formatCode>
                <c:ptCount val="44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  <c:pt idx="30">
                  <c:v>45839</c:v>
                </c:pt>
                <c:pt idx="31">
                  <c:v>45870</c:v>
                </c:pt>
                <c:pt idx="32">
                  <c:v>45901</c:v>
                </c:pt>
                <c:pt idx="33">
                  <c:v>45931</c:v>
                </c:pt>
                <c:pt idx="34">
                  <c:v>45962</c:v>
                </c:pt>
                <c:pt idx="35">
                  <c:v>45992</c:v>
                </c:pt>
                <c:pt idx="36">
                  <c:v>46023</c:v>
                </c:pt>
                <c:pt idx="37">
                  <c:v>46054</c:v>
                </c:pt>
                <c:pt idx="38">
                  <c:v>46082</c:v>
                </c:pt>
                <c:pt idx="39">
                  <c:v>46113</c:v>
                </c:pt>
                <c:pt idx="40">
                  <c:v>46143</c:v>
                </c:pt>
                <c:pt idx="41">
                  <c:v>46174</c:v>
                </c:pt>
                <c:pt idx="42">
                  <c:v>46204</c:v>
                </c:pt>
                <c:pt idx="43">
                  <c:v>46235</c:v>
                </c:pt>
              </c:numCache>
            </c:numRef>
          </c:cat>
          <c:val>
            <c:numRef>
              <c:f>Sheet1!$B$2:$B$45</c:f>
              <c:numCache>
                <c:formatCode>#,##0.0</c:formatCode>
                <c:ptCount val="44"/>
                <c:pt idx="0">
                  <c:v>8.0304000000000002</c:v>
                </c:pt>
                <c:pt idx="1">
                  <c:v>8.1837</c:v>
                </c:pt>
                <c:pt idx="2">
                  <c:v>7.0025000000000004</c:v>
                </c:pt>
                <c:pt idx="3">
                  <c:v>6.8247999999999998</c:v>
                </c:pt>
                <c:pt idx="4">
                  <c:v>6.5484</c:v>
                </c:pt>
                <c:pt idx="5">
                  <c:v>5.7851999999999997</c:v>
                </c:pt>
                <c:pt idx="6">
                  <c:v>6.6155999999999997</c:v>
                </c:pt>
                <c:pt idx="7">
                  <c:v>6.2361000000000004</c:v>
                </c:pt>
                <c:pt idx="8">
                  <c:v>6.5361000000000002</c:v>
                </c:pt>
                <c:pt idx="9">
                  <c:v>3.4283999999999999</c:v>
                </c:pt>
                <c:pt idx="10">
                  <c:v>3.0356999999999998</c:v>
                </c:pt>
                <c:pt idx="11">
                  <c:v>3.7326000000000001</c:v>
                </c:pt>
                <c:pt idx="12">
                  <c:v>5.8017000000000003</c:v>
                </c:pt>
                <c:pt idx="13">
                  <c:v>5.6597</c:v>
                </c:pt>
                <c:pt idx="14">
                  <c:v>7.4402999999999997</c:v>
                </c:pt>
                <c:pt idx="15">
                  <c:v>8.2090999999999994</c:v>
                </c:pt>
                <c:pt idx="16">
                  <c:v>8.6294000000000004</c:v>
                </c:pt>
                <c:pt idx="17">
                  <c:v>8.4547000000000008</c:v>
                </c:pt>
                <c:pt idx="18">
                  <c:v>7.7157</c:v>
                </c:pt>
                <c:pt idx="19">
                  <c:v>7.0148000000000001</c:v>
                </c:pt>
                <c:pt idx="20">
                  <c:v>7.0406000000000004</c:v>
                </c:pt>
                <c:pt idx="21">
                  <c:v>6.7370000000000001</c:v>
                </c:pt>
                <c:pt idx="22">
                  <c:v>7.5423</c:v>
                </c:pt>
                <c:pt idx="23">
                  <c:v>4.4847000000000001</c:v>
                </c:pt>
                <c:pt idx="24">
                  <c:v>5.5134999999999996</c:v>
                </c:pt>
                <c:pt idx="25">
                  <c:v>5.7462999999999997</c:v>
                </c:pt>
                <c:pt idx="26">
                  <c:v>4.7544000000000004</c:v>
                </c:pt>
                <c:pt idx="27">
                  <c:v>4.5479000000000003</c:v>
                </c:pt>
                <c:pt idx="28">
                  <c:v>4.2919</c:v>
                </c:pt>
                <c:pt idx="29">
                  <c:v>6.9588999999999999</c:v>
                </c:pt>
                <c:pt idx="30">
                  <c:v>6.9804000000000004</c:v>
                </c:pt>
                <c:pt idx="31">
                  <c:v>8.4934999999999992</c:v>
                </c:pt>
                <c:pt idx="32">
                  <c:v>11.1616</c:v>
                </c:pt>
                <c:pt idx="33">
                  <c:v>11.462</c:v>
                </c:pt>
                <c:pt idx="34">
                  <c:v>12.0159</c:v>
                </c:pt>
                <c:pt idx="35">
                  <c:v>13.8086</c:v>
                </c:pt>
                <c:pt idx="36">
                  <c:v>13.4618</c:v>
                </c:pt>
                <c:pt idx="37">
                  <c:v>13.179500000000001</c:v>
                </c:pt>
                <c:pt idx="38">
                  <c:v>13.547599999999999</c:v>
                </c:pt>
                <c:pt idx="39">
                  <c:v>11.385300000000001</c:v>
                </c:pt>
                <c:pt idx="40">
                  <c:v>13.472899999999999</c:v>
                </c:pt>
                <c:pt idx="41">
                  <c:v>10.210000000000001</c:v>
                </c:pt>
                <c:pt idx="42">
                  <c:v>11.21</c:v>
                </c:pt>
                <c:pt idx="43">
                  <c:v>10.94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1FC-405C-AB58-5E0D099396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Pertumbuhan Kredit</c:v>
                </c:pt>
              </c:strCache>
            </c:strRef>
          </c:tx>
          <c:spPr>
            <a:ln w="28575" cap="rnd">
              <a:solidFill>
                <a:srgbClr val="A5644E"/>
              </a:solidFill>
              <a:round/>
            </a:ln>
          </c:spPr>
          <c:marker>
            <c:symbol val="none"/>
          </c:marker>
          <c:dLbls>
            <c:dLbl>
              <c:idx val="43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13,7</a:t>
                    </a:r>
                  </a:p>
                </c:rich>
              </c:tx>
              <c:spPr>
                <a:solidFill>
                  <a:srgbClr val="A5644E"/>
                </a:solidFill>
              </c:sp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1FC-405C-AB58-5E0D099396B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Sheet1!$A$2:$A$45</c:f>
              <c:numCache>
                <c:formatCode>yyyy\-mm\-dd</c:formatCode>
                <c:ptCount val="44"/>
                <c:pt idx="0">
                  <c:v>44927</c:v>
                </c:pt>
                <c:pt idx="1">
                  <c:v>44958</c:v>
                </c:pt>
                <c:pt idx="2">
                  <c:v>44986</c:v>
                </c:pt>
                <c:pt idx="3">
                  <c:v>45017</c:v>
                </c:pt>
                <c:pt idx="4">
                  <c:v>45047</c:v>
                </c:pt>
                <c:pt idx="5">
                  <c:v>45078</c:v>
                </c:pt>
                <c:pt idx="6">
                  <c:v>45108</c:v>
                </c:pt>
                <c:pt idx="7">
                  <c:v>45139</c:v>
                </c:pt>
                <c:pt idx="8">
                  <c:v>45170</c:v>
                </c:pt>
                <c:pt idx="9">
                  <c:v>45200</c:v>
                </c:pt>
                <c:pt idx="10">
                  <c:v>45231</c:v>
                </c:pt>
                <c:pt idx="11">
                  <c:v>45261</c:v>
                </c:pt>
                <c:pt idx="12">
                  <c:v>45292</c:v>
                </c:pt>
                <c:pt idx="13">
                  <c:v>45323</c:v>
                </c:pt>
                <c:pt idx="14">
                  <c:v>45352</c:v>
                </c:pt>
                <c:pt idx="15">
                  <c:v>45383</c:v>
                </c:pt>
                <c:pt idx="16">
                  <c:v>45413</c:v>
                </c:pt>
                <c:pt idx="17">
                  <c:v>45444</c:v>
                </c:pt>
                <c:pt idx="18">
                  <c:v>45474</c:v>
                </c:pt>
                <c:pt idx="19">
                  <c:v>45505</c:v>
                </c:pt>
                <c:pt idx="20">
                  <c:v>45536</c:v>
                </c:pt>
                <c:pt idx="21">
                  <c:v>45566</c:v>
                </c:pt>
                <c:pt idx="22">
                  <c:v>45597</c:v>
                </c:pt>
                <c:pt idx="23">
                  <c:v>45627</c:v>
                </c:pt>
                <c:pt idx="24">
                  <c:v>45658</c:v>
                </c:pt>
                <c:pt idx="25">
                  <c:v>45689</c:v>
                </c:pt>
                <c:pt idx="26">
                  <c:v>45717</c:v>
                </c:pt>
                <c:pt idx="27">
                  <c:v>45748</c:v>
                </c:pt>
                <c:pt idx="28">
                  <c:v>45778</c:v>
                </c:pt>
                <c:pt idx="29">
                  <c:v>45809</c:v>
                </c:pt>
                <c:pt idx="30">
                  <c:v>45839</c:v>
                </c:pt>
                <c:pt idx="31">
                  <c:v>45870</c:v>
                </c:pt>
                <c:pt idx="32">
                  <c:v>45901</c:v>
                </c:pt>
                <c:pt idx="33">
                  <c:v>45931</c:v>
                </c:pt>
                <c:pt idx="34">
                  <c:v>45962</c:v>
                </c:pt>
                <c:pt idx="35">
                  <c:v>45992</c:v>
                </c:pt>
                <c:pt idx="36">
                  <c:v>46023</c:v>
                </c:pt>
                <c:pt idx="37">
                  <c:v>46054</c:v>
                </c:pt>
                <c:pt idx="38">
                  <c:v>46082</c:v>
                </c:pt>
                <c:pt idx="39">
                  <c:v>46113</c:v>
                </c:pt>
                <c:pt idx="40">
                  <c:v>46143</c:v>
                </c:pt>
                <c:pt idx="41">
                  <c:v>46174</c:v>
                </c:pt>
                <c:pt idx="42">
                  <c:v>46204</c:v>
                </c:pt>
                <c:pt idx="43">
                  <c:v>46235</c:v>
                </c:pt>
              </c:numCache>
            </c:numRef>
          </c:cat>
          <c:val>
            <c:numRef>
              <c:f>Sheet1!$C$2:$C$45</c:f>
              <c:numCache>
                <c:formatCode>#,##0.0</c:formatCode>
                <c:ptCount val="44"/>
                <c:pt idx="0">
                  <c:v>10.534700000000001</c:v>
                </c:pt>
                <c:pt idx="1">
                  <c:v>10.6365</c:v>
                </c:pt>
                <c:pt idx="2">
                  <c:v>9.9293999999999993</c:v>
                </c:pt>
                <c:pt idx="3">
                  <c:v>8.0801999999999996</c:v>
                </c:pt>
                <c:pt idx="4">
                  <c:v>9.3925000000000001</c:v>
                </c:pt>
                <c:pt idx="5">
                  <c:v>7.7572000000000001</c:v>
                </c:pt>
                <c:pt idx="6">
                  <c:v>8.5427999999999997</c:v>
                </c:pt>
                <c:pt idx="7">
                  <c:v>9.0612999999999992</c:v>
                </c:pt>
                <c:pt idx="8">
                  <c:v>8.9626000000000001</c:v>
                </c:pt>
                <c:pt idx="9">
                  <c:v>8.9915000000000003</c:v>
                </c:pt>
                <c:pt idx="10">
                  <c:v>9.7429000000000006</c:v>
                </c:pt>
                <c:pt idx="11">
                  <c:v>10.3787</c:v>
                </c:pt>
                <c:pt idx="12">
                  <c:v>11.8316</c:v>
                </c:pt>
                <c:pt idx="13">
                  <c:v>11.280900000000001</c:v>
                </c:pt>
                <c:pt idx="14">
                  <c:v>12.399100000000001</c:v>
                </c:pt>
                <c:pt idx="15">
                  <c:v>13.088800000000001</c:v>
                </c:pt>
                <c:pt idx="16">
                  <c:v>12.1488</c:v>
                </c:pt>
                <c:pt idx="17">
                  <c:v>12.355600000000001</c:v>
                </c:pt>
                <c:pt idx="18">
                  <c:v>12.4016</c:v>
                </c:pt>
                <c:pt idx="19">
                  <c:v>11.4003</c:v>
                </c:pt>
                <c:pt idx="20">
                  <c:v>10.851599999999999</c:v>
                </c:pt>
                <c:pt idx="21">
                  <c:v>10.9215</c:v>
                </c:pt>
                <c:pt idx="22">
                  <c:v>10.786199999999999</c:v>
                </c:pt>
                <c:pt idx="23">
                  <c:v>10.3932</c:v>
                </c:pt>
                <c:pt idx="24">
                  <c:v>10.267899999999999</c:v>
                </c:pt>
                <c:pt idx="25">
                  <c:v>10.3035</c:v>
                </c:pt>
                <c:pt idx="26">
                  <c:v>9.1624999999999996</c:v>
                </c:pt>
                <c:pt idx="27">
                  <c:v>8.8810000000000002</c:v>
                </c:pt>
                <c:pt idx="28">
                  <c:v>8.4260999999999999</c:v>
                </c:pt>
                <c:pt idx="29">
                  <c:v>7.7742000000000004</c:v>
                </c:pt>
                <c:pt idx="30">
                  <c:v>7.0335000000000001</c:v>
                </c:pt>
                <c:pt idx="31">
                  <c:v>7.5563000000000002</c:v>
                </c:pt>
                <c:pt idx="32">
                  <c:v>7.6996000000000002</c:v>
                </c:pt>
                <c:pt idx="33">
                  <c:v>7.3570000000000002</c:v>
                </c:pt>
                <c:pt idx="34">
                  <c:v>7.7388000000000003</c:v>
                </c:pt>
                <c:pt idx="35">
                  <c:v>9.6929999999999996</c:v>
                </c:pt>
                <c:pt idx="36">
                  <c:v>9.9588999999999999</c:v>
                </c:pt>
                <c:pt idx="37">
                  <c:v>9.3678000000000008</c:v>
                </c:pt>
                <c:pt idx="38">
                  <c:v>9.4915000000000003</c:v>
                </c:pt>
                <c:pt idx="39">
                  <c:v>9.9839000000000002</c:v>
                </c:pt>
                <c:pt idx="40">
                  <c:v>11.5078</c:v>
                </c:pt>
                <c:pt idx="41">
                  <c:v>12.67</c:v>
                </c:pt>
                <c:pt idx="42">
                  <c:v>13.58</c:v>
                </c:pt>
                <c:pt idx="43">
                  <c:v>13.65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31FC-405C-AB58-5E0D099396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dateAx>
        <c:axId val="2118791784"/>
        <c:scaling>
          <c:orientation val="minMax"/>
          <c:min val="44896"/>
        </c:scaling>
        <c:delete val="0"/>
        <c:axPos val="b"/>
        <c:numFmt formatCode="[$-421]mmm\-yy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 rot="-5400000" vert="horz"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40495176"/>
        <c:crosses val="autoZero"/>
        <c:auto val="1"/>
        <c:lblOffset val="100"/>
        <c:baseTimeUnit val="days"/>
        <c:majorUnit val="2"/>
        <c:majorTimeUnit val="months"/>
      </c:dateAx>
      <c:valAx>
        <c:axId val="2140495176"/>
        <c:scaling>
          <c:orientation val="minMax"/>
          <c:max val="16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2118791784"/>
        <c:crosses val="autoZero"/>
        <c:crossBetween val="between"/>
        <c:majorUnit val="2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 b="0">
              <a:solidFill>
                <a:srgbClr val="00000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1400" b="1" i="1">
                <a:solidFill>
                  <a:srgbClr val="000000"/>
                </a:solidFill>
                <a:latin typeface="Calibri"/>
              </a:rPr>
              <a:t>Debt Servicing Ratio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(DSR) Tier-1 dan Tier-2</a:t>
            </a:r>
          </a:p>
          <a:p>
            <a:pPr>
              <a:defRPr/>
            </a:pPr>
            <a:r>
              <a:rPr lang="en-US" sz="1400" b="0" i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1400" b="0" i="0" err="1">
                <a:solidFill>
                  <a:srgbClr val="000000"/>
                </a:solidFill>
                <a:latin typeface="Calibri"/>
              </a:rPr>
              <a:t>persen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DSR Tier-1</c:v>
                </c:pt>
              </c:strCache>
            </c:strRef>
          </c:tx>
          <c:spPr>
            <a:solidFill>
              <a:srgbClr val="F0A22E"/>
            </a:solidFill>
            <a:ln>
              <a:noFill/>
            </a:ln>
          </c:spPr>
          <c:invertIfNegative val="0"/>
          <c:dLbls>
            <c:dLbl>
              <c:idx val="16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14,4</a:t>
                    </a:r>
                  </a:p>
                </c:rich>
              </c:tx>
              <c:spPr>
                <a:solidFill>
                  <a:srgbClr val="F0A22E"/>
                </a:solidFill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9B50-49C2-8A3A-C0DC01F2D71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2Q26</c:v>
                </c:pt>
              </c:strCache>
            </c:strRef>
          </c:cat>
          <c:val>
            <c:numRef>
              <c:f>Sheet1!$B$2:$B$18</c:f>
              <c:numCache>
                <c:formatCode>#,##0.0</c:formatCode>
                <c:ptCount val="17"/>
                <c:pt idx="0">
                  <c:v>17.0565</c:v>
                </c:pt>
                <c:pt idx="1">
                  <c:v>12.478400000000001</c:v>
                </c:pt>
                <c:pt idx="2">
                  <c:v>17.280899999999999</c:v>
                </c:pt>
                <c:pt idx="3">
                  <c:v>18.300999999999998</c:v>
                </c:pt>
                <c:pt idx="4">
                  <c:v>18.344799999999999</c:v>
                </c:pt>
                <c:pt idx="5">
                  <c:v>30.566199999999998</c:v>
                </c:pt>
                <c:pt idx="6">
                  <c:v>35.348500000000001</c:v>
                </c:pt>
                <c:pt idx="7">
                  <c:v>25.542000000000002</c:v>
                </c:pt>
                <c:pt idx="8">
                  <c:v>25.1051</c:v>
                </c:pt>
                <c:pt idx="9">
                  <c:v>26.903700000000001</c:v>
                </c:pt>
                <c:pt idx="10">
                  <c:v>27.7242</c:v>
                </c:pt>
                <c:pt idx="11">
                  <c:v>21.744399999999999</c:v>
                </c:pt>
                <c:pt idx="12">
                  <c:v>16.569900000000001</c:v>
                </c:pt>
                <c:pt idx="13">
                  <c:v>17.5715</c:v>
                </c:pt>
                <c:pt idx="14">
                  <c:v>18.5825</c:v>
                </c:pt>
                <c:pt idx="15">
                  <c:v>14.3667</c:v>
                </c:pt>
                <c:pt idx="16">
                  <c:v>14.386699999999999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50-49C2-8A3A-C0DC01F2D7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DSR Tier-2</c:v>
                </c:pt>
              </c:strCache>
            </c:strRef>
          </c:tx>
          <c:spPr>
            <a:solidFill>
              <a:srgbClr val="A5644E"/>
            </a:solidFill>
            <a:ln>
              <a:noFill/>
            </a:ln>
          </c:spPr>
          <c:invertIfNegative val="0"/>
          <c:dLbls>
            <c:dLbl>
              <c:idx val="16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37,4</a:t>
                    </a:r>
                  </a:p>
                </c:rich>
              </c:tx>
              <c:spPr>
                <a:solidFill>
                  <a:srgbClr val="A5644E"/>
                </a:solidFill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B50-49C2-8A3A-C0DC01F2D71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2Q26</c:v>
                </c:pt>
              </c:strCache>
            </c:strRef>
          </c:cat>
          <c:val>
            <c:numRef>
              <c:f>Sheet1!$C$2:$C$18</c:f>
              <c:numCache>
                <c:formatCode>#,##0.0</c:formatCode>
                <c:ptCount val="17"/>
                <c:pt idx="0">
                  <c:v>20.720700000000001</c:v>
                </c:pt>
                <c:pt idx="1">
                  <c:v>22.886600000000001</c:v>
                </c:pt>
                <c:pt idx="2">
                  <c:v>35.635899999999999</c:v>
                </c:pt>
                <c:pt idx="3">
                  <c:v>38.900399999999998</c:v>
                </c:pt>
                <c:pt idx="4">
                  <c:v>33.386899999999997</c:v>
                </c:pt>
                <c:pt idx="5">
                  <c:v>62.9452</c:v>
                </c:pt>
                <c:pt idx="6">
                  <c:v>61.563200000000002</c:v>
                </c:pt>
                <c:pt idx="7">
                  <c:v>53.542200000000001</c:v>
                </c:pt>
                <c:pt idx="8">
                  <c:v>54.048400000000001</c:v>
                </c:pt>
                <c:pt idx="9">
                  <c:v>54.119900000000001</c:v>
                </c:pt>
                <c:pt idx="10">
                  <c:v>52.75</c:v>
                </c:pt>
                <c:pt idx="11">
                  <c:v>41.218899999999998</c:v>
                </c:pt>
                <c:pt idx="12">
                  <c:v>39.612400000000001</c:v>
                </c:pt>
                <c:pt idx="13">
                  <c:v>38.8384</c:v>
                </c:pt>
                <c:pt idx="14">
                  <c:v>38.199399999999997</c:v>
                </c:pt>
                <c:pt idx="15">
                  <c:v>35.335299999999997</c:v>
                </c:pt>
                <c:pt idx="16">
                  <c:v>37.442700000000002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B50-49C2-8A3A-C0DC01F2D7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 rot="-5400000" vert="horz"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0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068027336"/>
        <c:crosses val="autoZero"/>
        <c:crossBetween val="between"/>
        <c:majorUnit val="10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200" b="0">
              <a:solidFill>
                <a:srgbClr val="00000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en-US" sz="1400" b="1" i="0" err="1">
                <a:solidFill>
                  <a:srgbClr val="000000"/>
                </a:solidFill>
                <a:latin typeface="Calibri"/>
              </a:rPr>
              <a:t>Rasio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ULN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Jangka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Pendek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400" b="1" i="0" err="1">
                <a:solidFill>
                  <a:srgbClr val="000000"/>
                </a:solidFill>
                <a:latin typeface="Calibri"/>
              </a:rPr>
              <a:t>terhadap</a:t>
            </a:r>
            <a:r>
              <a:rPr lang="en-US" sz="1400" b="1" i="0">
                <a:solidFill>
                  <a:srgbClr val="000000"/>
                </a:solidFill>
                <a:latin typeface="Calibri"/>
              </a:rPr>
              <a:t> Cadangan Devisa</a:t>
            </a:r>
          </a:p>
          <a:p>
            <a:pPr>
              <a:defRPr/>
            </a:pPr>
            <a:r>
              <a:rPr lang="en-US" sz="1400" b="0" i="0">
                <a:solidFill>
                  <a:srgbClr val="000000"/>
                </a:solidFill>
                <a:latin typeface="Calibri"/>
              </a:rPr>
              <a:t>(</a:t>
            </a:r>
            <a:r>
              <a:rPr lang="en-US" sz="1400" b="0" i="0" err="1">
                <a:solidFill>
                  <a:srgbClr val="000000"/>
                </a:solidFill>
                <a:latin typeface="Calibri"/>
              </a:rPr>
              <a:t>persen</a:t>
            </a:r>
            <a:r>
              <a:rPr lang="en-US" sz="1400" b="0" i="0">
                <a:solidFill>
                  <a:srgbClr val="000000"/>
                </a:solidFill>
                <a:latin typeface="Calibri"/>
              </a:rPr>
              <a:t>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Maturity</c:v>
                </c:pt>
              </c:strCache>
            </c:strRef>
          </c:tx>
          <c:spPr>
            <a:solidFill>
              <a:srgbClr val="F0A22E"/>
            </a:solidFill>
            <a:ln>
              <a:noFill/>
            </a:ln>
          </c:spPr>
          <c:invertIfNegative val="0"/>
          <c:dLbls>
            <c:dLbl>
              <c:idx val="16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55,7</a:t>
                    </a:r>
                  </a:p>
                </c:rich>
              </c:tx>
              <c:spPr>
                <a:solidFill>
                  <a:srgbClr val="F0A22E"/>
                </a:solidFill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841-4FC5-A954-3D0F718FF26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2Q26</c:v>
                </c:pt>
              </c:strCache>
            </c:strRef>
          </c:cat>
          <c:val>
            <c:numRef>
              <c:f>Sheet1!$B$2:$B$18</c:f>
              <c:numCache>
                <c:formatCode>#,##0.0</c:formatCode>
                <c:ptCount val="17"/>
                <c:pt idx="0">
                  <c:v>34.350299999999997</c:v>
                </c:pt>
                <c:pt idx="1">
                  <c:v>34.664400000000001</c:v>
                </c:pt>
                <c:pt idx="2">
                  <c:v>39.238300000000002</c:v>
                </c:pt>
                <c:pt idx="3">
                  <c:v>43.002899999999997</c:v>
                </c:pt>
                <c:pt idx="4">
                  <c:v>40.273400000000002</c:v>
                </c:pt>
                <c:pt idx="5">
                  <c:v>36.547899999999998</c:v>
                </c:pt>
                <c:pt idx="6">
                  <c:v>34.883000000000003</c:v>
                </c:pt>
                <c:pt idx="7">
                  <c:v>35.830199999999998</c:v>
                </c:pt>
                <c:pt idx="8">
                  <c:v>38.813299999999998</c:v>
                </c:pt>
                <c:pt idx="9">
                  <c:v>34.1081</c:v>
                </c:pt>
                <c:pt idx="10">
                  <c:v>31.895800000000001</c:v>
                </c:pt>
                <c:pt idx="11">
                  <c:v>32.661999999999999</c:v>
                </c:pt>
                <c:pt idx="12">
                  <c:v>34.988599999999998</c:v>
                </c:pt>
                <c:pt idx="13">
                  <c:v>34.466999999999999</c:v>
                </c:pt>
                <c:pt idx="14">
                  <c:v>39.868899999999996</c:v>
                </c:pt>
                <c:pt idx="15">
                  <c:v>39.655999999999999</c:v>
                </c:pt>
                <c:pt idx="16">
                  <c:v>55.700899999999997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41-4FC5-A954-3D0F718FF2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Remaining Maturity</c:v>
                </c:pt>
              </c:strCache>
            </c:strRef>
          </c:tx>
          <c:spPr>
            <a:solidFill>
              <a:srgbClr val="A5644E"/>
            </a:solidFill>
            <a:ln>
              <a:noFill/>
            </a:ln>
          </c:spPr>
          <c:invertIfNegative val="0"/>
          <c:dLbls>
            <c:dLbl>
              <c:idx val="16"/>
              <c:tx>
                <c:rich>
                  <a:bodyPr/>
                  <a:lstStyle/>
                  <a:p>
                    <a:pPr>
                      <a:defRPr sz="1200" b="1"/>
                    </a:pPr>
                    <a:r>
                      <a:rPr lang="en-US" sz="1200" b="1" i="0">
                        <a:solidFill>
                          <a:srgbClr val="FFFFFF"/>
                        </a:solidFill>
                        <a:latin typeface="Calibri"/>
                        <a:cs typeface="Calibri"/>
                      </a:rPr>
                      <a:t>72,8</a:t>
                    </a:r>
                  </a:p>
                </c:rich>
              </c:tx>
              <c:spPr>
                <a:solidFill>
                  <a:srgbClr val="A5644E"/>
                </a:solidFill>
              </c:sp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841-4FC5-A954-3D0F718FF26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Sheet1!$A$2:$A$18</c:f>
              <c:strCache>
                <c:ptCount val="17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  <c:pt idx="16">
                  <c:v>2Q26</c:v>
                </c:pt>
              </c:strCache>
            </c:strRef>
          </c:cat>
          <c:val>
            <c:numRef>
              <c:f>Sheet1!$C$2:$C$18</c:f>
              <c:numCache>
                <c:formatCode>#,##0.0</c:formatCode>
                <c:ptCount val="17"/>
                <c:pt idx="0">
                  <c:v>44.6</c:v>
                </c:pt>
                <c:pt idx="1">
                  <c:v>42.4572</c:v>
                </c:pt>
                <c:pt idx="2">
                  <c:v>48.456000000000003</c:v>
                </c:pt>
                <c:pt idx="3">
                  <c:v>56.635199999999998</c:v>
                </c:pt>
                <c:pt idx="4">
                  <c:v>52.979100000000003</c:v>
                </c:pt>
                <c:pt idx="5">
                  <c:v>52.394199999999998</c:v>
                </c:pt>
                <c:pt idx="6">
                  <c:v>47.018099999999997</c:v>
                </c:pt>
                <c:pt idx="7">
                  <c:v>42.107500000000002</c:v>
                </c:pt>
                <c:pt idx="8">
                  <c:v>49.873199999999997</c:v>
                </c:pt>
                <c:pt idx="9">
                  <c:v>49.010599999999997</c:v>
                </c:pt>
                <c:pt idx="10">
                  <c:v>47.888399999999997</c:v>
                </c:pt>
                <c:pt idx="11">
                  <c:v>41.012900000000002</c:v>
                </c:pt>
                <c:pt idx="12">
                  <c:v>48.5655</c:v>
                </c:pt>
                <c:pt idx="13">
                  <c:v>47.775100000000002</c:v>
                </c:pt>
                <c:pt idx="14">
                  <c:v>53.117800000000003</c:v>
                </c:pt>
                <c:pt idx="15">
                  <c:v>49.991399999999999</c:v>
                </c:pt>
                <c:pt idx="16">
                  <c:v>72.769499999999994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841-4FC5-A954-3D0F718FF2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 rot="-5400000" vert="horz"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 w="9525" cap="rnd">
            <a:solidFill>
              <a:srgbClr val="D9D9D9"/>
            </a:solidFill>
            <a:round/>
          </a:ln>
        </c:spPr>
        <c:txPr>
          <a:bodyPr/>
          <a:lstStyle/>
          <a:p>
            <a:pPr>
              <a:defRPr sz="1200" b="0">
                <a:solidFill>
                  <a:srgbClr val="000000"/>
                </a:solidFill>
                <a:latin typeface="Calibri"/>
                <a:cs typeface="Calibri"/>
              </a:defRPr>
            </a:pPr>
            <a:endParaRPr lang="en-US"/>
          </a:p>
        </c:txPr>
        <c:crossAx val="-2068027336"/>
        <c:crosses val="autoZero"/>
        <c:crossBetween val="between"/>
        <c:majorUnit val="10"/>
      </c:valAx>
      <c:spPr>
        <a:noFill/>
        <a:ln>
          <a:noFill/>
        </a:ln>
      </c:spPr>
    </c:plotArea>
    <c:legend>
      <c:legendPos val="t"/>
      <c:legendEntry>
        <c:idx val="0"/>
        <c:txPr>
          <a:bodyPr/>
          <a:lstStyle/>
          <a:p>
            <a:pPr>
              <a:defRPr sz="1200" i="1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1200" i="1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1200" b="0">
              <a:solidFill>
                <a:srgbClr val="00000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48ED1B-C792-4BEF-A605-87C977D7E024}" type="datetimeFigureOut">
              <a:rPr lang="en-ID" smtClean="0"/>
              <a:t>11/10/2026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3865D-C1ED-400C-A49F-8575A5880FD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8875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3865D-C1ED-400C-A49F-8575A5880FDF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6705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13865D-C1ED-400C-A49F-8575A5880FDF}" type="slidenum">
              <a:rPr lang="en-ID" smtClean="0"/>
              <a:t>19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9670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DEN_bhs">
  <p:cSld name="Title_DEN_bhs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4"/>
          <p:cNvPicPr preferRelativeResize="0"/>
          <p:nvPr/>
        </p:nvPicPr>
        <p:blipFill rotWithShape="1">
          <a:blip r:embed="rId2">
            <a:alphaModFix/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4" descr="A black background with a black squar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507256" y="-844487"/>
            <a:ext cx="3177488" cy="117469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4"/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DEWAN EKONOMI NASIONAL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REPUBLIK INDONESIA</a:t>
            </a:r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" name="Google Shape;20;p14"/>
          <p:cNvCxnSpPr/>
          <p:nvPr/>
        </p:nvCxnSpPr>
        <p:spPr>
          <a:xfrm>
            <a:off x="2234985" y="4091054"/>
            <a:ext cx="7944374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" name="Google Shape;21;p14"/>
          <p:cNvSpPr txBox="1"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2" name="Google Shape;22;p14" descr="A white circle with a gold eagle and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3999" y="908286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2524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_DEN_bhs">
  <p:cSld name="Content_DEN_bh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5"/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rgbClr val="7B4A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5"/>
          <p:cNvSpPr txBox="1">
            <a:spLocks noGrp="1"/>
          </p:cNvSpPr>
          <p:nvPr>
            <p:ph type="title"/>
          </p:nvPr>
        </p:nvSpPr>
        <p:spPr>
          <a:xfrm>
            <a:off x="558207" y="339868"/>
            <a:ext cx="10618345" cy="632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/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rgbClr val="90571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5" descr="A white circle with a gold eagle and black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01793" y="224100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5896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DEN_eng">
  <p:cSld name="Title_DEN_eng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17" descr="A black background with a black squar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507256" y="-844487"/>
            <a:ext cx="3177488" cy="1174699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7"/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NATIONAL ECONOMIC COUNCIL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REPUBLIC OF INDONESIA</a:t>
            </a:r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1" name="Google Shape;41;p17"/>
          <p:cNvCxnSpPr/>
          <p:nvPr/>
        </p:nvCxnSpPr>
        <p:spPr>
          <a:xfrm>
            <a:off x="2234985" y="4091054"/>
            <a:ext cx="7944374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2" name="Google Shape;42;p17"/>
          <p:cNvSpPr txBox="1"/>
          <p:nvPr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Jend. TNI (Purn) Luhut B. Pandjaitan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Chair of the National Economic Council</a:t>
            </a:r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44" name="Google Shape;44;p17" descr="A white circle with a gold eagle and a sta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29799" y="828623"/>
            <a:ext cx="932400" cy="93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020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_DEN_bhs">
  <p:cSld name="SubTitle_DEN_bh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8"/>
          <p:cNvPicPr preferRelativeResize="0"/>
          <p:nvPr/>
        </p:nvPicPr>
        <p:blipFill rotWithShape="1">
          <a:blip r:embed="rId2">
            <a:alphaModFix/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8" descr="A black background with a black squar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2502" y="164879"/>
            <a:ext cx="8814405" cy="644161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subTitle" idx="1"/>
          </p:nvPr>
        </p:nvSpPr>
        <p:spPr>
          <a:xfrm>
            <a:off x="571584" y="3385684"/>
            <a:ext cx="4280502" cy="6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49" name="Google Shape;49;p18" descr="A white circle with a gold eagle and black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84" y="490543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3841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_DEN_bhs">
  <p:cSld name="Closing_DEN_bh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21"/>
          <p:cNvPicPr preferRelativeResize="0"/>
          <p:nvPr/>
        </p:nvPicPr>
        <p:blipFill rotWithShape="1">
          <a:blip r:embed="rId2">
            <a:alphaModFix/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1"/>
          <p:cNvSpPr/>
          <p:nvPr/>
        </p:nvSpPr>
        <p:spPr>
          <a:xfrm>
            <a:off x="58723" y="-258737"/>
            <a:ext cx="12192000" cy="6929336"/>
          </a:xfrm>
          <a:prstGeom prst="rect">
            <a:avLst/>
          </a:prstGeom>
          <a:gradFill>
            <a:gsLst>
              <a:gs pos="0">
                <a:srgbClr val="FFFFFF">
                  <a:alpha val="76470"/>
                </a:srgbClr>
              </a:gs>
              <a:gs pos="55000">
                <a:srgbClr val="FFFFFF">
                  <a:alpha val="76470"/>
                </a:srgbClr>
              </a:gs>
              <a:gs pos="100000">
                <a:srgbClr val="FFFFFF">
                  <a:alpha val="0"/>
                </a:srgbClr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1"/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DEWAN EKONOMI NASIONAL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REPUBLIK INDONESIA</a:t>
            </a:r>
            <a:endParaRPr/>
          </a:p>
        </p:txBody>
      </p:sp>
      <p:sp>
        <p:nvSpPr>
          <p:cNvPr id="66" name="Google Shape;66;p21"/>
          <p:cNvSpPr txBox="1"/>
          <p:nvPr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90571E"/>
                </a:solidFill>
                <a:latin typeface="Arial"/>
                <a:ea typeface="Arial"/>
                <a:cs typeface="Arial"/>
                <a:sym typeface="Arial"/>
              </a:rPr>
              <a:t>TERIMA KASIH</a:t>
            </a:r>
            <a:endParaRPr/>
          </a:p>
        </p:txBody>
      </p:sp>
      <p:pic>
        <p:nvPicPr>
          <p:cNvPr id="67" name="Google Shape;67;p21" descr="A white circle with a gold eagle and black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2723" y="908287"/>
            <a:ext cx="864000" cy="864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5005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_DEN_eng">
  <p:cSld name="Closing_DEN_eng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2"/>
          <p:cNvPicPr preferRelativeResize="0"/>
          <p:nvPr/>
        </p:nvPicPr>
        <p:blipFill rotWithShape="1">
          <a:blip r:embed="rId2">
            <a:alphaModFix/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2"/>
          <p:cNvSpPr/>
          <p:nvPr/>
        </p:nvSpPr>
        <p:spPr>
          <a:xfrm>
            <a:off x="58723" y="-258737"/>
            <a:ext cx="12192000" cy="6929336"/>
          </a:xfrm>
          <a:prstGeom prst="rect">
            <a:avLst/>
          </a:prstGeom>
          <a:gradFill>
            <a:gsLst>
              <a:gs pos="0">
                <a:srgbClr val="FFFFFF">
                  <a:alpha val="76470"/>
                </a:srgbClr>
              </a:gs>
              <a:gs pos="55000">
                <a:srgbClr val="FFFFFF">
                  <a:alpha val="76470"/>
                </a:srgbClr>
              </a:gs>
              <a:gs pos="100000">
                <a:srgbClr val="FFFFFF">
                  <a:alpha val="0"/>
                </a:srgbClr>
              </a:gs>
            </a:gsLst>
            <a:lin ang="135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2"/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NATIONAL ECONOMIC COUNCIL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REPUBLIC OF INDONESIA</a:t>
            </a:r>
            <a:endParaRPr/>
          </a:p>
        </p:txBody>
      </p:sp>
      <p:sp>
        <p:nvSpPr>
          <p:cNvPr id="72" name="Google Shape;72;p22"/>
          <p:cNvSpPr txBox="1"/>
          <p:nvPr/>
        </p:nvSpPr>
        <p:spPr>
          <a:xfrm>
            <a:off x="3200942" y="3266009"/>
            <a:ext cx="590756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90571E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pic>
        <p:nvPicPr>
          <p:cNvPr id="73" name="Google Shape;73;p22" descr="A white circle with a gold eagle and a sta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88523" y="775777"/>
            <a:ext cx="932400" cy="93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4775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_DEN_eng">
  <p:cSld name="1_Title_DEN_eng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3"/>
          <p:cNvPicPr preferRelativeResize="0"/>
          <p:nvPr/>
        </p:nvPicPr>
        <p:blipFill rotWithShape="1">
          <a:blip r:embed="rId2">
            <a:alphaModFix/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23" descr="A black background with a black squar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507256" y="-844487"/>
            <a:ext cx="3177488" cy="1174699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3"/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NATIONAL ECONOMIC COUNCIL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REPUBLIC OF INDONESIA</a:t>
            </a:r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9" name="Google Shape;79;p23"/>
          <p:cNvCxnSpPr/>
          <p:nvPr/>
        </p:nvCxnSpPr>
        <p:spPr>
          <a:xfrm>
            <a:off x="2234985" y="4091054"/>
            <a:ext cx="7944374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" name="Google Shape;80;p23"/>
          <p:cNvSpPr txBox="1"/>
          <p:nvPr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General (Ret.) Luhut B. Pandjaitan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Chairman of the National Economic Council</a:t>
            </a:r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82" name="Google Shape;82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88340" y="919925"/>
            <a:ext cx="827327" cy="827327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3583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(Blank)">
  <p:cSld name="1_Content (Blank)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/>
          <p:nvPr/>
        </p:nvSpPr>
        <p:spPr>
          <a:xfrm rot="5400000">
            <a:off x="11831999" y="6498000"/>
            <a:ext cx="360000" cy="36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6"/>
          <p:cNvSpPr/>
          <p:nvPr/>
        </p:nvSpPr>
        <p:spPr>
          <a:xfrm rot="5400000">
            <a:off x="140615" y="619335"/>
            <a:ext cx="632465" cy="73531"/>
          </a:xfrm>
          <a:prstGeom prst="rect">
            <a:avLst/>
          </a:prstGeom>
          <a:solidFill>
            <a:srgbClr val="004D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6"/>
          <p:cNvSpPr/>
          <p:nvPr/>
        </p:nvSpPr>
        <p:spPr>
          <a:xfrm>
            <a:off x="-1" y="6472057"/>
            <a:ext cx="5975927" cy="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6"/>
          <p:cNvSpPr txBox="1">
            <a:spLocks noGrp="1"/>
          </p:cNvSpPr>
          <p:nvPr>
            <p:ph type="title"/>
          </p:nvPr>
        </p:nvSpPr>
        <p:spPr>
          <a:xfrm>
            <a:off x="558206" y="339868"/>
            <a:ext cx="10440000" cy="632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D25"/>
              </a:buClr>
              <a:buSzPts val="2000"/>
              <a:buFont typeface="Arial"/>
              <a:buNone/>
              <a:defRPr sz="2000" b="1">
                <a:solidFill>
                  <a:srgbClr val="004D2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/>
          <p:nvPr/>
        </p:nvSpPr>
        <p:spPr>
          <a:xfrm>
            <a:off x="11831999" y="6498000"/>
            <a:ext cx="360000" cy="360000"/>
          </a:xfrm>
          <a:prstGeom prst="rect">
            <a:avLst/>
          </a:prstGeom>
          <a:solidFill>
            <a:srgbClr val="004D2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 b="1" i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26" descr="green-green Color Palet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25240" y="4145"/>
            <a:ext cx="1451531" cy="23976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6" descr="Palitra on Twitter | Green color pallete, Green palette, Green colour  palet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25240" y="2405182"/>
            <a:ext cx="1451531" cy="24008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26"/>
          <p:cNvGrpSpPr/>
          <p:nvPr/>
        </p:nvGrpSpPr>
        <p:grpSpPr>
          <a:xfrm rot="5400000">
            <a:off x="10427562" y="1910941"/>
            <a:ext cx="4330700" cy="508817"/>
            <a:chOff x="-1047750" y="1733550"/>
            <a:chExt cx="4330700" cy="1695450"/>
          </a:xfrm>
        </p:grpSpPr>
        <p:sp>
          <p:nvSpPr>
            <p:cNvPr id="104" name="Google Shape;104;p26"/>
            <p:cNvSpPr/>
            <p:nvPr/>
          </p:nvSpPr>
          <p:spPr>
            <a:xfrm>
              <a:off x="-1047750" y="1733550"/>
              <a:ext cx="514350" cy="1695450"/>
            </a:xfrm>
            <a:prstGeom prst="rect">
              <a:avLst/>
            </a:prstGeom>
            <a:solidFill>
              <a:srgbClr val="53676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5367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6"/>
            <p:cNvSpPr/>
            <p:nvPr/>
          </p:nvSpPr>
          <p:spPr>
            <a:xfrm>
              <a:off x="383382" y="1733550"/>
              <a:ext cx="514350" cy="1695450"/>
            </a:xfrm>
            <a:prstGeom prst="rect">
              <a:avLst/>
            </a:prstGeom>
            <a:solidFill>
              <a:srgbClr val="A28F7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5367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6"/>
            <p:cNvSpPr/>
            <p:nvPr/>
          </p:nvSpPr>
          <p:spPr>
            <a:xfrm>
              <a:off x="1814514" y="1733550"/>
              <a:ext cx="514350" cy="1695450"/>
            </a:xfrm>
            <a:prstGeom prst="rect">
              <a:avLst/>
            </a:prstGeom>
            <a:solidFill>
              <a:srgbClr val="87868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5367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6"/>
            <p:cNvSpPr/>
            <p:nvPr/>
          </p:nvSpPr>
          <p:spPr>
            <a:xfrm>
              <a:off x="-570706" y="1733550"/>
              <a:ext cx="514350" cy="1695450"/>
            </a:xfrm>
            <a:prstGeom prst="rect">
              <a:avLst/>
            </a:prstGeom>
            <a:solidFill>
              <a:srgbClr val="069B8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5367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6"/>
            <p:cNvSpPr/>
            <p:nvPr/>
          </p:nvSpPr>
          <p:spPr>
            <a:xfrm>
              <a:off x="860426" y="1733550"/>
              <a:ext cx="514350" cy="1695450"/>
            </a:xfrm>
            <a:prstGeom prst="rect">
              <a:avLst/>
            </a:prstGeom>
            <a:solidFill>
              <a:srgbClr val="ADA75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5367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6"/>
            <p:cNvSpPr/>
            <p:nvPr/>
          </p:nvSpPr>
          <p:spPr>
            <a:xfrm>
              <a:off x="2291558" y="1733550"/>
              <a:ext cx="514350" cy="1695450"/>
            </a:xfrm>
            <a:prstGeom prst="rect">
              <a:avLst/>
            </a:prstGeom>
            <a:solidFill>
              <a:srgbClr val="6D5A2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5367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6"/>
            <p:cNvSpPr/>
            <p:nvPr/>
          </p:nvSpPr>
          <p:spPr>
            <a:xfrm>
              <a:off x="-93662" y="1733550"/>
              <a:ext cx="514350" cy="1695450"/>
            </a:xfrm>
            <a:prstGeom prst="rect">
              <a:avLst/>
            </a:prstGeom>
            <a:solidFill>
              <a:srgbClr val="004D2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5367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6"/>
            <p:cNvSpPr/>
            <p:nvPr/>
          </p:nvSpPr>
          <p:spPr>
            <a:xfrm>
              <a:off x="1337470" y="1733550"/>
              <a:ext cx="514350" cy="1695450"/>
            </a:xfrm>
            <a:prstGeom prst="rect">
              <a:avLst/>
            </a:prstGeom>
            <a:solidFill>
              <a:srgbClr val="E8CF8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5367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6"/>
            <p:cNvSpPr/>
            <p:nvPr/>
          </p:nvSpPr>
          <p:spPr>
            <a:xfrm>
              <a:off x="2768600" y="1733550"/>
              <a:ext cx="514350" cy="1695450"/>
            </a:xfrm>
            <a:prstGeom prst="rect">
              <a:avLst/>
            </a:prstGeom>
            <a:solidFill>
              <a:srgbClr val="E24B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53676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3" name="Google Shape;11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75010" y="263704"/>
            <a:ext cx="744467" cy="7444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4770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_DEN_bhs">
  <p:cSld name="1_Title_DEN_bh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7"/>
          <p:cNvPicPr preferRelativeResize="0"/>
          <p:nvPr/>
        </p:nvPicPr>
        <p:blipFill rotWithShape="1">
          <a:blip r:embed="rId2">
            <a:alphaModFix/>
          </a:blip>
          <a:srcRect t="28180" b="28180"/>
          <a:stretch/>
        </p:blipFill>
        <p:spPr>
          <a:xfrm>
            <a:off x="222503" y="187401"/>
            <a:ext cx="11746992" cy="6419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7" descr="A black background with a black square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507256" y="-844487"/>
            <a:ext cx="3177488" cy="1174699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7"/>
          <p:cNvSpPr txBox="1"/>
          <p:nvPr/>
        </p:nvSpPr>
        <p:spPr>
          <a:xfrm>
            <a:off x="3001861" y="1772287"/>
            <a:ext cx="6188278" cy="475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DEWAN EKONOMI NASIONAL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REPUBLIK INDONESIA</a:t>
            </a:r>
            <a:endParaRPr/>
          </a:p>
        </p:txBody>
      </p:sp>
      <p:pic>
        <p:nvPicPr>
          <p:cNvPr id="118" name="Google Shape;118;p27" descr="A white circle with a gold eagle and a sta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29617" y="861857"/>
            <a:ext cx="932765" cy="93276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 txBox="1">
            <a:spLocks noGrp="1"/>
          </p:cNvSpPr>
          <p:nvPr>
            <p:ph type="title"/>
          </p:nvPr>
        </p:nvSpPr>
        <p:spPr>
          <a:xfrm>
            <a:off x="2674691" y="3163236"/>
            <a:ext cx="7064963" cy="92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0" name="Google Shape;120;p27"/>
          <p:cNvCxnSpPr/>
          <p:nvPr/>
        </p:nvCxnSpPr>
        <p:spPr>
          <a:xfrm>
            <a:off x="2234985" y="4091054"/>
            <a:ext cx="7944374" cy="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1" name="Google Shape;121;p27"/>
          <p:cNvSpPr txBox="1"/>
          <p:nvPr/>
        </p:nvSpPr>
        <p:spPr>
          <a:xfrm>
            <a:off x="3142218" y="4257680"/>
            <a:ext cx="5907562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Jend. TNI (Purn) Luhut B. Pandjaitan</a:t>
            </a:r>
            <a:endParaRPr sz="16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Ketua Dewan Ekonomi Nasional</a:t>
            </a:r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7195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480917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9" r:id="rId5"/>
    <p:sldLayoutId id="2147483680" r:id="rId6"/>
    <p:sldLayoutId id="2147483681" r:id="rId7"/>
    <p:sldLayoutId id="2147483683" r:id="rId8"/>
    <p:sldLayoutId id="2147483684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1.xml"/><Relationship Id="rId3" Type="http://schemas.openxmlformats.org/officeDocument/2006/relationships/chart" Target="../charts/chart16.xml"/><Relationship Id="rId7" Type="http://schemas.openxmlformats.org/officeDocument/2006/relationships/chart" Target="../charts/chart20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9.xml"/><Relationship Id="rId5" Type="http://schemas.openxmlformats.org/officeDocument/2006/relationships/chart" Target="../charts/chart18.xml"/><Relationship Id="rId10" Type="http://schemas.openxmlformats.org/officeDocument/2006/relationships/chart" Target="../charts/chart23.xml"/><Relationship Id="rId4" Type="http://schemas.openxmlformats.org/officeDocument/2006/relationships/chart" Target="../charts/chart17.xml"/><Relationship Id="rId9" Type="http://schemas.openxmlformats.org/officeDocument/2006/relationships/chart" Target="../charts/char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8.xml"/><Relationship Id="rId2" Type="http://schemas.openxmlformats.org/officeDocument/2006/relationships/chart" Target="../charts/chart2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microsoft.com/office/2007/relationships/hdphoto" Target="../media/hdphoto1.wdp"/><Relationship Id="rId9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1.xml"/><Relationship Id="rId2" Type="http://schemas.openxmlformats.org/officeDocument/2006/relationships/chart" Target="../charts/chart3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3.xml"/><Relationship Id="rId2" Type="http://schemas.openxmlformats.org/officeDocument/2006/relationships/chart" Target="../charts/chart32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5.xml"/><Relationship Id="rId4" Type="http://schemas.openxmlformats.org/officeDocument/2006/relationships/chart" Target="../charts/chart3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6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38.xml"/><Relationship Id="rId4" Type="http://schemas.openxmlformats.org/officeDocument/2006/relationships/chart" Target="../charts/chart3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6.xml"/><Relationship Id="rId3" Type="http://schemas.openxmlformats.org/officeDocument/2006/relationships/chart" Target="../charts/chart41.xml"/><Relationship Id="rId7" Type="http://schemas.openxmlformats.org/officeDocument/2006/relationships/chart" Target="../charts/chart45.xml"/><Relationship Id="rId2" Type="http://schemas.openxmlformats.org/officeDocument/2006/relationships/chart" Target="../charts/chart4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4.xml"/><Relationship Id="rId5" Type="http://schemas.openxmlformats.org/officeDocument/2006/relationships/chart" Target="../charts/chart43.xml"/><Relationship Id="rId4" Type="http://schemas.openxmlformats.org/officeDocument/2006/relationships/chart" Target="../charts/chart42.xml"/><Relationship Id="rId9" Type="http://schemas.openxmlformats.org/officeDocument/2006/relationships/chart" Target="../charts/chart4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9.xml"/><Relationship Id="rId2" Type="http://schemas.openxmlformats.org/officeDocument/2006/relationships/chart" Target="../charts/chart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hart" Target="../charts/chart50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51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3.xml"/><Relationship Id="rId2" Type="http://schemas.openxmlformats.org/officeDocument/2006/relationships/chart" Target="../charts/chart5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7.xml"/><Relationship Id="rId2" Type="http://schemas.openxmlformats.org/officeDocument/2006/relationships/chart" Target="../charts/chart5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0.xml"/><Relationship Id="rId2" Type="http://schemas.openxmlformats.org/officeDocument/2006/relationships/chart" Target="../charts/chart5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>
            <a:spLocks noGrp="1"/>
          </p:cNvSpPr>
          <p:nvPr>
            <p:ph type="title"/>
          </p:nvPr>
        </p:nvSpPr>
        <p:spPr>
          <a:xfrm>
            <a:off x="2734326" y="3017462"/>
            <a:ext cx="7064963" cy="927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ID" err="1"/>
              <a:t>Meningkatkan</a:t>
            </a:r>
            <a:r>
              <a:rPr lang="en-ID"/>
              <a:t> </a:t>
            </a:r>
            <a:r>
              <a:rPr lang="en-ID" err="1"/>
              <a:t>Ketahanan</a:t>
            </a:r>
            <a:r>
              <a:rPr lang="en-ID"/>
              <a:t> Ekonomi Nasional </a:t>
            </a:r>
            <a:r>
              <a:rPr lang="en-ID" err="1"/>
              <a:t>melalui</a:t>
            </a:r>
            <a:r>
              <a:rPr lang="en-ID"/>
              <a:t> </a:t>
            </a:r>
            <a:r>
              <a:rPr lang="en-ID" err="1"/>
              <a:t>Pengendalian</a:t>
            </a:r>
            <a:r>
              <a:rPr lang="en-ID"/>
              <a:t> Utang Luar Negeri dan </a:t>
            </a:r>
            <a:r>
              <a:rPr lang="en-ID" err="1"/>
              <a:t>Peningkatan</a:t>
            </a:r>
            <a:r>
              <a:rPr lang="en-ID"/>
              <a:t> </a:t>
            </a:r>
            <a:r>
              <a:rPr lang="en-ID" err="1"/>
              <a:t>Kepercayaan</a:t>
            </a:r>
            <a:r>
              <a:rPr lang="en-ID"/>
              <a:t> Investor/Pasar </a:t>
            </a:r>
            <a:endParaRPr lang="id-ID"/>
          </a:p>
        </p:txBody>
      </p:sp>
      <p:sp>
        <p:nvSpPr>
          <p:cNvPr id="135" name="Google Shape;135;p1"/>
          <p:cNvSpPr txBox="1">
            <a:spLocks noGrp="1"/>
          </p:cNvSpPr>
          <p:nvPr>
            <p:ph type="subTitle" idx="1"/>
          </p:nvPr>
        </p:nvSpPr>
        <p:spPr>
          <a:xfrm>
            <a:off x="2674691" y="5006348"/>
            <a:ext cx="7064964" cy="663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</a:pPr>
            <a:r>
              <a:rPr lang="en-US"/>
              <a:t>13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CAC4A-672F-D29D-2EE6-F890B650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Tren ULN Indonesia </a:t>
            </a:r>
            <a:r>
              <a:rPr lang="en-US" err="1"/>
              <a:t>Menunjukan</a:t>
            </a:r>
            <a:r>
              <a:rPr lang="en-US"/>
              <a:t> Performa dan </a:t>
            </a:r>
            <a:r>
              <a:rPr lang="en-US" err="1"/>
              <a:t>Pengelolaan</a:t>
            </a:r>
            <a:r>
              <a:rPr lang="en-US"/>
              <a:t> Stabil</a:t>
            </a:r>
            <a:endParaRPr lang="en-ID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7DB817E-83C6-E64C-B5CB-3410AE783B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2626293"/>
              </p:ext>
            </p:extLst>
          </p:nvPr>
        </p:nvGraphicFramePr>
        <p:xfrm>
          <a:off x="647665" y="972525"/>
          <a:ext cx="504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952A69C-830F-054C-6E50-46F60947A5DC}"/>
              </a:ext>
            </a:extLst>
          </p:cNvPr>
          <p:cNvSpPr txBox="1"/>
          <p:nvPr/>
        </p:nvSpPr>
        <p:spPr>
          <a:xfrm>
            <a:off x="9238378" y="6576759"/>
            <a:ext cx="26541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: Bank Indonesia &amp; CEIC,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diolah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166922-D166-BA50-3C5F-0AA9B5812D22}"/>
              </a:ext>
            </a:extLst>
          </p:cNvPr>
          <p:cNvSpPr txBox="1"/>
          <p:nvPr/>
        </p:nvSpPr>
        <p:spPr>
          <a:xfrm>
            <a:off x="6146672" y="6373741"/>
            <a:ext cx="5577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err="1">
                <a:solidFill>
                  <a:srgbClr val="000000"/>
                </a:solidFill>
                <a:latin typeface="Calibri"/>
              </a:rPr>
              <a:t>Catatan</a:t>
            </a:r>
            <a:r>
              <a:rPr sz="1200" b="1">
                <a:solidFill>
                  <a:srgbClr val="000000"/>
                </a:solidFill>
                <a:latin typeface="Calibri"/>
              </a:rPr>
              <a:t>: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Posisi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per 30 Juni 2026</a:t>
            </a:r>
            <a:endParaRPr sz="1200" b="0" i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C50D287-F7C4-D117-2629-E67751BFB521}"/>
              </a:ext>
            </a:extLst>
          </p:cNvPr>
          <p:cNvSpPr txBox="1">
            <a:spLocks/>
          </p:cNvSpPr>
          <p:nvPr/>
        </p:nvSpPr>
        <p:spPr>
          <a:xfrm>
            <a:off x="535905" y="-932435"/>
            <a:ext cx="10618345" cy="632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kern="0"/>
              <a:t>Cerita Tren ULN</a:t>
            </a:r>
            <a:br>
              <a:rPr lang="en-US" kern="0"/>
            </a:br>
            <a:r>
              <a:rPr lang="en-US" kern="0"/>
              <a:t>Rasio ULN Indonesia Relatif Stabil dan Moderat Dibandingkan Negara </a:t>
            </a:r>
            <a:r>
              <a:rPr lang="en-US" i="1" kern="0"/>
              <a:t>Peers-&gt; </a:t>
            </a:r>
            <a:r>
              <a:rPr lang="en-US" kern="0"/>
              <a:t>What matters is the soundness</a:t>
            </a:r>
            <a:endParaRPr lang="en-ID" kern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6639888-2C2F-399E-34BB-1799A5F77C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7395461"/>
              </p:ext>
            </p:extLst>
          </p:nvPr>
        </p:nvGraphicFramePr>
        <p:xfrm>
          <a:off x="6257990" y="974183"/>
          <a:ext cx="504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92868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A8E71-8B5E-A7B7-E40E-D94B5A703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AE560-F9F1-53D1-A6D4-A2D245162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65" y="-1290181"/>
            <a:ext cx="10618345" cy="632465"/>
          </a:xfrm>
        </p:spPr>
        <p:txBody>
          <a:bodyPr>
            <a:normAutofit fontScale="90000"/>
          </a:bodyPr>
          <a:lstStyle/>
          <a:p>
            <a:r>
              <a:rPr lang="en-US"/>
              <a:t>Highlight Cerita ULN </a:t>
            </a:r>
            <a:r>
              <a:rPr lang="en-US" err="1"/>
              <a:t>Swasta</a:t>
            </a:r>
            <a:br>
              <a:rPr lang="en-US"/>
            </a:br>
            <a:r>
              <a:rPr lang="en-US"/>
              <a:t>ULN </a:t>
            </a:r>
            <a:r>
              <a:rPr lang="en-US" err="1"/>
              <a:t>Swasta</a:t>
            </a:r>
            <a:r>
              <a:rPr lang="en-US"/>
              <a:t> </a:t>
            </a:r>
            <a:r>
              <a:rPr lang="en-US" err="1"/>
              <a:t>Terkendali</a:t>
            </a:r>
            <a:r>
              <a:rPr lang="en-US"/>
              <a:t>, Dengan </a:t>
            </a:r>
            <a:r>
              <a:rPr lang="en-US" err="1"/>
              <a:t>Jangka</a:t>
            </a:r>
            <a:r>
              <a:rPr lang="en-US"/>
              <a:t> Waktu ULN </a:t>
            </a:r>
            <a:r>
              <a:rPr lang="en-US" err="1"/>
              <a:t>Didominasi</a:t>
            </a:r>
            <a:r>
              <a:rPr lang="en-US"/>
              <a:t> Oleh </a:t>
            </a:r>
            <a:r>
              <a:rPr lang="en-US" err="1"/>
              <a:t>Jangka</a:t>
            </a:r>
            <a:r>
              <a:rPr lang="en-US"/>
              <a:t> Panjang. </a:t>
            </a:r>
            <a:r>
              <a:rPr lang="en-US" err="1"/>
              <a:t>Namun</a:t>
            </a:r>
            <a:r>
              <a:rPr lang="en-US"/>
              <a:t>, Tren ULN </a:t>
            </a:r>
            <a:r>
              <a:rPr lang="en-US" err="1"/>
              <a:t>Jangka</a:t>
            </a:r>
            <a:r>
              <a:rPr lang="en-US"/>
              <a:t> </a:t>
            </a:r>
            <a:r>
              <a:rPr lang="en-US" err="1"/>
              <a:t>Pendek</a:t>
            </a:r>
            <a:r>
              <a:rPr lang="en-US"/>
              <a:t> </a:t>
            </a:r>
            <a:r>
              <a:rPr lang="en-US" err="1"/>
              <a:t>Mulai</a:t>
            </a:r>
            <a:r>
              <a:rPr lang="en-US"/>
              <a:t> </a:t>
            </a:r>
            <a:r>
              <a:rPr lang="en-US" err="1"/>
              <a:t>Menunjukkan</a:t>
            </a:r>
            <a:r>
              <a:rPr lang="en-US"/>
              <a:t> </a:t>
            </a:r>
            <a:r>
              <a:rPr lang="en-US" err="1"/>
              <a:t>Peningkatan</a:t>
            </a:r>
            <a:r>
              <a:rPr lang="en-US"/>
              <a:t> -&gt; </a:t>
            </a:r>
            <a:r>
              <a:rPr lang="en-US" err="1"/>
              <a:t>krisis</a:t>
            </a:r>
            <a:r>
              <a:rPr lang="en-US"/>
              <a:t> ULN 99 was because ULN dominated by </a:t>
            </a:r>
            <a:r>
              <a:rPr lang="en-US" err="1"/>
              <a:t>swasta</a:t>
            </a:r>
            <a:r>
              <a:rPr lang="en-US"/>
              <a:t> dan </a:t>
            </a:r>
            <a:r>
              <a:rPr lang="en-US" err="1"/>
              <a:t>jangka</a:t>
            </a:r>
            <a:r>
              <a:rPr lang="en-US"/>
              <a:t> </a:t>
            </a:r>
            <a:r>
              <a:rPr lang="en-US" err="1"/>
              <a:t>pendek</a:t>
            </a:r>
            <a:r>
              <a:rPr lang="en-US"/>
              <a:t>, which is different from current stats. HOWEVER, ST </a:t>
            </a:r>
            <a:r>
              <a:rPr lang="en-US" err="1"/>
              <a:t>mulai</a:t>
            </a:r>
            <a:r>
              <a:rPr lang="en-US"/>
              <a:t> naik </a:t>
            </a:r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BF6BF-889C-A69A-78A1-7D71D0D7BDE1}"/>
              </a:ext>
            </a:extLst>
          </p:cNvPr>
          <p:cNvSpPr txBox="1"/>
          <p:nvPr/>
        </p:nvSpPr>
        <p:spPr>
          <a:xfrm>
            <a:off x="9736218" y="6581001"/>
            <a:ext cx="2238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: Bank Indonesia,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diolah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F8DE18-C0C3-F14B-AA48-C95C980885BF}"/>
              </a:ext>
            </a:extLst>
          </p:cNvPr>
          <p:cNvCxnSpPr>
            <a:cxnSpLocks/>
          </p:cNvCxnSpPr>
          <p:nvPr/>
        </p:nvCxnSpPr>
        <p:spPr>
          <a:xfrm flipV="1">
            <a:off x="10336530" y="4803613"/>
            <a:ext cx="350520" cy="22479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1373EFC0-505F-C7F2-46BC-EACAF0202047}"/>
              </a:ext>
            </a:extLst>
          </p:cNvPr>
          <p:cNvSpPr txBox="1">
            <a:spLocks/>
          </p:cNvSpPr>
          <p:nvPr/>
        </p:nvSpPr>
        <p:spPr>
          <a:xfrm>
            <a:off x="586864" y="374812"/>
            <a:ext cx="10618345" cy="632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kern="0"/>
              <a:t>ULN </a:t>
            </a:r>
            <a:r>
              <a:rPr lang="en-US" kern="0" err="1"/>
              <a:t>Swasta</a:t>
            </a:r>
            <a:r>
              <a:rPr lang="en-US" kern="0"/>
              <a:t> </a:t>
            </a:r>
            <a:r>
              <a:rPr lang="en-US" kern="0" err="1"/>
              <a:t>Terkendali</a:t>
            </a:r>
            <a:r>
              <a:rPr lang="en-US" kern="0"/>
              <a:t>, Dengan </a:t>
            </a:r>
            <a:r>
              <a:rPr lang="en-US" kern="0" err="1"/>
              <a:t>Jangka</a:t>
            </a:r>
            <a:r>
              <a:rPr lang="en-US" kern="0"/>
              <a:t> Waktu ULN </a:t>
            </a:r>
            <a:r>
              <a:rPr lang="en-US" kern="0" err="1"/>
              <a:t>Didominasi</a:t>
            </a:r>
            <a:r>
              <a:rPr lang="en-US" kern="0"/>
              <a:t> Oleh </a:t>
            </a:r>
            <a:r>
              <a:rPr lang="en-US" kern="0" err="1"/>
              <a:t>Jangka</a:t>
            </a:r>
            <a:r>
              <a:rPr lang="en-US" kern="0"/>
              <a:t> Panjang. </a:t>
            </a:r>
            <a:r>
              <a:rPr lang="en-US" kern="0" err="1"/>
              <a:t>Namun</a:t>
            </a:r>
            <a:r>
              <a:rPr lang="en-US" kern="0"/>
              <a:t>, Tren ULN </a:t>
            </a:r>
            <a:r>
              <a:rPr lang="en-US" kern="0" err="1"/>
              <a:t>Jangka</a:t>
            </a:r>
            <a:r>
              <a:rPr lang="en-US" kern="0"/>
              <a:t> </a:t>
            </a:r>
            <a:r>
              <a:rPr lang="en-US" kern="0" err="1"/>
              <a:t>Pendek</a:t>
            </a:r>
            <a:r>
              <a:rPr lang="en-US" kern="0"/>
              <a:t> </a:t>
            </a:r>
            <a:r>
              <a:rPr lang="en-US" kern="0" err="1"/>
              <a:t>Mulai</a:t>
            </a:r>
            <a:r>
              <a:rPr lang="en-US" kern="0"/>
              <a:t> </a:t>
            </a:r>
            <a:r>
              <a:rPr lang="en-US" kern="0" err="1"/>
              <a:t>Menunjukkan</a:t>
            </a:r>
            <a:r>
              <a:rPr lang="en-US" kern="0"/>
              <a:t> </a:t>
            </a:r>
            <a:r>
              <a:rPr lang="en-US" kern="0" err="1"/>
              <a:t>Peningkatan</a:t>
            </a:r>
            <a:r>
              <a:rPr lang="en-US" kern="0"/>
              <a:t> </a:t>
            </a:r>
            <a:endParaRPr lang="en-ID" kern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BDE5CE91-67D3-1C4D-A610-B330E7CFB1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84375278"/>
              </p:ext>
            </p:extLst>
          </p:nvPr>
        </p:nvGraphicFramePr>
        <p:xfrm>
          <a:off x="658514" y="1037257"/>
          <a:ext cx="504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7D3856A-C371-DE46-9A07-4F7DDCE786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2467127"/>
              </p:ext>
            </p:extLst>
          </p:nvPr>
        </p:nvGraphicFramePr>
        <p:xfrm>
          <a:off x="6096000" y="1058281"/>
          <a:ext cx="5040000" cy="54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07791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Indonesia </a:t>
            </a:r>
            <a:r>
              <a:rPr lang="en-US" err="1">
                <a:solidFill>
                  <a:srgbClr val="000000"/>
                </a:solidFill>
              </a:rPr>
              <a:t>Membutuhkan</a:t>
            </a:r>
            <a:r>
              <a:rPr lang="en-US">
                <a:solidFill>
                  <a:srgbClr val="000000"/>
                </a:solidFill>
              </a:rPr>
              <a:t> ULN </a:t>
            </a:r>
            <a:r>
              <a:rPr lang="en-US" err="1">
                <a:solidFill>
                  <a:srgbClr val="000000"/>
                </a:solidFill>
              </a:rPr>
              <a:t>Untuk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Membiayai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Pertumbuhan</a:t>
            </a:r>
            <a:r>
              <a:rPr lang="en-US">
                <a:solidFill>
                  <a:srgbClr val="000000"/>
                </a:solidFill>
              </a:rPr>
              <a:t> Ekonomi Yang </a:t>
            </a:r>
            <a:r>
              <a:rPr lang="en-US" i="1">
                <a:solidFill>
                  <a:srgbClr val="000000"/>
                </a:solidFill>
              </a:rPr>
              <a:t>Sustainable</a:t>
            </a:r>
            <a:r>
              <a:rPr lang="en-US">
                <a:solidFill>
                  <a:srgbClr val="000000"/>
                </a:solidFill>
              </a:rPr>
              <a:t>, </a:t>
            </a:r>
            <a:r>
              <a:rPr lang="en-US" err="1">
                <a:solidFill>
                  <a:srgbClr val="000000"/>
                </a:solidFill>
              </a:rPr>
              <a:t>Yaitu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Melalui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Peningkatan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Investasi</a:t>
            </a:r>
            <a:endParaRPr sz="1800" b="1" i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77639" y="651967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Calibri"/>
              </a:rPr>
              <a:t>Sumber: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BPS; Bank Indonesia (NPI Q2-2026, JISDOR); Kementerian Keuangan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382461"/>
              </p:ext>
            </p:extLst>
          </p:nvPr>
        </p:nvGraphicFramePr>
        <p:xfrm>
          <a:off x="518160" y="1990598"/>
          <a:ext cx="5577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18160" y="2572918"/>
            <a:ext cx="1934870" cy="31089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r"/>
            <a:r>
              <a:rPr sz="1200" b="0" i="1">
                <a:solidFill>
                  <a:srgbClr val="000000"/>
                </a:solidFill>
                <a:latin typeface="Calibri"/>
              </a:rPr>
              <a:t>Current Account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/PDB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60" y="3102965"/>
            <a:ext cx="1934870" cy="31089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Calibri"/>
              </a:rPr>
              <a:t>Defisit Fiskal/PDB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60" y="3633012"/>
            <a:ext cx="1934870" cy="31089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r"/>
            <a:r>
              <a:rPr sz="1200" b="0" i="1">
                <a:solidFill>
                  <a:srgbClr val="000000"/>
                </a:solidFill>
                <a:latin typeface="Calibri"/>
              </a:rPr>
              <a:t>Private SI Gap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/PDB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830865"/>
              </p:ext>
            </p:extLst>
          </p:nvPr>
        </p:nvGraphicFramePr>
        <p:xfrm>
          <a:off x="518160" y="4185158"/>
          <a:ext cx="5577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8160" y="4767478"/>
            <a:ext cx="1934870" cy="31089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r"/>
            <a:r>
              <a:rPr sz="1200" b="0" i="1">
                <a:solidFill>
                  <a:srgbClr val="000000"/>
                </a:solidFill>
                <a:latin typeface="Calibri"/>
              </a:rPr>
              <a:t>Current Account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/PDB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60" y="5297525"/>
            <a:ext cx="1934870" cy="31089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Calibri"/>
              </a:rPr>
              <a:t>Defisit Fiskal/PDB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60" y="5827572"/>
            <a:ext cx="1934870" cy="31089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r"/>
            <a:r>
              <a:rPr sz="1200" b="0" i="1">
                <a:solidFill>
                  <a:srgbClr val="000000"/>
                </a:solidFill>
                <a:latin typeface="Calibri"/>
              </a:rPr>
              <a:t>Private SI Gap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/PDB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60" y="6333998"/>
            <a:ext cx="5577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b="1" err="1">
                <a:solidFill>
                  <a:srgbClr val="000000"/>
                </a:solidFill>
                <a:latin typeface="Calibri"/>
              </a:rPr>
              <a:t>Catatan</a:t>
            </a:r>
            <a:r>
              <a:rPr sz="1200" b="1">
                <a:solidFill>
                  <a:srgbClr val="000000"/>
                </a:solidFill>
                <a:latin typeface="Calibri"/>
              </a:rPr>
              <a:t>: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Persen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terhadap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PDB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pada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semester yang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sama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. </a:t>
            </a:r>
            <a:endParaRPr lang="en-US" sz="1200" b="0" i="0">
              <a:solidFill>
                <a:srgbClr val="000000"/>
              </a:solidFill>
              <a:latin typeface="Calibri"/>
            </a:endParaRPr>
          </a:p>
          <a:p>
            <a:r>
              <a:rPr sz="1200" b="0" i="1">
                <a:solidFill>
                  <a:srgbClr val="000000"/>
                </a:solidFill>
                <a:latin typeface="Calibri"/>
              </a:rPr>
              <a:t>Public SI Gap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=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fiscal balance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.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Private SI Gap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=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Current Account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−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fiscal balance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758980"/>
              </p:ext>
            </p:extLst>
          </p:nvPr>
        </p:nvGraphicFramePr>
        <p:xfrm>
          <a:off x="6272784" y="1720468"/>
          <a:ext cx="5577840" cy="4698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664D4E8E-2D39-D187-DB1D-3B466ECFF90C}"/>
              </a:ext>
            </a:extLst>
          </p:cNvPr>
          <p:cNvSpPr/>
          <p:nvPr/>
        </p:nvSpPr>
        <p:spPr>
          <a:xfrm>
            <a:off x="12371141" y="103497"/>
            <a:ext cx="1828800" cy="770626"/>
          </a:xfrm>
          <a:prstGeom prst="rect">
            <a:avLst/>
          </a:prstGeom>
          <a:solidFill>
            <a:srgbClr val="19943F"/>
          </a:solidFill>
          <a:ln>
            <a:solidFill>
              <a:srgbClr val="199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Axel</a:t>
            </a:r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320030-640B-04E5-BB4D-47DB694F95FE}"/>
              </a:ext>
            </a:extLst>
          </p:cNvPr>
          <p:cNvSpPr/>
          <p:nvPr/>
        </p:nvSpPr>
        <p:spPr>
          <a:xfrm>
            <a:off x="1058806" y="3514446"/>
            <a:ext cx="4928559" cy="559414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047107-B49E-EA54-9D62-F345FA4FB784}"/>
              </a:ext>
            </a:extLst>
          </p:cNvPr>
          <p:cNvSpPr/>
          <p:nvPr/>
        </p:nvSpPr>
        <p:spPr>
          <a:xfrm>
            <a:off x="1008464" y="5786700"/>
            <a:ext cx="4928559" cy="463067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0749F8-A1DF-EAE1-9361-8AC2FDA1321C}"/>
              </a:ext>
            </a:extLst>
          </p:cNvPr>
          <p:cNvSpPr/>
          <p:nvPr/>
        </p:nvSpPr>
        <p:spPr>
          <a:xfrm>
            <a:off x="11226800" y="2572918"/>
            <a:ext cx="723900" cy="1858297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C439ED-C283-A207-49D7-EB0604407D3E}"/>
              </a:ext>
            </a:extLst>
          </p:cNvPr>
          <p:cNvSpPr txBox="1"/>
          <p:nvPr/>
        </p:nvSpPr>
        <p:spPr>
          <a:xfrm>
            <a:off x="280962" y="1188525"/>
            <a:ext cx="6052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err="1"/>
              <a:t>Investasi</a:t>
            </a:r>
            <a:r>
              <a:rPr lang="en-US" sz="1200" i="1"/>
              <a:t> </a:t>
            </a:r>
            <a:r>
              <a:rPr lang="en-US" sz="1200" i="1" err="1"/>
              <a:t>merupakan</a:t>
            </a:r>
            <a:r>
              <a:rPr lang="en-US" sz="1200" i="1"/>
              <a:t> growth engine </a:t>
            </a:r>
            <a:r>
              <a:rPr lang="en-US" sz="1200" i="1" err="1"/>
              <a:t>utama</a:t>
            </a:r>
            <a:r>
              <a:rPr lang="en-US" sz="1200" i="1"/>
              <a:t> </a:t>
            </a:r>
            <a:r>
              <a:rPr lang="en-US" sz="1200" i="1" err="1"/>
              <a:t>untuk</a:t>
            </a:r>
            <a:r>
              <a:rPr lang="en-US" sz="1200" i="1"/>
              <a:t> PDB yang </a:t>
            </a:r>
            <a:r>
              <a:rPr lang="en-US" sz="1200" i="1" err="1"/>
              <a:t>kuat</a:t>
            </a:r>
            <a:r>
              <a:rPr lang="en-US" sz="1200" i="1"/>
              <a:t> </a:t>
            </a:r>
            <a:r>
              <a:rPr lang="en-US" sz="1200" i="1" err="1"/>
              <a:t>secara</a:t>
            </a:r>
            <a:r>
              <a:rPr lang="en-US" sz="1200" i="1"/>
              <a:t> fundamental, </a:t>
            </a:r>
            <a:r>
              <a:rPr lang="en-US" sz="1200" i="1" err="1"/>
              <a:t>namun</a:t>
            </a:r>
            <a:r>
              <a:rPr lang="en-US" sz="1200" i="1"/>
              <a:t> </a:t>
            </a:r>
            <a:r>
              <a:rPr lang="en-US" sz="1200" i="1" err="1"/>
              <a:t>pembiayaan</a:t>
            </a:r>
            <a:r>
              <a:rPr lang="en-US" sz="1200" i="1"/>
              <a:t> </a:t>
            </a:r>
            <a:r>
              <a:rPr lang="en-US" sz="1200" i="1" err="1"/>
              <a:t>untuk</a:t>
            </a:r>
            <a:r>
              <a:rPr lang="en-US" sz="1200" i="1"/>
              <a:t> </a:t>
            </a:r>
            <a:r>
              <a:rPr lang="en-US" sz="1200" i="1" err="1"/>
              <a:t>investasi</a:t>
            </a:r>
            <a:r>
              <a:rPr lang="en-US" sz="1200" i="1"/>
              <a:t> pada H1 2026 </a:t>
            </a:r>
            <a:r>
              <a:rPr lang="en-US" sz="1200" i="1" err="1"/>
              <a:t>negatif</a:t>
            </a:r>
            <a:r>
              <a:rPr lang="en-US" sz="1200" i="1"/>
              <a:t>….</a:t>
            </a:r>
            <a:endParaRPr lang="en-ID" sz="1200" i="1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0935B1-4C95-2EC6-297D-C2C17C7C50CB}"/>
              </a:ext>
            </a:extLst>
          </p:cNvPr>
          <p:cNvSpPr/>
          <p:nvPr/>
        </p:nvSpPr>
        <p:spPr>
          <a:xfrm>
            <a:off x="889000" y="1689100"/>
            <a:ext cx="4946650" cy="380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40" b="1" i="0" u="none" strike="noStrike" kern="1200" baseline="0">
                <a:solidFill>
                  <a:srgbClr val="000000"/>
                </a:solidFill>
                <a:latin typeface="Calibri"/>
                <a:ea typeface="+mn-ea"/>
                <a:cs typeface="+mn-cs"/>
              </a:defRPr>
            </a:pPr>
            <a:r>
              <a:rPr lang="en-US" sz="1400" b="1">
                <a:solidFill>
                  <a:srgbClr val="000000"/>
                </a:solidFill>
                <a:latin typeface="Calibri"/>
              </a:rPr>
              <a:t>SI Gap Indonesia</a:t>
            </a:r>
            <a:endParaRPr lang="en-ID" sz="1400" b="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70DDAB-AFFA-6F28-29C6-2E85D374C2EE}"/>
              </a:ext>
            </a:extLst>
          </p:cNvPr>
          <p:cNvSpPr txBox="1"/>
          <p:nvPr/>
        </p:nvSpPr>
        <p:spPr>
          <a:xfrm>
            <a:off x="6451925" y="1165966"/>
            <a:ext cx="5919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/>
              <a:t>Saat </a:t>
            </a:r>
            <a:r>
              <a:rPr lang="en-US" sz="1200" i="1" err="1"/>
              <a:t>ini</a:t>
            </a:r>
            <a:r>
              <a:rPr lang="en-US" sz="1200" i="1"/>
              <a:t>, </a:t>
            </a:r>
            <a:r>
              <a:rPr lang="en-US" sz="1200" i="1" err="1"/>
              <a:t>kredit</a:t>
            </a:r>
            <a:r>
              <a:rPr lang="en-US" sz="1200" i="1"/>
              <a:t> </a:t>
            </a:r>
            <a:r>
              <a:rPr lang="en-US" sz="1200" i="1" err="1"/>
              <a:t>tumbuh</a:t>
            </a:r>
            <a:r>
              <a:rPr lang="en-US" sz="1200" i="1"/>
              <a:t> </a:t>
            </a:r>
            <a:r>
              <a:rPr lang="en-US" sz="1200" i="1" err="1"/>
              <a:t>jauh</a:t>
            </a:r>
            <a:r>
              <a:rPr lang="en-US" sz="1200" i="1"/>
              <a:t> </a:t>
            </a:r>
            <a:r>
              <a:rPr lang="en-US" sz="1200" i="1" err="1"/>
              <a:t>lebih</a:t>
            </a:r>
            <a:r>
              <a:rPr lang="en-US" sz="1200" i="1"/>
              <a:t> </a:t>
            </a:r>
            <a:r>
              <a:rPr lang="en-US" sz="1200" i="1" err="1"/>
              <a:t>tinggi</a:t>
            </a:r>
            <a:r>
              <a:rPr lang="en-US" sz="1200" i="1"/>
              <a:t> </a:t>
            </a:r>
            <a:r>
              <a:rPr lang="en-US" sz="1200" i="1" err="1"/>
              <a:t>dibandingkan</a:t>
            </a:r>
            <a:r>
              <a:rPr lang="en-US" sz="1200" i="1"/>
              <a:t> </a:t>
            </a:r>
            <a:r>
              <a:rPr lang="en-US" sz="1200" i="1" err="1"/>
              <a:t>dengan</a:t>
            </a:r>
            <a:r>
              <a:rPr lang="en-US" sz="1200" i="1"/>
              <a:t> DPK, </a:t>
            </a:r>
            <a:r>
              <a:rPr lang="en-US" sz="1200" i="1" err="1"/>
              <a:t>sehingga</a:t>
            </a:r>
            <a:r>
              <a:rPr lang="en-US" sz="1200" i="1"/>
              <a:t> </a:t>
            </a:r>
            <a:r>
              <a:rPr lang="en-US" sz="1200" i="1" err="1"/>
              <a:t>ruang</a:t>
            </a:r>
            <a:r>
              <a:rPr lang="en-US" sz="1200" i="1"/>
              <a:t> </a:t>
            </a:r>
            <a:r>
              <a:rPr lang="en-US" sz="1200" i="1" err="1"/>
              <a:t>untuk</a:t>
            </a:r>
            <a:r>
              <a:rPr lang="en-US" sz="1200" i="1"/>
              <a:t> </a:t>
            </a:r>
            <a:r>
              <a:rPr lang="en-US" sz="1200" i="1" err="1"/>
              <a:t>pembiayaan</a:t>
            </a:r>
            <a:r>
              <a:rPr lang="en-US" sz="1200" i="1"/>
              <a:t> </a:t>
            </a:r>
            <a:r>
              <a:rPr lang="en-US" sz="1200" i="1" err="1"/>
              <a:t>investasi</a:t>
            </a:r>
            <a:r>
              <a:rPr lang="en-US" sz="1200" i="1"/>
              <a:t> </a:t>
            </a:r>
            <a:r>
              <a:rPr lang="en-US" sz="1200" i="1" err="1"/>
              <a:t>menyempit</a:t>
            </a:r>
            <a:endParaRPr lang="en-ID" sz="1200" i="1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59211950-21D5-EB5B-FFDE-2AB7E142DB5F}"/>
              </a:ext>
            </a:extLst>
          </p:cNvPr>
          <p:cNvSpPr txBox="1">
            <a:spLocks/>
          </p:cNvSpPr>
          <p:nvPr/>
        </p:nvSpPr>
        <p:spPr>
          <a:xfrm>
            <a:off x="558207" y="-738288"/>
            <a:ext cx="10618345" cy="632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kern="0">
                <a:solidFill>
                  <a:srgbClr val="000000"/>
                </a:solidFill>
              </a:rPr>
              <a:t>Indonesia Membutuhkan ULN Untuk Membiayai Pertumbuhan Ekonomi Yang </a:t>
            </a:r>
            <a:r>
              <a:rPr lang="en-US" i="1" kern="0">
                <a:solidFill>
                  <a:srgbClr val="000000"/>
                </a:solidFill>
              </a:rPr>
              <a:t>Sustainable</a:t>
            </a:r>
            <a:r>
              <a:rPr lang="en-US" kern="0">
                <a:solidFill>
                  <a:srgbClr val="000000"/>
                </a:solidFill>
              </a:rPr>
              <a:t>, Yaitu Melalui Peningkatan Investasi -&gt; I want to say ULN is NOT bad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09AA-633E-53DC-6454-0E9FEC327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ULN Swasta Terkonsentrasi pada Sektor-Sektor Produktif, terutama Industri Pengolahan dan Perdagangan, Yang Krusial Untuk Pertumbuhan PDB</a:t>
            </a:r>
            <a:endParaRPr lang="en-FI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DB29158-269F-D85F-277E-AE09E839AF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4056729"/>
              </p:ext>
            </p:extLst>
          </p:nvPr>
        </p:nvGraphicFramePr>
        <p:xfrm>
          <a:off x="6367849" y="1209675"/>
          <a:ext cx="5708821" cy="5367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56A59DD-E40F-4A85-9050-36BE658D0D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45575987"/>
              </p:ext>
            </p:extLst>
          </p:nvPr>
        </p:nvGraphicFramePr>
        <p:xfrm>
          <a:off x="115330" y="1209675"/>
          <a:ext cx="6038335" cy="5308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50595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b="1" i="0">
                <a:solidFill>
                  <a:srgbClr val="000000"/>
                </a:solidFill>
                <a:latin typeface="Arial"/>
              </a:rPr>
              <a:t>Rasio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Pembayaran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ULN Indonesia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Relatif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Stabil,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Namun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Peningkatan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ULN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Jangka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Pendek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Perlu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Diantisipasi</a:t>
            </a:r>
            <a:endParaRPr sz="1800" b="1" i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77639" y="651967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Calibri"/>
              </a:rPr>
              <a:t>Sumber: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Bank Indonesia, Statistik Utang Luar Negeri Indonesia (SULNI)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5274"/>
              </p:ext>
            </p:extLst>
          </p:nvPr>
        </p:nvGraphicFramePr>
        <p:xfrm>
          <a:off x="557784" y="1097280"/>
          <a:ext cx="5577840" cy="5420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933243"/>
              </p:ext>
            </p:extLst>
          </p:nvPr>
        </p:nvGraphicFramePr>
        <p:xfrm>
          <a:off x="6272784" y="1097280"/>
          <a:ext cx="5577840" cy="54208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CCDAE361-A912-A6DC-0717-AAB9C6ABBAB7}"/>
              </a:ext>
            </a:extLst>
          </p:cNvPr>
          <p:cNvSpPr/>
          <p:nvPr/>
        </p:nvSpPr>
        <p:spPr>
          <a:xfrm>
            <a:off x="12459351" y="193618"/>
            <a:ext cx="1763485" cy="1118010"/>
          </a:xfrm>
          <a:prstGeom prst="rect">
            <a:avLst/>
          </a:prstGeom>
          <a:solidFill>
            <a:srgbClr val="00B050"/>
          </a:solidFill>
          <a:ln>
            <a:solidFill>
              <a:srgbClr val="199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Axel</a:t>
            </a:r>
            <a:endParaRPr lang="en-ID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6E42264-D0DD-4DB2-E74C-DEECA7CD635F}"/>
              </a:ext>
            </a:extLst>
          </p:cNvPr>
          <p:cNvSpPr txBox="1">
            <a:spLocks/>
          </p:cNvSpPr>
          <p:nvPr/>
        </p:nvSpPr>
        <p:spPr>
          <a:xfrm>
            <a:off x="558207" y="-678923"/>
            <a:ext cx="10618345" cy="632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kern="0">
                <a:solidFill>
                  <a:srgbClr val="000000"/>
                </a:solidFill>
              </a:rPr>
              <a:t>Rasio Pembayaran ULN Indonesia Relatif Stabil, Namun Peningkatan ULN Jangka Pendek Perlu Diantisipasi -&gt; soundness ratio is also important, and here, Indonesia is still safe. BUT, to increase soundness, we have to increase the DENOMINATOR, not decreasing the nominator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 err="1">
                <a:solidFill>
                  <a:srgbClr val="000000"/>
                </a:solidFill>
                <a:latin typeface="Arial"/>
              </a:rPr>
              <a:t>Dibandingkan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Negara </a:t>
            </a:r>
            <a:r>
              <a:rPr lang="en-US" sz="1800" b="1" i="1">
                <a:solidFill>
                  <a:srgbClr val="000000"/>
                </a:solidFill>
                <a:latin typeface="Arial"/>
              </a:rPr>
              <a:t>Peers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Porsi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ULN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Jangka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Pendek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Indonesia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Relatif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Rendah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,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Namun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Rasio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terhadap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Cadangan Devisa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Perlu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Mendapatkan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Perhatian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Khusus</a:t>
            </a:r>
            <a:endParaRPr lang="en-US" sz="1800" b="1" i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29279" y="6519672"/>
            <a:ext cx="5820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ID" sz="1200" b="1" err="1">
                <a:solidFill>
                  <a:srgbClr val="000000"/>
                </a:solidFill>
                <a:latin typeface="Calibri"/>
              </a:rPr>
              <a:t>Sumber</a:t>
            </a:r>
            <a:r>
              <a:rPr sz="1200" b="1">
                <a:solidFill>
                  <a:srgbClr val="000000"/>
                </a:solidFill>
                <a:latin typeface="Calibri"/>
              </a:rPr>
              <a:t>: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World Bank QEDS; World Bank WDI (IMF IFS); bank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sentral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masing-masing negara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" y="6065316"/>
            <a:ext cx="11292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err="1">
                <a:solidFill>
                  <a:srgbClr val="000000"/>
                </a:solidFill>
                <a:latin typeface="Calibri"/>
              </a:rPr>
              <a:t>Catatan</a:t>
            </a:r>
            <a:r>
              <a:rPr lang="en-US" sz="1200" b="1">
                <a:solidFill>
                  <a:srgbClr val="000000"/>
                </a:solidFill>
                <a:latin typeface="Calibri"/>
              </a:rPr>
              <a:t>: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Kedua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grafik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memakai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ULN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jangka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pendek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berdasarkan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sisa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jangka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waktu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(</a:t>
            </a:r>
            <a:r>
              <a:rPr lang="en-US" sz="1200" i="1">
                <a:solidFill>
                  <a:srgbClr val="000000"/>
                </a:solidFill>
                <a:latin typeface="Calibri"/>
              </a:rPr>
              <a:t>remaining maturity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): ULN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jangka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pendek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+ ULN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jangka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panjang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yang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jatuh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tempo ≤12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bulan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. Panah: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perubahan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2018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ke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Q1 2026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dalam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poin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persentase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(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merah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=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meningkat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hijau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 = </a:t>
            </a:r>
            <a:r>
              <a:rPr lang="en-US" sz="1200" err="1">
                <a:solidFill>
                  <a:srgbClr val="000000"/>
                </a:solidFill>
                <a:latin typeface="Calibri"/>
              </a:rPr>
              <a:t>menurun</a:t>
            </a:r>
            <a:r>
              <a:rPr lang="en-US" sz="1200">
                <a:solidFill>
                  <a:srgbClr val="000000"/>
                </a:solidFill>
                <a:latin typeface="Calibri"/>
              </a:rPr>
              <a:t>).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E6EE9F-8738-E987-94D7-4182B0876DCC}"/>
              </a:ext>
            </a:extLst>
          </p:cNvPr>
          <p:cNvSpPr/>
          <p:nvPr/>
        </p:nvSpPr>
        <p:spPr>
          <a:xfrm>
            <a:off x="12353544" y="650201"/>
            <a:ext cx="1763485" cy="11180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Axel</a:t>
            </a:r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8FCAE6-F2F5-C1E8-D7A6-1E4EE0590AA2}"/>
              </a:ext>
            </a:extLst>
          </p:cNvPr>
          <p:cNvSpPr/>
          <p:nvPr/>
        </p:nvSpPr>
        <p:spPr>
          <a:xfrm>
            <a:off x="12566013" y="2311072"/>
            <a:ext cx="3893574" cy="2235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Ganti </a:t>
            </a:r>
            <a:r>
              <a:rPr lang="en-US" err="1"/>
              <a:t>dengan</a:t>
            </a:r>
            <a:r>
              <a:rPr lang="en-US"/>
              <a:t> remaining maturity, negara yang </a:t>
            </a:r>
            <a:r>
              <a:rPr lang="en-US" err="1"/>
              <a:t>ada</a:t>
            </a:r>
            <a:r>
              <a:rPr lang="en-US"/>
              <a:t> </a:t>
            </a:r>
            <a:r>
              <a:rPr lang="en-US" err="1"/>
              <a:t>aja</a:t>
            </a:r>
            <a:endParaRPr lang="en-ID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2E89E3DC-A1EC-07D2-FC6A-9A603B263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773450"/>
              </p:ext>
            </p:extLst>
          </p:nvPr>
        </p:nvGraphicFramePr>
        <p:xfrm>
          <a:off x="557784" y="1097280"/>
          <a:ext cx="5577840" cy="4873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A520F283-D200-4CD7-11FD-5366C3AA8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22642"/>
              </p:ext>
            </p:extLst>
          </p:nvPr>
        </p:nvGraphicFramePr>
        <p:xfrm>
          <a:off x="6272784" y="1097280"/>
          <a:ext cx="5577840" cy="4873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31AC-B783-BB8E-01DC-436FD6836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207" y="339868"/>
            <a:ext cx="11024193" cy="632465"/>
          </a:xfrm>
        </p:spPr>
        <p:txBody>
          <a:bodyPr/>
          <a:lstStyle/>
          <a:p>
            <a:r>
              <a:rPr lang="en-US" err="1"/>
              <a:t>Demikian</a:t>
            </a:r>
            <a:r>
              <a:rPr lang="en-US"/>
              <a:t> Juga </a:t>
            </a:r>
            <a:r>
              <a:rPr lang="en-US" err="1"/>
              <a:t>Persepsi</a:t>
            </a:r>
            <a:r>
              <a:rPr lang="en-US"/>
              <a:t> Investor </a:t>
            </a:r>
            <a:r>
              <a:rPr lang="en-US" err="1"/>
              <a:t>Terkait</a:t>
            </a:r>
            <a:r>
              <a:rPr lang="en-US"/>
              <a:t> </a:t>
            </a:r>
            <a:r>
              <a:rPr lang="en-US" err="1"/>
              <a:t>Kondisi</a:t>
            </a:r>
            <a:r>
              <a:rPr lang="en-US"/>
              <a:t> Fundamental Indonesia, yang Akan </a:t>
            </a:r>
            <a:r>
              <a:rPr lang="en-US" err="1"/>
              <a:t>Berdampak</a:t>
            </a:r>
            <a:r>
              <a:rPr lang="en-US"/>
              <a:t> </a:t>
            </a:r>
            <a:r>
              <a:rPr lang="en-US" err="1"/>
              <a:t>Terhadap</a:t>
            </a:r>
            <a:r>
              <a:rPr lang="en-US"/>
              <a:t> ULN </a:t>
            </a:r>
            <a:r>
              <a:rPr lang="en-US" err="1"/>
              <a:t>Melalui</a:t>
            </a:r>
            <a:r>
              <a:rPr lang="en-US"/>
              <a:t> </a:t>
            </a:r>
            <a:r>
              <a:rPr lang="en-US" i="1"/>
              <a:t>Interest</a:t>
            </a:r>
            <a:r>
              <a:rPr lang="en-US"/>
              <a:t> dan Nilai </a:t>
            </a:r>
            <a:r>
              <a:rPr lang="en-US" err="1"/>
              <a:t>Tukar</a:t>
            </a:r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61F6B8-4C92-12B4-0D0B-BA4B82D50CD2}"/>
              </a:ext>
            </a:extLst>
          </p:cNvPr>
          <p:cNvSpPr/>
          <p:nvPr/>
        </p:nvSpPr>
        <p:spPr>
          <a:xfrm>
            <a:off x="13087229" y="52182"/>
            <a:ext cx="1788544" cy="9201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Sunni</a:t>
            </a:r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999CE2-8469-EAB4-E8B2-5B4CF28EE187}"/>
              </a:ext>
            </a:extLst>
          </p:cNvPr>
          <p:cNvSpPr txBox="1"/>
          <p:nvPr/>
        </p:nvSpPr>
        <p:spPr>
          <a:xfrm>
            <a:off x="-5432548" y="1988377"/>
            <a:ext cx="5990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500"/>
              </a:spcAft>
              <a:buNone/>
            </a:pP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Moody's dan Fitch </a:t>
            </a:r>
            <a:r>
              <a:rPr lang="en-ID" sz="1200" i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pertahankan</a:t>
            </a: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Outlook </a:t>
            </a:r>
            <a:r>
              <a:rPr lang="en-ID" sz="1200" i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S&amp;P Tetap Stabil, </a:t>
            </a:r>
            <a:b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MSCI </a:t>
            </a:r>
            <a:r>
              <a:rPr lang="en-ID" sz="1200" i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perpanjang</a:t>
            </a: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200" i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Tinjauan</a:t>
            </a: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200" i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Klasifikasi</a:t>
            </a: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Pasar Indonesia </a:t>
            </a:r>
            <a:r>
              <a:rPr lang="en-ID" sz="1200" i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hingga</a:t>
            </a: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Nov 2026</a:t>
            </a:r>
            <a:endParaRPr lang="en-ID" sz="1200" i="0">
              <a:solidFill>
                <a:srgbClr val="3D2B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86B3E622-2D53-7ACC-9D0E-C55F349AD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090815"/>
              </p:ext>
            </p:extLst>
          </p:nvPr>
        </p:nvGraphicFramePr>
        <p:xfrm>
          <a:off x="324265" y="1187456"/>
          <a:ext cx="5900623" cy="5485433"/>
        </p:xfrm>
        <a:graphic>
          <a:graphicData uri="http://schemas.openxmlformats.org/drawingml/2006/table">
            <a:tbl>
              <a:tblPr/>
              <a:tblGrid>
                <a:gridCol w="850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7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34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Lembaga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Rating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Outlook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Risiko Utama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Review Berikutnya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6B4423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Moody's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Baa2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Negatif</a:t>
                      </a: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Kebijakan kurang konsisten, Kenaikan belanja sosial berisiko melebarkan defisit, Basis penerimaan negara lemah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Feb–Agu 2027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6B4423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Fitch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BBB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Negatif</a:t>
                      </a: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pertumbuhan tinggi berisiko melonggarkan kebijakan fiskal/moneter, Defisit transaksi berjalan melebar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 2027–Mar 2028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6B4423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S&amp;P Global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BBB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Stabil</a:t>
                      </a: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Beban bunga utang terlalu tinggi terhadap penerimaan, utang pemerintah naik terlalu cepat, kebutuhan pembiayaan eksternal naik. </a:t>
                      </a: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±Jul 2027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6B4423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MSCI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Review Klasifikasi</a:t>
                      </a: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Information Flow turun: dari "+" ke "−" karena opasitas struktur kepemilikan dan indikasi </a:t>
                      </a:r>
                      <a:r>
                        <a:rPr lang="en-US" sz="1400" i="1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coordinated trading</a:t>
                      </a:r>
                      <a:endParaRPr lang="en-US" sz="140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 Nov 2026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780C00E-F31C-3301-AA62-BB5E3BB9D635}"/>
              </a:ext>
            </a:extLst>
          </p:cNvPr>
          <p:cNvGraphicFramePr/>
          <p:nvPr/>
        </p:nvGraphicFramePr>
        <p:xfrm>
          <a:off x="6426661" y="1187455"/>
          <a:ext cx="5562957" cy="5397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85354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37F399C3-6D78-CF29-3C16-CAA8AA809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1984765"/>
              </p:ext>
            </p:extLst>
          </p:nvPr>
        </p:nvGraphicFramePr>
        <p:xfrm>
          <a:off x="-255988" y="7794896"/>
          <a:ext cx="3933393" cy="5422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85E4058-E799-1CC2-E1CF-4EEE4AA4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Sentimen</a:t>
            </a:r>
            <a:r>
              <a:rPr lang="en-US"/>
              <a:t> </a:t>
            </a:r>
            <a:r>
              <a:rPr lang="en-US" i="1"/>
              <a:t>negative market</a:t>
            </a:r>
            <a:r>
              <a:rPr lang="en-US"/>
              <a:t> </a:t>
            </a:r>
            <a:r>
              <a:rPr lang="en-US" err="1"/>
              <a:t>menyebabkan</a:t>
            </a:r>
            <a:r>
              <a:rPr lang="en-US"/>
              <a:t> </a:t>
            </a:r>
            <a:r>
              <a:rPr lang="en-US" i="1"/>
              <a:t>outflow </a:t>
            </a:r>
            <a:r>
              <a:rPr lang="en-US" err="1"/>
              <a:t>menyebabkan</a:t>
            </a:r>
            <a:r>
              <a:rPr lang="en-US"/>
              <a:t> </a:t>
            </a:r>
            <a:r>
              <a:rPr lang="en-US" err="1"/>
              <a:t>depresi</a:t>
            </a:r>
            <a:r>
              <a:rPr lang="en-US"/>
              <a:t> Rupiah, </a:t>
            </a:r>
            <a:r>
              <a:rPr lang="en-US" err="1"/>
              <a:t>Menekan</a:t>
            </a:r>
            <a:r>
              <a:rPr lang="en-US"/>
              <a:t> BI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Menaikkan</a:t>
            </a:r>
            <a:r>
              <a:rPr lang="en-US"/>
              <a:t> BI Rate </a:t>
            </a:r>
            <a:r>
              <a:rPr lang="en-US" err="1"/>
              <a:t>Hingga</a:t>
            </a:r>
            <a:r>
              <a:rPr lang="en-US"/>
              <a:t> 100 Basis </a:t>
            </a:r>
            <a:r>
              <a:rPr lang="en-US" err="1"/>
              <a:t>Poin</a:t>
            </a:r>
            <a:r>
              <a:rPr lang="en-US"/>
              <a:t> di 2026</a:t>
            </a:r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577AD4-D8DA-9A50-F450-88F7DE95986D}"/>
              </a:ext>
            </a:extLst>
          </p:cNvPr>
          <p:cNvSpPr/>
          <p:nvPr/>
        </p:nvSpPr>
        <p:spPr>
          <a:xfrm>
            <a:off x="12401862" y="52182"/>
            <a:ext cx="1788544" cy="9201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Sunni</a:t>
            </a:r>
            <a:endParaRPr lang="en-ID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8A300B8-B9AE-E64F-863F-3D90D6BC73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1855412"/>
              </p:ext>
            </p:extLst>
          </p:nvPr>
        </p:nvGraphicFramePr>
        <p:xfrm>
          <a:off x="4157143" y="1160173"/>
          <a:ext cx="3710017" cy="5452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B722EE3-C0AB-5177-0FA7-4B6E49FF6D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3772346"/>
              </p:ext>
            </p:extLst>
          </p:nvPr>
        </p:nvGraphicFramePr>
        <p:xfrm>
          <a:off x="12997114" y="1170320"/>
          <a:ext cx="3709134" cy="5442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7A9ABD9-0C35-556D-32B0-C5C39C7357D0}"/>
              </a:ext>
            </a:extLst>
          </p:cNvPr>
          <p:cNvGraphicFramePr/>
          <p:nvPr/>
        </p:nvGraphicFramePr>
        <p:xfrm>
          <a:off x="8936273" y="7794896"/>
          <a:ext cx="3548244" cy="5314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1CDC6565-88B3-C5F8-A0FE-61F1FA1E56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5225988"/>
              </p:ext>
            </p:extLst>
          </p:nvPr>
        </p:nvGraphicFramePr>
        <p:xfrm>
          <a:off x="13441760" y="7794895"/>
          <a:ext cx="3933393" cy="5422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969A1773-0D17-5EE2-6A9A-A74CB2EEAF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0300459"/>
              </p:ext>
            </p:extLst>
          </p:nvPr>
        </p:nvGraphicFramePr>
        <p:xfrm>
          <a:off x="202406" y="1160173"/>
          <a:ext cx="3829777" cy="5422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3A455808-00D7-8424-9211-E46003B4470B}"/>
              </a:ext>
            </a:extLst>
          </p:cNvPr>
          <p:cNvGraphicFramePr>
            <a:graphicFrameLocks/>
          </p:cNvGraphicFramePr>
          <p:nvPr/>
        </p:nvGraphicFramePr>
        <p:xfrm>
          <a:off x="-5342557" y="2324370"/>
          <a:ext cx="3671751" cy="5314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1" name="TextBox 2">
            <a:extLst>
              <a:ext uri="{FF2B5EF4-FFF2-40B4-BE49-F238E27FC236}">
                <a16:creationId xmlns:a16="http://schemas.microsoft.com/office/drawing/2014/main" id="{6F1833C7-58E1-CAC0-D16D-EB5BFF524513}"/>
              </a:ext>
            </a:extLst>
          </p:cNvPr>
          <p:cNvSpPr txBox="1"/>
          <p:nvPr/>
        </p:nvSpPr>
        <p:spPr>
          <a:xfrm>
            <a:off x="202407" y="9139674"/>
            <a:ext cx="1306967" cy="757238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*2026</a:t>
            </a:r>
            <a:r>
              <a:rPr lang="en-GB" b="1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baseline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Ytd</a:t>
            </a:r>
            <a:r>
              <a:rPr lang="en-GB" b="1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l"/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Saham  </a:t>
            </a:r>
            <a:r>
              <a:rPr lang="en-GB" sz="1000" baseline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s.d.</a:t>
            </a:r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08/10</a:t>
            </a:r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/26</a:t>
            </a:r>
          </a:p>
          <a:p>
            <a:pPr algn="l"/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SBN </a:t>
            </a:r>
            <a:r>
              <a:rPr lang="en-GB" sz="1000" baseline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s.d.</a:t>
            </a:r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06</a:t>
            </a:r>
            <a:r>
              <a:rPr lang="en-GB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/Oct/26</a:t>
            </a:r>
            <a:endParaRPr lang="en-GB" sz="10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SRBI </a:t>
            </a:r>
            <a:r>
              <a:rPr lang="en-GB" sz="1000" baseline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s.d.</a:t>
            </a:r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30/Agu/26</a:t>
            </a:r>
            <a:endParaRPr lang="en-FI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3B29DBE5-3B93-8E79-EBEC-CD48AED27C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8048468"/>
              </p:ext>
            </p:extLst>
          </p:nvPr>
        </p:nvGraphicFramePr>
        <p:xfrm>
          <a:off x="4773750" y="13637923"/>
          <a:ext cx="3671751" cy="5452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0DF4F94C-4E00-C425-5BF3-BCE15558D582}"/>
              </a:ext>
            </a:extLst>
          </p:cNvPr>
          <p:cNvSpPr txBox="1"/>
          <p:nvPr/>
        </p:nvSpPr>
        <p:spPr>
          <a:xfrm>
            <a:off x="5798712" y="14837729"/>
            <a:ext cx="22941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*Data per 09 Oct 2026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1A95B-7725-7FC7-76F7-0E05B3F3D156}"/>
              </a:ext>
            </a:extLst>
          </p:cNvPr>
          <p:cNvSpPr/>
          <p:nvPr/>
        </p:nvSpPr>
        <p:spPr>
          <a:xfrm>
            <a:off x="-3867671" y="7153504"/>
            <a:ext cx="3081664" cy="2878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ganti</a:t>
            </a:r>
            <a:r>
              <a:rPr lang="en-US"/>
              <a:t> </a:t>
            </a:r>
            <a:r>
              <a:rPr lang="en-US" err="1"/>
              <a:t>bulanan</a:t>
            </a:r>
            <a:r>
              <a:rPr lang="en-US"/>
              <a:t>, </a:t>
            </a:r>
            <a:r>
              <a:rPr lang="en-US" err="1"/>
              <a:t>sejak</a:t>
            </a:r>
            <a:r>
              <a:rPr lang="en-US"/>
              <a:t> </a:t>
            </a:r>
            <a:r>
              <a:rPr lang="en-US" err="1"/>
              <a:t>juli</a:t>
            </a:r>
            <a:r>
              <a:rPr lang="en-US"/>
              <a:t> 2025</a:t>
            </a:r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A02EA1-B988-0823-BA8D-051070B362A9}"/>
              </a:ext>
            </a:extLst>
          </p:cNvPr>
          <p:cNvSpPr/>
          <p:nvPr/>
        </p:nvSpPr>
        <p:spPr>
          <a:xfrm>
            <a:off x="13441760" y="1989557"/>
            <a:ext cx="3081664" cy="287888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ganti</a:t>
            </a:r>
            <a:r>
              <a:rPr lang="en-US"/>
              <a:t> </a:t>
            </a:r>
            <a:r>
              <a:rPr lang="en-US" err="1"/>
              <a:t>bulanan</a:t>
            </a:r>
            <a:r>
              <a:rPr lang="en-US"/>
              <a:t>, </a:t>
            </a:r>
            <a:r>
              <a:rPr lang="en-US" err="1"/>
              <a:t>sejak</a:t>
            </a:r>
            <a:r>
              <a:rPr lang="en-US"/>
              <a:t> </a:t>
            </a:r>
            <a:r>
              <a:rPr lang="en-US" err="1"/>
              <a:t>juli</a:t>
            </a:r>
            <a:r>
              <a:rPr lang="en-US"/>
              <a:t> 2025</a:t>
            </a:r>
            <a:endParaRPr lang="en-ID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AB05E7F-5C14-214F-CAD4-610E67EF21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329924"/>
              </p:ext>
            </p:extLst>
          </p:nvPr>
        </p:nvGraphicFramePr>
        <p:xfrm>
          <a:off x="7992121" y="1160173"/>
          <a:ext cx="3869854" cy="5452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1C30EF2-78E6-33B1-6E7A-87F64EAD9619}"/>
              </a:ext>
            </a:extLst>
          </p:cNvPr>
          <p:cNvSpPr txBox="1"/>
          <p:nvPr/>
        </p:nvSpPr>
        <p:spPr>
          <a:xfrm>
            <a:off x="8445501" y="2673756"/>
            <a:ext cx="2565136" cy="43088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ID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 Jun: RDG </a:t>
            </a:r>
            <a:r>
              <a:rPr lang="en-ID" sz="11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Mingguan</a:t>
            </a:r>
            <a:r>
              <a:rPr lang="en-ID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+25 bps → 5,50%</a:t>
            </a:r>
            <a:br>
              <a:rPr lang="en-ID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D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18 Jun: RDG </a:t>
            </a:r>
            <a:r>
              <a:rPr lang="en-ID" sz="11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Bulanan</a:t>
            </a:r>
            <a:r>
              <a:rPr lang="en-ID" sz="11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+25 bps → 5,75%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861F5AF-C971-AC0B-D09C-E9DFDA4EAAB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9728069" y="3104643"/>
            <a:ext cx="1096141" cy="909192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001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66F47E-C98F-27FD-B4A3-96FEF8086745}"/>
              </a:ext>
            </a:extLst>
          </p:cNvPr>
          <p:cNvSpPr/>
          <p:nvPr/>
        </p:nvSpPr>
        <p:spPr>
          <a:xfrm>
            <a:off x="9687075" y="1929865"/>
            <a:ext cx="438702" cy="3739415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58E8CAFD-DAD3-FBD5-CA63-9A7D073F17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2534110"/>
              </p:ext>
            </p:extLst>
          </p:nvPr>
        </p:nvGraphicFramePr>
        <p:xfrm>
          <a:off x="6271614" y="1188720"/>
          <a:ext cx="5577837" cy="5013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207" y="339868"/>
            <a:ext cx="10706693" cy="632465"/>
          </a:xfrm>
        </p:spPr>
        <p:txBody>
          <a:bodyPr/>
          <a:lstStyle/>
          <a:p>
            <a:r>
              <a:rPr lang="en-US" sz="1800" b="1" i="0" err="1">
                <a:solidFill>
                  <a:srgbClr val="000000"/>
                </a:solidFill>
                <a:latin typeface="Arial"/>
              </a:rPr>
              <a:t>Kondisi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Geopolitik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Saat Ini Juga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Berdampak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Terhadap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ULN Indonesia,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Utamanya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fi-FI">
                <a:solidFill>
                  <a:srgbClr val="000000"/>
                </a:solidFill>
              </a:rPr>
              <a:t>M</a:t>
            </a:r>
            <a:r>
              <a:rPr lang="fi-FI" sz="1800" b="1" i="0">
                <a:solidFill>
                  <a:srgbClr val="000000"/>
                </a:solidFill>
                <a:latin typeface="Arial"/>
              </a:rPr>
              <a:t>elalui Pelemahan Rupiah</a:t>
            </a:r>
            <a:r>
              <a:rPr lang="fi-FI">
                <a:solidFill>
                  <a:srgbClr val="000000"/>
                </a:solidFill>
              </a:rPr>
              <a:t>,</a:t>
            </a:r>
            <a:r>
              <a:rPr lang="fi-FI" sz="1800" b="1" i="0">
                <a:solidFill>
                  <a:srgbClr val="000000"/>
                </a:solidFill>
                <a:latin typeface="Arial"/>
              </a:rPr>
              <a:t> Perlambatan Ekonomi, dan Pengetatan Moneter Global</a:t>
            </a:r>
            <a:endParaRPr sz="1800" b="1" i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77639" y="651967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Calibri"/>
              </a:rPr>
              <a:t>Sumber: </a:t>
            </a:r>
            <a:r>
              <a:rPr sz="1200" b="0">
                <a:solidFill>
                  <a:srgbClr val="000000"/>
                </a:solidFill>
                <a:latin typeface="Calibri"/>
              </a:rPr>
              <a:t>Perhitungan DEN (MDS)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0079" y="1188720"/>
            <a:ext cx="203324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1">
                <a:solidFill>
                  <a:srgbClr val="000000"/>
                </a:solidFill>
                <a:latin typeface="Calibri"/>
              </a:rPr>
              <a:t>Shock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400" b="1" i="0" err="1">
                <a:solidFill>
                  <a:srgbClr val="000000"/>
                </a:solidFill>
                <a:latin typeface="Calibri"/>
              </a:rPr>
              <a:t>Pertumbuhan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 PDB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684020"/>
              </p:ext>
            </p:extLst>
          </p:nvPr>
        </p:nvGraphicFramePr>
        <p:xfrm>
          <a:off x="342548" y="2971032"/>
          <a:ext cx="5577839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10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905">
                  <a:extLst>
                    <a:ext uri="{9D8B030D-6E8A-4147-A177-3AD203B41FA5}">
                      <a16:colId xmlns:a16="http://schemas.microsoft.com/office/drawing/2014/main" val="1087876882"/>
                    </a:ext>
                  </a:extLst>
                </a:gridCol>
                <a:gridCol w="916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1">
                          <a:solidFill>
                            <a:srgbClr val="FFFFFF"/>
                          </a:solidFill>
                          <a:latin typeface="Calibri"/>
                        </a:rPr>
                        <a:t>Shock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 pertumbuhan PDB (pp)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  <a:endParaRPr sz="1200" b="1" i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−1,5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−0,5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+1,0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Rasio ULN/PDB 2026 (%)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3E3D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30,1%</a:t>
                      </a:r>
                      <a:endParaRPr sz="1200" b="0" i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30,5%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30,2%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29,8%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412608"/>
              </p:ext>
            </p:extLst>
          </p:nvPr>
        </p:nvGraphicFramePr>
        <p:xfrm>
          <a:off x="342548" y="1616953"/>
          <a:ext cx="5577839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10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905">
                  <a:extLst>
                    <a:ext uri="{9D8B030D-6E8A-4147-A177-3AD203B41FA5}">
                      <a16:colId xmlns:a16="http://schemas.microsoft.com/office/drawing/2014/main" val="4211327919"/>
                    </a:ext>
                  </a:extLst>
                </a:gridCol>
                <a:gridCol w="916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1">
                          <a:solidFill>
                            <a:srgbClr val="FFFFFF"/>
                          </a:solidFill>
                          <a:latin typeface="Calibri"/>
                        </a:rPr>
                        <a:t>Shock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 nilai tukar (%)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  <a:endParaRPr sz="1200" b="1" i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FFFFFF"/>
                          </a:solidFill>
                          <a:latin typeface="Calibri"/>
                        </a:rPr>
                        <a:t>+5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FFFFFF"/>
                          </a:solidFill>
                          <a:latin typeface="Calibri"/>
                        </a:rPr>
                        <a:t>-3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0">
                          <a:solidFill>
                            <a:srgbClr val="FFFFFF"/>
                          </a:solidFill>
                          <a:latin typeface="Calibri"/>
                        </a:rPr>
                        <a:t>-5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Rasio ULN/PDB 2026 (%)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3E3D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30,1%</a:t>
                      </a:r>
                      <a:endParaRPr sz="1200" b="0" i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28,6%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30,9%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31,5%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4DFD55FA-507E-EE49-38E4-C9D821B1FB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295"/>
          <a:stretch>
            <a:fillRect/>
          </a:stretch>
        </p:blipFill>
        <p:spPr>
          <a:xfrm>
            <a:off x="12577754" y="4337349"/>
            <a:ext cx="3895166" cy="2291771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B5964DE-D0CE-1845-1F23-1E16DDF8E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668543"/>
              </p:ext>
            </p:extLst>
          </p:nvPr>
        </p:nvGraphicFramePr>
        <p:xfrm>
          <a:off x="342547" y="4385955"/>
          <a:ext cx="5577838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10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6905">
                  <a:extLst>
                    <a:ext uri="{9D8B030D-6E8A-4147-A177-3AD203B41FA5}">
                      <a16:colId xmlns:a16="http://schemas.microsoft.com/office/drawing/2014/main" val="132543219"/>
                    </a:ext>
                  </a:extLst>
                </a:gridCol>
                <a:gridCol w="916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1">
                          <a:solidFill>
                            <a:srgbClr val="FFFFFF"/>
                          </a:solidFill>
                          <a:latin typeface="Calibri"/>
                        </a:rPr>
                        <a:t>Shock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200" b="1" i="0" err="1">
                          <a:solidFill>
                            <a:srgbClr val="FFFFFF"/>
                          </a:solidFill>
                          <a:latin typeface="Calibri"/>
                        </a:rPr>
                        <a:t>suku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 bunga (pp)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i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  <a:endParaRPr sz="1200" b="1" i="1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−1,5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−0,5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+1,0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Rasio ULN/PDB 2026 (%)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3E3D3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  <a:sym typeface="Arial"/>
                        </a:rPr>
                        <a:t>30,1%</a:t>
                      </a:r>
                      <a:endParaRPr sz="1200" b="0" i="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29,6%</a:t>
                      </a:r>
                    </a:p>
                  </a:txBody>
                  <a:tcPr marL="45720" marR="45720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29,9%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30,3%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13DC8D7-922A-B765-E23F-E76513547C5C}"/>
              </a:ext>
            </a:extLst>
          </p:cNvPr>
          <p:cNvCxnSpPr/>
          <p:nvPr/>
        </p:nvCxnSpPr>
        <p:spPr>
          <a:xfrm flipV="1">
            <a:off x="10534851" y="2926080"/>
            <a:ext cx="466825" cy="22619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BDDB814-5E81-D480-BE81-1525575AB32E}"/>
              </a:ext>
            </a:extLst>
          </p:cNvPr>
          <p:cNvSpPr txBox="1"/>
          <p:nvPr/>
        </p:nvSpPr>
        <p:spPr>
          <a:xfrm rot="20193179">
            <a:off x="10392878" y="2738394"/>
            <a:ext cx="750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 i="1">
                <a:solidFill>
                  <a:srgbClr val="FF0000"/>
                </a:solidFill>
              </a:rPr>
              <a:t>tougher</a:t>
            </a:r>
            <a:endParaRPr lang="en-FI" sz="1000" i="1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FDB8F5-057C-3448-98F3-707137B8DAD6}"/>
              </a:ext>
            </a:extLst>
          </p:cNvPr>
          <p:cNvSpPr txBox="1"/>
          <p:nvPr/>
        </p:nvSpPr>
        <p:spPr>
          <a:xfrm>
            <a:off x="9553073" y="5302372"/>
            <a:ext cx="786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000"/>
              <a:t>Covid-19</a:t>
            </a:r>
            <a:endParaRPr lang="en-FI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53EC4-07D9-469B-D2E1-F42F82D1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Kinerja </a:t>
            </a:r>
            <a:r>
              <a:rPr lang="en-GB" err="1"/>
              <a:t>Ekspor</a:t>
            </a:r>
            <a:r>
              <a:rPr lang="en-GB"/>
              <a:t> </a:t>
            </a:r>
            <a:r>
              <a:rPr lang="en-GB" err="1"/>
              <a:t>Menjadi</a:t>
            </a:r>
            <a:r>
              <a:rPr lang="en-GB"/>
              <a:t> Pilar Utama </a:t>
            </a:r>
            <a:r>
              <a:rPr lang="en-GB" err="1"/>
              <a:t>Keberlanjutan</a:t>
            </a:r>
            <a:r>
              <a:rPr lang="en-GB"/>
              <a:t> Utang Luar Negeri</a:t>
            </a:r>
            <a:endParaRPr lang="en-FI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0D00-000009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2035600"/>
              </p:ext>
            </p:extLst>
          </p:nvPr>
        </p:nvGraphicFramePr>
        <p:xfrm>
          <a:off x="385764" y="1311912"/>
          <a:ext cx="5389533" cy="5120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00000000-0008-0000-0D00-00000A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4880028"/>
              </p:ext>
            </p:extLst>
          </p:nvPr>
        </p:nvGraphicFramePr>
        <p:xfrm>
          <a:off x="6096001" y="1311910"/>
          <a:ext cx="5710236" cy="5263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073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EC05-4994-70E5-F7A5-D12E161E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D"/>
            </a:br>
            <a:r>
              <a:rPr lang="en-ID" err="1"/>
              <a:t>Pemerintah</a:t>
            </a:r>
            <a:r>
              <a:rPr lang="en-ID"/>
              <a:t> </a:t>
            </a:r>
            <a:r>
              <a:rPr lang="en-ID" err="1"/>
              <a:t>Perlu</a:t>
            </a:r>
            <a:r>
              <a:rPr lang="en-ID"/>
              <a:t> </a:t>
            </a:r>
            <a:r>
              <a:rPr lang="en-ID" err="1"/>
              <a:t>Membangun</a:t>
            </a:r>
            <a:r>
              <a:rPr lang="en-ID"/>
              <a:t> dan </a:t>
            </a:r>
            <a:r>
              <a:rPr lang="en-ID" err="1"/>
              <a:t>Mempertahankan</a:t>
            </a:r>
            <a:r>
              <a:rPr lang="en-ID"/>
              <a:t> </a:t>
            </a:r>
            <a:r>
              <a:rPr lang="en-ID" err="1"/>
              <a:t>Kepercayaan</a:t>
            </a:r>
            <a:r>
              <a:rPr lang="en-ID"/>
              <a:t> Investor dan Pasar di Tengah </a:t>
            </a:r>
            <a:r>
              <a:rPr lang="en-ID" err="1"/>
              <a:t>Meningkatnya</a:t>
            </a:r>
            <a:r>
              <a:rPr lang="en-ID"/>
              <a:t> </a:t>
            </a:r>
            <a:r>
              <a:rPr lang="en-ID" err="1"/>
              <a:t>Kebutuhan</a:t>
            </a:r>
            <a:r>
              <a:rPr lang="en-ID"/>
              <a:t> </a:t>
            </a:r>
            <a:r>
              <a:rPr lang="en-ID" err="1"/>
              <a:t>Pembiayaan</a:t>
            </a:r>
            <a:r>
              <a:rPr lang="en-ID"/>
              <a:t> dan </a:t>
            </a:r>
            <a:r>
              <a:rPr lang="en-ID" err="1"/>
              <a:t>Ketidakpastian</a:t>
            </a:r>
            <a:r>
              <a:rPr lang="en-ID"/>
              <a:t> Ekonomi Global</a:t>
            </a:r>
            <a:br>
              <a:rPr lang="en-ID"/>
            </a:br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C5C65E-17AD-617F-5981-A6436EB5759F}"/>
              </a:ext>
            </a:extLst>
          </p:cNvPr>
          <p:cNvSpPr/>
          <p:nvPr/>
        </p:nvSpPr>
        <p:spPr>
          <a:xfrm>
            <a:off x="12577313" y="320505"/>
            <a:ext cx="1788544" cy="9201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Andra</a:t>
            </a:r>
            <a:endParaRPr lang="en-ID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036047C-7356-CF73-0601-1492E01635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2467212"/>
              </p:ext>
            </p:extLst>
          </p:nvPr>
        </p:nvGraphicFramePr>
        <p:xfrm>
          <a:off x="6502401" y="1124857"/>
          <a:ext cx="5363028" cy="2877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6B9AFF4-2CE2-6F1A-5F89-8B164E166F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5222022"/>
              </p:ext>
            </p:extLst>
          </p:nvPr>
        </p:nvGraphicFramePr>
        <p:xfrm>
          <a:off x="558207" y="4002474"/>
          <a:ext cx="5131394" cy="2761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E2657FC-5254-DE56-CE33-984C43CA5A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856492"/>
              </p:ext>
            </p:extLst>
          </p:nvPr>
        </p:nvGraphicFramePr>
        <p:xfrm>
          <a:off x="6502401" y="4002474"/>
          <a:ext cx="4908549" cy="2761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3C1477A-2395-DAF1-3BE3-B9B2013A7980}"/>
              </a:ext>
            </a:extLst>
          </p:cNvPr>
          <p:cNvSpPr/>
          <p:nvPr/>
        </p:nvSpPr>
        <p:spPr>
          <a:xfrm>
            <a:off x="491669" y="1415435"/>
            <a:ext cx="2213429" cy="53121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4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Disiplin</a:t>
            </a:r>
            <a:r>
              <a:rPr lang="en-ID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4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Fiskal</a:t>
            </a:r>
            <a:endParaRPr lang="en-ID" sz="1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90DA31-D969-E754-329C-AA2AF80FFE6C}"/>
              </a:ext>
            </a:extLst>
          </p:cNvPr>
          <p:cNvSpPr/>
          <p:nvPr/>
        </p:nvSpPr>
        <p:spPr>
          <a:xfrm>
            <a:off x="491669" y="2032554"/>
            <a:ext cx="2213429" cy="52322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4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Stabilitas</a:t>
            </a:r>
            <a:r>
              <a:rPr lang="en-ID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4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Moneter</a:t>
            </a:r>
            <a:r>
              <a:rPr lang="en-ID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Nilai </a:t>
            </a:r>
            <a:r>
              <a:rPr lang="en-ID" sz="14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Tukar</a:t>
            </a:r>
            <a:endParaRPr lang="en-ID" sz="1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C1C19A-C604-B167-CE02-5CB8C7CA9B16}"/>
              </a:ext>
            </a:extLst>
          </p:cNvPr>
          <p:cNvSpPr/>
          <p:nvPr/>
        </p:nvSpPr>
        <p:spPr>
          <a:xfrm>
            <a:off x="491669" y="2678669"/>
            <a:ext cx="2213429" cy="51734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4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Ketahanan</a:t>
            </a:r>
            <a:r>
              <a:rPr lang="en-ID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Sektor </a:t>
            </a:r>
            <a:r>
              <a:rPr lang="en-ID" sz="14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Eksternal</a:t>
            </a:r>
            <a:endParaRPr lang="en-ID" sz="1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AD65EB0-737E-5BE6-2507-C035D869C699}"/>
              </a:ext>
            </a:extLst>
          </p:cNvPr>
          <p:cNvSpPr/>
          <p:nvPr/>
        </p:nvSpPr>
        <p:spPr>
          <a:xfrm>
            <a:off x="491668" y="3287794"/>
            <a:ext cx="2213429" cy="48622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D" sz="14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Kepastian</a:t>
            </a:r>
            <a:r>
              <a:rPr lang="en-ID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4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Kebijakan</a:t>
            </a:r>
            <a:r>
              <a:rPr lang="en-ID" sz="14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ID" sz="14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Regulasi</a:t>
            </a:r>
            <a:endParaRPr lang="en-ID" sz="14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94F610-ED8D-20AC-DF76-6F363E43888F}"/>
              </a:ext>
            </a:extLst>
          </p:cNvPr>
          <p:cNvSpPr txBox="1"/>
          <p:nvPr/>
        </p:nvSpPr>
        <p:spPr>
          <a:xfrm>
            <a:off x="2774042" y="1442730"/>
            <a:ext cx="2915558" cy="531213"/>
          </a:xfrm>
          <a:prstGeom prst="rect">
            <a:avLst/>
          </a:prstGeom>
          <a:noFill/>
          <a:ln w="12700">
            <a:solidFill>
              <a:srgbClr val="85540A"/>
            </a:solidFill>
            <a:prstDash val="dash"/>
          </a:ln>
        </p:spPr>
        <p:txBody>
          <a:bodyPr wrap="square">
            <a:spAutoFit/>
          </a:bodyPr>
          <a:lstStyle/>
          <a:p>
            <a:pPr lvl="0"/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Defisit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fiskal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bawah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3% PDB dan utang </a:t>
            </a:r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berkelanjutan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590E45-4B3B-CAE0-9BB4-D2306DCD2ED0}"/>
              </a:ext>
            </a:extLst>
          </p:cNvPr>
          <p:cNvSpPr txBox="1"/>
          <p:nvPr/>
        </p:nvSpPr>
        <p:spPr>
          <a:xfrm>
            <a:off x="2767897" y="2136054"/>
            <a:ext cx="2915558" cy="523220"/>
          </a:xfrm>
          <a:prstGeom prst="rect">
            <a:avLst/>
          </a:prstGeom>
          <a:noFill/>
          <a:ln w="12700">
            <a:solidFill>
              <a:srgbClr val="85540A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Inflasi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terkendali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Rupiah yang </a:t>
            </a:r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stabil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354CFB-8F11-0D21-4FB2-974632DA973B}"/>
              </a:ext>
            </a:extLst>
          </p:cNvPr>
          <p:cNvSpPr txBox="1"/>
          <p:nvPr/>
        </p:nvSpPr>
        <p:spPr>
          <a:xfrm>
            <a:off x="2774040" y="2700085"/>
            <a:ext cx="2915558" cy="523220"/>
          </a:xfrm>
          <a:prstGeom prst="rect">
            <a:avLst/>
          </a:prstGeom>
          <a:noFill/>
          <a:ln w="12700">
            <a:solidFill>
              <a:srgbClr val="85540A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Cadangan </a:t>
            </a:r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devisa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memadai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defisit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transaksi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berjalan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terjaga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A692F2-9E8C-4801-044C-1B40C7773858}"/>
              </a:ext>
            </a:extLst>
          </p:cNvPr>
          <p:cNvSpPr txBox="1"/>
          <p:nvPr/>
        </p:nvSpPr>
        <p:spPr>
          <a:xfrm>
            <a:off x="2774040" y="3306618"/>
            <a:ext cx="2915558" cy="523220"/>
          </a:xfrm>
          <a:prstGeom prst="rect">
            <a:avLst/>
          </a:prstGeom>
          <a:noFill/>
          <a:ln w="12700">
            <a:solidFill>
              <a:srgbClr val="85540A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Kebijakan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40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diprediksi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ID" sz="14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rule-based</a:t>
            </a:r>
            <a:r>
              <a:rPr lang="en-ID"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920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3BB4B-0368-23E9-3AA7-C15C2EB8A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err="1"/>
              <a:t>Penguatan</a:t>
            </a:r>
            <a:r>
              <a:rPr lang="en-US"/>
              <a:t> </a:t>
            </a:r>
            <a:r>
              <a:rPr lang="en-US" err="1"/>
              <a:t>Ketahanan</a:t>
            </a:r>
            <a:r>
              <a:rPr lang="en-US"/>
              <a:t> Ekonomi Nasional </a:t>
            </a:r>
            <a:r>
              <a:rPr lang="en-US" err="1"/>
              <a:t>Memerlukan</a:t>
            </a:r>
            <a:r>
              <a:rPr lang="en-US"/>
              <a:t> </a:t>
            </a:r>
            <a:r>
              <a:rPr lang="en-US" err="1"/>
              <a:t>Sinergi</a:t>
            </a:r>
            <a:r>
              <a:rPr lang="en-US"/>
              <a:t> </a:t>
            </a:r>
            <a:r>
              <a:rPr lang="en-US" err="1"/>
              <a:t>Kebijakan</a:t>
            </a:r>
            <a:r>
              <a:rPr lang="en-US"/>
              <a:t> </a:t>
            </a:r>
            <a:r>
              <a:rPr lang="en-US" err="1"/>
              <a:t>untuk</a:t>
            </a:r>
            <a:r>
              <a:rPr lang="en-US"/>
              <a:t> </a:t>
            </a:r>
            <a:r>
              <a:rPr lang="en-US" err="1"/>
              <a:t>Menjaga</a:t>
            </a:r>
            <a:r>
              <a:rPr lang="en-US"/>
              <a:t> </a:t>
            </a:r>
            <a:r>
              <a:rPr lang="en-US" err="1"/>
              <a:t>Kepercayaan</a:t>
            </a:r>
            <a:r>
              <a:rPr lang="en-US"/>
              <a:t> Investor dan </a:t>
            </a:r>
            <a:r>
              <a:rPr lang="en-US" err="1"/>
              <a:t>Meningkatkan</a:t>
            </a:r>
            <a:r>
              <a:rPr lang="en-US"/>
              <a:t> </a:t>
            </a:r>
            <a:r>
              <a:rPr lang="en-US" err="1"/>
              <a:t>Kapasitas</a:t>
            </a:r>
            <a:r>
              <a:rPr lang="en-US"/>
              <a:t> </a:t>
            </a:r>
            <a:r>
              <a:rPr lang="en-US" err="1"/>
              <a:t>Pembayaran</a:t>
            </a:r>
            <a:r>
              <a:rPr lang="en-US"/>
              <a:t> ULN</a:t>
            </a:r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4164E3-862C-E889-10D1-502C737A6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54" y="7151676"/>
            <a:ext cx="7179835" cy="35083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855730E-723F-352C-380C-3AA807F9A635}"/>
              </a:ext>
            </a:extLst>
          </p:cNvPr>
          <p:cNvSpPr/>
          <p:nvPr/>
        </p:nvSpPr>
        <p:spPr>
          <a:xfrm>
            <a:off x="7847497" y="7242842"/>
            <a:ext cx="2110596" cy="1365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BI</a:t>
            </a:r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DE99FB-8245-C74D-CD4B-67AFB7886251}"/>
              </a:ext>
            </a:extLst>
          </p:cNvPr>
          <p:cNvSpPr/>
          <p:nvPr/>
        </p:nvSpPr>
        <p:spPr>
          <a:xfrm>
            <a:off x="10181598" y="7242842"/>
            <a:ext cx="2110596" cy="1365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Kemenkeu</a:t>
            </a:r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667D66-5818-D16B-A792-284ABD967029}"/>
              </a:ext>
            </a:extLst>
          </p:cNvPr>
          <p:cNvSpPr/>
          <p:nvPr/>
        </p:nvSpPr>
        <p:spPr>
          <a:xfrm>
            <a:off x="14849800" y="7242842"/>
            <a:ext cx="2110596" cy="1365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Sektor </a:t>
            </a:r>
            <a:r>
              <a:rPr lang="en-US" sz="1400" err="1"/>
              <a:t>riil</a:t>
            </a:r>
            <a:endParaRPr lang="en-US" sz="1400"/>
          </a:p>
          <a:p>
            <a:pPr algn="ctr"/>
            <a:r>
              <a:rPr lang="en-US" sz="1400" err="1"/>
              <a:t>Kepastian</a:t>
            </a:r>
            <a:r>
              <a:rPr lang="en-US" sz="1400"/>
              <a:t> </a:t>
            </a:r>
            <a:r>
              <a:rPr lang="en-US" sz="1400" err="1"/>
              <a:t>restitusi</a:t>
            </a:r>
            <a:endParaRPr lang="en-US" sz="1400"/>
          </a:p>
          <a:p>
            <a:pPr algn="ctr"/>
            <a:r>
              <a:rPr lang="en-US" sz="1400" err="1"/>
              <a:t>Kepastian</a:t>
            </a:r>
            <a:r>
              <a:rPr lang="en-US" sz="1400"/>
              <a:t> RKAB</a:t>
            </a:r>
          </a:p>
          <a:p>
            <a:pPr algn="ctr"/>
            <a:r>
              <a:rPr lang="en-US" sz="1400"/>
              <a:t>UU </a:t>
            </a:r>
            <a:r>
              <a:rPr lang="en-US" sz="1400" err="1"/>
              <a:t>Agraria</a:t>
            </a:r>
            <a:endParaRPr lang="en-US" sz="1400"/>
          </a:p>
          <a:p>
            <a:pPr algn="ctr"/>
            <a:r>
              <a:rPr lang="en-US" sz="1400"/>
              <a:t>UU </a:t>
            </a:r>
            <a:r>
              <a:rPr lang="en-US" sz="1400" err="1"/>
              <a:t>ketenagakerjaan</a:t>
            </a:r>
            <a:r>
              <a:rPr lang="en-US" sz="1400"/>
              <a:t> </a:t>
            </a:r>
          </a:p>
          <a:p>
            <a:pPr algn="ctr"/>
            <a:r>
              <a:rPr lang="en-US" sz="1400"/>
              <a:t>Isu </a:t>
            </a:r>
            <a:r>
              <a:rPr lang="en-US" sz="1400" err="1"/>
              <a:t>investasi</a:t>
            </a:r>
            <a:r>
              <a:rPr lang="en-US" sz="1400"/>
              <a:t> </a:t>
            </a:r>
            <a:r>
              <a:rPr lang="en-US" sz="1400" err="1"/>
              <a:t>lainnya</a:t>
            </a:r>
            <a:endParaRPr lang="en-ID" sz="1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2D7DF9-7B0C-2DCB-2872-7FD472C9AB6D}"/>
              </a:ext>
            </a:extLst>
          </p:cNvPr>
          <p:cNvSpPr/>
          <p:nvPr/>
        </p:nvSpPr>
        <p:spPr>
          <a:xfrm>
            <a:off x="12515699" y="7242842"/>
            <a:ext cx="2110596" cy="1365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pasar modal</a:t>
            </a:r>
            <a:endParaRPr lang="en-ID"/>
          </a:p>
        </p:txBody>
      </p:sp>
      <p:sp>
        <p:nvSpPr>
          <p:cNvPr id="284" name="Shape 44">
            <a:extLst>
              <a:ext uri="{FF2B5EF4-FFF2-40B4-BE49-F238E27FC236}">
                <a16:creationId xmlns:a16="http://schemas.microsoft.com/office/drawing/2014/main" id="{7729F081-401B-A9C9-CF63-244777CB2C72}"/>
              </a:ext>
            </a:extLst>
          </p:cNvPr>
          <p:cNvSpPr/>
          <p:nvPr/>
        </p:nvSpPr>
        <p:spPr>
          <a:xfrm>
            <a:off x="16751290" y="3034171"/>
            <a:ext cx="2673020" cy="859536"/>
          </a:xfrm>
          <a:prstGeom prst="roundRect">
            <a:avLst>
              <a:gd name="adj" fmla="val 4255"/>
            </a:avLst>
          </a:prstGeom>
          <a:solidFill>
            <a:srgbClr val="FAF8F3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6" name="Shape 45">
            <a:extLst>
              <a:ext uri="{FF2B5EF4-FFF2-40B4-BE49-F238E27FC236}">
                <a16:creationId xmlns:a16="http://schemas.microsoft.com/office/drawing/2014/main" id="{24697447-D965-CA52-A1D5-5F524DC2B325}"/>
              </a:ext>
            </a:extLst>
          </p:cNvPr>
          <p:cNvSpPr/>
          <p:nvPr/>
        </p:nvSpPr>
        <p:spPr>
          <a:xfrm>
            <a:off x="16751290" y="3034171"/>
            <a:ext cx="2673020" cy="237744"/>
          </a:xfrm>
          <a:prstGeom prst="roundRect">
            <a:avLst>
              <a:gd name="adj" fmla="val 15385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8" name="Shape 46">
            <a:extLst>
              <a:ext uri="{FF2B5EF4-FFF2-40B4-BE49-F238E27FC236}">
                <a16:creationId xmlns:a16="http://schemas.microsoft.com/office/drawing/2014/main" id="{A1E0CEB9-F70A-E2EA-7A97-9E6004475536}"/>
              </a:ext>
            </a:extLst>
          </p:cNvPr>
          <p:cNvSpPr/>
          <p:nvPr/>
        </p:nvSpPr>
        <p:spPr>
          <a:xfrm>
            <a:off x="16751290" y="3228024"/>
            <a:ext cx="2673020" cy="43891"/>
          </a:xfrm>
          <a:prstGeom prst="rect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0" name="Text 47">
            <a:extLst>
              <a:ext uri="{FF2B5EF4-FFF2-40B4-BE49-F238E27FC236}">
                <a16:creationId xmlns:a16="http://schemas.microsoft.com/office/drawing/2014/main" id="{2BAE2C86-DEE9-FF22-D925-0251BB9344C1}"/>
              </a:ext>
            </a:extLst>
          </p:cNvPr>
          <p:cNvSpPr/>
          <p:nvPr/>
        </p:nvSpPr>
        <p:spPr>
          <a:xfrm>
            <a:off x="20065463" y="484486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/>
          </a:p>
        </p:txBody>
      </p:sp>
      <p:sp>
        <p:nvSpPr>
          <p:cNvPr id="292" name="Text 48">
            <a:extLst>
              <a:ext uri="{FF2B5EF4-FFF2-40B4-BE49-F238E27FC236}">
                <a16:creationId xmlns:a16="http://schemas.microsoft.com/office/drawing/2014/main" id="{FDF9A7E8-2209-E418-8E7F-700D0C94D954}"/>
              </a:ext>
            </a:extLst>
          </p:cNvPr>
          <p:cNvSpPr/>
          <p:nvPr/>
        </p:nvSpPr>
        <p:spPr>
          <a:xfrm>
            <a:off x="17135338" y="3034171"/>
            <a:ext cx="2179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INDONESIA</a:t>
            </a:r>
            <a:endParaRPr lang="en-US" sz="900"/>
          </a:p>
        </p:txBody>
      </p:sp>
      <p:sp>
        <p:nvSpPr>
          <p:cNvPr id="294" name="Shape 49">
            <a:extLst>
              <a:ext uri="{FF2B5EF4-FFF2-40B4-BE49-F238E27FC236}">
                <a16:creationId xmlns:a16="http://schemas.microsoft.com/office/drawing/2014/main" id="{EE70B9EE-46CF-9B2B-3933-10C51790DD9F}"/>
              </a:ext>
            </a:extLst>
          </p:cNvPr>
          <p:cNvSpPr/>
          <p:nvPr/>
        </p:nvSpPr>
        <p:spPr>
          <a:xfrm>
            <a:off x="20083751" y="5144787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6" name="Text 50">
            <a:extLst>
              <a:ext uri="{FF2B5EF4-FFF2-40B4-BE49-F238E27FC236}">
                <a16:creationId xmlns:a16="http://schemas.microsoft.com/office/drawing/2014/main" id="{FD9FC5D7-98B2-980C-1189-66AD8052AEC7}"/>
              </a:ext>
            </a:extLst>
          </p:cNvPr>
          <p:cNvSpPr/>
          <p:nvPr/>
        </p:nvSpPr>
        <p:spPr>
          <a:xfrm>
            <a:off x="16989034" y="3290203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BI-Rate 5,75%</a:t>
            </a:r>
            <a:endParaRPr lang="en-US" sz="1000"/>
          </a:p>
        </p:txBody>
      </p:sp>
      <p:sp>
        <p:nvSpPr>
          <p:cNvPr id="298" name="Shape 51">
            <a:extLst>
              <a:ext uri="{FF2B5EF4-FFF2-40B4-BE49-F238E27FC236}">
                <a16:creationId xmlns:a16="http://schemas.microsoft.com/office/drawing/2014/main" id="{2F6F7741-2759-2F3B-F2F4-6809F582F61B}"/>
              </a:ext>
            </a:extLst>
          </p:cNvPr>
          <p:cNvSpPr/>
          <p:nvPr/>
        </p:nvSpPr>
        <p:spPr>
          <a:xfrm>
            <a:off x="20083751" y="5295663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0" name="Text 52">
            <a:extLst>
              <a:ext uri="{FF2B5EF4-FFF2-40B4-BE49-F238E27FC236}">
                <a16:creationId xmlns:a16="http://schemas.microsoft.com/office/drawing/2014/main" id="{398F4702-484C-B491-3426-74CB8946FF62}"/>
              </a:ext>
            </a:extLst>
          </p:cNvPr>
          <p:cNvSpPr/>
          <p:nvPr/>
        </p:nvSpPr>
        <p:spPr>
          <a:xfrm>
            <a:off x="16989034" y="3441079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SRBI diperluas</a:t>
            </a:r>
            <a:endParaRPr lang="en-US" sz="1000"/>
          </a:p>
        </p:txBody>
      </p:sp>
      <p:sp>
        <p:nvSpPr>
          <p:cNvPr id="302" name="Shape 53">
            <a:extLst>
              <a:ext uri="{FF2B5EF4-FFF2-40B4-BE49-F238E27FC236}">
                <a16:creationId xmlns:a16="http://schemas.microsoft.com/office/drawing/2014/main" id="{34B9EE38-E75D-289E-124F-A7799E5C946D}"/>
              </a:ext>
            </a:extLst>
          </p:cNvPr>
          <p:cNvSpPr/>
          <p:nvPr/>
        </p:nvSpPr>
        <p:spPr>
          <a:xfrm>
            <a:off x="13399501" y="4447796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4" name="Text 54">
            <a:extLst>
              <a:ext uri="{FF2B5EF4-FFF2-40B4-BE49-F238E27FC236}">
                <a16:creationId xmlns:a16="http://schemas.microsoft.com/office/drawing/2014/main" id="{226D846E-1087-4872-5C19-C57827EBDBBD}"/>
              </a:ext>
            </a:extLst>
          </p:cNvPr>
          <p:cNvSpPr/>
          <p:nvPr/>
        </p:nvSpPr>
        <p:spPr>
          <a:xfrm>
            <a:off x="16989034" y="3591955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intervensi</a:t>
            </a:r>
            <a:endParaRPr lang="en-US" sz="1000"/>
          </a:p>
        </p:txBody>
      </p:sp>
      <p:sp>
        <p:nvSpPr>
          <p:cNvPr id="306" name="Shape 55">
            <a:extLst>
              <a:ext uri="{FF2B5EF4-FFF2-40B4-BE49-F238E27FC236}">
                <a16:creationId xmlns:a16="http://schemas.microsoft.com/office/drawing/2014/main" id="{30150EB8-6F90-A5A5-7588-3953E8F83F07}"/>
              </a:ext>
            </a:extLst>
          </p:cNvPr>
          <p:cNvSpPr/>
          <p:nvPr/>
        </p:nvSpPr>
        <p:spPr>
          <a:xfrm>
            <a:off x="13399501" y="4598672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8" name="Text 56">
            <a:extLst>
              <a:ext uri="{FF2B5EF4-FFF2-40B4-BE49-F238E27FC236}">
                <a16:creationId xmlns:a16="http://schemas.microsoft.com/office/drawing/2014/main" id="{53B24F62-02FD-95C5-4158-9EBB2C8E6BF7}"/>
              </a:ext>
            </a:extLst>
          </p:cNvPr>
          <p:cNvSpPr/>
          <p:nvPr/>
        </p:nvSpPr>
        <p:spPr>
          <a:xfrm>
            <a:off x="16989034" y="3742831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 3 bulan</a:t>
            </a:r>
            <a:endParaRPr lang="en-US" sz="1000"/>
          </a:p>
        </p:txBody>
      </p:sp>
      <p:sp>
        <p:nvSpPr>
          <p:cNvPr id="310" name="Shape 57">
            <a:extLst>
              <a:ext uri="{FF2B5EF4-FFF2-40B4-BE49-F238E27FC236}">
                <a16:creationId xmlns:a16="http://schemas.microsoft.com/office/drawing/2014/main" id="{B33D571D-D0A6-8F68-BA2A-7150887F8200}"/>
              </a:ext>
            </a:extLst>
          </p:cNvPr>
          <p:cNvSpPr/>
          <p:nvPr/>
        </p:nvSpPr>
        <p:spPr>
          <a:xfrm>
            <a:off x="19511178" y="3023045"/>
            <a:ext cx="2673020" cy="859536"/>
          </a:xfrm>
          <a:prstGeom prst="roundRect">
            <a:avLst>
              <a:gd name="adj" fmla="val 4255"/>
            </a:avLst>
          </a:prstGeom>
          <a:solidFill>
            <a:srgbClr val="FAF8F3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2" name="Shape 58">
            <a:extLst>
              <a:ext uri="{FF2B5EF4-FFF2-40B4-BE49-F238E27FC236}">
                <a16:creationId xmlns:a16="http://schemas.microsoft.com/office/drawing/2014/main" id="{5B42FB78-57D0-C9CB-DD8B-1D8E2853F695}"/>
              </a:ext>
            </a:extLst>
          </p:cNvPr>
          <p:cNvSpPr/>
          <p:nvPr/>
        </p:nvSpPr>
        <p:spPr>
          <a:xfrm>
            <a:off x="19483746" y="3034985"/>
            <a:ext cx="2673020" cy="237744"/>
          </a:xfrm>
          <a:prstGeom prst="roundRect">
            <a:avLst>
              <a:gd name="adj" fmla="val 15385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4" name="Shape 59">
            <a:extLst>
              <a:ext uri="{FF2B5EF4-FFF2-40B4-BE49-F238E27FC236}">
                <a16:creationId xmlns:a16="http://schemas.microsoft.com/office/drawing/2014/main" id="{DC3D2506-4D8E-F1AA-79C7-04007DF0A8F3}"/>
              </a:ext>
            </a:extLst>
          </p:cNvPr>
          <p:cNvSpPr/>
          <p:nvPr/>
        </p:nvSpPr>
        <p:spPr>
          <a:xfrm>
            <a:off x="19483746" y="3228838"/>
            <a:ext cx="2673020" cy="43891"/>
          </a:xfrm>
          <a:prstGeom prst="rect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6" name="Text 60">
            <a:extLst>
              <a:ext uri="{FF2B5EF4-FFF2-40B4-BE49-F238E27FC236}">
                <a16:creationId xmlns:a16="http://schemas.microsoft.com/office/drawing/2014/main" id="{825F5559-35F3-780D-0656-206536743D9E}"/>
              </a:ext>
            </a:extLst>
          </p:cNvPr>
          <p:cNvSpPr/>
          <p:nvPr/>
        </p:nvSpPr>
        <p:spPr>
          <a:xfrm>
            <a:off x="19593474" y="3034985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/>
          </a:p>
        </p:txBody>
      </p:sp>
      <p:sp>
        <p:nvSpPr>
          <p:cNvPr id="318" name="Text 61">
            <a:extLst>
              <a:ext uri="{FF2B5EF4-FFF2-40B4-BE49-F238E27FC236}">
                <a16:creationId xmlns:a16="http://schemas.microsoft.com/office/drawing/2014/main" id="{B44F3748-71DA-0869-183F-80EF0FB8945F}"/>
              </a:ext>
            </a:extLst>
          </p:cNvPr>
          <p:cNvSpPr/>
          <p:nvPr/>
        </p:nvSpPr>
        <p:spPr>
          <a:xfrm>
            <a:off x="19867794" y="3034985"/>
            <a:ext cx="2179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KEMENTERIAN KEUANGAN</a:t>
            </a:r>
            <a:endParaRPr lang="en-US" sz="900"/>
          </a:p>
        </p:txBody>
      </p:sp>
      <p:sp>
        <p:nvSpPr>
          <p:cNvPr id="320" name="Shape 62">
            <a:extLst>
              <a:ext uri="{FF2B5EF4-FFF2-40B4-BE49-F238E27FC236}">
                <a16:creationId xmlns:a16="http://schemas.microsoft.com/office/drawing/2014/main" id="{F12D526C-A191-18A9-71A2-56D2A9B54ED3}"/>
              </a:ext>
            </a:extLst>
          </p:cNvPr>
          <p:cNvSpPr/>
          <p:nvPr/>
        </p:nvSpPr>
        <p:spPr>
          <a:xfrm>
            <a:off x="19611762" y="3334908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2" name="Text 63">
            <a:extLst>
              <a:ext uri="{FF2B5EF4-FFF2-40B4-BE49-F238E27FC236}">
                <a16:creationId xmlns:a16="http://schemas.microsoft.com/office/drawing/2014/main" id="{1BA40FA8-CC63-09C4-93A4-204E70CA96FD}"/>
              </a:ext>
            </a:extLst>
          </p:cNvPr>
          <p:cNvSpPr/>
          <p:nvPr/>
        </p:nvSpPr>
        <p:spPr>
          <a:xfrm>
            <a:off x="19721490" y="3291017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Defisit di bawah 3% PDB</a:t>
            </a:r>
            <a:endParaRPr lang="en-US" sz="1000"/>
          </a:p>
        </p:txBody>
      </p:sp>
      <p:sp>
        <p:nvSpPr>
          <p:cNvPr id="324" name="Shape 64">
            <a:extLst>
              <a:ext uri="{FF2B5EF4-FFF2-40B4-BE49-F238E27FC236}">
                <a16:creationId xmlns:a16="http://schemas.microsoft.com/office/drawing/2014/main" id="{510F0984-212E-6B32-EAB6-9162C43F9AE7}"/>
              </a:ext>
            </a:extLst>
          </p:cNvPr>
          <p:cNvSpPr/>
          <p:nvPr/>
        </p:nvSpPr>
        <p:spPr>
          <a:xfrm>
            <a:off x="19611762" y="3485784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6" name="Text 65">
            <a:extLst>
              <a:ext uri="{FF2B5EF4-FFF2-40B4-BE49-F238E27FC236}">
                <a16:creationId xmlns:a16="http://schemas.microsoft.com/office/drawing/2014/main" id="{59F76C83-BB3D-1315-9F2C-532556ADD778}"/>
              </a:ext>
            </a:extLst>
          </p:cNvPr>
          <p:cNvSpPr/>
          <p:nvPr/>
        </p:nvSpPr>
        <p:spPr>
          <a:xfrm>
            <a:off x="19721490" y="3441893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Diversifikasi SBN</a:t>
            </a:r>
            <a:endParaRPr lang="en-US" sz="1000"/>
          </a:p>
        </p:txBody>
      </p:sp>
      <p:sp>
        <p:nvSpPr>
          <p:cNvPr id="328" name="Shape 66">
            <a:extLst>
              <a:ext uri="{FF2B5EF4-FFF2-40B4-BE49-F238E27FC236}">
                <a16:creationId xmlns:a16="http://schemas.microsoft.com/office/drawing/2014/main" id="{0EAD4EC9-72B6-78D2-67DB-A3BD6563EDCB}"/>
              </a:ext>
            </a:extLst>
          </p:cNvPr>
          <p:cNvSpPr/>
          <p:nvPr/>
        </p:nvSpPr>
        <p:spPr>
          <a:xfrm>
            <a:off x="19611762" y="3636660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0" name="Text 67">
            <a:extLst>
              <a:ext uri="{FF2B5EF4-FFF2-40B4-BE49-F238E27FC236}">
                <a16:creationId xmlns:a16="http://schemas.microsoft.com/office/drawing/2014/main" id="{57265543-CAC5-2606-C199-D0C6845DDE8E}"/>
              </a:ext>
            </a:extLst>
          </p:cNvPr>
          <p:cNvSpPr/>
          <p:nvPr/>
        </p:nvSpPr>
        <p:spPr>
          <a:xfrm>
            <a:off x="19721490" y="3592769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 dan switch</a:t>
            </a:r>
            <a:endParaRPr lang="en-US" sz="1000"/>
          </a:p>
        </p:txBody>
      </p:sp>
      <p:sp>
        <p:nvSpPr>
          <p:cNvPr id="332" name="Shape 68">
            <a:extLst>
              <a:ext uri="{FF2B5EF4-FFF2-40B4-BE49-F238E27FC236}">
                <a16:creationId xmlns:a16="http://schemas.microsoft.com/office/drawing/2014/main" id="{147E3480-F391-F8D0-A5EE-090DF6F6C272}"/>
              </a:ext>
            </a:extLst>
          </p:cNvPr>
          <p:cNvSpPr/>
          <p:nvPr/>
        </p:nvSpPr>
        <p:spPr>
          <a:xfrm>
            <a:off x="19611762" y="3787536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4" name="Text 69">
            <a:extLst>
              <a:ext uri="{FF2B5EF4-FFF2-40B4-BE49-F238E27FC236}">
                <a16:creationId xmlns:a16="http://schemas.microsoft.com/office/drawing/2014/main" id="{4A851819-EAFA-47D6-72AC-A412E89971B6}"/>
              </a:ext>
            </a:extLst>
          </p:cNvPr>
          <p:cNvSpPr/>
          <p:nvPr/>
        </p:nvSpPr>
        <p:spPr>
          <a:xfrm>
            <a:off x="19721490" y="3743645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 fiskal-moneter</a:t>
            </a:r>
            <a:endParaRPr lang="en-US" sz="1000"/>
          </a:p>
        </p:txBody>
      </p:sp>
      <p:sp>
        <p:nvSpPr>
          <p:cNvPr id="336" name="Shape 70">
            <a:extLst>
              <a:ext uri="{FF2B5EF4-FFF2-40B4-BE49-F238E27FC236}">
                <a16:creationId xmlns:a16="http://schemas.microsoft.com/office/drawing/2014/main" id="{ED70EB38-6D91-6129-836E-2A8C1C563524}"/>
              </a:ext>
            </a:extLst>
          </p:cNvPr>
          <p:cNvSpPr/>
          <p:nvPr/>
        </p:nvSpPr>
        <p:spPr>
          <a:xfrm>
            <a:off x="16751290" y="4046237"/>
            <a:ext cx="2673020" cy="859536"/>
          </a:xfrm>
          <a:prstGeom prst="roundRect">
            <a:avLst>
              <a:gd name="adj" fmla="val 4255"/>
            </a:avLst>
          </a:prstGeom>
          <a:solidFill>
            <a:srgbClr val="FAF8F3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8" name="Shape 71">
            <a:extLst>
              <a:ext uri="{FF2B5EF4-FFF2-40B4-BE49-F238E27FC236}">
                <a16:creationId xmlns:a16="http://schemas.microsoft.com/office/drawing/2014/main" id="{3E2D8710-3757-3F55-A706-AFF4AEDAEF97}"/>
              </a:ext>
            </a:extLst>
          </p:cNvPr>
          <p:cNvSpPr/>
          <p:nvPr/>
        </p:nvSpPr>
        <p:spPr>
          <a:xfrm>
            <a:off x="16751290" y="4046237"/>
            <a:ext cx="2673020" cy="237744"/>
          </a:xfrm>
          <a:prstGeom prst="roundRect">
            <a:avLst>
              <a:gd name="adj" fmla="val 15385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0" name="Shape 72">
            <a:extLst>
              <a:ext uri="{FF2B5EF4-FFF2-40B4-BE49-F238E27FC236}">
                <a16:creationId xmlns:a16="http://schemas.microsoft.com/office/drawing/2014/main" id="{E1BA86AC-3A36-EE4F-ABE8-301D8C100C0D}"/>
              </a:ext>
            </a:extLst>
          </p:cNvPr>
          <p:cNvSpPr/>
          <p:nvPr/>
        </p:nvSpPr>
        <p:spPr>
          <a:xfrm>
            <a:off x="16751290" y="4240090"/>
            <a:ext cx="2673020" cy="43891"/>
          </a:xfrm>
          <a:prstGeom prst="rect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2" name="Text 73">
            <a:extLst>
              <a:ext uri="{FF2B5EF4-FFF2-40B4-BE49-F238E27FC236}">
                <a16:creationId xmlns:a16="http://schemas.microsoft.com/office/drawing/2014/main" id="{13A8E886-EEDF-244A-2138-082F53E386D5}"/>
              </a:ext>
            </a:extLst>
          </p:cNvPr>
          <p:cNvSpPr/>
          <p:nvPr/>
        </p:nvSpPr>
        <p:spPr>
          <a:xfrm>
            <a:off x="20195207" y="17503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/>
          </a:p>
        </p:txBody>
      </p:sp>
      <p:sp>
        <p:nvSpPr>
          <p:cNvPr id="344" name="Text 74">
            <a:extLst>
              <a:ext uri="{FF2B5EF4-FFF2-40B4-BE49-F238E27FC236}">
                <a16:creationId xmlns:a16="http://schemas.microsoft.com/office/drawing/2014/main" id="{75CF2562-1BE2-B4AC-0324-F60642B40712}"/>
              </a:ext>
            </a:extLst>
          </p:cNvPr>
          <p:cNvSpPr/>
          <p:nvPr/>
        </p:nvSpPr>
        <p:spPr>
          <a:xfrm>
            <a:off x="17135338" y="4046237"/>
            <a:ext cx="2179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OJK DAN PASAR MODAL</a:t>
            </a:r>
            <a:endParaRPr lang="en-US" sz="900"/>
          </a:p>
        </p:txBody>
      </p:sp>
      <p:sp>
        <p:nvSpPr>
          <p:cNvPr id="346" name="Shape 75">
            <a:extLst>
              <a:ext uri="{FF2B5EF4-FFF2-40B4-BE49-F238E27FC236}">
                <a16:creationId xmlns:a16="http://schemas.microsoft.com/office/drawing/2014/main" id="{BE16DB0A-F67E-1744-5646-626C3440A609}"/>
              </a:ext>
            </a:extLst>
          </p:cNvPr>
          <p:cNvSpPr/>
          <p:nvPr/>
        </p:nvSpPr>
        <p:spPr>
          <a:xfrm>
            <a:off x="20213495" y="2050251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8" name="Text 76">
            <a:extLst>
              <a:ext uri="{FF2B5EF4-FFF2-40B4-BE49-F238E27FC236}">
                <a16:creationId xmlns:a16="http://schemas.microsoft.com/office/drawing/2014/main" id="{565A1603-10C3-1584-267E-69D0B51AA2A1}"/>
              </a:ext>
            </a:extLst>
          </p:cNvPr>
          <p:cNvSpPr/>
          <p:nvPr/>
        </p:nvSpPr>
        <p:spPr>
          <a:xfrm>
            <a:off x="16989034" y="4302269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Reformasi pasar 2026</a:t>
            </a:r>
            <a:endParaRPr lang="en-US" sz="1000"/>
          </a:p>
        </p:txBody>
      </p:sp>
      <p:sp>
        <p:nvSpPr>
          <p:cNvPr id="350" name="Shape 77">
            <a:extLst>
              <a:ext uri="{FF2B5EF4-FFF2-40B4-BE49-F238E27FC236}">
                <a16:creationId xmlns:a16="http://schemas.microsoft.com/office/drawing/2014/main" id="{7D69EB7F-D389-E82A-7C5B-6DA729146A96}"/>
              </a:ext>
            </a:extLst>
          </p:cNvPr>
          <p:cNvSpPr/>
          <p:nvPr/>
        </p:nvSpPr>
        <p:spPr>
          <a:xfrm>
            <a:off x="20213495" y="2201127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2" name="Text 78">
            <a:extLst>
              <a:ext uri="{FF2B5EF4-FFF2-40B4-BE49-F238E27FC236}">
                <a16:creationId xmlns:a16="http://schemas.microsoft.com/office/drawing/2014/main" id="{AC325CDD-0EDF-B26C-9D67-9DF678373276}"/>
              </a:ext>
            </a:extLst>
          </p:cNvPr>
          <p:cNvSpPr/>
          <p:nvPr/>
        </p:nvSpPr>
        <p:spPr>
          <a:xfrm>
            <a:off x="16989034" y="4453145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domestik</a:t>
            </a:r>
            <a:endParaRPr lang="en-US" sz="1000"/>
          </a:p>
        </p:txBody>
      </p:sp>
      <p:sp>
        <p:nvSpPr>
          <p:cNvPr id="354" name="Shape 79">
            <a:extLst>
              <a:ext uri="{FF2B5EF4-FFF2-40B4-BE49-F238E27FC236}">
                <a16:creationId xmlns:a16="http://schemas.microsoft.com/office/drawing/2014/main" id="{E6AE719C-89F2-36C3-EB7C-BB82E551F6F9}"/>
              </a:ext>
            </a:extLst>
          </p:cNvPr>
          <p:cNvSpPr/>
          <p:nvPr/>
        </p:nvSpPr>
        <p:spPr>
          <a:xfrm>
            <a:off x="20213495" y="2352003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6" name="Text 80">
            <a:extLst>
              <a:ext uri="{FF2B5EF4-FFF2-40B4-BE49-F238E27FC236}">
                <a16:creationId xmlns:a16="http://schemas.microsoft.com/office/drawing/2014/main" id="{3CDA5E23-0404-6DC5-B5DF-E561CE78E8AA}"/>
              </a:ext>
            </a:extLst>
          </p:cNvPr>
          <p:cNvSpPr/>
          <p:nvPr/>
        </p:nvSpPr>
        <p:spPr>
          <a:xfrm>
            <a:off x="16989034" y="4604021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Lindung nilai ULN swasta</a:t>
            </a:r>
            <a:endParaRPr lang="en-US" sz="1000"/>
          </a:p>
        </p:txBody>
      </p:sp>
      <p:sp>
        <p:nvSpPr>
          <p:cNvPr id="358" name="Shape 81">
            <a:extLst>
              <a:ext uri="{FF2B5EF4-FFF2-40B4-BE49-F238E27FC236}">
                <a16:creationId xmlns:a16="http://schemas.microsoft.com/office/drawing/2014/main" id="{9C682AE9-6E20-CB42-6FC2-F65D643DE7BD}"/>
              </a:ext>
            </a:extLst>
          </p:cNvPr>
          <p:cNvSpPr/>
          <p:nvPr/>
        </p:nvSpPr>
        <p:spPr>
          <a:xfrm>
            <a:off x="20213495" y="2502879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0" name="Text 82">
            <a:extLst>
              <a:ext uri="{FF2B5EF4-FFF2-40B4-BE49-F238E27FC236}">
                <a16:creationId xmlns:a16="http://schemas.microsoft.com/office/drawing/2014/main" id="{03215180-8A8B-E0D3-FD8D-42B5D3D5FFB3}"/>
              </a:ext>
            </a:extLst>
          </p:cNvPr>
          <p:cNvSpPr/>
          <p:nvPr/>
        </p:nvSpPr>
        <p:spPr>
          <a:xfrm>
            <a:off x="16989034" y="4754897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Pendalaman pasar</a:t>
            </a:r>
            <a:endParaRPr lang="en-US" sz="1000"/>
          </a:p>
        </p:txBody>
      </p:sp>
      <p:sp>
        <p:nvSpPr>
          <p:cNvPr id="362" name="Shape 83">
            <a:extLst>
              <a:ext uri="{FF2B5EF4-FFF2-40B4-BE49-F238E27FC236}">
                <a16:creationId xmlns:a16="http://schemas.microsoft.com/office/drawing/2014/main" id="{A24AA351-5992-7768-534B-17B8032C7F58}"/>
              </a:ext>
            </a:extLst>
          </p:cNvPr>
          <p:cNvSpPr/>
          <p:nvPr/>
        </p:nvSpPr>
        <p:spPr>
          <a:xfrm>
            <a:off x="19552326" y="4071000"/>
            <a:ext cx="2673020" cy="859536"/>
          </a:xfrm>
          <a:prstGeom prst="roundRect">
            <a:avLst>
              <a:gd name="adj" fmla="val 4255"/>
            </a:avLst>
          </a:prstGeom>
          <a:solidFill>
            <a:srgbClr val="FAF8F3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4" name="Shape 84">
            <a:extLst>
              <a:ext uri="{FF2B5EF4-FFF2-40B4-BE49-F238E27FC236}">
                <a16:creationId xmlns:a16="http://schemas.microsoft.com/office/drawing/2014/main" id="{B2FD91AF-09D5-50F8-2CC6-83AA758AC863}"/>
              </a:ext>
            </a:extLst>
          </p:cNvPr>
          <p:cNvSpPr/>
          <p:nvPr/>
        </p:nvSpPr>
        <p:spPr>
          <a:xfrm>
            <a:off x="19552326" y="4071000"/>
            <a:ext cx="2673020" cy="237744"/>
          </a:xfrm>
          <a:prstGeom prst="roundRect">
            <a:avLst>
              <a:gd name="adj" fmla="val 15385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6" name="Shape 85">
            <a:extLst>
              <a:ext uri="{FF2B5EF4-FFF2-40B4-BE49-F238E27FC236}">
                <a16:creationId xmlns:a16="http://schemas.microsoft.com/office/drawing/2014/main" id="{BBA609E1-845E-9554-03E1-D090B80B31A6}"/>
              </a:ext>
            </a:extLst>
          </p:cNvPr>
          <p:cNvSpPr/>
          <p:nvPr/>
        </p:nvSpPr>
        <p:spPr>
          <a:xfrm>
            <a:off x="19552326" y="4264853"/>
            <a:ext cx="2673020" cy="43891"/>
          </a:xfrm>
          <a:prstGeom prst="rect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8" name="Text 86">
            <a:extLst>
              <a:ext uri="{FF2B5EF4-FFF2-40B4-BE49-F238E27FC236}">
                <a16:creationId xmlns:a16="http://schemas.microsoft.com/office/drawing/2014/main" id="{F803413B-4A55-7643-8EA6-5C1A0EFA6AF8}"/>
              </a:ext>
            </a:extLst>
          </p:cNvPr>
          <p:cNvSpPr/>
          <p:nvPr/>
        </p:nvSpPr>
        <p:spPr>
          <a:xfrm>
            <a:off x="19662054" y="407100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/>
          </a:p>
        </p:txBody>
      </p:sp>
      <p:sp>
        <p:nvSpPr>
          <p:cNvPr id="370" name="Text 87">
            <a:extLst>
              <a:ext uri="{FF2B5EF4-FFF2-40B4-BE49-F238E27FC236}">
                <a16:creationId xmlns:a16="http://schemas.microsoft.com/office/drawing/2014/main" id="{63290A87-63C7-5119-87F0-079B9C7FAEA1}"/>
              </a:ext>
            </a:extLst>
          </p:cNvPr>
          <p:cNvSpPr/>
          <p:nvPr/>
        </p:nvSpPr>
        <p:spPr>
          <a:xfrm>
            <a:off x="19936374" y="4071000"/>
            <a:ext cx="2179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IKLIM INVESTASI</a:t>
            </a:r>
            <a:endParaRPr lang="en-US" sz="900"/>
          </a:p>
        </p:txBody>
      </p:sp>
      <p:sp>
        <p:nvSpPr>
          <p:cNvPr id="372" name="Shape 88">
            <a:extLst>
              <a:ext uri="{FF2B5EF4-FFF2-40B4-BE49-F238E27FC236}">
                <a16:creationId xmlns:a16="http://schemas.microsoft.com/office/drawing/2014/main" id="{2F7CF857-FD4A-9B09-5777-3C790F3BC0A0}"/>
              </a:ext>
            </a:extLst>
          </p:cNvPr>
          <p:cNvSpPr/>
          <p:nvPr/>
        </p:nvSpPr>
        <p:spPr>
          <a:xfrm>
            <a:off x="19680342" y="4370923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74" name="Text 89">
            <a:extLst>
              <a:ext uri="{FF2B5EF4-FFF2-40B4-BE49-F238E27FC236}">
                <a16:creationId xmlns:a16="http://schemas.microsoft.com/office/drawing/2014/main" id="{D901D39D-E5AF-2137-98E5-8E1EF379880A}"/>
              </a:ext>
            </a:extLst>
          </p:cNvPr>
          <p:cNvSpPr/>
          <p:nvPr/>
        </p:nvSpPr>
        <p:spPr>
          <a:xfrm>
            <a:off x="19790070" y="4327032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Kepastian restitusi PPN</a:t>
            </a:r>
            <a:endParaRPr lang="en-US" sz="1000"/>
          </a:p>
        </p:txBody>
      </p:sp>
      <p:sp>
        <p:nvSpPr>
          <p:cNvPr id="376" name="Shape 90">
            <a:extLst>
              <a:ext uri="{FF2B5EF4-FFF2-40B4-BE49-F238E27FC236}">
                <a16:creationId xmlns:a16="http://schemas.microsoft.com/office/drawing/2014/main" id="{4D541777-3A4D-2050-F6EC-95EEA547558D}"/>
              </a:ext>
            </a:extLst>
          </p:cNvPr>
          <p:cNvSpPr/>
          <p:nvPr/>
        </p:nvSpPr>
        <p:spPr>
          <a:xfrm>
            <a:off x="19680342" y="4521799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78" name="Text 91">
            <a:extLst>
              <a:ext uri="{FF2B5EF4-FFF2-40B4-BE49-F238E27FC236}">
                <a16:creationId xmlns:a16="http://schemas.microsoft.com/office/drawing/2014/main" id="{1C8EDA26-AA74-F7B8-11C0-FA81EDC91CBD}"/>
              </a:ext>
            </a:extLst>
          </p:cNvPr>
          <p:cNvSpPr/>
          <p:nvPr/>
        </p:nvSpPr>
        <p:spPr>
          <a:xfrm>
            <a:off x="19790070" y="4477908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Kepastian</a:t>
            </a: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RKAB</a:t>
            </a:r>
            <a:endParaRPr lang="en-US" sz="1000"/>
          </a:p>
        </p:txBody>
      </p:sp>
      <p:sp>
        <p:nvSpPr>
          <p:cNvPr id="380" name="Shape 92">
            <a:extLst>
              <a:ext uri="{FF2B5EF4-FFF2-40B4-BE49-F238E27FC236}">
                <a16:creationId xmlns:a16="http://schemas.microsoft.com/office/drawing/2014/main" id="{E1BE16C7-F9EB-0239-EC7C-20537995DC86}"/>
              </a:ext>
            </a:extLst>
          </p:cNvPr>
          <p:cNvSpPr/>
          <p:nvPr/>
        </p:nvSpPr>
        <p:spPr>
          <a:xfrm>
            <a:off x="19680342" y="4672675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82" name="Text 93">
            <a:extLst>
              <a:ext uri="{FF2B5EF4-FFF2-40B4-BE49-F238E27FC236}">
                <a16:creationId xmlns:a16="http://schemas.microsoft.com/office/drawing/2014/main" id="{EC14EFDE-BFC4-E2B0-434A-72BFC4D4C783}"/>
              </a:ext>
            </a:extLst>
          </p:cNvPr>
          <p:cNvSpPr/>
          <p:nvPr/>
        </p:nvSpPr>
        <p:spPr>
          <a:xfrm>
            <a:off x="19790070" y="4628784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agraria</a:t>
            </a:r>
            <a:endParaRPr lang="en-US" sz="1000"/>
          </a:p>
        </p:txBody>
      </p:sp>
      <p:sp>
        <p:nvSpPr>
          <p:cNvPr id="384" name="Shape 94">
            <a:extLst>
              <a:ext uri="{FF2B5EF4-FFF2-40B4-BE49-F238E27FC236}">
                <a16:creationId xmlns:a16="http://schemas.microsoft.com/office/drawing/2014/main" id="{3BA0C01A-5C8D-7D84-5071-847D11A1359D}"/>
              </a:ext>
            </a:extLst>
          </p:cNvPr>
          <p:cNvSpPr/>
          <p:nvPr/>
        </p:nvSpPr>
        <p:spPr>
          <a:xfrm>
            <a:off x="19680342" y="4823551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86" name="Text 95">
            <a:extLst>
              <a:ext uri="{FF2B5EF4-FFF2-40B4-BE49-F238E27FC236}">
                <a16:creationId xmlns:a16="http://schemas.microsoft.com/office/drawing/2014/main" id="{E8DED2D5-B9A1-128C-3FD0-71BD1EC4EAC5}"/>
              </a:ext>
            </a:extLst>
          </p:cNvPr>
          <p:cNvSpPr/>
          <p:nvPr/>
        </p:nvSpPr>
        <p:spPr>
          <a:xfrm>
            <a:off x="19790070" y="4779660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Reformasi ketenagakerjaan</a:t>
            </a:r>
            <a:endParaRPr lang="en-US" sz="1000"/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9994036B-4BCC-4BC0-BD25-D79B0AFCB769}"/>
              </a:ext>
            </a:extLst>
          </p:cNvPr>
          <p:cNvSpPr/>
          <p:nvPr/>
        </p:nvSpPr>
        <p:spPr>
          <a:xfrm>
            <a:off x="162854" y="3293873"/>
            <a:ext cx="5577840" cy="1234440"/>
          </a:xfrm>
          <a:prstGeom prst="roundRect">
            <a:avLst>
              <a:gd name="adj" fmla="val 12000"/>
            </a:avLst>
          </a:prstGeom>
          <a:solidFill>
            <a:srgbClr val="FBF3E6"/>
          </a:solidFill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2ABE77-8B3A-78FC-059D-F39CD2E5219B}"/>
              </a:ext>
            </a:extLst>
          </p:cNvPr>
          <p:cNvSpPr/>
          <p:nvPr/>
        </p:nvSpPr>
        <p:spPr>
          <a:xfrm>
            <a:off x="300014" y="3627629"/>
            <a:ext cx="566928" cy="566928"/>
          </a:xfrm>
          <a:prstGeom prst="ellipse">
            <a:avLst/>
          </a:prstGeom>
          <a:solidFill>
            <a:srgbClr val="F0A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hourglass-half.png">
            <a:extLst>
              <a:ext uri="{FF2B5EF4-FFF2-40B4-BE49-F238E27FC236}">
                <a16:creationId xmlns:a16="http://schemas.microsoft.com/office/drawing/2014/main" id="{504F24F3-B9DF-4023-5E92-7E46C4CD2E5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9580" y="3764658"/>
            <a:ext cx="252770" cy="32007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086E81A-C1F2-015A-0595-6E552C4118A6}"/>
              </a:ext>
            </a:extLst>
          </p:cNvPr>
          <p:cNvSpPr txBox="1"/>
          <p:nvPr/>
        </p:nvSpPr>
        <p:spPr>
          <a:xfrm>
            <a:off x="894374" y="3427438"/>
            <a:ext cx="4663440" cy="85767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ID" sz="1400" b="1" i="0" err="1">
                <a:solidFill>
                  <a:srgbClr val="7B4A3A"/>
                </a:solidFill>
                <a:latin typeface="Calibri"/>
              </a:rPr>
              <a:t>Menggeser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ULN </a:t>
            </a:r>
            <a:r>
              <a:rPr lang="en-ID" sz="1400" b="1" i="0" err="1">
                <a:solidFill>
                  <a:srgbClr val="7B4A3A"/>
                </a:solidFill>
                <a:latin typeface="Calibri"/>
              </a:rPr>
              <a:t>ke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Tenor </a:t>
            </a:r>
            <a:r>
              <a:rPr lang="en-ID" sz="1400" b="1" i="0" err="1">
                <a:solidFill>
                  <a:srgbClr val="7B4A3A"/>
                </a:solidFill>
                <a:latin typeface="Calibri"/>
              </a:rPr>
              <a:t>Jangka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Panjang</a:t>
            </a:r>
          </a:p>
          <a:p>
            <a:pPr>
              <a:spcBef>
                <a:spcPts val="200"/>
              </a:spcBef>
            </a:pPr>
            <a:endParaRPr lang="en-US" sz="1200" b="0" i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000000"/>
                </a:solidFill>
                <a:latin typeface="Calibri"/>
              </a:rPr>
              <a:t>Tenor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lebih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panjang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mengurangi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risiko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refinancing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dan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kebutuhan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valas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dalam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jangka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pendek</a:t>
            </a:r>
            <a:endParaRPr sz="1200" b="0" i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Rounded Rectangle 10">
            <a:extLst>
              <a:ext uri="{FF2B5EF4-FFF2-40B4-BE49-F238E27FC236}">
                <a16:creationId xmlns:a16="http://schemas.microsoft.com/office/drawing/2014/main" id="{7792CAD0-3A38-FBA1-AF5E-418A6B51CB38}"/>
              </a:ext>
            </a:extLst>
          </p:cNvPr>
          <p:cNvSpPr/>
          <p:nvPr/>
        </p:nvSpPr>
        <p:spPr>
          <a:xfrm>
            <a:off x="162854" y="4653706"/>
            <a:ext cx="5577840" cy="1234440"/>
          </a:xfrm>
          <a:prstGeom prst="roundRect">
            <a:avLst>
              <a:gd name="adj" fmla="val 12000"/>
            </a:avLst>
          </a:prstGeom>
          <a:solidFill>
            <a:srgbClr val="FBF3E6"/>
          </a:solidFill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84EDDC4-9095-AB86-76D5-912B0BA9218B}"/>
              </a:ext>
            </a:extLst>
          </p:cNvPr>
          <p:cNvSpPr/>
          <p:nvPr/>
        </p:nvSpPr>
        <p:spPr>
          <a:xfrm>
            <a:off x="300014" y="4987462"/>
            <a:ext cx="566928" cy="566928"/>
          </a:xfrm>
          <a:prstGeom prst="ellipse">
            <a:avLst/>
          </a:prstGeom>
          <a:solidFill>
            <a:srgbClr val="F0A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shield-halved.png">
            <a:extLst>
              <a:ext uri="{FF2B5EF4-FFF2-40B4-BE49-F238E27FC236}">
                <a16:creationId xmlns:a16="http://schemas.microsoft.com/office/drawing/2014/main" id="{8CF51388-2B0B-C2C8-E84C-F463F42DAE9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418886" y="5106334"/>
            <a:ext cx="329184" cy="32918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7FF0C38-F41E-E069-13E9-7522B1DF1D31}"/>
              </a:ext>
            </a:extLst>
          </p:cNvPr>
          <p:cNvSpPr txBox="1"/>
          <p:nvPr/>
        </p:nvSpPr>
        <p:spPr>
          <a:xfrm>
            <a:off x="894374" y="4747193"/>
            <a:ext cx="4663440" cy="104746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ID" sz="1400" b="1" i="0" err="1">
                <a:solidFill>
                  <a:srgbClr val="7B4A3A"/>
                </a:solidFill>
                <a:latin typeface="Calibri"/>
              </a:rPr>
              <a:t>Mengurangi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Risiko </a:t>
            </a:r>
            <a:r>
              <a:rPr lang="en-ID" sz="1400" b="1" i="0" err="1">
                <a:solidFill>
                  <a:srgbClr val="7B4A3A"/>
                </a:solidFill>
                <a:latin typeface="Calibri"/>
              </a:rPr>
              <a:t>Paparan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Valuta Asing</a:t>
            </a:r>
          </a:p>
          <a:p>
            <a:endParaRPr lang="en-ID" sz="1400" b="1" i="0">
              <a:solidFill>
                <a:srgbClr val="7B4A3A"/>
              </a:solidFill>
              <a:latin typeface="Calibri"/>
            </a:endParaRPr>
          </a:p>
          <a:p>
            <a:pPr algn="just">
              <a:spcBef>
                <a:spcPts val="200"/>
              </a:spcBef>
            </a:pPr>
            <a:r>
              <a:rPr lang="en-ID" sz="1200" err="1">
                <a:solidFill>
                  <a:srgbClr val="000000"/>
                </a:solidFill>
                <a:latin typeface="Calibri"/>
              </a:rPr>
              <a:t>Mendorong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pengelolaan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risiko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nilai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tukar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melalui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i="1">
                <a:solidFill>
                  <a:srgbClr val="000000"/>
                </a:solidFill>
                <a:latin typeface="Calibri"/>
              </a:rPr>
              <a:t>hedging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dan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kesesuaian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antara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mata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uang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penerimaan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dengan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kewajiban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ULN,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khususnya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bagi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korporasi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tanpa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pendapatan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valas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(</a:t>
            </a:r>
            <a:r>
              <a:rPr lang="en-ID" sz="1200" err="1">
                <a:solidFill>
                  <a:srgbClr val="000000"/>
                </a:solidFill>
                <a:latin typeface="Calibri"/>
              </a:rPr>
              <a:t>menghindari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i="1">
                <a:solidFill>
                  <a:srgbClr val="000000"/>
                </a:solidFill>
                <a:latin typeface="Calibri"/>
              </a:rPr>
              <a:t>currency mismatch</a:t>
            </a:r>
            <a:r>
              <a:rPr lang="en-ID" sz="1200">
                <a:solidFill>
                  <a:srgbClr val="000000"/>
                </a:solidFill>
                <a:latin typeface="Calibri"/>
              </a:rPr>
              <a:t>)</a:t>
            </a:r>
            <a:endParaRPr lang="en-ID" sz="1400" b="1" i="0">
              <a:solidFill>
                <a:srgbClr val="7B4A3A"/>
              </a:solidFill>
              <a:latin typeface="Calibri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2F92E3-D43A-0F20-FEEB-9A7CBBAD1BE8}"/>
              </a:ext>
            </a:extLst>
          </p:cNvPr>
          <p:cNvSpPr/>
          <p:nvPr/>
        </p:nvSpPr>
        <p:spPr>
          <a:xfrm>
            <a:off x="17409658" y="4552358"/>
            <a:ext cx="5940883" cy="1142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Dibesarin</a:t>
            </a:r>
            <a:r>
              <a:rPr lang="en-US"/>
              <a:t>, </a:t>
            </a:r>
            <a:r>
              <a:rPr lang="en-US" err="1"/>
              <a:t>ini</a:t>
            </a:r>
            <a:r>
              <a:rPr lang="en-US"/>
              <a:t> Ganti </a:t>
            </a:r>
            <a:r>
              <a:rPr lang="en-US" err="1"/>
              <a:t>jadi</a:t>
            </a:r>
            <a:r>
              <a:rPr lang="en-US"/>
              <a:t> </a:t>
            </a:r>
            <a:r>
              <a:rPr lang="en-US" err="1"/>
              <a:t>apa</a:t>
            </a:r>
            <a:r>
              <a:rPr lang="en-US"/>
              <a:t> yang </a:t>
            </a:r>
            <a:r>
              <a:rPr lang="en-US" err="1"/>
              <a:t>harus</a:t>
            </a:r>
            <a:r>
              <a:rPr lang="en-US"/>
              <a:t> </a:t>
            </a:r>
            <a:r>
              <a:rPr lang="en-US" err="1"/>
              <a:t>dilakukan</a:t>
            </a:r>
            <a:r>
              <a:rPr lang="en-US"/>
              <a:t> masing2</a:t>
            </a:r>
            <a:endParaRPr lang="en-ID"/>
          </a:p>
        </p:txBody>
      </p:sp>
      <p:sp>
        <p:nvSpPr>
          <p:cNvPr id="33" name="Rounded Rectangle 6">
            <a:extLst>
              <a:ext uri="{FF2B5EF4-FFF2-40B4-BE49-F238E27FC236}">
                <a16:creationId xmlns:a16="http://schemas.microsoft.com/office/drawing/2014/main" id="{D2F205A7-319C-B612-CC1E-4C73E3B716EE}"/>
              </a:ext>
            </a:extLst>
          </p:cNvPr>
          <p:cNvSpPr/>
          <p:nvPr/>
        </p:nvSpPr>
        <p:spPr>
          <a:xfrm>
            <a:off x="162854" y="1935951"/>
            <a:ext cx="5577840" cy="1234440"/>
          </a:xfrm>
          <a:prstGeom prst="roundRect">
            <a:avLst>
              <a:gd name="adj" fmla="val 12000"/>
            </a:avLst>
          </a:prstGeom>
          <a:solidFill>
            <a:srgbClr val="FBF3E6"/>
          </a:solidFill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CBD804D-2266-9E6F-CE63-3BA0D96856B9}"/>
              </a:ext>
            </a:extLst>
          </p:cNvPr>
          <p:cNvSpPr/>
          <p:nvPr/>
        </p:nvSpPr>
        <p:spPr>
          <a:xfrm>
            <a:off x="300014" y="2269707"/>
            <a:ext cx="566928" cy="566928"/>
          </a:xfrm>
          <a:prstGeom prst="ellipse">
            <a:avLst/>
          </a:prstGeom>
          <a:solidFill>
            <a:srgbClr val="F0A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1786CC-0DC0-B6F4-2646-073D9A94870B}"/>
              </a:ext>
            </a:extLst>
          </p:cNvPr>
          <p:cNvSpPr txBox="1"/>
          <p:nvPr/>
        </p:nvSpPr>
        <p:spPr>
          <a:xfrm>
            <a:off x="894374" y="2067299"/>
            <a:ext cx="4663440" cy="99104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ID" sz="1400" b="1" i="0" err="1">
                <a:solidFill>
                  <a:srgbClr val="7B4A3A"/>
                </a:solidFill>
                <a:latin typeface="Calibri"/>
              </a:rPr>
              <a:t>Meningkatkan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</a:t>
            </a:r>
            <a:r>
              <a:rPr lang="en-ID" sz="1400" b="1" i="1">
                <a:solidFill>
                  <a:srgbClr val="7B4A3A"/>
                </a:solidFill>
                <a:latin typeface="Calibri"/>
              </a:rPr>
              <a:t>Repayment Capacity</a:t>
            </a:r>
          </a:p>
          <a:p>
            <a:endParaRPr lang="en-US" sz="1200" b="0" i="0">
              <a:solidFill>
                <a:srgbClr val="000000"/>
              </a:solidFill>
              <a:latin typeface="Calibri"/>
            </a:endParaRPr>
          </a:p>
          <a:p>
            <a:r>
              <a:rPr lang="en-US" sz="1200" b="0" i="0" err="1">
                <a:solidFill>
                  <a:srgbClr val="000000"/>
                </a:solidFill>
                <a:latin typeface="Calibri"/>
              </a:rPr>
              <a:t>Penguatan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i="1">
                <a:solidFill>
                  <a:srgbClr val="000000"/>
                </a:solidFill>
                <a:latin typeface="Calibri"/>
              </a:rPr>
              <a:t>Current Account Receipts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melalui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kebijakan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low hanging fruits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dalam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jangka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pendek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(ex.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peningkatan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ekspor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SDA) dan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kebijakan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struktural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untuk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jangka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panjang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(cabotage freight,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kebijakan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err="1">
                <a:solidFill>
                  <a:srgbClr val="000000"/>
                </a:solidFill>
                <a:latin typeface="Calibri"/>
              </a:rPr>
              <a:t>bebas</a:t>
            </a:r>
            <a:r>
              <a:rPr lang="en-US" sz="1200" b="0">
                <a:solidFill>
                  <a:srgbClr val="000000"/>
                </a:solidFill>
                <a:latin typeface="Calibri"/>
              </a:rPr>
              <a:t> visa)</a:t>
            </a:r>
            <a:endParaRPr sz="1200" b="0" i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Shape 18">
            <a:extLst>
              <a:ext uri="{FF2B5EF4-FFF2-40B4-BE49-F238E27FC236}">
                <a16:creationId xmlns:a16="http://schemas.microsoft.com/office/drawing/2014/main" id="{59C84945-D1FE-1540-489A-74E6A52C9CC3}"/>
              </a:ext>
            </a:extLst>
          </p:cNvPr>
          <p:cNvSpPr/>
          <p:nvPr/>
        </p:nvSpPr>
        <p:spPr>
          <a:xfrm>
            <a:off x="13531174" y="1524574"/>
            <a:ext cx="3124048" cy="2167128"/>
          </a:xfrm>
          <a:prstGeom prst="rect">
            <a:avLst/>
          </a:prstGeom>
          <a:solidFill>
            <a:srgbClr val="FDFAF5"/>
          </a:solidFill>
          <a:ln w="12700">
            <a:solidFill>
              <a:srgbClr val="DDD5C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Shape 19">
            <a:extLst>
              <a:ext uri="{FF2B5EF4-FFF2-40B4-BE49-F238E27FC236}">
                <a16:creationId xmlns:a16="http://schemas.microsoft.com/office/drawing/2014/main" id="{D611C3ED-12CC-887E-D1BC-D738D5A75105}"/>
              </a:ext>
            </a:extLst>
          </p:cNvPr>
          <p:cNvSpPr/>
          <p:nvPr/>
        </p:nvSpPr>
        <p:spPr>
          <a:xfrm>
            <a:off x="13531174" y="1524574"/>
            <a:ext cx="3124048" cy="329184"/>
          </a:xfrm>
          <a:prstGeom prst="rect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20">
            <a:extLst>
              <a:ext uri="{FF2B5EF4-FFF2-40B4-BE49-F238E27FC236}">
                <a16:creationId xmlns:a16="http://schemas.microsoft.com/office/drawing/2014/main" id="{7B35E900-EE72-97CB-ECFE-B40CD8F269B6}"/>
              </a:ext>
            </a:extLst>
          </p:cNvPr>
          <p:cNvSpPr/>
          <p:nvPr/>
        </p:nvSpPr>
        <p:spPr>
          <a:xfrm>
            <a:off x="13622614" y="1579438"/>
            <a:ext cx="329184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5F5F2F6-D3AB-67DC-AC8C-24ECDD76CDE7}"/>
              </a:ext>
            </a:extLst>
          </p:cNvPr>
          <p:cNvSpPr/>
          <p:nvPr/>
        </p:nvSpPr>
        <p:spPr>
          <a:xfrm>
            <a:off x="13531174" y="1890334"/>
            <a:ext cx="3124048" cy="441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E86F3360-7D24-4D32-5096-CB8249A450F3}"/>
              </a:ext>
            </a:extLst>
          </p:cNvPr>
          <p:cNvSpPr/>
          <p:nvPr/>
        </p:nvSpPr>
        <p:spPr>
          <a:xfrm>
            <a:off x="13355610" y="1712227"/>
            <a:ext cx="36576" cy="441198"/>
          </a:xfrm>
          <a:prstGeom prst="rect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001B830B-8D49-9B23-92BC-F04A214BD376}"/>
              </a:ext>
            </a:extLst>
          </p:cNvPr>
          <p:cNvSpPr/>
          <p:nvPr/>
        </p:nvSpPr>
        <p:spPr>
          <a:xfrm>
            <a:off x="13428762" y="1748803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/>
          </a:p>
        </p:txBody>
      </p:sp>
      <p:sp>
        <p:nvSpPr>
          <p:cNvPr id="36" name="Text 25">
            <a:extLst>
              <a:ext uri="{FF2B5EF4-FFF2-40B4-BE49-F238E27FC236}">
                <a16:creationId xmlns:a16="http://schemas.microsoft.com/office/drawing/2014/main" id="{91540FA6-9142-F698-8B88-0BB5322ED422}"/>
              </a:ext>
            </a:extLst>
          </p:cNvPr>
          <p:cNvSpPr/>
          <p:nvPr/>
        </p:nvSpPr>
        <p:spPr>
          <a:xfrm>
            <a:off x="13787206" y="1926910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Akselerasi perjanjian pertukaran mata uang (BSA) dengan mitra strategis sebagai cadangan devisa tambahan di luar instrumen reguler</a:t>
            </a:r>
            <a:endParaRPr lang="en-US" sz="700"/>
          </a:p>
        </p:txBody>
      </p:sp>
      <p:sp>
        <p:nvSpPr>
          <p:cNvPr id="40" name="Shape 26">
            <a:extLst>
              <a:ext uri="{FF2B5EF4-FFF2-40B4-BE49-F238E27FC236}">
                <a16:creationId xmlns:a16="http://schemas.microsoft.com/office/drawing/2014/main" id="{DA7FD7D6-7B06-A2CD-BE4D-38A0AC247B46}"/>
              </a:ext>
            </a:extLst>
          </p:cNvPr>
          <p:cNvSpPr/>
          <p:nvPr/>
        </p:nvSpPr>
        <p:spPr>
          <a:xfrm>
            <a:off x="13531174" y="2331532"/>
            <a:ext cx="3124048" cy="441198"/>
          </a:xfrm>
          <a:prstGeom prst="rect">
            <a:avLst/>
          </a:prstGeom>
          <a:solidFill>
            <a:srgbClr val="F5EFE4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Shape 27">
            <a:extLst>
              <a:ext uri="{FF2B5EF4-FFF2-40B4-BE49-F238E27FC236}">
                <a16:creationId xmlns:a16="http://schemas.microsoft.com/office/drawing/2014/main" id="{DD0C7527-93BD-D483-04A1-D9270B1A1572}"/>
              </a:ext>
            </a:extLst>
          </p:cNvPr>
          <p:cNvSpPr/>
          <p:nvPr/>
        </p:nvSpPr>
        <p:spPr>
          <a:xfrm>
            <a:off x="13355610" y="2153425"/>
            <a:ext cx="36576" cy="441198"/>
          </a:xfrm>
          <a:prstGeom prst="rect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8B0CFF46-FA89-CB7F-0084-894932723052}"/>
              </a:ext>
            </a:extLst>
          </p:cNvPr>
          <p:cNvSpPr/>
          <p:nvPr/>
        </p:nvSpPr>
        <p:spPr>
          <a:xfrm>
            <a:off x="13428762" y="2190001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/>
          </a:p>
        </p:txBody>
      </p:sp>
      <p:sp>
        <p:nvSpPr>
          <p:cNvPr id="46" name="Text 29">
            <a:extLst>
              <a:ext uri="{FF2B5EF4-FFF2-40B4-BE49-F238E27FC236}">
                <a16:creationId xmlns:a16="http://schemas.microsoft.com/office/drawing/2014/main" id="{016A99DD-A992-48A1-6A06-8280BB664CB5}"/>
              </a:ext>
            </a:extLst>
          </p:cNvPr>
          <p:cNvSpPr/>
          <p:nvPr/>
        </p:nvSpPr>
        <p:spPr>
          <a:xfrm>
            <a:off x="13787206" y="2368108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Perpanjang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tenor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Sekuritas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Rupiah BI (SRBI) agar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selaras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jatuh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 ULN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valas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korporasi</a:t>
            </a:r>
            <a:endParaRPr lang="en-US" sz="700"/>
          </a:p>
        </p:txBody>
      </p:sp>
      <p:sp>
        <p:nvSpPr>
          <p:cNvPr id="48" name="Shape 30">
            <a:extLst>
              <a:ext uri="{FF2B5EF4-FFF2-40B4-BE49-F238E27FC236}">
                <a16:creationId xmlns:a16="http://schemas.microsoft.com/office/drawing/2014/main" id="{427BE08F-1C8A-A0A1-7736-CAC274B7986D}"/>
              </a:ext>
            </a:extLst>
          </p:cNvPr>
          <p:cNvSpPr/>
          <p:nvPr/>
        </p:nvSpPr>
        <p:spPr>
          <a:xfrm>
            <a:off x="13531174" y="2772730"/>
            <a:ext cx="3124048" cy="441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0" name="Shape 31">
            <a:extLst>
              <a:ext uri="{FF2B5EF4-FFF2-40B4-BE49-F238E27FC236}">
                <a16:creationId xmlns:a16="http://schemas.microsoft.com/office/drawing/2014/main" id="{49C81BF3-8014-7619-5302-3B6265579A23}"/>
              </a:ext>
            </a:extLst>
          </p:cNvPr>
          <p:cNvSpPr/>
          <p:nvPr/>
        </p:nvSpPr>
        <p:spPr>
          <a:xfrm>
            <a:off x="13355610" y="2594623"/>
            <a:ext cx="36576" cy="441198"/>
          </a:xfrm>
          <a:prstGeom prst="rect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2" name="Text 32">
            <a:extLst>
              <a:ext uri="{FF2B5EF4-FFF2-40B4-BE49-F238E27FC236}">
                <a16:creationId xmlns:a16="http://schemas.microsoft.com/office/drawing/2014/main" id="{CFF2A8F8-1C0F-3D01-8015-5A56C7676369}"/>
              </a:ext>
            </a:extLst>
          </p:cNvPr>
          <p:cNvSpPr/>
          <p:nvPr/>
        </p:nvSpPr>
        <p:spPr>
          <a:xfrm>
            <a:off x="13428762" y="2631199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/>
          </a:p>
        </p:txBody>
      </p:sp>
      <p:sp>
        <p:nvSpPr>
          <p:cNvPr id="54" name="Text 33">
            <a:extLst>
              <a:ext uri="{FF2B5EF4-FFF2-40B4-BE49-F238E27FC236}">
                <a16:creationId xmlns:a16="http://schemas.microsoft.com/office/drawing/2014/main" id="{164648F3-3FC2-F58E-5F8B-B376E2422F70}"/>
              </a:ext>
            </a:extLst>
          </p:cNvPr>
          <p:cNvSpPr/>
          <p:nvPr/>
        </p:nvSpPr>
        <p:spPr>
          <a:xfrm>
            <a:off x="13787206" y="2809306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Perketat pemantauan ULN swasta secara berkala guna mendeteksi risiko ketidaksesuaian valas sejak dini</a:t>
            </a:r>
            <a:endParaRPr lang="en-US" sz="700"/>
          </a:p>
        </p:txBody>
      </p:sp>
      <p:sp>
        <p:nvSpPr>
          <p:cNvPr id="56" name="Shape 34">
            <a:extLst>
              <a:ext uri="{FF2B5EF4-FFF2-40B4-BE49-F238E27FC236}">
                <a16:creationId xmlns:a16="http://schemas.microsoft.com/office/drawing/2014/main" id="{256F1A32-C29C-5115-104C-09DB7D4668D4}"/>
              </a:ext>
            </a:extLst>
          </p:cNvPr>
          <p:cNvSpPr/>
          <p:nvPr/>
        </p:nvSpPr>
        <p:spPr>
          <a:xfrm>
            <a:off x="13531174" y="3213928"/>
            <a:ext cx="3124048" cy="441198"/>
          </a:xfrm>
          <a:prstGeom prst="rect">
            <a:avLst/>
          </a:prstGeom>
          <a:solidFill>
            <a:srgbClr val="F5EFE4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8" name="Shape 35">
            <a:extLst>
              <a:ext uri="{FF2B5EF4-FFF2-40B4-BE49-F238E27FC236}">
                <a16:creationId xmlns:a16="http://schemas.microsoft.com/office/drawing/2014/main" id="{A85D99EE-AD46-29D1-FAB0-C1266F925101}"/>
              </a:ext>
            </a:extLst>
          </p:cNvPr>
          <p:cNvSpPr/>
          <p:nvPr/>
        </p:nvSpPr>
        <p:spPr>
          <a:xfrm>
            <a:off x="13355610" y="3035821"/>
            <a:ext cx="36576" cy="441198"/>
          </a:xfrm>
          <a:prstGeom prst="rect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0" name="Text 36">
            <a:extLst>
              <a:ext uri="{FF2B5EF4-FFF2-40B4-BE49-F238E27FC236}">
                <a16:creationId xmlns:a16="http://schemas.microsoft.com/office/drawing/2014/main" id="{1FD95F16-2001-9A1F-F48C-7049F97483A4}"/>
              </a:ext>
            </a:extLst>
          </p:cNvPr>
          <p:cNvSpPr/>
          <p:nvPr/>
        </p:nvSpPr>
        <p:spPr>
          <a:xfrm>
            <a:off x="13428762" y="3072397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/>
          </a:p>
        </p:txBody>
      </p:sp>
      <p:sp>
        <p:nvSpPr>
          <p:cNvPr id="62" name="Text 37">
            <a:extLst>
              <a:ext uri="{FF2B5EF4-FFF2-40B4-BE49-F238E27FC236}">
                <a16:creationId xmlns:a16="http://schemas.microsoft.com/office/drawing/2014/main" id="{A96D22A2-D8A2-7BA6-741A-EAE7436A252C}"/>
              </a:ext>
            </a:extLst>
          </p:cNvPr>
          <p:cNvSpPr/>
          <p:nvPr/>
        </p:nvSpPr>
        <p:spPr>
          <a:xfrm>
            <a:off x="13787206" y="3250504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Sampaikan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panduan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tukar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guna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meredam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ekspektasi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volatilitas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investor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asing</a:t>
            </a:r>
            <a:endParaRPr lang="en-US" sz="700"/>
          </a:p>
        </p:txBody>
      </p:sp>
      <p:sp>
        <p:nvSpPr>
          <p:cNvPr id="256" name="Shape 38">
            <a:extLst>
              <a:ext uri="{FF2B5EF4-FFF2-40B4-BE49-F238E27FC236}">
                <a16:creationId xmlns:a16="http://schemas.microsoft.com/office/drawing/2014/main" id="{B4484280-34DC-ECEC-4066-CC99B180AB50}"/>
              </a:ext>
            </a:extLst>
          </p:cNvPr>
          <p:cNvSpPr/>
          <p:nvPr/>
        </p:nvSpPr>
        <p:spPr>
          <a:xfrm>
            <a:off x="16764950" y="1524574"/>
            <a:ext cx="3124048" cy="2167128"/>
          </a:xfrm>
          <a:prstGeom prst="rect">
            <a:avLst/>
          </a:prstGeom>
          <a:solidFill>
            <a:srgbClr val="FDFAF5"/>
          </a:solidFill>
          <a:ln w="12700">
            <a:solidFill>
              <a:srgbClr val="DDD5C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8" name="Shape 39">
            <a:extLst>
              <a:ext uri="{FF2B5EF4-FFF2-40B4-BE49-F238E27FC236}">
                <a16:creationId xmlns:a16="http://schemas.microsoft.com/office/drawing/2014/main" id="{2B4F3805-363A-ADD3-F724-EE13BFD02F62}"/>
              </a:ext>
            </a:extLst>
          </p:cNvPr>
          <p:cNvSpPr/>
          <p:nvPr/>
        </p:nvSpPr>
        <p:spPr>
          <a:xfrm>
            <a:off x="16764950" y="1524574"/>
            <a:ext cx="3124048" cy="329184"/>
          </a:xfrm>
          <a:prstGeom prst="rect">
            <a:avLst/>
          </a:prstGeom>
          <a:solidFill>
            <a:srgbClr val="6B4423"/>
          </a:solidFill>
          <a:ln w="12700">
            <a:solidFill>
              <a:srgbClr val="6B44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0" name="Text 40">
            <a:extLst>
              <a:ext uri="{FF2B5EF4-FFF2-40B4-BE49-F238E27FC236}">
                <a16:creationId xmlns:a16="http://schemas.microsoft.com/office/drawing/2014/main" id="{25D7FC5F-DB8B-B2D5-DB45-C139F027D037}"/>
              </a:ext>
            </a:extLst>
          </p:cNvPr>
          <p:cNvSpPr/>
          <p:nvPr/>
        </p:nvSpPr>
        <p:spPr>
          <a:xfrm>
            <a:off x="16856390" y="1579438"/>
            <a:ext cx="329184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/>
          </a:p>
        </p:txBody>
      </p:sp>
      <p:sp>
        <p:nvSpPr>
          <p:cNvPr id="262" name="Text 41">
            <a:extLst>
              <a:ext uri="{FF2B5EF4-FFF2-40B4-BE49-F238E27FC236}">
                <a16:creationId xmlns:a16="http://schemas.microsoft.com/office/drawing/2014/main" id="{00AF0068-5EAA-6C16-7BDC-FDDF9BE50B2D}"/>
              </a:ext>
            </a:extLst>
          </p:cNvPr>
          <p:cNvSpPr/>
          <p:nvPr/>
        </p:nvSpPr>
        <p:spPr>
          <a:xfrm>
            <a:off x="17185574" y="1579438"/>
            <a:ext cx="2630272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Kementerian Keuangan</a:t>
            </a:r>
            <a:endParaRPr lang="en-US" sz="850"/>
          </a:p>
        </p:txBody>
      </p:sp>
      <p:sp>
        <p:nvSpPr>
          <p:cNvPr id="264" name="Shape 42">
            <a:extLst>
              <a:ext uri="{FF2B5EF4-FFF2-40B4-BE49-F238E27FC236}">
                <a16:creationId xmlns:a16="http://schemas.microsoft.com/office/drawing/2014/main" id="{CC429E35-4C0A-13B1-1CA4-5DA5B88FB66F}"/>
              </a:ext>
            </a:extLst>
          </p:cNvPr>
          <p:cNvSpPr/>
          <p:nvPr/>
        </p:nvSpPr>
        <p:spPr>
          <a:xfrm>
            <a:off x="16764950" y="1890334"/>
            <a:ext cx="3124048" cy="441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6" name="Shape 43">
            <a:extLst>
              <a:ext uri="{FF2B5EF4-FFF2-40B4-BE49-F238E27FC236}">
                <a16:creationId xmlns:a16="http://schemas.microsoft.com/office/drawing/2014/main" id="{413725A5-71B2-CC61-84E9-04CB3C8B8ACA}"/>
              </a:ext>
            </a:extLst>
          </p:cNvPr>
          <p:cNvSpPr/>
          <p:nvPr/>
        </p:nvSpPr>
        <p:spPr>
          <a:xfrm>
            <a:off x="16764950" y="1890334"/>
            <a:ext cx="36576" cy="441198"/>
          </a:xfrm>
          <a:prstGeom prst="rect">
            <a:avLst/>
          </a:prstGeom>
          <a:solidFill>
            <a:srgbClr val="6B4423"/>
          </a:solidFill>
          <a:ln w="12700">
            <a:solidFill>
              <a:srgbClr val="6B44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8" name="Text 44">
            <a:extLst>
              <a:ext uri="{FF2B5EF4-FFF2-40B4-BE49-F238E27FC236}">
                <a16:creationId xmlns:a16="http://schemas.microsoft.com/office/drawing/2014/main" id="{C6DF6754-982C-C293-9E78-1ACADE4287F5}"/>
              </a:ext>
            </a:extLst>
          </p:cNvPr>
          <p:cNvSpPr/>
          <p:nvPr/>
        </p:nvSpPr>
        <p:spPr>
          <a:xfrm>
            <a:off x="16838102" y="1926910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/>
          </a:p>
        </p:txBody>
      </p:sp>
      <p:sp>
        <p:nvSpPr>
          <p:cNvPr id="270" name="Text 45">
            <a:extLst>
              <a:ext uri="{FF2B5EF4-FFF2-40B4-BE49-F238E27FC236}">
                <a16:creationId xmlns:a16="http://schemas.microsoft.com/office/drawing/2014/main" id="{16809A7E-8065-4691-F0C8-4D7280BCBC6E}"/>
              </a:ext>
            </a:extLst>
          </p:cNvPr>
          <p:cNvSpPr/>
          <p:nvPr/>
        </p:nvSpPr>
        <p:spPr>
          <a:xfrm>
            <a:off x="17020982" y="1926910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Ratakan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jatuh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 SBN agar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menumpuk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puncak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ULN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swasta</a:t>
            </a:r>
            <a:endParaRPr lang="en-US" sz="700"/>
          </a:p>
        </p:txBody>
      </p:sp>
      <p:sp>
        <p:nvSpPr>
          <p:cNvPr id="272" name="Shape 46">
            <a:extLst>
              <a:ext uri="{FF2B5EF4-FFF2-40B4-BE49-F238E27FC236}">
                <a16:creationId xmlns:a16="http://schemas.microsoft.com/office/drawing/2014/main" id="{1D932256-17BD-BD52-3EA1-A0359178E962}"/>
              </a:ext>
            </a:extLst>
          </p:cNvPr>
          <p:cNvSpPr/>
          <p:nvPr/>
        </p:nvSpPr>
        <p:spPr>
          <a:xfrm>
            <a:off x="16764950" y="2331532"/>
            <a:ext cx="3124048" cy="441198"/>
          </a:xfrm>
          <a:prstGeom prst="rect">
            <a:avLst/>
          </a:prstGeom>
          <a:solidFill>
            <a:srgbClr val="F5EFE4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4" name="Shape 47">
            <a:extLst>
              <a:ext uri="{FF2B5EF4-FFF2-40B4-BE49-F238E27FC236}">
                <a16:creationId xmlns:a16="http://schemas.microsoft.com/office/drawing/2014/main" id="{2C639942-58A5-4FB3-866F-45C98DDFBD27}"/>
              </a:ext>
            </a:extLst>
          </p:cNvPr>
          <p:cNvSpPr/>
          <p:nvPr/>
        </p:nvSpPr>
        <p:spPr>
          <a:xfrm>
            <a:off x="16764950" y="2331532"/>
            <a:ext cx="36576" cy="441198"/>
          </a:xfrm>
          <a:prstGeom prst="rect">
            <a:avLst/>
          </a:prstGeom>
          <a:solidFill>
            <a:srgbClr val="6B4423"/>
          </a:solidFill>
          <a:ln w="12700">
            <a:solidFill>
              <a:srgbClr val="6B44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6" name="Text 48">
            <a:extLst>
              <a:ext uri="{FF2B5EF4-FFF2-40B4-BE49-F238E27FC236}">
                <a16:creationId xmlns:a16="http://schemas.microsoft.com/office/drawing/2014/main" id="{6268C060-B564-E7F4-ED0D-B37626F904B2}"/>
              </a:ext>
            </a:extLst>
          </p:cNvPr>
          <p:cNvSpPr/>
          <p:nvPr/>
        </p:nvSpPr>
        <p:spPr>
          <a:xfrm>
            <a:off x="16838102" y="2368108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/>
          </a:p>
        </p:txBody>
      </p:sp>
      <p:sp>
        <p:nvSpPr>
          <p:cNvPr id="278" name="Text 49">
            <a:extLst>
              <a:ext uri="{FF2B5EF4-FFF2-40B4-BE49-F238E27FC236}">
                <a16:creationId xmlns:a16="http://schemas.microsoft.com/office/drawing/2014/main" id="{F69867C9-D83E-6DF5-30BF-E799389A9B1B}"/>
              </a:ext>
            </a:extLst>
          </p:cNvPr>
          <p:cNvSpPr/>
          <p:nvPr/>
        </p:nvSpPr>
        <p:spPr>
          <a:xfrm>
            <a:off x="17020982" y="2368108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Tingkatkan proporsi SBN bertenor di atas 10 tahun untuk menarik investor institusional jangka panjang</a:t>
            </a:r>
            <a:endParaRPr lang="en-US" sz="700"/>
          </a:p>
        </p:txBody>
      </p:sp>
      <p:sp>
        <p:nvSpPr>
          <p:cNvPr id="280" name="Shape 50">
            <a:extLst>
              <a:ext uri="{FF2B5EF4-FFF2-40B4-BE49-F238E27FC236}">
                <a16:creationId xmlns:a16="http://schemas.microsoft.com/office/drawing/2014/main" id="{88299BBF-45AA-E4B2-8C71-29E8AE888918}"/>
              </a:ext>
            </a:extLst>
          </p:cNvPr>
          <p:cNvSpPr/>
          <p:nvPr/>
        </p:nvSpPr>
        <p:spPr>
          <a:xfrm>
            <a:off x="16764950" y="2772730"/>
            <a:ext cx="3124048" cy="441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2" name="Shape 51">
            <a:extLst>
              <a:ext uri="{FF2B5EF4-FFF2-40B4-BE49-F238E27FC236}">
                <a16:creationId xmlns:a16="http://schemas.microsoft.com/office/drawing/2014/main" id="{A1539010-A522-4946-50AD-47DC609BAAF0}"/>
              </a:ext>
            </a:extLst>
          </p:cNvPr>
          <p:cNvSpPr/>
          <p:nvPr/>
        </p:nvSpPr>
        <p:spPr>
          <a:xfrm>
            <a:off x="16764950" y="2772730"/>
            <a:ext cx="36576" cy="441198"/>
          </a:xfrm>
          <a:prstGeom prst="rect">
            <a:avLst/>
          </a:prstGeom>
          <a:solidFill>
            <a:srgbClr val="6B4423"/>
          </a:solidFill>
          <a:ln w="12700">
            <a:solidFill>
              <a:srgbClr val="6B44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5" name="Text 52">
            <a:extLst>
              <a:ext uri="{FF2B5EF4-FFF2-40B4-BE49-F238E27FC236}">
                <a16:creationId xmlns:a16="http://schemas.microsoft.com/office/drawing/2014/main" id="{ABFCB214-051E-4D22-B67C-AB913D60C36D}"/>
              </a:ext>
            </a:extLst>
          </p:cNvPr>
          <p:cNvSpPr/>
          <p:nvPr/>
        </p:nvSpPr>
        <p:spPr>
          <a:xfrm>
            <a:off x="16838102" y="2809306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/>
          </a:p>
        </p:txBody>
      </p:sp>
      <p:sp>
        <p:nvSpPr>
          <p:cNvPr id="289" name="Text 53">
            <a:extLst>
              <a:ext uri="{FF2B5EF4-FFF2-40B4-BE49-F238E27FC236}">
                <a16:creationId xmlns:a16="http://schemas.microsoft.com/office/drawing/2014/main" id="{15A2F9F9-911F-157B-8F8D-DC61295607EA}"/>
              </a:ext>
            </a:extLst>
          </p:cNvPr>
          <p:cNvSpPr/>
          <p:nvPr/>
        </p:nvSpPr>
        <p:spPr>
          <a:xfrm>
            <a:off x="17020982" y="2809306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Perkuat Saldo Anggaran Lebih (SAL) sebagai penyangga fiskal pada saat tekanan pembayaran ULN memuncak</a:t>
            </a:r>
            <a:endParaRPr lang="en-US" sz="700"/>
          </a:p>
        </p:txBody>
      </p:sp>
      <p:sp>
        <p:nvSpPr>
          <p:cNvPr id="293" name="Shape 54">
            <a:extLst>
              <a:ext uri="{FF2B5EF4-FFF2-40B4-BE49-F238E27FC236}">
                <a16:creationId xmlns:a16="http://schemas.microsoft.com/office/drawing/2014/main" id="{A927A2E2-4E63-2B66-4B8A-15E0D59397F9}"/>
              </a:ext>
            </a:extLst>
          </p:cNvPr>
          <p:cNvSpPr/>
          <p:nvPr/>
        </p:nvSpPr>
        <p:spPr>
          <a:xfrm>
            <a:off x="16764950" y="3213928"/>
            <a:ext cx="3124048" cy="441198"/>
          </a:xfrm>
          <a:prstGeom prst="rect">
            <a:avLst/>
          </a:prstGeom>
          <a:solidFill>
            <a:srgbClr val="F5EFE4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7" name="Shape 55">
            <a:extLst>
              <a:ext uri="{FF2B5EF4-FFF2-40B4-BE49-F238E27FC236}">
                <a16:creationId xmlns:a16="http://schemas.microsoft.com/office/drawing/2014/main" id="{93E35B30-0231-CD00-3F51-D276216A0082}"/>
              </a:ext>
            </a:extLst>
          </p:cNvPr>
          <p:cNvSpPr/>
          <p:nvPr/>
        </p:nvSpPr>
        <p:spPr>
          <a:xfrm>
            <a:off x="16764950" y="3213928"/>
            <a:ext cx="36576" cy="441198"/>
          </a:xfrm>
          <a:prstGeom prst="rect">
            <a:avLst/>
          </a:prstGeom>
          <a:solidFill>
            <a:srgbClr val="6B4423"/>
          </a:solidFill>
          <a:ln w="12700">
            <a:solidFill>
              <a:srgbClr val="6B4423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1" name="Text 56">
            <a:extLst>
              <a:ext uri="{FF2B5EF4-FFF2-40B4-BE49-F238E27FC236}">
                <a16:creationId xmlns:a16="http://schemas.microsoft.com/office/drawing/2014/main" id="{CD95A0CB-36E6-2DA7-6641-AD0862253529}"/>
              </a:ext>
            </a:extLst>
          </p:cNvPr>
          <p:cNvSpPr/>
          <p:nvPr/>
        </p:nvSpPr>
        <p:spPr>
          <a:xfrm>
            <a:off x="16838102" y="3250504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/>
          </a:p>
        </p:txBody>
      </p:sp>
      <p:sp>
        <p:nvSpPr>
          <p:cNvPr id="305" name="Text 57">
            <a:extLst>
              <a:ext uri="{FF2B5EF4-FFF2-40B4-BE49-F238E27FC236}">
                <a16:creationId xmlns:a16="http://schemas.microsoft.com/office/drawing/2014/main" id="{63748208-F933-9F75-6219-4673F4805447}"/>
              </a:ext>
            </a:extLst>
          </p:cNvPr>
          <p:cNvSpPr/>
          <p:nvPr/>
        </p:nvSpPr>
        <p:spPr>
          <a:xfrm>
            <a:off x="17020982" y="3250504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Susun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strategi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utang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terpadu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mengintegrasikan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ULN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Pemerintah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swasta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dalam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nasional</a:t>
            </a:r>
            <a:endParaRPr lang="en-US" sz="700"/>
          </a:p>
        </p:txBody>
      </p:sp>
      <p:sp>
        <p:nvSpPr>
          <p:cNvPr id="309" name="Shape 58">
            <a:extLst>
              <a:ext uri="{FF2B5EF4-FFF2-40B4-BE49-F238E27FC236}">
                <a16:creationId xmlns:a16="http://schemas.microsoft.com/office/drawing/2014/main" id="{0DFBCDCC-6CE1-E050-E7A4-FB31FBC92FAC}"/>
              </a:ext>
            </a:extLst>
          </p:cNvPr>
          <p:cNvSpPr/>
          <p:nvPr/>
        </p:nvSpPr>
        <p:spPr>
          <a:xfrm>
            <a:off x="13531174" y="3801430"/>
            <a:ext cx="3124048" cy="2167128"/>
          </a:xfrm>
          <a:prstGeom prst="rect">
            <a:avLst/>
          </a:prstGeom>
          <a:solidFill>
            <a:srgbClr val="FDFAF5"/>
          </a:solidFill>
          <a:ln w="12700">
            <a:solidFill>
              <a:srgbClr val="DDD5C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3" name="Shape 59">
            <a:extLst>
              <a:ext uri="{FF2B5EF4-FFF2-40B4-BE49-F238E27FC236}">
                <a16:creationId xmlns:a16="http://schemas.microsoft.com/office/drawing/2014/main" id="{4BF41170-C4C1-CD54-1073-3DFFC4D4D19E}"/>
              </a:ext>
            </a:extLst>
          </p:cNvPr>
          <p:cNvSpPr/>
          <p:nvPr/>
        </p:nvSpPr>
        <p:spPr>
          <a:xfrm>
            <a:off x="13531174" y="3801430"/>
            <a:ext cx="3124048" cy="329184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7" name="Text 60">
            <a:extLst>
              <a:ext uri="{FF2B5EF4-FFF2-40B4-BE49-F238E27FC236}">
                <a16:creationId xmlns:a16="http://schemas.microsoft.com/office/drawing/2014/main" id="{13FBF761-454C-96B7-4F9D-077E96B57559}"/>
              </a:ext>
            </a:extLst>
          </p:cNvPr>
          <p:cNvSpPr/>
          <p:nvPr/>
        </p:nvSpPr>
        <p:spPr>
          <a:xfrm>
            <a:off x="13622614" y="3856294"/>
            <a:ext cx="329184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/>
          </a:p>
        </p:txBody>
      </p:sp>
      <p:sp>
        <p:nvSpPr>
          <p:cNvPr id="321" name="Text 61">
            <a:extLst>
              <a:ext uri="{FF2B5EF4-FFF2-40B4-BE49-F238E27FC236}">
                <a16:creationId xmlns:a16="http://schemas.microsoft.com/office/drawing/2014/main" id="{2B6D533F-94CF-B356-9147-3603D36857F5}"/>
              </a:ext>
            </a:extLst>
          </p:cNvPr>
          <p:cNvSpPr/>
          <p:nvPr/>
        </p:nvSpPr>
        <p:spPr>
          <a:xfrm>
            <a:off x="13951798" y="3856294"/>
            <a:ext cx="2630272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OJK / Pasar Modal</a:t>
            </a:r>
            <a:endParaRPr lang="en-US" sz="850"/>
          </a:p>
        </p:txBody>
      </p:sp>
      <p:sp>
        <p:nvSpPr>
          <p:cNvPr id="325" name="Shape 62">
            <a:extLst>
              <a:ext uri="{FF2B5EF4-FFF2-40B4-BE49-F238E27FC236}">
                <a16:creationId xmlns:a16="http://schemas.microsoft.com/office/drawing/2014/main" id="{553E4FCE-CE45-6962-9210-106C6C1F5E2B}"/>
              </a:ext>
            </a:extLst>
          </p:cNvPr>
          <p:cNvSpPr/>
          <p:nvPr/>
        </p:nvSpPr>
        <p:spPr>
          <a:xfrm>
            <a:off x="13531174" y="4167190"/>
            <a:ext cx="3124048" cy="441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9" name="Shape 63">
            <a:extLst>
              <a:ext uri="{FF2B5EF4-FFF2-40B4-BE49-F238E27FC236}">
                <a16:creationId xmlns:a16="http://schemas.microsoft.com/office/drawing/2014/main" id="{B6B57476-BFDD-94D4-9D84-EC62D8C6E804}"/>
              </a:ext>
            </a:extLst>
          </p:cNvPr>
          <p:cNvSpPr/>
          <p:nvPr/>
        </p:nvSpPr>
        <p:spPr>
          <a:xfrm>
            <a:off x="13355610" y="3989083"/>
            <a:ext cx="36576" cy="441198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3" name="Text 64">
            <a:extLst>
              <a:ext uri="{FF2B5EF4-FFF2-40B4-BE49-F238E27FC236}">
                <a16:creationId xmlns:a16="http://schemas.microsoft.com/office/drawing/2014/main" id="{A54BF8EB-9DD1-0C08-E7A9-CE34161D82F7}"/>
              </a:ext>
            </a:extLst>
          </p:cNvPr>
          <p:cNvSpPr/>
          <p:nvPr/>
        </p:nvSpPr>
        <p:spPr>
          <a:xfrm>
            <a:off x="13428762" y="4025659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/>
          </a:p>
        </p:txBody>
      </p:sp>
      <p:sp>
        <p:nvSpPr>
          <p:cNvPr id="337" name="Text 65">
            <a:extLst>
              <a:ext uri="{FF2B5EF4-FFF2-40B4-BE49-F238E27FC236}">
                <a16:creationId xmlns:a16="http://schemas.microsoft.com/office/drawing/2014/main" id="{22C2F3BF-F572-A96D-D136-F2C6F9B4DEE8}"/>
              </a:ext>
            </a:extLst>
          </p:cNvPr>
          <p:cNvSpPr/>
          <p:nvPr/>
        </p:nvSpPr>
        <p:spPr>
          <a:xfrm>
            <a:off x="13787206" y="4203766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kewajiban lindung nilai (hedging) bagi ULN valas korporasi yang melampaui ambang batas yang ditetapkan</a:t>
            </a:r>
            <a:endParaRPr lang="en-US" sz="700"/>
          </a:p>
        </p:txBody>
      </p:sp>
      <p:sp>
        <p:nvSpPr>
          <p:cNvPr id="341" name="Shape 66">
            <a:extLst>
              <a:ext uri="{FF2B5EF4-FFF2-40B4-BE49-F238E27FC236}">
                <a16:creationId xmlns:a16="http://schemas.microsoft.com/office/drawing/2014/main" id="{EDEAFA79-5F3E-1466-73C7-82561F59BE6D}"/>
              </a:ext>
            </a:extLst>
          </p:cNvPr>
          <p:cNvSpPr/>
          <p:nvPr/>
        </p:nvSpPr>
        <p:spPr>
          <a:xfrm>
            <a:off x="13531174" y="4608388"/>
            <a:ext cx="3124048" cy="441198"/>
          </a:xfrm>
          <a:prstGeom prst="rect">
            <a:avLst/>
          </a:prstGeom>
          <a:solidFill>
            <a:srgbClr val="F5EFE4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5" name="Shape 67">
            <a:extLst>
              <a:ext uri="{FF2B5EF4-FFF2-40B4-BE49-F238E27FC236}">
                <a16:creationId xmlns:a16="http://schemas.microsoft.com/office/drawing/2014/main" id="{369173EA-966B-DBD6-0EDD-F5C76D7A96D0}"/>
              </a:ext>
            </a:extLst>
          </p:cNvPr>
          <p:cNvSpPr/>
          <p:nvPr/>
        </p:nvSpPr>
        <p:spPr>
          <a:xfrm>
            <a:off x="13355610" y="4430281"/>
            <a:ext cx="36576" cy="441198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9" name="Text 68">
            <a:extLst>
              <a:ext uri="{FF2B5EF4-FFF2-40B4-BE49-F238E27FC236}">
                <a16:creationId xmlns:a16="http://schemas.microsoft.com/office/drawing/2014/main" id="{F5604511-38EA-92C2-FFB6-A688154027C5}"/>
              </a:ext>
            </a:extLst>
          </p:cNvPr>
          <p:cNvSpPr/>
          <p:nvPr/>
        </p:nvSpPr>
        <p:spPr>
          <a:xfrm>
            <a:off x="13428762" y="4466857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/>
          </a:p>
        </p:txBody>
      </p:sp>
      <p:sp>
        <p:nvSpPr>
          <p:cNvPr id="353" name="Text 69">
            <a:extLst>
              <a:ext uri="{FF2B5EF4-FFF2-40B4-BE49-F238E27FC236}">
                <a16:creationId xmlns:a16="http://schemas.microsoft.com/office/drawing/2014/main" id="{3A6B21E8-D129-14EB-61ED-219CE7D13FBE}"/>
              </a:ext>
            </a:extLst>
          </p:cNvPr>
          <p:cNvSpPr/>
          <p:nvPr/>
        </p:nvSpPr>
        <p:spPr>
          <a:xfrm>
            <a:off x="13787206" y="4644964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Perkuat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paasar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derivatif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rupiah agar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tersedia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pelindung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likuid</a:t>
            </a: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70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terjangkau</a:t>
            </a:r>
            <a:endParaRPr lang="en-US" sz="700"/>
          </a:p>
        </p:txBody>
      </p:sp>
      <p:sp>
        <p:nvSpPr>
          <p:cNvPr id="357" name="Shape 70">
            <a:extLst>
              <a:ext uri="{FF2B5EF4-FFF2-40B4-BE49-F238E27FC236}">
                <a16:creationId xmlns:a16="http://schemas.microsoft.com/office/drawing/2014/main" id="{EC7AEF63-F5AF-C972-BA68-6C7DA97C0E81}"/>
              </a:ext>
            </a:extLst>
          </p:cNvPr>
          <p:cNvSpPr/>
          <p:nvPr/>
        </p:nvSpPr>
        <p:spPr>
          <a:xfrm>
            <a:off x="13531174" y="5049586"/>
            <a:ext cx="3124048" cy="441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1" name="Shape 71">
            <a:extLst>
              <a:ext uri="{FF2B5EF4-FFF2-40B4-BE49-F238E27FC236}">
                <a16:creationId xmlns:a16="http://schemas.microsoft.com/office/drawing/2014/main" id="{9953AB5F-F649-24C6-5145-4FD0C69E12A4}"/>
              </a:ext>
            </a:extLst>
          </p:cNvPr>
          <p:cNvSpPr/>
          <p:nvPr/>
        </p:nvSpPr>
        <p:spPr>
          <a:xfrm>
            <a:off x="13355610" y="4871479"/>
            <a:ext cx="36576" cy="441198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5" name="Text 72">
            <a:extLst>
              <a:ext uri="{FF2B5EF4-FFF2-40B4-BE49-F238E27FC236}">
                <a16:creationId xmlns:a16="http://schemas.microsoft.com/office/drawing/2014/main" id="{8C1F2CF6-A08C-77DC-4F4E-DA3511F5D04B}"/>
              </a:ext>
            </a:extLst>
          </p:cNvPr>
          <p:cNvSpPr/>
          <p:nvPr/>
        </p:nvSpPr>
        <p:spPr>
          <a:xfrm>
            <a:off x="13428762" y="4908055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/>
          </a:p>
        </p:txBody>
      </p:sp>
      <p:sp>
        <p:nvSpPr>
          <p:cNvPr id="369" name="Text 73">
            <a:extLst>
              <a:ext uri="{FF2B5EF4-FFF2-40B4-BE49-F238E27FC236}">
                <a16:creationId xmlns:a16="http://schemas.microsoft.com/office/drawing/2014/main" id="{F00CF2A9-A399-696A-46A0-5220DD3654EE}"/>
              </a:ext>
            </a:extLst>
          </p:cNvPr>
          <p:cNvSpPr/>
          <p:nvPr/>
        </p:nvSpPr>
        <p:spPr>
          <a:xfrm>
            <a:off x="13787206" y="5086162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Dorong dana pensiun dan perusahaan asuransi menjadi pembeli utama SBN bertenor panjang</a:t>
            </a:r>
            <a:endParaRPr lang="en-US" sz="700"/>
          </a:p>
        </p:txBody>
      </p:sp>
      <p:sp>
        <p:nvSpPr>
          <p:cNvPr id="373" name="Shape 74">
            <a:extLst>
              <a:ext uri="{FF2B5EF4-FFF2-40B4-BE49-F238E27FC236}">
                <a16:creationId xmlns:a16="http://schemas.microsoft.com/office/drawing/2014/main" id="{9AE0D75B-CCB9-1D26-52AE-B28CC20AFECF}"/>
              </a:ext>
            </a:extLst>
          </p:cNvPr>
          <p:cNvSpPr/>
          <p:nvPr/>
        </p:nvSpPr>
        <p:spPr>
          <a:xfrm>
            <a:off x="13531174" y="5490784"/>
            <a:ext cx="3124048" cy="441198"/>
          </a:xfrm>
          <a:prstGeom prst="rect">
            <a:avLst/>
          </a:prstGeom>
          <a:solidFill>
            <a:srgbClr val="F5EFE4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7" name="Shape 75">
            <a:extLst>
              <a:ext uri="{FF2B5EF4-FFF2-40B4-BE49-F238E27FC236}">
                <a16:creationId xmlns:a16="http://schemas.microsoft.com/office/drawing/2014/main" id="{71C73FF9-EA85-9E74-988B-8DF188B9BFB6}"/>
              </a:ext>
            </a:extLst>
          </p:cNvPr>
          <p:cNvSpPr/>
          <p:nvPr/>
        </p:nvSpPr>
        <p:spPr>
          <a:xfrm>
            <a:off x="13355610" y="5312677"/>
            <a:ext cx="36576" cy="441198"/>
          </a:xfrm>
          <a:prstGeom prst="rect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1" name="Text 76">
            <a:extLst>
              <a:ext uri="{FF2B5EF4-FFF2-40B4-BE49-F238E27FC236}">
                <a16:creationId xmlns:a16="http://schemas.microsoft.com/office/drawing/2014/main" id="{807FD5D7-418C-02F5-F2BA-9CC3BB157A1C}"/>
              </a:ext>
            </a:extLst>
          </p:cNvPr>
          <p:cNvSpPr/>
          <p:nvPr/>
        </p:nvSpPr>
        <p:spPr>
          <a:xfrm>
            <a:off x="13428762" y="5349253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/>
          </a:p>
        </p:txBody>
      </p:sp>
      <p:sp>
        <p:nvSpPr>
          <p:cNvPr id="385" name="Text 77">
            <a:extLst>
              <a:ext uri="{FF2B5EF4-FFF2-40B4-BE49-F238E27FC236}">
                <a16:creationId xmlns:a16="http://schemas.microsoft.com/office/drawing/2014/main" id="{1AD47622-7F1E-9E26-ABF7-FDCFACC21964}"/>
              </a:ext>
            </a:extLst>
          </p:cNvPr>
          <p:cNvSpPr/>
          <p:nvPr/>
        </p:nvSpPr>
        <p:spPr>
          <a:xfrm>
            <a:off x="13787206" y="5527360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Tingkatkan persyaratan cadangan modal perbankan yang terekspos pada ULN valas swasta dalam jumlah signifikan</a:t>
            </a:r>
            <a:endParaRPr lang="en-US" sz="700"/>
          </a:p>
        </p:txBody>
      </p:sp>
      <p:sp>
        <p:nvSpPr>
          <p:cNvPr id="388" name="Shape 78">
            <a:extLst>
              <a:ext uri="{FF2B5EF4-FFF2-40B4-BE49-F238E27FC236}">
                <a16:creationId xmlns:a16="http://schemas.microsoft.com/office/drawing/2014/main" id="{DA8221DB-1376-20D5-BF07-1D3202C8BB2A}"/>
              </a:ext>
            </a:extLst>
          </p:cNvPr>
          <p:cNvSpPr/>
          <p:nvPr/>
        </p:nvSpPr>
        <p:spPr>
          <a:xfrm>
            <a:off x="16764950" y="3801430"/>
            <a:ext cx="3124048" cy="2167128"/>
          </a:xfrm>
          <a:prstGeom prst="rect">
            <a:avLst/>
          </a:prstGeom>
          <a:solidFill>
            <a:srgbClr val="FDFAF5"/>
          </a:solidFill>
          <a:ln w="12700">
            <a:solidFill>
              <a:srgbClr val="DDD5C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0" name="Shape 79">
            <a:extLst>
              <a:ext uri="{FF2B5EF4-FFF2-40B4-BE49-F238E27FC236}">
                <a16:creationId xmlns:a16="http://schemas.microsoft.com/office/drawing/2014/main" id="{F376E3FD-EF09-07A7-F43C-55F0FCD65551}"/>
              </a:ext>
            </a:extLst>
          </p:cNvPr>
          <p:cNvSpPr/>
          <p:nvPr/>
        </p:nvSpPr>
        <p:spPr>
          <a:xfrm>
            <a:off x="16764950" y="3801430"/>
            <a:ext cx="3124048" cy="32918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2" name="Text 80">
            <a:extLst>
              <a:ext uri="{FF2B5EF4-FFF2-40B4-BE49-F238E27FC236}">
                <a16:creationId xmlns:a16="http://schemas.microsoft.com/office/drawing/2014/main" id="{427F3A01-494F-E717-FA92-5BC71D49D9A1}"/>
              </a:ext>
            </a:extLst>
          </p:cNvPr>
          <p:cNvSpPr/>
          <p:nvPr/>
        </p:nvSpPr>
        <p:spPr>
          <a:xfrm>
            <a:off x="16856390" y="3856294"/>
            <a:ext cx="329184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/>
          </a:p>
        </p:txBody>
      </p:sp>
      <p:sp>
        <p:nvSpPr>
          <p:cNvPr id="394" name="Text 81">
            <a:extLst>
              <a:ext uri="{FF2B5EF4-FFF2-40B4-BE49-F238E27FC236}">
                <a16:creationId xmlns:a16="http://schemas.microsoft.com/office/drawing/2014/main" id="{5ED1FFA3-3BBE-4A77-319C-16B11C462BEC}"/>
              </a:ext>
            </a:extLst>
          </p:cNvPr>
          <p:cNvSpPr/>
          <p:nvPr/>
        </p:nvSpPr>
        <p:spPr>
          <a:xfrm>
            <a:off x="17185574" y="3856294"/>
            <a:ext cx="2630272" cy="2377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Iklim Investasi &amp; Sektor Riil</a:t>
            </a:r>
            <a:endParaRPr lang="en-US" sz="850"/>
          </a:p>
        </p:txBody>
      </p:sp>
      <p:sp>
        <p:nvSpPr>
          <p:cNvPr id="396" name="Shape 82">
            <a:extLst>
              <a:ext uri="{FF2B5EF4-FFF2-40B4-BE49-F238E27FC236}">
                <a16:creationId xmlns:a16="http://schemas.microsoft.com/office/drawing/2014/main" id="{4DEA3431-0FF0-BCDB-D02E-D23A5F5CDCF4}"/>
              </a:ext>
            </a:extLst>
          </p:cNvPr>
          <p:cNvSpPr/>
          <p:nvPr/>
        </p:nvSpPr>
        <p:spPr>
          <a:xfrm>
            <a:off x="16764950" y="4167190"/>
            <a:ext cx="3124048" cy="441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8" name="Shape 83">
            <a:extLst>
              <a:ext uri="{FF2B5EF4-FFF2-40B4-BE49-F238E27FC236}">
                <a16:creationId xmlns:a16="http://schemas.microsoft.com/office/drawing/2014/main" id="{368A8480-48EE-430D-29BE-E5CF5BB8964A}"/>
              </a:ext>
            </a:extLst>
          </p:cNvPr>
          <p:cNvSpPr/>
          <p:nvPr/>
        </p:nvSpPr>
        <p:spPr>
          <a:xfrm>
            <a:off x="16764950" y="4167190"/>
            <a:ext cx="36576" cy="44119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0" name="Text 84">
            <a:extLst>
              <a:ext uri="{FF2B5EF4-FFF2-40B4-BE49-F238E27FC236}">
                <a16:creationId xmlns:a16="http://schemas.microsoft.com/office/drawing/2014/main" id="{FA71FCAE-0F72-CDD1-C376-6CABAA738351}"/>
              </a:ext>
            </a:extLst>
          </p:cNvPr>
          <p:cNvSpPr/>
          <p:nvPr/>
        </p:nvSpPr>
        <p:spPr>
          <a:xfrm>
            <a:off x="16838102" y="4203766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/>
          </a:p>
        </p:txBody>
      </p:sp>
      <p:sp>
        <p:nvSpPr>
          <p:cNvPr id="402" name="Text 85">
            <a:extLst>
              <a:ext uri="{FF2B5EF4-FFF2-40B4-BE49-F238E27FC236}">
                <a16:creationId xmlns:a16="http://schemas.microsoft.com/office/drawing/2014/main" id="{FFA63DD4-3AE3-BA63-1384-28E08483C43F}"/>
              </a:ext>
            </a:extLst>
          </p:cNvPr>
          <p:cNvSpPr/>
          <p:nvPr/>
        </p:nvSpPr>
        <p:spPr>
          <a:xfrm>
            <a:off x="17020982" y="4203766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Diversifikasi ekspor ke produk manufaktur dan jasa bernilai tambah tinggi guna memperkuat penerimaan devisa secara struktural</a:t>
            </a:r>
            <a:endParaRPr lang="en-US" sz="700"/>
          </a:p>
        </p:txBody>
      </p:sp>
      <p:sp>
        <p:nvSpPr>
          <p:cNvPr id="404" name="Shape 86">
            <a:extLst>
              <a:ext uri="{FF2B5EF4-FFF2-40B4-BE49-F238E27FC236}">
                <a16:creationId xmlns:a16="http://schemas.microsoft.com/office/drawing/2014/main" id="{EF24E2F3-F94B-7B1F-0053-015FDC450A37}"/>
              </a:ext>
            </a:extLst>
          </p:cNvPr>
          <p:cNvSpPr/>
          <p:nvPr/>
        </p:nvSpPr>
        <p:spPr>
          <a:xfrm>
            <a:off x="16764950" y="4608388"/>
            <a:ext cx="3124048" cy="441198"/>
          </a:xfrm>
          <a:prstGeom prst="rect">
            <a:avLst/>
          </a:prstGeom>
          <a:solidFill>
            <a:srgbClr val="F5EFE4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6" name="Shape 87">
            <a:extLst>
              <a:ext uri="{FF2B5EF4-FFF2-40B4-BE49-F238E27FC236}">
                <a16:creationId xmlns:a16="http://schemas.microsoft.com/office/drawing/2014/main" id="{A05E230C-A7D8-8437-57E8-C5D3D0B07741}"/>
              </a:ext>
            </a:extLst>
          </p:cNvPr>
          <p:cNvSpPr/>
          <p:nvPr/>
        </p:nvSpPr>
        <p:spPr>
          <a:xfrm>
            <a:off x="16764950" y="4608388"/>
            <a:ext cx="36576" cy="44119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8" name="Text 88">
            <a:extLst>
              <a:ext uri="{FF2B5EF4-FFF2-40B4-BE49-F238E27FC236}">
                <a16:creationId xmlns:a16="http://schemas.microsoft.com/office/drawing/2014/main" id="{7184B9FD-4B91-159F-A82F-21E0C5B02815}"/>
              </a:ext>
            </a:extLst>
          </p:cNvPr>
          <p:cNvSpPr/>
          <p:nvPr/>
        </p:nvSpPr>
        <p:spPr>
          <a:xfrm>
            <a:off x="16838102" y="4644964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/>
          </a:p>
        </p:txBody>
      </p:sp>
      <p:sp>
        <p:nvSpPr>
          <p:cNvPr id="410" name="Text 89">
            <a:extLst>
              <a:ext uri="{FF2B5EF4-FFF2-40B4-BE49-F238E27FC236}">
                <a16:creationId xmlns:a16="http://schemas.microsoft.com/office/drawing/2014/main" id="{75F2A1BB-6AA7-5C26-EDD3-2F0D29FFB198}"/>
              </a:ext>
            </a:extLst>
          </p:cNvPr>
          <p:cNvSpPr/>
          <p:nvPr/>
        </p:nvSpPr>
        <p:spPr>
          <a:xfrm>
            <a:off x="17020982" y="4644964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Perluas kewajiban penempatan Devisa Hasil Ekspor (DHE) ke sektor manufaktur dan jasa, tidak terbatas pada sumber daya alam</a:t>
            </a:r>
            <a:endParaRPr lang="en-US" sz="700"/>
          </a:p>
        </p:txBody>
      </p:sp>
      <p:sp>
        <p:nvSpPr>
          <p:cNvPr id="412" name="Shape 90">
            <a:extLst>
              <a:ext uri="{FF2B5EF4-FFF2-40B4-BE49-F238E27FC236}">
                <a16:creationId xmlns:a16="http://schemas.microsoft.com/office/drawing/2014/main" id="{637589F4-FD2C-5D64-E05D-324D16F1D184}"/>
              </a:ext>
            </a:extLst>
          </p:cNvPr>
          <p:cNvSpPr/>
          <p:nvPr/>
        </p:nvSpPr>
        <p:spPr>
          <a:xfrm>
            <a:off x="16764950" y="5049586"/>
            <a:ext cx="3124048" cy="441198"/>
          </a:xfrm>
          <a:prstGeom prst="rect">
            <a:avLst/>
          </a:prstGeom>
          <a:solidFill>
            <a:srgbClr val="FFFFFF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4" name="Shape 91">
            <a:extLst>
              <a:ext uri="{FF2B5EF4-FFF2-40B4-BE49-F238E27FC236}">
                <a16:creationId xmlns:a16="http://schemas.microsoft.com/office/drawing/2014/main" id="{18578E44-E741-7367-01DE-EAD0636A8FC8}"/>
              </a:ext>
            </a:extLst>
          </p:cNvPr>
          <p:cNvSpPr/>
          <p:nvPr/>
        </p:nvSpPr>
        <p:spPr>
          <a:xfrm>
            <a:off x="16764950" y="5049586"/>
            <a:ext cx="36576" cy="44119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6" name="Text 92">
            <a:extLst>
              <a:ext uri="{FF2B5EF4-FFF2-40B4-BE49-F238E27FC236}">
                <a16:creationId xmlns:a16="http://schemas.microsoft.com/office/drawing/2014/main" id="{9FF869D2-51C7-A960-0713-6A5E4136476F}"/>
              </a:ext>
            </a:extLst>
          </p:cNvPr>
          <p:cNvSpPr/>
          <p:nvPr/>
        </p:nvSpPr>
        <p:spPr>
          <a:xfrm>
            <a:off x="16838102" y="5086162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/>
          </a:p>
        </p:txBody>
      </p:sp>
      <p:sp>
        <p:nvSpPr>
          <p:cNvPr id="418" name="Text 93">
            <a:extLst>
              <a:ext uri="{FF2B5EF4-FFF2-40B4-BE49-F238E27FC236}">
                <a16:creationId xmlns:a16="http://schemas.microsoft.com/office/drawing/2014/main" id="{39C2F053-F3FD-4AA6-678E-32F96834DE6C}"/>
              </a:ext>
            </a:extLst>
          </p:cNvPr>
          <p:cNvSpPr/>
          <p:nvPr/>
        </p:nvSpPr>
        <p:spPr>
          <a:xfrm>
            <a:off x="17020982" y="5086162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kepastian hukum dan konsistensi regulasi investasi, termasuk RKAB dan restitusi PPN, sebagai sinyal positif kepada investor</a:t>
            </a:r>
            <a:endParaRPr lang="en-US" sz="700"/>
          </a:p>
        </p:txBody>
      </p:sp>
      <p:sp>
        <p:nvSpPr>
          <p:cNvPr id="420" name="Shape 94">
            <a:extLst>
              <a:ext uri="{FF2B5EF4-FFF2-40B4-BE49-F238E27FC236}">
                <a16:creationId xmlns:a16="http://schemas.microsoft.com/office/drawing/2014/main" id="{5061AA04-5E5F-0DD8-E2F2-7E92103FE59C}"/>
              </a:ext>
            </a:extLst>
          </p:cNvPr>
          <p:cNvSpPr/>
          <p:nvPr/>
        </p:nvSpPr>
        <p:spPr>
          <a:xfrm>
            <a:off x="16764950" y="5490784"/>
            <a:ext cx="3124048" cy="441198"/>
          </a:xfrm>
          <a:prstGeom prst="rect">
            <a:avLst/>
          </a:prstGeom>
          <a:solidFill>
            <a:srgbClr val="F5EFE4"/>
          </a:solidFill>
          <a:ln w="12700">
            <a:solidFill>
              <a:srgbClr val="E8DFD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2" name="Shape 95">
            <a:extLst>
              <a:ext uri="{FF2B5EF4-FFF2-40B4-BE49-F238E27FC236}">
                <a16:creationId xmlns:a16="http://schemas.microsoft.com/office/drawing/2014/main" id="{050FAF56-59FC-513A-5D59-E0FE15045438}"/>
              </a:ext>
            </a:extLst>
          </p:cNvPr>
          <p:cNvSpPr/>
          <p:nvPr/>
        </p:nvSpPr>
        <p:spPr>
          <a:xfrm>
            <a:off x="16764950" y="5490784"/>
            <a:ext cx="36576" cy="44119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4" name="Text 96">
            <a:extLst>
              <a:ext uri="{FF2B5EF4-FFF2-40B4-BE49-F238E27FC236}">
                <a16:creationId xmlns:a16="http://schemas.microsoft.com/office/drawing/2014/main" id="{FD8E7342-8E53-B2CA-3945-D93DF41F1508}"/>
              </a:ext>
            </a:extLst>
          </p:cNvPr>
          <p:cNvSpPr/>
          <p:nvPr/>
        </p:nvSpPr>
        <p:spPr>
          <a:xfrm>
            <a:off x="16838102" y="5527360"/>
            <a:ext cx="164592" cy="36804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buNone/>
            </a:pPr>
            <a:r>
              <a:rPr lang="en-US" sz="7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/>
          </a:p>
        </p:txBody>
      </p:sp>
      <p:sp>
        <p:nvSpPr>
          <p:cNvPr id="426" name="Text 97">
            <a:extLst>
              <a:ext uri="{FF2B5EF4-FFF2-40B4-BE49-F238E27FC236}">
                <a16:creationId xmlns:a16="http://schemas.microsoft.com/office/drawing/2014/main" id="{51130E43-1589-BDC0-07A1-BB23094186FF}"/>
              </a:ext>
            </a:extLst>
          </p:cNvPr>
          <p:cNvSpPr/>
          <p:nvPr/>
        </p:nvSpPr>
        <p:spPr>
          <a:xfrm>
            <a:off x="17020982" y="5527360"/>
            <a:ext cx="2813152" cy="368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7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Kurangi kandungan impor pada proyek strategis nasional guna menekan kebutuhan valas operasional yang membebani neraca pembayaran</a:t>
            </a:r>
            <a:endParaRPr lang="en-US" sz="700"/>
          </a:p>
        </p:txBody>
      </p:sp>
      <p:sp>
        <p:nvSpPr>
          <p:cNvPr id="428" name="Shape 98">
            <a:extLst>
              <a:ext uri="{FF2B5EF4-FFF2-40B4-BE49-F238E27FC236}">
                <a16:creationId xmlns:a16="http://schemas.microsoft.com/office/drawing/2014/main" id="{C4541140-860C-2D17-176F-5C1E1A41EF1B}"/>
              </a:ext>
            </a:extLst>
          </p:cNvPr>
          <p:cNvSpPr/>
          <p:nvPr/>
        </p:nvSpPr>
        <p:spPr>
          <a:xfrm>
            <a:off x="5854994" y="1828573"/>
            <a:ext cx="45719" cy="4165039"/>
          </a:xfrm>
          <a:prstGeom prst="rect">
            <a:avLst/>
          </a:prstGeom>
          <a:solidFill>
            <a:srgbClr val="D9A441"/>
          </a:solidFill>
          <a:ln w="12700">
            <a:noFill/>
            <a:prstDash val="solid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endParaRPr lang="en-ID"/>
          </a:p>
        </p:txBody>
      </p:sp>
      <p:grpSp>
        <p:nvGrpSpPr>
          <p:cNvPr id="18" name="Respons Kebijakan 4 Kuadran">
            <a:extLst>
              <a:ext uri="{FF2B5EF4-FFF2-40B4-BE49-F238E27FC236}">
                <a16:creationId xmlns:a16="http://schemas.microsoft.com/office/drawing/2014/main" id="{443E59D7-1A17-FA35-F696-DC196B62E716}"/>
              </a:ext>
            </a:extLst>
          </p:cNvPr>
          <p:cNvGrpSpPr/>
          <p:nvPr/>
        </p:nvGrpSpPr>
        <p:grpSpPr>
          <a:xfrm>
            <a:off x="6041979" y="1181496"/>
            <a:ext cx="6390909" cy="4910328"/>
            <a:chOff x="5468112" y="1325880"/>
            <a:chExt cx="6843168" cy="4910328"/>
          </a:xfrm>
        </p:grpSpPr>
        <p:sp>
          <p:nvSpPr>
            <p:cNvPr id="26" name="Subjudul kanan">
              <a:extLst>
                <a:ext uri="{FF2B5EF4-FFF2-40B4-BE49-F238E27FC236}">
                  <a16:creationId xmlns:a16="http://schemas.microsoft.com/office/drawing/2014/main" id="{AFB9204B-42C0-A872-EEA7-90D358C443ED}"/>
                </a:ext>
              </a:extLst>
            </p:cNvPr>
            <p:cNvSpPr txBox="1"/>
            <p:nvPr/>
          </p:nvSpPr>
          <p:spPr>
            <a:xfrm>
              <a:off x="5468112" y="1325880"/>
              <a:ext cx="6446520" cy="685800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noAutofit/>
            </a:bodyPr>
            <a:lstStyle/>
            <a:p>
              <a:pPr algn="ctr"/>
              <a:endParaRPr lang="id-ID" sz="1200" b="0" i="0">
                <a:solidFill>
                  <a:srgbClr val="000000"/>
                </a:solidFill>
                <a:latin typeface="Calibri"/>
                <a:cs typeface="Calibri"/>
              </a:endParaRPr>
            </a:p>
          </p:txBody>
        </p:sp>
        <p:sp>
          <p:nvSpPr>
            <p:cNvPr id="34" name="Kuadran Bank Indonesia">
              <a:extLst>
                <a:ext uri="{FF2B5EF4-FFF2-40B4-BE49-F238E27FC236}">
                  <a16:creationId xmlns:a16="http://schemas.microsoft.com/office/drawing/2014/main" id="{2306F14C-7EBF-9953-1601-8F6C9E35C9F7}"/>
                </a:ext>
              </a:extLst>
            </p:cNvPr>
            <p:cNvSpPr/>
            <p:nvPr/>
          </p:nvSpPr>
          <p:spPr>
            <a:xfrm>
              <a:off x="5468112" y="2029968"/>
              <a:ext cx="3163824" cy="2043684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 w="9525">
              <a:solidFill>
                <a:srgbClr val="C17529"/>
              </a:solidFill>
            </a:ln>
          </p:spPr>
          <p:txBody>
            <a:bodyPr rtlCol="0" anchor="ctr"/>
            <a:lstStyle/>
            <a:p>
              <a:endParaRPr lang="id-ID"/>
            </a:p>
          </p:txBody>
        </p:sp>
        <p:sp>
          <p:nvSpPr>
            <p:cNvPr id="41" name="Lingkaran Bank Indonesia">
              <a:extLst>
                <a:ext uri="{FF2B5EF4-FFF2-40B4-BE49-F238E27FC236}">
                  <a16:creationId xmlns:a16="http://schemas.microsoft.com/office/drawing/2014/main" id="{67BE8030-24FA-2D29-743D-6CEB1490DFAA}"/>
                </a:ext>
              </a:extLst>
            </p:cNvPr>
            <p:cNvSpPr/>
            <p:nvPr/>
          </p:nvSpPr>
          <p:spPr>
            <a:xfrm>
              <a:off x="5596128" y="2139696"/>
              <a:ext cx="438912" cy="438912"/>
            </a:xfrm>
            <a:prstGeom prst="ellipse">
              <a:avLst/>
            </a:prstGeom>
            <a:solidFill>
              <a:srgbClr val="F0A22E"/>
            </a:solidFill>
            <a:ln>
              <a:noFill/>
            </a:ln>
          </p:spPr>
          <p:txBody>
            <a:bodyPr rtlCol="0" anchor="ctr"/>
            <a:lstStyle/>
            <a:p>
              <a:endParaRPr lang="id-ID"/>
            </a:p>
          </p:txBody>
        </p:sp>
        <p:sp>
          <p:nvSpPr>
            <p:cNvPr id="49" name="Nama Bank Indonesia">
              <a:extLst>
                <a:ext uri="{FF2B5EF4-FFF2-40B4-BE49-F238E27FC236}">
                  <a16:creationId xmlns:a16="http://schemas.microsoft.com/office/drawing/2014/main" id="{3A94AA41-6A36-B59D-9770-031147B90CA7}"/>
                </a:ext>
              </a:extLst>
            </p:cNvPr>
            <p:cNvSpPr txBox="1"/>
            <p:nvPr/>
          </p:nvSpPr>
          <p:spPr>
            <a:xfrm>
              <a:off x="6381800" y="2183166"/>
              <a:ext cx="2432304" cy="438912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noAutofit/>
            </a:bodyPr>
            <a:lstStyle/>
            <a:p>
              <a:r>
                <a:rPr lang="id-ID" sz="1400" b="1" i="0">
                  <a:solidFill>
                    <a:schemeClr val="bg1"/>
                  </a:solidFill>
                  <a:latin typeface="Calibri"/>
                  <a:cs typeface="Calibri"/>
                </a:rPr>
                <a:t>Bank Indonesia</a:t>
              </a:r>
            </a:p>
          </p:txBody>
        </p:sp>
        <p:sp>
          <p:nvSpPr>
            <p:cNvPr id="51" name="Isi Bank Indonesia">
              <a:extLst>
                <a:ext uri="{FF2B5EF4-FFF2-40B4-BE49-F238E27FC236}">
                  <a16:creationId xmlns:a16="http://schemas.microsoft.com/office/drawing/2014/main" id="{C9E47816-F608-833D-6255-DA1308C1D810}"/>
                </a:ext>
              </a:extLst>
            </p:cNvPr>
            <p:cNvSpPr txBox="1"/>
            <p:nvPr/>
          </p:nvSpPr>
          <p:spPr>
            <a:xfrm>
              <a:off x="5577840" y="2633472"/>
              <a:ext cx="2944368" cy="138531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marL="171450" indent="-171450" algn="just">
                <a:spcBef>
                  <a:spcPts val="300"/>
                </a:spcBef>
                <a:buFont typeface="Arial"/>
                <a:buChar char="•"/>
              </a:pPr>
              <a:r>
                <a:rPr lang="id-ID" sz="1100" b="0" i="0">
                  <a:solidFill>
                    <a:schemeClr val="bg1"/>
                  </a:solidFill>
                  <a:latin typeface="Calibri"/>
                  <a:cs typeface="Calibri"/>
                </a:rPr>
                <a:t>Menjaga stabilitas nilai tukar dan kecukupan likuiditas valas untuk menekan risiko </a:t>
              </a:r>
              <a:r>
                <a:rPr lang="id-ID" sz="1100" b="0" i="1">
                  <a:solidFill>
                    <a:schemeClr val="bg1"/>
                  </a:solidFill>
                  <a:latin typeface="Calibri"/>
                  <a:cs typeface="Calibri"/>
                </a:rPr>
                <a:t>repayment </a:t>
              </a:r>
              <a:r>
                <a:rPr lang="id-ID" sz="1100" b="0" i="0">
                  <a:solidFill>
                    <a:schemeClr val="bg1"/>
                  </a:solidFill>
                  <a:latin typeface="Calibri"/>
                  <a:cs typeface="Calibri"/>
                </a:rPr>
                <a:t>ULN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.</a:t>
              </a:r>
            </a:p>
            <a:p>
              <a:pPr marL="171450" indent="-171450" algn="just">
                <a:spcBef>
                  <a:spcPts val="300"/>
                </a:spcBef>
                <a:buFont typeface="Arial"/>
                <a:buChar char="•"/>
              </a:pPr>
              <a:r>
                <a:rPr lang="en-US" sz="1100" b="0" i="0" err="1">
                  <a:solidFill>
                    <a:schemeClr val="bg1"/>
                  </a:solidFill>
                  <a:latin typeface="Calibri"/>
                  <a:cs typeface="Calibri"/>
                </a:rPr>
                <a:t>Mendorong</a:t>
              </a:r>
              <a:r>
                <a:rPr lang="en-US" sz="1100" b="0" i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b="0" i="1">
                  <a:solidFill>
                    <a:schemeClr val="bg1"/>
                  </a:solidFill>
                  <a:latin typeface="Calibri"/>
                  <a:cs typeface="Calibri"/>
                </a:rPr>
                <a:t>hedging</a:t>
              </a:r>
              <a:r>
                <a:rPr lang="en-US" sz="1100" b="0" i="0">
                  <a:solidFill>
                    <a:schemeClr val="bg1"/>
                  </a:solidFill>
                  <a:latin typeface="Calibri"/>
                  <a:cs typeface="Calibri"/>
                </a:rPr>
                <a:t> dan </a:t>
              </a:r>
              <a:r>
                <a:rPr lang="en-US" sz="1100" b="0" i="0" err="1">
                  <a:solidFill>
                    <a:schemeClr val="bg1"/>
                  </a:solidFill>
                  <a:latin typeface="Calibri"/>
                  <a:cs typeface="Calibri"/>
                </a:rPr>
                <a:t>penggunaan</a:t>
              </a:r>
              <a:r>
                <a:rPr lang="en-US" sz="1100" b="0" i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b="0" i="0" err="1">
                  <a:solidFill>
                    <a:schemeClr val="bg1"/>
                  </a:solidFill>
                  <a:latin typeface="Calibri"/>
                  <a:cs typeface="Calibri"/>
                </a:rPr>
                <a:t>instrumen</a:t>
              </a:r>
              <a:r>
                <a:rPr lang="en-US" sz="1100" b="0" i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b="0" i="0" err="1">
                  <a:solidFill>
                    <a:schemeClr val="bg1"/>
                  </a:solidFill>
                  <a:latin typeface="Calibri"/>
                  <a:cs typeface="Calibri"/>
                </a:rPr>
                <a:t>domestik</a:t>
              </a:r>
              <a:r>
                <a:rPr lang="en-US" sz="1100" b="0" i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b="0" i="0" err="1">
                  <a:solidFill>
                    <a:schemeClr val="bg1"/>
                  </a:solidFill>
                  <a:latin typeface="Calibri"/>
                  <a:cs typeface="Calibri"/>
                </a:rPr>
                <a:t>untuk</a:t>
              </a:r>
              <a:r>
                <a:rPr lang="en-US" sz="1100" b="0" i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b="0" i="0" err="1">
                  <a:solidFill>
                    <a:schemeClr val="bg1"/>
                  </a:solidFill>
                  <a:latin typeface="Calibri"/>
                  <a:cs typeface="Calibri"/>
                </a:rPr>
                <a:t>pemilik</a:t>
              </a:r>
              <a:r>
                <a:rPr lang="en-US" sz="1100" b="0" i="0">
                  <a:solidFill>
                    <a:schemeClr val="bg1"/>
                  </a:solidFill>
                  <a:latin typeface="Calibri"/>
                  <a:cs typeface="Calibri"/>
                </a:rPr>
                <a:t> ULN. </a:t>
              </a:r>
            </a:p>
            <a:p>
              <a:pPr marL="171450" indent="-171450" algn="just">
                <a:spcBef>
                  <a:spcPts val="300"/>
                </a:spcBef>
                <a:buFont typeface="Arial"/>
                <a:buChar char="•"/>
              </a:pPr>
              <a:r>
                <a:rPr lang="en-US" sz="1100" b="0" i="0" err="1">
                  <a:solidFill>
                    <a:schemeClr val="bg1"/>
                  </a:solidFill>
                  <a:latin typeface="Calibri"/>
                  <a:cs typeface="Calibri"/>
                </a:rPr>
                <a:t>Mendorong</a:t>
              </a:r>
              <a:r>
                <a:rPr lang="en-US" sz="1100" b="0" i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b="0" i="0" err="1">
                  <a:solidFill>
                    <a:schemeClr val="bg1"/>
                  </a:solidFill>
                  <a:latin typeface="Calibri"/>
                  <a:cs typeface="Calibri"/>
                </a:rPr>
                <a:t>penggunaan</a:t>
              </a:r>
              <a:r>
                <a:rPr lang="en-US" sz="1100" b="0" i="0">
                  <a:solidFill>
                    <a:schemeClr val="bg1"/>
                  </a:solidFill>
                  <a:latin typeface="Calibri"/>
                  <a:cs typeface="Calibri"/>
                </a:rPr>
                <a:t> LCT/LCS </a:t>
              </a:r>
              <a:r>
                <a:rPr lang="en-US" sz="1100" b="0" i="0" err="1">
                  <a:solidFill>
                    <a:schemeClr val="bg1"/>
                  </a:solidFill>
                  <a:latin typeface="Calibri"/>
                  <a:cs typeface="Calibri"/>
                </a:rPr>
                <a:t>untuk</a:t>
              </a:r>
              <a:r>
                <a:rPr lang="en-US" sz="1100" b="0" i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b="0" i="0" err="1">
                  <a:solidFill>
                    <a:schemeClr val="bg1"/>
                  </a:solidFill>
                  <a:latin typeface="Calibri"/>
                  <a:cs typeface="Calibri"/>
                </a:rPr>
                <a:t>mengurangi</a:t>
              </a:r>
              <a:r>
                <a:rPr lang="en-US" sz="1100" b="0" i="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b="0" i="0" err="1">
                  <a:solidFill>
                    <a:schemeClr val="bg1"/>
                  </a:solidFill>
                  <a:latin typeface="Calibri"/>
                  <a:cs typeface="Calibri"/>
                </a:rPr>
                <a:t>kebutuhan</a:t>
              </a:r>
              <a:r>
                <a:rPr lang="en-US" sz="1100" b="0" i="0">
                  <a:solidFill>
                    <a:schemeClr val="bg1"/>
                  </a:solidFill>
                  <a:latin typeface="Calibri"/>
                  <a:cs typeface="Calibri"/>
                </a:rPr>
                <a:t> USD.</a:t>
              </a:r>
            </a:p>
          </p:txBody>
        </p:sp>
        <p:sp>
          <p:nvSpPr>
            <p:cNvPr id="53" name="Kuadran OJK">
              <a:extLst>
                <a:ext uri="{FF2B5EF4-FFF2-40B4-BE49-F238E27FC236}">
                  <a16:creationId xmlns:a16="http://schemas.microsoft.com/office/drawing/2014/main" id="{649C5C62-A9CF-B22E-6864-8BCE5E1FAB4D}"/>
                </a:ext>
              </a:extLst>
            </p:cNvPr>
            <p:cNvSpPr/>
            <p:nvPr/>
          </p:nvSpPr>
          <p:spPr>
            <a:xfrm>
              <a:off x="8750808" y="2029968"/>
              <a:ext cx="3163824" cy="2043684"/>
            </a:xfrm>
            <a:prstGeom prst="roundRect">
              <a:avLst>
                <a:gd name="adj" fmla="val 8000"/>
              </a:avLst>
            </a:prstGeom>
            <a:solidFill>
              <a:schemeClr val="accent2"/>
            </a:solidFill>
            <a:ln w="9525">
              <a:solidFill>
                <a:srgbClr val="C17529"/>
              </a:solidFill>
            </a:ln>
          </p:spPr>
          <p:txBody>
            <a:bodyPr rtlCol="0" anchor="ctr"/>
            <a:lstStyle/>
            <a:p>
              <a:endParaRPr lang="id-ID"/>
            </a:p>
          </p:txBody>
        </p:sp>
        <p:sp>
          <p:nvSpPr>
            <p:cNvPr id="59" name="Nama OJK">
              <a:extLst>
                <a:ext uri="{FF2B5EF4-FFF2-40B4-BE49-F238E27FC236}">
                  <a16:creationId xmlns:a16="http://schemas.microsoft.com/office/drawing/2014/main" id="{D62D183A-D554-168F-1A89-23C2FCBE1C88}"/>
                </a:ext>
              </a:extLst>
            </p:cNvPr>
            <p:cNvSpPr txBox="1"/>
            <p:nvPr/>
          </p:nvSpPr>
          <p:spPr>
            <a:xfrm>
              <a:off x="9508804" y="2165158"/>
              <a:ext cx="2432304" cy="438912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noAutofit/>
            </a:bodyPr>
            <a:lstStyle/>
            <a:p>
              <a:r>
                <a:rPr lang="en-US" sz="1400" b="1">
                  <a:solidFill>
                    <a:schemeClr val="bg1"/>
                  </a:solidFill>
                  <a:latin typeface="Calibri"/>
                  <a:cs typeface="Calibri"/>
                </a:rPr>
                <a:t>Kementerian </a:t>
              </a:r>
              <a:r>
                <a:rPr lang="en-US" sz="1400" b="1" err="1">
                  <a:solidFill>
                    <a:schemeClr val="bg1"/>
                  </a:solidFill>
                  <a:latin typeface="Calibri"/>
                  <a:cs typeface="Calibri"/>
                </a:rPr>
                <a:t>Keuangan</a:t>
              </a:r>
              <a:endParaRPr lang="id-ID" sz="1400" b="1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  <p:sp>
          <p:nvSpPr>
            <p:cNvPr id="61" name="Isi OJK">
              <a:extLst>
                <a:ext uri="{FF2B5EF4-FFF2-40B4-BE49-F238E27FC236}">
                  <a16:creationId xmlns:a16="http://schemas.microsoft.com/office/drawing/2014/main" id="{BA1B7DCF-971A-9500-8863-ADD3F4D02E04}"/>
                </a:ext>
              </a:extLst>
            </p:cNvPr>
            <p:cNvSpPr txBox="1"/>
            <p:nvPr/>
          </p:nvSpPr>
          <p:spPr>
            <a:xfrm>
              <a:off x="8860536" y="2633472"/>
              <a:ext cx="2944368" cy="138531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marL="171450" indent="-171450" algn="just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Menjaga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strategi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pembiayaan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pemerintah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agar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tetap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prudent,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dengan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i="1">
                  <a:solidFill>
                    <a:schemeClr val="bg1"/>
                  </a:solidFill>
                  <a:latin typeface="Calibri"/>
                  <a:cs typeface="Calibri"/>
                </a:rPr>
                <a:t>share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ULN dan tenor yang optimal. </a:t>
              </a:r>
            </a:p>
            <a:p>
              <a:pPr marL="171450" indent="-171450" algn="just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Mengelola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utang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jatuh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tempo dan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biaya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utang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untuk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menurunkan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risiko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i="1">
                  <a:solidFill>
                    <a:schemeClr val="bg1"/>
                  </a:solidFill>
                  <a:latin typeface="Calibri"/>
                  <a:cs typeface="Calibri"/>
                </a:rPr>
                <a:t>refinancing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.</a:t>
              </a:r>
            </a:p>
            <a:p>
              <a:pPr marL="171450" indent="-171450" algn="just">
                <a:spcBef>
                  <a:spcPts val="300"/>
                </a:spcBef>
                <a:buFont typeface="Arial" panose="020B0604020202020204" pitchFamily="34" charset="0"/>
                <a:buChar char="•"/>
              </a:pP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Menjaga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disiplin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fiskal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untuk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meminimalkan </a:t>
              </a:r>
              <a:r>
                <a:rPr lang="en-US" sz="1100" i="1" err="1">
                  <a:solidFill>
                    <a:schemeClr val="bg1"/>
                  </a:solidFill>
                  <a:latin typeface="Calibri"/>
                  <a:cs typeface="Calibri"/>
                </a:rPr>
                <a:t>souvereign</a:t>
              </a:r>
              <a:r>
                <a:rPr lang="en-US" sz="1100" i="1">
                  <a:solidFill>
                    <a:schemeClr val="bg1"/>
                  </a:solidFill>
                  <a:latin typeface="Calibri"/>
                  <a:cs typeface="Calibri"/>
                </a:rPr>
                <a:t> risk premium.</a:t>
              </a:r>
              <a:endParaRPr lang="id-ID" sz="1100" i="1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  <p:sp>
          <p:nvSpPr>
            <p:cNvPr id="63" name="Kuadran Kementerian Keuangan">
              <a:extLst>
                <a:ext uri="{FF2B5EF4-FFF2-40B4-BE49-F238E27FC236}">
                  <a16:creationId xmlns:a16="http://schemas.microsoft.com/office/drawing/2014/main" id="{4C394CE4-6C8F-78F7-F67A-433325BE42B0}"/>
                </a:ext>
              </a:extLst>
            </p:cNvPr>
            <p:cNvSpPr/>
            <p:nvPr/>
          </p:nvSpPr>
          <p:spPr>
            <a:xfrm>
              <a:off x="5468112" y="4192524"/>
              <a:ext cx="3163824" cy="2043684"/>
            </a:xfrm>
            <a:prstGeom prst="roundRect">
              <a:avLst>
                <a:gd name="adj" fmla="val 8000"/>
              </a:avLst>
            </a:prstGeom>
            <a:solidFill>
              <a:schemeClr val="accent4"/>
            </a:solidFill>
            <a:ln w="9525">
              <a:solidFill>
                <a:srgbClr val="C17529"/>
              </a:solidFill>
            </a:ln>
          </p:spPr>
          <p:txBody>
            <a:bodyPr rtlCol="0" anchor="ctr"/>
            <a:lstStyle/>
            <a:p>
              <a:endParaRPr lang="id-ID"/>
            </a:p>
          </p:txBody>
        </p:sp>
        <p:sp>
          <p:nvSpPr>
            <p:cNvPr id="261" name="Nama Kementerian Keuangan">
              <a:extLst>
                <a:ext uri="{FF2B5EF4-FFF2-40B4-BE49-F238E27FC236}">
                  <a16:creationId xmlns:a16="http://schemas.microsoft.com/office/drawing/2014/main" id="{AC1B1429-3E3C-F235-7915-6930C2A5E1C5}"/>
                </a:ext>
              </a:extLst>
            </p:cNvPr>
            <p:cNvSpPr txBox="1"/>
            <p:nvPr/>
          </p:nvSpPr>
          <p:spPr>
            <a:xfrm>
              <a:off x="6735256" y="4289696"/>
              <a:ext cx="2432304" cy="438912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noAutofit/>
            </a:bodyPr>
            <a:lstStyle/>
            <a:p>
              <a:r>
                <a:rPr lang="en-US" sz="1400" b="1" i="0">
                  <a:solidFill>
                    <a:schemeClr val="bg1"/>
                  </a:solidFill>
                  <a:latin typeface="Calibri"/>
                  <a:cs typeface="Calibri"/>
                </a:rPr>
                <a:t>OJK</a:t>
              </a:r>
              <a:endParaRPr lang="id-ID" sz="1400" b="1" i="0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  <p:sp>
          <p:nvSpPr>
            <p:cNvPr id="263" name="Isi Kementerian Keuangan">
              <a:extLst>
                <a:ext uri="{FF2B5EF4-FFF2-40B4-BE49-F238E27FC236}">
                  <a16:creationId xmlns:a16="http://schemas.microsoft.com/office/drawing/2014/main" id="{41F4B813-0DDB-C332-FD36-2BDBBB89F3FC}"/>
                </a:ext>
              </a:extLst>
            </p:cNvPr>
            <p:cNvSpPr txBox="1"/>
            <p:nvPr/>
          </p:nvSpPr>
          <p:spPr>
            <a:xfrm>
              <a:off x="5577840" y="4796028"/>
              <a:ext cx="2944368" cy="138531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marL="171450" indent="-171450" algn="just">
                <a:spcBef>
                  <a:spcPts val="300"/>
                </a:spcBef>
                <a:buFont typeface="Arial"/>
                <a:buChar char="•"/>
              </a:pP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Memperkuat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pengawasan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terhadap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ULN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korporasi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,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khususnya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terkait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i="1">
                  <a:solidFill>
                    <a:schemeClr val="bg1"/>
                  </a:solidFill>
                  <a:latin typeface="Calibri"/>
                  <a:cs typeface="Calibri"/>
                </a:rPr>
                <a:t>hedging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,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kualitas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dan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likuiditas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. </a:t>
              </a:r>
            </a:p>
            <a:p>
              <a:pPr marL="171450" indent="-171450" algn="just">
                <a:spcBef>
                  <a:spcPts val="300"/>
                </a:spcBef>
                <a:buFont typeface="Arial"/>
                <a:buChar char="•"/>
              </a:pP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Mendorong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pendalaman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pasar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keuangan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domestik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.</a:t>
              </a:r>
            </a:p>
            <a:p>
              <a:pPr marL="171450" indent="-171450" algn="just">
                <a:spcBef>
                  <a:spcPts val="300"/>
                </a:spcBef>
                <a:buFont typeface="Arial"/>
                <a:buChar char="•"/>
              </a:pP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Menjaga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transparansi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ULN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swasta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untuk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menjaga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kepercayaan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pasar. </a:t>
              </a:r>
              <a:endParaRPr lang="id-ID" sz="1100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  <p:sp>
          <p:nvSpPr>
            <p:cNvPr id="265" name="Kuadran Sektor Riil">
              <a:extLst>
                <a:ext uri="{FF2B5EF4-FFF2-40B4-BE49-F238E27FC236}">
                  <a16:creationId xmlns:a16="http://schemas.microsoft.com/office/drawing/2014/main" id="{3FC87B89-957F-7572-F0F6-870C6D2DC653}"/>
                </a:ext>
              </a:extLst>
            </p:cNvPr>
            <p:cNvSpPr/>
            <p:nvPr/>
          </p:nvSpPr>
          <p:spPr>
            <a:xfrm>
              <a:off x="8750808" y="4192524"/>
              <a:ext cx="3163824" cy="2043684"/>
            </a:xfrm>
            <a:prstGeom prst="roundRect">
              <a:avLst>
                <a:gd name="adj" fmla="val 8000"/>
              </a:avLst>
            </a:prstGeom>
            <a:solidFill>
              <a:schemeClr val="accent6"/>
            </a:solidFill>
            <a:ln w="9525">
              <a:solidFill>
                <a:srgbClr val="C17529"/>
              </a:solidFill>
            </a:ln>
          </p:spPr>
          <p:txBody>
            <a:bodyPr rtlCol="0" anchor="ctr"/>
            <a:lstStyle/>
            <a:p>
              <a:endParaRPr lang="id-ID"/>
            </a:p>
          </p:txBody>
        </p:sp>
        <p:sp>
          <p:nvSpPr>
            <p:cNvPr id="267" name="Lingkaran Sektor Riil">
              <a:extLst>
                <a:ext uri="{FF2B5EF4-FFF2-40B4-BE49-F238E27FC236}">
                  <a16:creationId xmlns:a16="http://schemas.microsoft.com/office/drawing/2014/main" id="{CFF82A30-5A1C-A97C-9CD4-663C9A985F96}"/>
                </a:ext>
              </a:extLst>
            </p:cNvPr>
            <p:cNvSpPr/>
            <p:nvPr/>
          </p:nvSpPr>
          <p:spPr>
            <a:xfrm>
              <a:off x="8878824" y="4302252"/>
              <a:ext cx="438912" cy="438912"/>
            </a:xfrm>
            <a:prstGeom prst="ellipse">
              <a:avLst/>
            </a:prstGeom>
            <a:solidFill>
              <a:srgbClr val="F0A22E"/>
            </a:solidFill>
            <a:ln>
              <a:noFill/>
            </a:ln>
          </p:spPr>
          <p:txBody>
            <a:bodyPr rtlCol="0" anchor="ctr"/>
            <a:lstStyle/>
            <a:p>
              <a:endParaRPr lang="id-ID"/>
            </a:p>
          </p:txBody>
        </p:sp>
        <p:sp>
          <p:nvSpPr>
            <p:cNvPr id="271" name="Nama Sektor Riil">
              <a:extLst>
                <a:ext uri="{FF2B5EF4-FFF2-40B4-BE49-F238E27FC236}">
                  <a16:creationId xmlns:a16="http://schemas.microsoft.com/office/drawing/2014/main" id="{A77EA017-0060-4021-DE11-0260AE58A925}"/>
                </a:ext>
              </a:extLst>
            </p:cNvPr>
            <p:cNvSpPr txBox="1"/>
            <p:nvPr/>
          </p:nvSpPr>
          <p:spPr>
            <a:xfrm>
              <a:off x="9878976" y="4300349"/>
              <a:ext cx="2432304" cy="438912"/>
            </a:xfrm>
            <a:prstGeom prst="rect">
              <a:avLst/>
            </a:prstGeom>
            <a:noFill/>
          </p:spPr>
          <p:txBody>
            <a:bodyPr wrap="square" lIns="36576" tIns="18288" rIns="36576" bIns="18288" anchor="ctr">
              <a:noAutofit/>
            </a:bodyPr>
            <a:lstStyle/>
            <a:p>
              <a:r>
                <a:rPr lang="id-ID" sz="1400" b="1" i="0">
                  <a:solidFill>
                    <a:schemeClr val="bg1"/>
                  </a:solidFill>
                  <a:latin typeface="Calibri"/>
                  <a:cs typeface="Calibri"/>
                </a:rPr>
                <a:t>Sektor Riil</a:t>
              </a:r>
            </a:p>
          </p:txBody>
        </p:sp>
        <p:sp>
          <p:nvSpPr>
            <p:cNvPr id="273" name="Isi Sektor Riil">
              <a:extLst>
                <a:ext uri="{FF2B5EF4-FFF2-40B4-BE49-F238E27FC236}">
                  <a16:creationId xmlns:a16="http://schemas.microsoft.com/office/drawing/2014/main" id="{8DF7F60D-133F-888C-2B74-1BE3B8997049}"/>
                </a:ext>
              </a:extLst>
            </p:cNvPr>
            <p:cNvSpPr txBox="1"/>
            <p:nvPr/>
          </p:nvSpPr>
          <p:spPr>
            <a:xfrm>
              <a:off x="8860536" y="4796028"/>
              <a:ext cx="2944368" cy="1385316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noAutofit/>
            </a:bodyPr>
            <a:lstStyle/>
            <a:p>
              <a:pPr marL="171450" indent="-171450" algn="just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Mendukung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kebijakan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struktural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pada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sektor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i="1">
                  <a:solidFill>
                    <a:schemeClr val="bg1"/>
                  </a:solidFill>
                  <a:latin typeface="Calibri"/>
                  <a:cs typeface="Calibri"/>
                </a:rPr>
                <a:t>export-oriented,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khusunya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untuk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sektor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dengan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i="1">
                  <a:solidFill>
                    <a:schemeClr val="bg1"/>
                  </a:solidFill>
                  <a:latin typeface="Calibri"/>
                  <a:cs typeface="Calibri"/>
                </a:rPr>
                <a:t>exposure 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ULN yang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tinggi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. </a:t>
              </a:r>
            </a:p>
            <a:p>
              <a:pPr marL="171450" indent="-171450" algn="just">
                <a:spcBef>
                  <a:spcPts val="100"/>
                </a:spcBef>
                <a:buFont typeface="Arial" panose="020B0604020202020204" pitchFamily="34" charset="0"/>
                <a:buChar char="•"/>
              </a:pP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Melakukan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diversifikasi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komoditas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ekspor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,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tidak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hanya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downstreaming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SDA,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untuk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meningkatkan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ekspor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 </a:t>
              </a:r>
              <a:r>
                <a:rPr lang="en-US" sz="1100" err="1">
                  <a:solidFill>
                    <a:schemeClr val="bg1"/>
                  </a:solidFill>
                  <a:latin typeface="Calibri"/>
                  <a:cs typeface="Calibri"/>
                </a:rPr>
                <a:t>manufaktur</a:t>
              </a:r>
              <a:r>
                <a:rPr lang="en-US" sz="1100">
                  <a:solidFill>
                    <a:schemeClr val="bg1"/>
                  </a:solidFill>
                  <a:latin typeface="Calibri"/>
                  <a:cs typeface="Calibri"/>
                </a:rPr>
                <a:t>.</a:t>
              </a:r>
              <a:endParaRPr lang="id-ID" sz="1100" b="0" i="0">
                <a:solidFill>
                  <a:schemeClr val="bg1"/>
                </a:solidFill>
                <a:latin typeface="Calibri"/>
                <a:cs typeface="Calibri"/>
              </a:endParaRPr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254D26FC-44E5-44D3-DACF-DF14D969CC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239" y="2369638"/>
            <a:ext cx="349140" cy="349140"/>
          </a:xfrm>
          <a:prstGeom prst="rect">
            <a:avLst/>
          </a:prstGeom>
        </p:spPr>
      </p:pic>
      <p:pic>
        <p:nvPicPr>
          <p:cNvPr id="275" name="Picture 274" descr="Berkas:BI Logo (cropped).png - Wikipedia bahasa Indonesia ...">
            <a:extLst>
              <a:ext uri="{FF2B5EF4-FFF2-40B4-BE49-F238E27FC236}">
                <a16:creationId xmlns:a16="http://schemas.microsoft.com/office/drawing/2014/main" id="{1CB77793-241B-8B3E-5BCF-1694542D26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0914" y="2002255"/>
            <a:ext cx="448035" cy="448035"/>
          </a:xfrm>
          <a:prstGeom prst="rect">
            <a:avLst/>
          </a:prstGeom>
        </p:spPr>
      </p:pic>
      <p:pic>
        <p:nvPicPr>
          <p:cNvPr id="277" name="Picture 276" descr="Berkas:OJK Logo.png - Wikipedia bahasa Indonesia, ensiklopedia bebas">
            <a:extLst>
              <a:ext uri="{FF2B5EF4-FFF2-40B4-BE49-F238E27FC236}">
                <a16:creationId xmlns:a16="http://schemas.microsoft.com/office/drawing/2014/main" id="{A16A6024-87AF-21E7-DD19-1BE6B42CCD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2383" y="4094284"/>
            <a:ext cx="1070106" cy="465496"/>
          </a:xfrm>
          <a:prstGeom prst="rect">
            <a:avLst/>
          </a:prstGeom>
        </p:spPr>
      </p:pic>
      <p:pic>
        <p:nvPicPr>
          <p:cNvPr id="279" name="Picture 278" descr="Berkas:Logo kementerian keuangan republik indonesia.png - Wikipedia bahasa  Indonesia, ensiklopedia bebas">
            <a:extLst>
              <a:ext uri="{FF2B5EF4-FFF2-40B4-BE49-F238E27FC236}">
                <a16:creationId xmlns:a16="http://schemas.microsoft.com/office/drawing/2014/main" id="{1509C646-6CEF-9FC7-9BB5-896DB6C7FF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7563" y="1966377"/>
            <a:ext cx="505615" cy="469500"/>
          </a:xfrm>
          <a:prstGeom prst="rect">
            <a:avLst/>
          </a:prstGeom>
        </p:spPr>
      </p:pic>
      <p:pic>
        <p:nvPicPr>
          <p:cNvPr id="295" name="Picture 294">
            <a:extLst>
              <a:ext uri="{FF2B5EF4-FFF2-40B4-BE49-F238E27FC236}">
                <a16:creationId xmlns:a16="http://schemas.microsoft.com/office/drawing/2014/main" id="{4C0EB8A4-5FD3-8B61-2536-4160A64791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337"/>
          <a:stretch>
            <a:fillRect/>
          </a:stretch>
        </p:blipFill>
        <p:spPr>
          <a:xfrm>
            <a:off x="9696278" y="4215198"/>
            <a:ext cx="401726" cy="361741"/>
          </a:xfrm>
          <a:prstGeom prst="rect">
            <a:avLst/>
          </a:prstGeom>
        </p:spPr>
      </p:pic>
      <p:pic>
        <p:nvPicPr>
          <p:cNvPr id="311" name="Picture 310">
            <a:extLst>
              <a:ext uri="{FF2B5EF4-FFF2-40B4-BE49-F238E27FC236}">
                <a16:creationId xmlns:a16="http://schemas.microsoft.com/office/drawing/2014/main" id="{0FD05D82-CB3A-2CD6-D576-6C275B7C091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1188" y="4220325"/>
            <a:ext cx="437958" cy="381767"/>
          </a:xfrm>
          <a:prstGeom prst="rect">
            <a:avLst/>
          </a:prstGeom>
        </p:spPr>
      </p:pic>
      <p:pic>
        <p:nvPicPr>
          <p:cNvPr id="319" name="Picture 318">
            <a:extLst>
              <a:ext uri="{FF2B5EF4-FFF2-40B4-BE49-F238E27FC236}">
                <a16:creationId xmlns:a16="http://schemas.microsoft.com/office/drawing/2014/main" id="{AB9C77F1-319B-EBDD-96D9-87300A9C3B9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9182" y="4170355"/>
            <a:ext cx="436751" cy="424522"/>
          </a:xfrm>
          <a:prstGeom prst="rect">
            <a:avLst/>
          </a:prstGeom>
        </p:spPr>
      </p:pic>
      <p:pic>
        <p:nvPicPr>
          <p:cNvPr id="323" name="Picture 322" descr="Berkas:Logo Kementerian Ketenagakerjaan (2016).png ...">
            <a:extLst>
              <a:ext uri="{FF2B5EF4-FFF2-40B4-BE49-F238E27FC236}">
                <a16:creationId xmlns:a16="http://schemas.microsoft.com/office/drawing/2014/main" id="{8EBAF875-6384-5B80-6FDE-432B50B832E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01717" y="4205574"/>
            <a:ext cx="398278" cy="398278"/>
          </a:xfrm>
          <a:prstGeom prst="rect">
            <a:avLst/>
          </a:prstGeom>
        </p:spPr>
      </p:pic>
      <p:sp>
        <p:nvSpPr>
          <p:cNvPr id="299" name="Rectangle 298">
            <a:extLst>
              <a:ext uri="{FF2B5EF4-FFF2-40B4-BE49-F238E27FC236}">
                <a16:creationId xmlns:a16="http://schemas.microsoft.com/office/drawing/2014/main" id="{8D729722-907D-632D-35B8-822FA8ACBFF8}"/>
              </a:ext>
            </a:extLst>
          </p:cNvPr>
          <p:cNvSpPr/>
          <p:nvPr/>
        </p:nvSpPr>
        <p:spPr>
          <a:xfrm>
            <a:off x="162854" y="1252249"/>
            <a:ext cx="5577840" cy="32918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Strategi </a:t>
            </a:r>
            <a:r>
              <a:rPr lang="en-US" sz="16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Penguatan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Ketahanan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ULN</a:t>
            </a:r>
            <a:endParaRPr lang="en-ID" sz="16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1" name="Rectangle 330">
            <a:extLst>
              <a:ext uri="{FF2B5EF4-FFF2-40B4-BE49-F238E27FC236}">
                <a16:creationId xmlns:a16="http://schemas.microsoft.com/office/drawing/2014/main" id="{0E0A3749-D204-F4E9-9A23-1B728C9CC47F}"/>
              </a:ext>
            </a:extLst>
          </p:cNvPr>
          <p:cNvSpPr/>
          <p:nvPr/>
        </p:nvSpPr>
        <p:spPr>
          <a:xfrm>
            <a:off x="6095999" y="1250254"/>
            <a:ext cx="5939583" cy="329184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Sinergi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Kebijakan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Moneter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6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Fiskal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 Sektor </a:t>
            </a:r>
            <a:r>
              <a:rPr lang="en-US" sz="1600" b="1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Riil</a:t>
            </a:r>
            <a:endParaRPr lang="en-ID" sz="1600" b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942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4348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2860E-D477-19DB-CF67-2E33114BB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38D03-5210-01FD-1DC6-C79FBED3E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659" y="-1080718"/>
            <a:ext cx="10618345" cy="632465"/>
          </a:xfrm>
        </p:spPr>
        <p:txBody>
          <a:bodyPr>
            <a:normAutofit fontScale="90000"/>
          </a:bodyPr>
          <a:lstStyle/>
          <a:p>
            <a:br>
              <a:rPr lang="en-ID" b="0"/>
            </a:br>
            <a:r>
              <a:rPr lang="en-ID" b="0"/>
              <a:t>Data dan </a:t>
            </a:r>
            <a:r>
              <a:rPr lang="en-ID" b="0" err="1"/>
              <a:t>fakta</a:t>
            </a:r>
            <a:r>
              <a:rPr lang="en-ID" b="0"/>
              <a:t> </a:t>
            </a:r>
            <a:r>
              <a:rPr lang="en-ID" b="0" err="1"/>
              <a:t>apa</a:t>
            </a:r>
            <a:r>
              <a:rPr lang="en-ID" b="0"/>
              <a:t> yang </a:t>
            </a:r>
            <a:r>
              <a:rPr lang="en-ID" b="0" err="1"/>
              <a:t>menjadi</a:t>
            </a:r>
            <a:r>
              <a:rPr lang="en-ID" b="0"/>
              <a:t> </a:t>
            </a:r>
            <a:r>
              <a:rPr lang="en-ID" b="0" err="1"/>
              <a:t>dasar</a:t>
            </a:r>
            <a:r>
              <a:rPr lang="en-ID" b="0"/>
              <a:t> </a:t>
            </a:r>
            <a:r>
              <a:rPr lang="en-ID" b="0" err="1"/>
              <a:t>pemerintah</a:t>
            </a:r>
            <a:r>
              <a:rPr lang="en-ID" b="0"/>
              <a:t> </a:t>
            </a:r>
            <a:r>
              <a:rPr lang="en-ID" b="0" err="1"/>
              <a:t>dalam</a:t>
            </a:r>
            <a:r>
              <a:rPr lang="en-ID" b="0"/>
              <a:t> </a:t>
            </a:r>
            <a:r>
              <a:rPr lang="en-ID" b="0" err="1"/>
              <a:t>meningkatkan</a:t>
            </a:r>
            <a:r>
              <a:rPr lang="en-ID" b="0"/>
              <a:t> </a:t>
            </a:r>
            <a:r>
              <a:rPr lang="en-ID" b="0" err="1"/>
              <a:t>ketahanan</a:t>
            </a:r>
            <a:r>
              <a:rPr lang="en-ID" b="0"/>
              <a:t> </a:t>
            </a:r>
            <a:r>
              <a:rPr lang="en-ID" b="0" err="1"/>
              <a:t>ekonomi</a:t>
            </a:r>
            <a:r>
              <a:rPr lang="en-ID" b="0"/>
              <a:t> </a:t>
            </a:r>
            <a:r>
              <a:rPr lang="en-ID" b="0" err="1"/>
              <a:t>nasional</a:t>
            </a:r>
            <a:r>
              <a:rPr lang="en-ID" b="0"/>
              <a:t> </a:t>
            </a:r>
            <a:r>
              <a:rPr lang="en-ID" b="0" err="1"/>
              <a:t>melalui</a:t>
            </a:r>
            <a:r>
              <a:rPr lang="en-ID" b="0"/>
              <a:t> </a:t>
            </a:r>
            <a:r>
              <a:rPr lang="en-ID" b="0" err="1"/>
              <a:t>pengendalian</a:t>
            </a:r>
            <a:r>
              <a:rPr lang="en-ID" b="0"/>
              <a:t> ULN </a:t>
            </a:r>
            <a:r>
              <a:rPr lang="en-ID" b="0" err="1"/>
              <a:t>serta</a:t>
            </a:r>
            <a:r>
              <a:rPr lang="en-ID" b="0"/>
              <a:t> </a:t>
            </a:r>
            <a:r>
              <a:rPr lang="en-ID" b="0" err="1"/>
              <a:t>peningkatan</a:t>
            </a:r>
            <a:r>
              <a:rPr lang="en-ID" b="0"/>
              <a:t> </a:t>
            </a:r>
            <a:r>
              <a:rPr lang="en-ID" b="0" err="1"/>
              <a:t>kepercayaan</a:t>
            </a:r>
            <a:r>
              <a:rPr lang="en-ID" b="0"/>
              <a:t> investor/pasar? ‘</a:t>
            </a:r>
            <a:br>
              <a:rPr lang="en-ID" b="0"/>
            </a:br>
            <a:br>
              <a:rPr lang="en-ID" b="0"/>
            </a:br>
            <a:r>
              <a:rPr lang="en-ID" b="0"/>
              <a:t>ULN </a:t>
            </a:r>
            <a:r>
              <a:rPr lang="en-ID" b="0" err="1"/>
              <a:t>masih</a:t>
            </a:r>
            <a:r>
              <a:rPr lang="en-ID" b="0"/>
              <a:t> </a:t>
            </a:r>
            <a:r>
              <a:rPr lang="en-ID" b="0" err="1"/>
              <a:t>terkendali</a:t>
            </a:r>
            <a:r>
              <a:rPr lang="en-ID" b="0"/>
              <a:t>, </a:t>
            </a:r>
            <a:r>
              <a:rPr lang="en-ID" b="0" err="1"/>
              <a:t>lebih</a:t>
            </a:r>
            <a:r>
              <a:rPr lang="en-ID" b="0"/>
              <a:t> …… </a:t>
            </a:r>
            <a:r>
              <a:rPr lang="en-ID" b="0" err="1"/>
              <a:t>dibandingkan</a:t>
            </a:r>
            <a:r>
              <a:rPr lang="en-ID" b="0"/>
              <a:t> </a:t>
            </a:r>
            <a:r>
              <a:rPr lang="en-ID" b="0" err="1"/>
              <a:t>dengan</a:t>
            </a:r>
            <a:r>
              <a:rPr lang="en-ID" b="0"/>
              <a:t> regional</a:t>
            </a:r>
            <a:br>
              <a:rPr lang="en-ID" b="0"/>
            </a:br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866813-06E6-D1D5-E8B3-1604B1FD2355}"/>
              </a:ext>
            </a:extLst>
          </p:cNvPr>
          <p:cNvSpPr/>
          <p:nvPr/>
        </p:nvSpPr>
        <p:spPr>
          <a:xfrm>
            <a:off x="806968" y="7149829"/>
            <a:ext cx="4848045" cy="3738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ULN/PDB (</a:t>
            </a:r>
            <a:r>
              <a:rPr lang="en-US" err="1"/>
              <a:t>pakai</a:t>
            </a:r>
            <a:r>
              <a:rPr lang="en-US"/>
              <a:t> PDB nominal USD) timeseries </a:t>
            </a:r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61D0A-D4D9-27D0-34F8-ADD531DBF8DE}"/>
              </a:ext>
            </a:extLst>
          </p:cNvPr>
          <p:cNvSpPr/>
          <p:nvPr/>
        </p:nvSpPr>
        <p:spPr>
          <a:xfrm>
            <a:off x="6328507" y="7149829"/>
            <a:ext cx="4848045" cy="3738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ULN/PDB Indonesia, Malaysia, Thailand, Filipina, Vietnam data </a:t>
            </a:r>
            <a:r>
              <a:rPr lang="en-US" err="1"/>
              <a:t>terkini</a:t>
            </a:r>
            <a:endParaRPr lang="en-US">
              <a:cs typeface="Arial"/>
            </a:endParaRPr>
          </a:p>
          <a:p>
            <a:pPr algn="ctr"/>
            <a:r>
              <a:rPr lang="en-US">
                <a:cs typeface="Arial"/>
              </a:rPr>
              <a:t>G20 countries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19628E-99C2-85CD-B561-904886508639}"/>
              </a:ext>
            </a:extLst>
          </p:cNvPr>
          <p:cNvSpPr/>
          <p:nvPr/>
        </p:nvSpPr>
        <p:spPr>
          <a:xfrm>
            <a:off x="13209452" y="972333"/>
            <a:ext cx="1763485" cy="1118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Qinta</a:t>
            </a:r>
            <a:endParaRPr lang="en-ID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6467FE-67CC-8C12-0403-2163A01A001F}"/>
              </a:ext>
            </a:extLst>
          </p:cNvPr>
          <p:cNvSpPr txBox="1">
            <a:spLocks/>
          </p:cNvSpPr>
          <p:nvPr/>
        </p:nvSpPr>
        <p:spPr>
          <a:xfrm>
            <a:off x="558207" y="339868"/>
            <a:ext cx="10618345" cy="632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kern="0"/>
              <a:t>ULN Masih </a:t>
            </a:r>
            <a:r>
              <a:rPr lang="en-US" kern="0" err="1"/>
              <a:t>Terkendali</a:t>
            </a:r>
            <a:r>
              <a:rPr lang="en-US" kern="0"/>
              <a:t> dan </a:t>
            </a:r>
            <a:r>
              <a:rPr lang="en-US" kern="0" err="1"/>
              <a:t>Lebih</a:t>
            </a:r>
            <a:r>
              <a:rPr lang="en-US" kern="0"/>
              <a:t> </a:t>
            </a:r>
            <a:r>
              <a:rPr lang="en-US" kern="0" err="1"/>
              <a:t>Rendah</a:t>
            </a:r>
            <a:r>
              <a:rPr lang="en-US" kern="0"/>
              <a:t> </a:t>
            </a:r>
            <a:r>
              <a:rPr lang="en-US" kern="0" err="1"/>
              <a:t>Dibandingkan</a:t>
            </a:r>
            <a:r>
              <a:rPr lang="en-US" kern="0"/>
              <a:t> Sebagian Negara </a:t>
            </a:r>
            <a:r>
              <a:rPr lang="en-US" kern="0" err="1"/>
              <a:t>Pembanding</a:t>
            </a:r>
            <a:endParaRPr lang="en-ID" kern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416AD1-82DB-A532-0BB6-AB8D6BA06AFB}"/>
              </a:ext>
            </a:extLst>
          </p:cNvPr>
          <p:cNvSpPr txBox="1"/>
          <p:nvPr/>
        </p:nvSpPr>
        <p:spPr>
          <a:xfrm>
            <a:off x="9407034" y="6578322"/>
            <a:ext cx="25154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: Bank Indonesia, CEIC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diolah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4D85D1C5-EF41-02CE-0C74-55F393C908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5661707"/>
              </p:ext>
            </p:extLst>
          </p:nvPr>
        </p:nvGraphicFramePr>
        <p:xfrm>
          <a:off x="609821" y="1078807"/>
          <a:ext cx="5045192" cy="54393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88E1E99-6BB9-1E67-6028-E06A93F132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9954087"/>
              </p:ext>
            </p:extLst>
          </p:nvPr>
        </p:nvGraphicFramePr>
        <p:xfrm>
          <a:off x="5909391" y="1096510"/>
          <a:ext cx="5356596" cy="5421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02982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91694-4563-B44E-E81B-B3212E14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0D3F-4851-20F6-E9ED-2AD94C05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Di Luar ULN, Ekonomi Indonesia </a:t>
            </a:r>
            <a:r>
              <a:rPr lang="en-ID" err="1"/>
              <a:t>Menghadapi</a:t>
            </a:r>
            <a:r>
              <a:rPr lang="en-ID"/>
              <a:t> </a:t>
            </a:r>
            <a:r>
              <a:rPr lang="en-ID" err="1"/>
              <a:t>Berbagai</a:t>
            </a:r>
            <a:r>
              <a:rPr lang="en-ID"/>
              <a:t> </a:t>
            </a:r>
            <a:r>
              <a:rPr lang="en-ID" err="1"/>
              <a:t>Tantangan</a:t>
            </a:r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E2C4DB-45E8-42BE-C4D2-16B3B83B8347}"/>
              </a:ext>
            </a:extLst>
          </p:cNvPr>
          <p:cNvSpPr/>
          <p:nvPr/>
        </p:nvSpPr>
        <p:spPr>
          <a:xfrm>
            <a:off x="471170" y="7627735"/>
            <a:ext cx="3024997" cy="3370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Fiscal</a:t>
            </a:r>
          </a:p>
          <a:p>
            <a:pPr algn="ctr"/>
            <a:r>
              <a:rPr lang="en-US"/>
              <a:t>Expanding Demand </a:t>
            </a:r>
            <a:r>
              <a:rPr lang="en-US" err="1"/>
              <a:t>tapi</a:t>
            </a:r>
            <a:r>
              <a:rPr lang="en-US"/>
              <a:t> fragile</a:t>
            </a:r>
          </a:p>
          <a:p>
            <a:pPr algn="ctr"/>
            <a:endParaRPr lang="en-US"/>
          </a:p>
          <a:p>
            <a:pPr lvl="0"/>
            <a:r>
              <a:rPr lang="en-ID"/>
              <a:t>Outlook </a:t>
            </a:r>
            <a:r>
              <a:rPr lang="en-ID" err="1"/>
              <a:t>defisit</a:t>
            </a:r>
            <a:r>
              <a:rPr lang="en-ID"/>
              <a:t> vs </a:t>
            </a:r>
            <a:r>
              <a:rPr lang="en-ID" err="1"/>
              <a:t>asumsi</a:t>
            </a:r>
            <a:r>
              <a:rPr lang="en-ID"/>
              <a:t> </a:t>
            </a:r>
            <a:r>
              <a:rPr lang="en-ID" err="1"/>
              <a:t>awal</a:t>
            </a:r>
            <a:endParaRPr lang="en-ID"/>
          </a:p>
          <a:p>
            <a:pPr lvl="0"/>
            <a:r>
              <a:rPr lang="en-ID"/>
              <a:t>Harga </a:t>
            </a:r>
            <a:r>
              <a:rPr lang="en-ID" err="1"/>
              <a:t>minyak</a:t>
            </a:r>
            <a:r>
              <a:rPr lang="en-ID"/>
              <a:t> ga naik di </a:t>
            </a:r>
            <a:r>
              <a:rPr lang="en-ID" err="1"/>
              <a:t>saat</a:t>
            </a:r>
            <a:r>
              <a:rPr lang="en-ID"/>
              <a:t> </a:t>
            </a:r>
            <a:r>
              <a:rPr lang="en-ID" err="1"/>
              <a:t>harga</a:t>
            </a:r>
            <a:r>
              <a:rPr lang="en-ID"/>
              <a:t> </a:t>
            </a:r>
            <a:r>
              <a:rPr lang="en-ID" err="1"/>
              <a:t>minyak</a:t>
            </a:r>
            <a:r>
              <a:rPr lang="en-ID"/>
              <a:t> dunia &gt;70</a:t>
            </a:r>
          </a:p>
          <a:p>
            <a:pPr lvl="0"/>
            <a:r>
              <a:rPr lang="en-US"/>
              <a:t>Tax ratio </a:t>
            </a:r>
            <a:r>
              <a:rPr lang="en-US" err="1"/>
              <a:t>lebih</a:t>
            </a:r>
            <a:r>
              <a:rPr lang="en-US"/>
              <a:t> </a:t>
            </a:r>
            <a:r>
              <a:rPr lang="en-US" err="1"/>
              <a:t>rendah</a:t>
            </a:r>
            <a:endParaRPr lang="en-US"/>
          </a:p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3F1C4B-81EE-A4F5-F5FB-ADC96760B180}"/>
              </a:ext>
            </a:extLst>
          </p:cNvPr>
          <p:cNvSpPr/>
          <p:nvPr/>
        </p:nvSpPr>
        <p:spPr>
          <a:xfrm>
            <a:off x="4269668" y="7627736"/>
            <a:ext cx="3024997" cy="3370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BI</a:t>
            </a:r>
          </a:p>
          <a:p>
            <a:pPr algn="ctr"/>
            <a:r>
              <a:rPr lang="en-US"/>
              <a:t>Absorbing impact </a:t>
            </a:r>
          </a:p>
          <a:p>
            <a:pPr algn="ctr"/>
            <a:endParaRPr lang="en-US"/>
          </a:p>
          <a:p>
            <a:pPr lvl="0"/>
            <a:r>
              <a:rPr lang="en-ID"/>
              <a:t>BI Rate naik 100 bps </a:t>
            </a:r>
            <a:r>
              <a:rPr lang="en-ID" err="1"/>
              <a:t>ke</a:t>
            </a:r>
            <a:r>
              <a:rPr lang="en-ID"/>
              <a:t> 5.75%</a:t>
            </a:r>
          </a:p>
          <a:p>
            <a:pPr lvl="0"/>
            <a:r>
              <a:rPr lang="en-ID"/>
              <a:t>SRBI </a:t>
            </a:r>
            <a:r>
              <a:rPr lang="en-ID" err="1"/>
              <a:t>tertinggi</a:t>
            </a:r>
            <a:r>
              <a:rPr lang="en-ID"/>
              <a:t> Rp1,072 T, 27% foreign (check </a:t>
            </a:r>
            <a:r>
              <a:rPr lang="en-ID" err="1"/>
              <a:t>angka</a:t>
            </a:r>
            <a:r>
              <a:rPr lang="en-ID"/>
              <a:t> </a:t>
            </a:r>
            <a:r>
              <a:rPr lang="en-ID" err="1"/>
              <a:t>terbaru</a:t>
            </a:r>
            <a:r>
              <a:rPr lang="en-ID"/>
              <a:t>) </a:t>
            </a:r>
          </a:p>
          <a:p>
            <a:pPr lvl="0"/>
            <a:r>
              <a:rPr lang="en-ID"/>
              <a:t>Cadev </a:t>
            </a:r>
            <a:r>
              <a:rPr lang="en-ID" err="1"/>
              <a:t>dalam</a:t>
            </a:r>
            <a:r>
              <a:rPr lang="en-ID"/>
              <a:t> </a:t>
            </a:r>
            <a:r>
              <a:rPr lang="en-ID" err="1"/>
              <a:t>tren</a:t>
            </a:r>
            <a:r>
              <a:rPr lang="en-ID"/>
              <a:t> </a:t>
            </a:r>
            <a:r>
              <a:rPr lang="en-ID" err="1"/>
              <a:t>menurun</a:t>
            </a:r>
            <a:r>
              <a:rPr lang="en-ID"/>
              <a:t> </a:t>
            </a:r>
          </a:p>
          <a:p>
            <a:pPr lvl="0"/>
            <a:r>
              <a:rPr lang="en-ID" err="1"/>
              <a:t>Megang</a:t>
            </a:r>
            <a:r>
              <a:rPr lang="en-ID"/>
              <a:t> Rp1,901 T of SBN, 2× </a:t>
            </a:r>
            <a:r>
              <a:rPr lang="en-ID" err="1"/>
              <a:t>asing</a:t>
            </a:r>
            <a:r>
              <a:rPr lang="en-ID"/>
              <a:t> (check </a:t>
            </a:r>
            <a:r>
              <a:rPr lang="en-ID" err="1"/>
              <a:t>angka</a:t>
            </a:r>
            <a:r>
              <a:rPr lang="en-ID"/>
              <a:t> </a:t>
            </a:r>
            <a:r>
              <a:rPr lang="en-ID" err="1"/>
              <a:t>terbaru</a:t>
            </a:r>
            <a:r>
              <a:rPr lang="en-ID"/>
              <a:t>)</a:t>
            </a:r>
          </a:p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E45DE9-1E74-FA20-6FD7-517DAE60ABF2}"/>
              </a:ext>
            </a:extLst>
          </p:cNvPr>
          <p:cNvSpPr/>
          <p:nvPr/>
        </p:nvSpPr>
        <p:spPr>
          <a:xfrm>
            <a:off x="8151555" y="7584604"/>
            <a:ext cx="3024997" cy="3405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Real Sector</a:t>
            </a:r>
          </a:p>
          <a:p>
            <a:pPr algn="ctr"/>
            <a:r>
              <a:rPr lang="en-US" err="1"/>
              <a:t>Menekan</a:t>
            </a:r>
            <a:r>
              <a:rPr lang="en-US"/>
              <a:t> NT</a:t>
            </a:r>
          </a:p>
          <a:p>
            <a:pPr algn="ctr"/>
            <a:endParaRPr lang="en-US"/>
          </a:p>
          <a:p>
            <a:pPr lvl="0"/>
            <a:r>
              <a:rPr lang="en-ID"/>
              <a:t>Oil imports US$7.3 bn → 11.6 bn (check </a:t>
            </a:r>
            <a:r>
              <a:rPr lang="en-ID" err="1"/>
              <a:t>angka</a:t>
            </a:r>
            <a:r>
              <a:rPr lang="en-ID"/>
              <a:t> Q1 vs Q2 </a:t>
            </a:r>
            <a:r>
              <a:rPr lang="en-ID" err="1"/>
              <a:t>untuk</a:t>
            </a:r>
            <a:r>
              <a:rPr lang="en-ID"/>
              <a:t> oil import) </a:t>
            </a:r>
          </a:p>
          <a:p>
            <a:pPr lvl="0"/>
            <a:endParaRPr lang="en-ID"/>
          </a:p>
          <a:p>
            <a:pPr lvl="0"/>
            <a:r>
              <a:rPr lang="en-ID"/>
              <a:t>PMA </a:t>
            </a:r>
            <a:r>
              <a:rPr lang="en-ID" err="1"/>
              <a:t>menurun</a:t>
            </a:r>
            <a:endParaRPr lang="en-ID"/>
          </a:p>
          <a:p>
            <a:pPr lvl="0"/>
            <a:endParaRPr lang="en-ID"/>
          </a:p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CBE52-475C-5120-74BD-AF533EED9EDF}"/>
              </a:ext>
            </a:extLst>
          </p:cNvPr>
          <p:cNvSpPr/>
          <p:nvPr/>
        </p:nvSpPr>
        <p:spPr>
          <a:xfrm>
            <a:off x="471170" y="11136086"/>
            <a:ext cx="3024997" cy="1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Fiscal</a:t>
            </a:r>
          </a:p>
          <a:p>
            <a:pPr algn="ctr"/>
            <a:endParaRPr lang="en-US" sz="1200"/>
          </a:p>
          <a:p>
            <a:pPr algn="ctr"/>
            <a:r>
              <a:rPr lang="en-US" sz="1200"/>
              <a:t>MAKE SOME DAMN ROOM</a:t>
            </a:r>
          </a:p>
          <a:p>
            <a:pPr algn="ctr"/>
            <a:endParaRPr lang="en-US" sz="1200"/>
          </a:p>
          <a:p>
            <a:pPr algn="ctr"/>
            <a:r>
              <a:rPr lang="en-US" sz="1200" err="1"/>
              <a:t>Naikin</a:t>
            </a:r>
            <a:r>
              <a:rPr lang="en-US" sz="1200"/>
              <a:t> tax ratio </a:t>
            </a:r>
          </a:p>
          <a:p>
            <a:pPr algn="ctr"/>
            <a:r>
              <a:rPr lang="en-US" sz="1200"/>
              <a:t>Fuel price reform</a:t>
            </a:r>
          </a:p>
          <a:p>
            <a:pPr algn="ctr"/>
            <a:r>
              <a:rPr lang="en-US" sz="1200"/>
              <a:t>BAYAR RESTITUSI </a:t>
            </a:r>
          </a:p>
          <a:p>
            <a:pPr algn="ctr"/>
            <a:r>
              <a:rPr lang="en-US" sz="1200"/>
              <a:t>STOP MBG DAN KOPDES/ pilih2 spending </a:t>
            </a:r>
          </a:p>
          <a:p>
            <a:pPr algn="ctr"/>
            <a:endParaRPr lang="en-ID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E246F4-28F1-7F03-0FC0-98E460D7B64F}"/>
              </a:ext>
            </a:extLst>
          </p:cNvPr>
          <p:cNvSpPr/>
          <p:nvPr/>
        </p:nvSpPr>
        <p:spPr>
          <a:xfrm>
            <a:off x="4208599" y="11136086"/>
            <a:ext cx="3024997" cy="1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BI</a:t>
            </a:r>
          </a:p>
          <a:p>
            <a:pPr algn="ctr"/>
            <a:r>
              <a:rPr lang="en-US" sz="1200"/>
              <a:t>GROW A SPINE</a:t>
            </a:r>
          </a:p>
          <a:p>
            <a:pPr algn="ctr"/>
            <a:endParaRPr lang="en-US" sz="1200"/>
          </a:p>
          <a:p>
            <a:pPr algn="ctr"/>
            <a:r>
              <a:rPr lang="en-US" sz="1200"/>
              <a:t>KLM </a:t>
            </a:r>
            <a:r>
              <a:rPr lang="en-US" sz="1200" err="1"/>
              <a:t>ke</a:t>
            </a:r>
            <a:r>
              <a:rPr lang="en-US" sz="1200"/>
              <a:t> </a:t>
            </a:r>
            <a:r>
              <a:rPr lang="en-US" sz="1200" err="1"/>
              <a:t>sektor</a:t>
            </a:r>
            <a:r>
              <a:rPr lang="en-US" sz="1200"/>
              <a:t> </a:t>
            </a:r>
            <a:r>
              <a:rPr lang="en-US" sz="1200" err="1"/>
              <a:t>manufaktur</a:t>
            </a:r>
            <a:r>
              <a:rPr lang="en-US" sz="1200"/>
              <a:t> yang export oriented to get more dollar</a:t>
            </a:r>
          </a:p>
          <a:p>
            <a:pPr algn="ctr"/>
            <a:r>
              <a:rPr lang="en-US" sz="1200" err="1"/>
              <a:t>Perjelas</a:t>
            </a:r>
            <a:r>
              <a:rPr lang="en-US" sz="1200"/>
              <a:t> </a:t>
            </a:r>
            <a:r>
              <a:rPr lang="en-US" sz="1200" err="1"/>
              <a:t>independensi</a:t>
            </a:r>
            <a:r>
              <a:rPr lang="en-US" sz="1200"/>
              <a:t> CB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66038-464B-89F1-9F36-82029F4BC648}"/>
              </a:ext>
            </a:extLst>
          </p:cNvPr>
          <p:cNvSpPr/>
          <p:nvPr/>
        </p:nvSpPr>
        <p:spPr>
          <a:xfrm>
            <a:off x="8151555" y="11136086"/>
            <a:ext cx="3024997" cy="1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Real sector </a:t>
            </a:r>
          </a:p>
          <a:p>
            <a:pPr algn="ctr"/>
            <a:r>
              <a:rPr lang="en-US" sz="1200"/>
              <a:t>EARN YOUR DOLLAR</a:t>
            </a:r>
          </a:p>
          <a:p>
            <a:pPr algn="ctr"/>
            <a:endParaRPr lang="en-US" sz="1200"/>
          </a:p>
          <a:p>
            <a:pPr algn="ctr"/>
            <a:r>
              <a:rPr lang="en-US" sz="1200"/>
              <a:t>Focus on export orientation, </a:t>
            </a:r>
            <a:r>
              <a:rPr lang="en-US" sz="1200" err="1"/>
              <a:t>downstreaming</a:t>
            </a:r>
            <a:r>
              <a:rPr lang="en-US" sz="1200"/>
              <a:t>, </a:t>
            </a:r>
            <a:r>
              <a:rPr lang="en-US" sz="1200" err="1"/>
              <a:t>deregulasi</a:t>
            </a:r>
            <a:endParaRPr lang="en-US" sz="1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8E244B-2BB3-A90F-14DF-6BB4C01FD0A5}"/>
              </a:ext>
            </a:extLst>
          </p:cNvPr>
          <p:cNvSpPr/>
          <p:nvPr/>
        </p:nvSpPr>
        <p:spPr>
          <a:xfrm>
            <a:off x="12714199" y="1021965"/>
            <a:ext cx="1763485" cy="1118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Qinta</a:t>
            </a:r>
            <a:endParaRPr lang="en-ID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BBFB69B-B540-E39C-19EA-15A29E812B8A}"/>
              </a:ext>
            </a:extLst>
          </p:cNvPr>
          <p:cNvSpPr/>
          <p:nvPr/>
        </p:nvSpPr>
        <p:spPr>
          <a:xfrm>
            <a:off x="471170" y="2098943"/>
            <a:ext cx="3594506" cy="1838692"/>
          </a:xfrm>
          <a:prstGeom prst="roundRect">
            <a:avLst>
              <a:gd name="adj" fmla="val 1897"/>
            </a:avLst>
          </a:prstGeom>
          <a:noFill/>
          <a:ln w="952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FI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6C021CA-D3E0-D194-1B6D-133A9E797E62}"/>
              </a:ext>
            </a:extLst>
          </p:cNvPr>
          <p:cNvSpPr/>
          <p:nvPr/>
        </p:nvSpPr>
        <p:spPr>
          <a:xfrm>
            <a:off x="471170" y="1285874"/>
            <a:ext cx="3594506" cy="706639"/>
          </a:xfrm>
          <a:prstGeom prst="roundRect">
            <a:avLst>
              <a:gd name="adj" fmla="val 11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FI">
              <a:solidFill>
                <a:schemeClr val="accent2"/>
              </a:solidFill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AB932E9-0772-6CFC-F6EB-1C90901774FE}"/>
              </a:ext>
            </a:extLst>
          </p:cNvPr>
          <p:cNvSpPr/>
          <p:nvPr/>
        </p:nvSpPr>
        <p:spPr>
          <a:xfrm>
            <a:off x="472907" y="1864497"/>
            <a:ext cx="3594506" cy="12801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CFA9435-11B0-AFE0-D284-5124AD21721D}"/>
              </a:ext>
            </a:extLst>
          </p:cNvPr>
          <p:cNvSpPr/>
          <p:nvPr/>
        </p:nvSpPr>
        <p:spPr>
          <a:xfrm>
            <a:off x="1156145" y="1416145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FISKAL</a:t>
            </a:r>
          </a:p>
          <a:p>
            <a:pPr marL="0" indent="0">
              <a:buNone/>
            </a:pP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Permintaan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tetapi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Rapuh</a:t>
            </a:r>
            <a:endParaRPr lang="en-US" sz="1400" b="1" kern="0" spc="2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B6AA7AC-0C3C-5D5B-BBD0-6CBA4DEEB5E3}"/>
              </a:ext>
            </a:extLst>
          </p:cNvPr>
          <p:cNvSpPr/>
          <p:nvPr/>
        </p:nvSpPr>
        <p:spPr>
          <a:xfrm>
            <a:off x="672338" y="2303968"/>
            <a:ext cx="319217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Outlook 2026 </a:t>
            </a:r>
            <a:r>
              <a:rPr lang="en-US" sz="125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memproyeksikan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defisit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APBN -2,85% PDB 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di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atas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asumsi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awal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2,68% </a:t>
            </a:r>
            <a:endParaRPr lang="en-US" sz="1250" b="1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Harga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minyak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domestik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tetap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di </a:t>
            </a:r>
            <a:r>
              <a:rPr lang="en-US" sz="125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saat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harga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minyak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global &gt; USD 70/</a:t>
            </a:r>
            <a:r>
              <a:rPr lang="en-US" sz="125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barel</a:t>
            </a:r>
            <a:endParaRPr lang="en-US" sz="125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Tax ratio 8,96% 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di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bawah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asumsi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10,48 %</a:t>
            </a:r>
            <a:endParaRPr lang="en-US" sz="125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03B241E3-4365-F659-9622-A16708BED3DD}"/>
              </a:ext>
            </a:extLst>
          </p:cNvPr>
          <p:cNvSpPr/>
          <p:nvPr/>
        </p:nvSpPr>
        <p:spPr>
          <a:xfrm>
            <a:off x="4266844" y="2109989"/>
            <a:ext cx="3594506" cy="1827645"/>
          </a:xfrm>
          <a:prstGeom prst="roundRect">
            <a:avLst>
              <a:gd name="adj" fmla="val 1897"/>
            </a:avLst>
          </a:prstGeom>
          <a:noFill/>
          <a:ln w="952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FI">
              <a:solidFill>
                <a:schemeClr val="lt1"/>
              </a:solidFill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4EE71CEA-33C8-3ABA-CE0B-95263ACA6DCD}"/>
              </a:ext>
            </a:extLst>
          </p:cNvPr>
          <p:cNvSpPr/>
          <p:nvPr/>
        </p:nvSpPr>
        <p:spPr>
          <a:xfrm>
            <a:off x="4266844" y="1285875"/>
            <a:ext cx="3594506" cy="457200"/>
          </a:xfrm>
          <a:prstGeom prst="roundRect">
            <a:avLst>
              <a:gd name="adj" fmla="val 11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60266BCE-C408-CE0A-4702-E2A5AE9EB495}"/>
              </a:ext>
            </a:extLst>
          </p:cNvPr>
          <p:cNvSpPr/>
          <p:nvPr/>
        </p:nvSpPr>
        <p:spPr>
          <a:xfrm>
            <a:off x="4266844" y="1622808"/>
            <a:ext cx="3594506" cy="377454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D6B78167-2E29-41A4-32F9-ED32D66ADF53}"/>
              </a:ext>
            </a:extLst>
          </p:cNvPr>
          <p:cNvSpPr/>
          <p:nvPr/>
        </p:nvSpPr>
        <p:spPr>
          <a:xfrm>
            <a:off x="4983061" y="1416145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INDONESIA</a:t>
            </a:r>
          </a:p>
          <a:p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Menahan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Guncangan</a:t>
            </a:r>
            <a:endParaRPr lang="en-US" sz="1400" b="1" kern="0" spc="2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E29A3A2E-EBD4-D6A1-BA94-879A826BAE81}"/>
              </a:ext>
            </a:extLst>
          </p:cNvPr>
          <p:cNvSpPr/>
          <p:nvPr/>
        </p:nvSpPr>
        <p:spPr>
          <a:xfrm>
            <a:off x="4449724" y="2334757"/>
            <a:ext cx="33356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Rate 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 25 bps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5,75%</a:t>
            </a:r>
            <a:endParaRPr lang="en-US" sz="125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Puncak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SRBI </a:t>
            </a:r>
            <a:r>
              <a:rPr lang="en-US" sz="1250" i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sebesar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1.072 triliun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27%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asing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(Juni 2026)</a:t>
            </a:r>
            <a:endParaRPr lang="en-US" sz="125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devisa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sekiar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r>
              <a:rPr lang="en-US" sz="1250" b="1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miliar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USD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sejak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memegang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IDR 1.8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triliun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SBN, 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2,02x asing</a:t>
            </a:r>
            <a:endParaRPr lang="en-US" sz="1250" b="1">
              <a:solidFill>
                <a:schemeClr val="accent2"/>
              </a:solidFill>
            </a:endParaRPr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AFDC9158-CD77-0836-DE37-CA2D0EA089F1}"/>
              </a:ext>
            </a:extLst>
          </p:cNvPr>
          <p:cNvSpPr/>
          <p:nvPr/>
        </p:nvSpPr>
        <p:spPr>
          <a:xfrm>
            <a:off x="8062519" y="2093023"/>
            <a:ext cx="3594506" cy="1844612"/>
          </a:xfrm>
          <a:prstGeom prst="roundRect">
            <a:avLst>
              <a:gd name="adj" fmla="val 1897"/>
            </a:avLst>
          </a:prstGeom>
          <a:noFill/>
          <a:ln w="952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FI">
              <a:solidFill>
                <a:schemeClr val="lt1"/>
              </a:solidFill>
            </a:endParaRPr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93807591-20F6-668B-364D-A21862B4297D}"/>
              </a:ext>
            </a:extLst>
          </p:cNvPr>
          <p:cNvSpPr/>
          <p:nvPr/>
        </p:nvSpPr>
        <p:spPr>
          <a:xfrm>
            <a:off x="8062519" y="1285875"/>
            <a:ext cx="3594506" cy="690716"/>
          </a:xfrm>
          <a:prstGeom prst="roundRect">
            <a:avLst>
              <a:gd name="adj" fmla="val 11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83B24E4D-59AA-6D79-2FE5-9EEB67C0E8FB}"/>
              </a:ext>
            </a:extLst>
          </p:cNvPr>
          <p:cNvSpPr/>
          <p:nvPr/>
        </p:nvSpPr>
        <p:spPr>
          <a:xfrm>
            <a:off x="8062519" y="1855279"/>
            <a:ext cx="3594506" cy="12801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C308EA34-5E21-23D5-B717-F35D253CDAD5}"/>
              </a:ext>
            </a:extLst>
          </p:cNvPr>
          <p:cNvSpPr/>
          <p:nvPr/>
        </p:nvSpPr>
        <p:spPr>
          <a:xfrm>
            <a:off x="8696991" y="1393682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 RIIL</a:t>
            </a:r>
          </a:p>
          <a:p>
            <a:pPr marL="0" indent="0">
              <a:buNone/>
            </a:pP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Menekan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Nilai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Tukar</a:t>
            </a:r>
            <a:endParaRPr lang="en-US" sz="140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E4FDA2E2-56CF-3D8C-C677-9AE49EC1A2DE}"/>
              </a:ext>
            </a:extLst>
          </p:cNvPr>
          <p:cNvSpPr/>
          <p:nvPr/>
        </p:nvSpPr>
        <p:spPr>
          <a:xfrm>
            <a:off x="8263687" y="2209532"/>
            <a:ext cx="319217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2026,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migas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USD 8,33 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miliar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Q1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tumbuh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USD 13,67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miliar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Q2 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(64,1% </a:t>
            </a:r>
            <a:r>
              <a:rPr lang="en-US" sz="1250" b="1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QtQ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b="1">
              <a:solidFill>
                <a:schemeClr val="accent2"/>
              </a:solidFill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b="1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pertumbuhan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PMA YoY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kuartal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</a:t>
            </a:r>
            <a:endParaRPr lang="en-US" sz="1250"/>
          </a:p>
        </p:txBody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2C1B56E3-DE1D-735C-1666-C2B376D63595}"/>
              </a:ext>
            </a:extLst>
          </p:cNvPr>
          <p:cNvSpPr/>
          <p:nvPr/>
        </p:nvSpPr>
        <p:spPr>
          <a:xfrm>
            <a:off x="471170" y="4975628"/>
            <a:ext cx="3594506" cy="1234009"/>
          </a:xfrm>
          <a:prstGeom prst="roundRect">
            <a:avLst>
              <a:gd name="adj" fmla="val 3409"/>
            </a:avLst>
          </a:prstGeom>
          <a:noFill/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FI">
              <a:solidFill>
                <a:schemeClr val="lt1"/>
              </a:solidFill>
            </a:endParaRPr>
          </a:p>
        </p:txBody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E0AB6FCD-1C98-7AD6-9768-E40FBFD7BFAF}"/>
              </a:ext>
            </a:extLst>
          </p:cNvPr>
          <p:cNvSpPr/>
          <p:nvPr/>
        </p:nvSpPr>
        <p:spPr>
          <a:xfrm>
            <a:off x="471170" y="4431638"/>
            <a:ext cx="3594506" cy="457200"/>
          </a:xfrm>
          <a:prstGeom prst="roundRect">
            <a:avLst>
              <a:gd name="adj" fmla="val 11000"/>
            </a:avLst>
          </a:prstGeom>
          <a:solidFill>
            <a:srgbClr val="C8860D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14E6ACFA-3F06-D15C-0E12-190B6B680E80}"/>
              </a:ext>
            </a:extLst>
          </p:cNvPr>
          <p:cNvSpPr/>
          <p:nvPr/>
        </p:nvSpPr>
        <p:spPr>
          <a:xfrm>
            <a:off x="471170" y="4760822"/>
            <a:ext cx="3594506" cy="128016"/>
          </a:xfrm>
          <a:prstGeom prst="rect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E95F5972-6712-AA40-B0A0-E6B20FF19693}"/>
              </a:ext>
            </a:extLst>
          </p:cNvPr>
          <p:cNvSpPr/>
          <p:nvPr/>
        </p:nvSpPr>
        <p:spPr>
          <a:xfrm>
            <a:off x="928370" y="4431638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Penciptaan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Ruang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Fiskal</a:t>
            </a:r>
            <a:endParaRPr lang="en-US" sz="1400"/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DE402878-F61C-0FA1-B936-8E6CC825E03F}"/>
              </a:ext>
            </a:extLst>
          </p:cNvPr>
          <p:cNvSpPr/>
          <p:nvPr/>
        </p:nvSpPr>
        <p:spPr>
          <a:xfrm>
            <a:off x="633474" y="5139868"/>
            <a:ext cx="3283610" cy="844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ratio</a:t>
            </a:r>
            <a:endParaRPr lang="en-US" sz="1250">
              <a:solidFill>
                <a:srgbClr val="3D2B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Reformasi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subsidi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</a:t>
            </a:r>
            <a:endParaRPr lang="en-US" sz="1250">
              <a:solidFill>
                <a:srgbClr val="3D2B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restitusi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Belanja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negara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selektif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Penghentian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program MBG dan KDMP</a:t>
            </a:r>
            <a:endParaRPr lang="en-US" sz="1250"/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4574A10F-8734-E4D1-66DD-CC0D32B39A00}"/>
              </a:ext>
            </a:extLst>
          </p:cNvPr>
          <p:cNvSpPr/>
          <p:nvPr/>
        </p:nvSpPr>
        <p:spPr>
          <a:xfrm>
            <a:off x="4266844" y="4975627"/>
            <a:ext cx="3594506" cy="1234009"/>
          </a:xfrm>
          <a:prstGeom prst="roundRect">
            <a:avLst>
              <a:gd name="adj" fmla="val 3409"/>
            </a:avLst>
          </a:prstGeom>
          <a:noFill/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FI">
              <a:solidFill>
                <a:schemeClr val="lt1"/>
              </a:solidFill>
            </a:endParaRPr>
          </a:p>
        </p:txBody>
      </p:sp>
      <p:sp>
        <p:nvSpPr>
          <p:cNvPr id="44" name="Shape 30">
            <a:extLst>
              <a:ext uri="{FF2B5EF4-FFF2-40B4-BE49-F238E27FC236}">
                <a16:creationId xmlns:a16="http://schemas.microsoft.com/office/drawing/2014/main" id="{61DBC27C-A5F9-E011-2B9B-ABDE2946EA3D}"/>
              </a:ext>
            </a:extLst>
          </p:cNvPr>
          <p:cNvSpPr/>
          <p:nvPr/>
        </p:nvSpPr>
        <p:spPr>
          <a:xfrm>
            <a:off x="4266844" y="4431638"/>
            <a:ext cx="3594506" cy="457200"/>
          </a:xfrm>
          <a:prstGeom prst="roundRect">
            <a:avLst>
              <a:gd name="adj" fmla="val 11000"/>
            </a:avLst>
          </a:prstGeom>
          <a:solidFill>
            <a:srgbClr val="C8860D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511E3688-5E6D-5A6E-BE75-72A369D4A1E5}"/>
              </a:ext>
            </a:extLst>
          </p:cNvPr>
          <p:cNvSpPr/>
          <p:nvPr/>
        </p:nvSpPr>
        <p:spPr>
          <a:xfrm>
            <a:off x="4266844" y="4760822"/>
            <a:ext cx="3594506" cy="128016"/>
          </a:xfrm>
          <a:prstGeom prst="rect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47" name="Text 32">
            <a:extLst>
              <a:ext uri="{FF2B5EF4-FFF2-40B4-BE49-F238E27FC236}">
                <a16:creationId xmlns:a16="http://schemas.microsoft.com/office/drawing/2014/main" id="{213EBACB-F401-288B-BE33-D32BC8A842CE}"/>
              </a:ext>
            </a:extLst>
          </p:cNvPr>
          <p:cNvSpPr/>
          <p:nvPr/>
        </p:nvSpPr>
        <p:spPr>
          <a:xfrm>
            <a:off x="4739542" y="4423889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Penegasan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Posisi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BI</a:t>
            </a:r>
            <a:endParaRPr lang="en-US" sz="1400"/>
          </a:p>
        </p:txBody>
      </p:sp>
      <p:sp>
        <p:nvSpPr>
          <p:cNvPr id="48" name="Text 33">
            <a:extLst>
              <a:ext uri="{FF2B5EF4-FFF2-40B4-BE49-F238E27FC236}">
                <a16:creationId xmlns:a16="http://schemas.microsoft.com/office/drawing/2014/main" id="{7473CB60-12ED-0ECB-A859-1B87274EB18A}"/>
              </a:ext>
            </a:extLst>
          </p:cNvPr>
          <p:cNvSpPr/>
          <p:nvPr/>
        </p:nvSpPr>
        <p:spPr>
          <a:xfrm>
            <a:off x="4486300" y="5121720"/>
            <a:ext cx="3155594" cy="844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Pengarahan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KLM ke manufaktur berorientasi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Perjelas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independensi bank sentral.</a:t>
            </a:r>
            <a:endParaRPr lang="en-US" sz="1250"/>
          </a:p>
        </p:txBody>
      </p:sp>
      <p:sp>
        <p:nvSpPr>
          <p:cNvPr id="49" name="Shape 34">
            <a:extLst>
              <a:ext uri="{FF2B5EF4-FFF2-40B4-BE49-F238E27FC236}">
                <a16:creationId xmlns:a16="http://schemas.microsoft.com/office/drawing/2014/main" id="{1450F6F5-8CBC-F6BE-9480-D05FF323EA61}"/>
              </a:ext>
            </a:extLst>
          </p:cNvPr>
          <p:cNvSpPr/>
          <p:nvPr/>
        </p:nvSpPr>
        <p:spPr>
          <a:xfrm>
            <a:off x="8062519" y="4975626"/>
            <a:ext cx="3594506" cy="1234010"/>
          </a:xfrm>
          <a:prstGeom prst="roundRect">
            <a:avLst>
              <a:gd name="adj" fmla="val 3409"/>
            </a:avLst>
          </a:prstGeom>
          <a:noFill/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FI">
              <a:solidFill>
                <a:schemeClr val="lt1"/>
              </a:solidFill>
            </a:endParaRPr>
          </a:p>
        </p:txBody>
      </p:sp>
      <p:sp>
        <p:nvSpPr>
          <p:cNvPr id="50" name="Shape 35">
            <a:extLst>
              <a:ext uri="{FF2B5EF4-FFF2-40B4-BE49-F238E27FC236}">
                <a16:creationId xmlns:a16="http://schemas.microsoft.com/office/drawing/2014/main" id="{C2663D66-0CA9-EF59-CBAE-03C97F5FB8B2}"/>
              </a:ext>
            </a:extLst>
          </p:cNvPr>
          <p:cNvSpPr/>
          <p:nvPr/>
        </p:nvSpPr>
        <p:spPr>
          <a:xfrm>
            <a:off x="8062519" y="4431638"/>
            <a:ext cx="3594506" cy="457200"/>
          </a:xfrm>
          <a:prstGeom prst="roundRect">
            <a:avLst>
              <a:gd name="adj" fmla="val 11000"/>
            </a:avLst>
          </a:prstGeom>
          <a:solidFill>
            <a:srgbClr val="C8860D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51" name="Shape 36">
            <a:extLst>
              <a:ext uri="{FF2B5EF4-FFF2-40B4-BE49-F238E27FC236}">
                <a16:creationId xmlns:a16="http://schemas.microsoft.com/office/drawing/2014/main" id="{4A295017-8988-9DC5-490A-3FA6010727F2}"/>
              </a:ext>
            </a:extLst>
          </p:cNvPr>
          <p:cNvSpPr/>
          <p:nvPr/>
        </p:nvSpPr>
        <p:spPr>
          <a:xfrm>
            <a:off x="8062519" y="4760822"/>
            <a:ext cx="3594506" cy="128016"/>
          </a:xfrm>
          <a:prstGeom prst="rect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53" name="Text 37">
            <a:extLst>
              <a:ext uri="{FF2B5EF4-FFF2-40B4-BE49-F238E27FC236}">
                <a16:creationId xmlns:a16="http://schemas.microsoft.com/office/drawing/2014/main" id="{EC2E4F2F-6186-62CB-B3C1-465C28995FFA}"/>
              </a:ext>
            </a:extLst>
          </p:cNvPr>
          <p:cNvSpPr/>
          <p:nvPr/>
        </p:nvSpPr>
        <p:spPr>
          <a:xfrm>
            <a:off x="8519719" y="4423889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Penguatan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Kualitas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Performa</a:t>
            </a:r>
            <a:endParaRPr lang="en-US" sz="1400"/>
          </a:p>
        </p:txBody>
      </p:sp>
      <p:sp>
        <p:nvSpPr>
          <p:cNvPr id="54" name="Text 38">
            <a:extLst>
              <a:ext uri="{FF2B5EF4-FFF2-40B4-BE49-F238E27FC236}">
                <a16:creationId xmlns:a16="http://schemas.microsoft.com/office/drawing/2014/main" id="{BA0E9FEC-920E-C8FC-AE14-9FAC801E6671}"/>
              </a:ext>
            </a:extLst>
          </p:cNvPr>
          <p:cNvSpPr/>
          <p:nvPr/>
        </p:nvSpPr>
        <p:spPr>
          <a:xfrm>
            <a:off x="8281975" y="5128915"/>
            <a:ext cx="3155594" cy="844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pada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berorientasi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hilirisasi, dan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deregulasi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9105AA-C143-AD85-2E4C-BA48273B38AB}"/>
              </a:ext>
            </a:extLst>
          </p:cNvPr>
          <p:cNvSpPr txBox="1"/>
          <p:nvPr/>
        </p:nvSpPr>
        <p:spPr>
          <a:xfrm>
            <a:off x="6974730" y="6518132"/>
            <a:ext cx="4859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: Kementerian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Keuangan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, Bank Indonesia, BPS, Kementerian BKPM </a:t>
            </a:r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7CC597C4-9316-FD2A-D5CC-0A4CEED1C90E}"/>
              </a:ext>
            </a:extLst>
          </p:cNvPr>
          <p:cNvSpPr/>
          <p:nvPr/>
        </p:nvSpPr>
        <p:spPr>
          <a:xfrm>
            <a:off x="471170" y="4026316"/>
            <a:ext cx="11185855" cy="318531"/>
          </a:xfrm>
          <a:prstGeom prst="roundRect">
            <a:avLst>
              <a:gd name="adj" fmla="val 11000"/>
            </a:avLst>
          </a:prstGeom>
          <a:solidFill>
            <a:srgbClr val="C8860D"/>
          </a:solidFill>
          <a:ln/>
        </p:spPr>
        <p:txBody>
          <a:bodyPr anchor="ctr" anchorCtr="0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REKOMENDASI</a:t>
            </a:r>
            <a:endParaRPr lang="en-FI" sz="16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289070-78AC-24BE-B520-FD225895DFE2}"/>
              </a:ext>
            </a:extLst>
          </p:cNvPr>
          <p:cNvSpPr txBox="1"/>
          <p:nvPr/>
        </p:nvSpPr>
        <p:spPr>
          <a:xfrm>
            <a:off x="559379" y="44712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A26C87-E0A0-036D-EBEB-9B7854D804CD}"/>
              </a:ext>
            </a:extLst>
          </p:cNvPr>
          <p:cNvSpPr txBox="1"/>
          <p:nvPr/>
        </p:nvSpPr>
        <p:spPr>
          <a:xfrm>
            <a:off x="4358284" y="44702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0CB615-EE39-8D56-65CD-EEAFBDDC2BBC}"/>
              </a:ext>
            </a:extLst>
          </p:cNvPr>
          <p:cNvSpPr txBox="1"/>
          <p:nvPr/>
        </p:nvSpPr>
        <p:spPr>
          <a:xfrm>
            <a:off x="8160089" y="447642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pic>
        <p:nvPicPr>
          <p:cNvPr id="65" name="Graphic 64" descr="Factory with solid fill">
            <a:extLst>
              <a:ext uri="{FF2B5EF4-FFF2-40B4-BE49-F238E27FC236}">
                <a16:creationId xmlns:a16="http://schemas.microsoft.com/office/drawing/2014/main" id="{DF89E4FA-9B41-0A63-7C50-F9B4F14B0E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0089" y="1403067"/>
            <a:ext cx="462658" cy="462658"/>
          </a:xfrm>
          <a:prstGeom prst="rect">
            <a:avLst/>
          </a:prstGeom>
        </p:spPr>
      </p:pic>
      <p:pic>
        <p:nvPicPr>
          <p:cNvPr id="67" name="Graphic 66" descr="Bank with solid fill">
            <a:extLst>
              <a:ext uri="{FF2B5EF4-FFF2-40B4-BE49-F238E27FC236}">
                <a16:creationId xmlns:a16="http://schemas.microsoft.com/office/drawing/2014/main" id="{23F6A057-84EC-A676-14E3-607F4D3FD7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207" y="1376719"/>
            <a:ext cx="532736" cy="532736"/>
          </a:xfrm>
          <a:prstGeom prst="rect">
            <a:avLst/>
          </a:prstGeom>
        </p:spPr>
      </p:pic>
      <p:pic>
        <p:nvPicPr>
          <p:cNvPr id="69" name="Graphic 68" descr="Coins with solid fill">
            <a:extLst>
              <a:ext uri="{FF2B5EF4-FFF2-40B4-BE49-F238E27FC236}">
                <a16:creationId xmlns:a16="http://schemas.microsoft.com/office/drawing/2014/main" id="{41741697-753F-0573-5E2C-1B072CED5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3179" y="1415291"/>
            <a:ext cx="45720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65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F310B-E043-CAB8-5354-3EC93A8C0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0CBE9-425A-6F7C-6FE2-91E5FC20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Tren </a:t>
            </a:r>
            <a:r>
              <a:rPr lang="en-US" err="1"/>
              <a:t>Peningkatan</a:t>
            </a:r>
            <a:r>
              <a:rPr lang="en-US"/>
              <a:t> ULN </a:t>
            </a:r>
            <a:r>
              <a:rPr lang="en-US" err="1"/>
              <a:t>Didominasi</a:t>
            </a:r>
            <a:r>
              <a:rPr lang="en-US"/>
              <a:t> oleh Utang </a:t>
            </a:r>
            <a:r>
              <a:rPr lang="en-US" err="1"/>
              <a:t>Jangka</a:t>
            </a:r>
            <a:r>
              <a:rPr lang="en-US"/>
              <a:t> Panjang</a:t>
            </a:r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5DA1B2-C16C-2C31-2ACA-D73AFD975474}"/>
              </a:ext>
            </a:extLst>
          </p:cNvPr>
          <p:cNvSpPr/>
          <p:nvPr/>
        </p:nvSpPr>
        <p:spPr>
          <a:xfrm>
            <a:off x="558207" y="7243888"/>
            <a:ext cx="4848045" cy="3738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ULN </a:t>
            </a:r>
            <a:r>
              <a:rPr lang="en-US" err="1"/>
              <a:t>berdasarkan</a:t>
            </a:r>
            <a:r>
              <a:rPr lang="en-US"/>
              <a:t> </a:t>
            </a:r>
            <a:r>
              <a:rPr lang="en-US" err="1"/>
              <a:t>kepemilikan</a:t>
            </a:r>
            <a:r>
              <a:rPr lang="en-US"/>
              <a:t> </a:t>
            </a:r>
            <a:r>
              <a:rPr lang="en-US" err="1"/>
              <a:t>dari</a:t>
            </a:r>
            <a:r>
              <a:rPr lang="en-US"/>
              <a:t> data </a:t>
            </a:r>
            <a:r>
              <a:rPr lang="en-US" err="1"/>
              <a:t>terlama</a:t>
            </a:r>
            <a:r>
              <a:rPr lang="en-US"/>
              <a:t> di SULNI, </a:t>
            </a:r>
            <a:r>
              <a:rPr lang="en-US" err="1"/>
              <a:t>tahunan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DEB12F-66D3-0345-2094-26D0D4886D6C}"/>
              </a:ext>
            </a:extLst>
          </p:cNvPr>
          <p:cNvSpPr/>
          <p:nvPr/>
        </p:nvSpPr>
        <p:spPr>
          <a:xfrm>
            <a:off x="6872241" y="7653981"/>
            <a:ext cx="4848045" cy="3738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ULN </a:t>
            </a:r>
            <a:r>
              <a:rPr lang="en-US" err="1"/>
              <a:t>berdasarkan</a:t>
            </a:r>
            <a:r>
              <a:rPr lang="en-US"/>
              <a:t> </a:t>
            </a:r>
            <a:r>
              <a:rPr lang="en-US" err="1"/>
              <a:t>jatuh</a:t>
            </a:r>
            <a:r>
              <a:rPr lang="en-US"/>
              <a:t> tempo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16EFE6-F261-0EAA-3BD0-8A0CACD7C37F}"/>
              </a:ext>
            </a:extLst>
          </p:cNvPr>
          <p:cNvSpPr/>
          <p:nvPr/>
        </p:nvSpPr>
        <p:spPr>
          <a:xfrm>
            <a:off x="12685486" y="544209"/>
            <a:ext cx="1763485" cy="1118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Qinta</a:t>
            </a:r>
            <a:endParaRPr lang="en-ID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ADDE6561-92C6-BD65-251F-35DD36A6B5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3659064"/>
              </p:ext>
            </p:extLst>
          </p:nvPr>
        </p:nvGraphicFramePr>
        <p:xfrm>
          <a:off x="14213830" y="4283219"/>
          <a:ext cx="5220000" cy="51495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2A41C54-6A32-B951-7593-AC0E8D5B66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6373011"/>
              </p:ext>
            </p:extLst>
          </p:nvPr>
        </p:nvGraphicFramePr>
        <p:xfrm>
          <a:off x="-5221931" y="8407220"/>
          <a:ext cx="5221931" cy="51495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7A4472E-A2F3-EFC6-95B1-660F9184DEF4}"/>
              </a:ext>
            </a:extLst>
          </p:cNvPr>
          <p:cNvSpPr txBox="1"/>
          <p:nvPr/>
        </p:nvSpPr>
        <p:spPr>
          <a:xfrm>
            <a:off x="9736218" y="6581001"/>
            <a:ext cx="2238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: Bank Indonesia,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diolah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2621A92-75F2-BA41-91DC-879C7318EB6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4415989"/>
              </p:ext>
            </p:extLst>
          </p:nvPr>
        </p:nvGraphicFramePr>
        <p:xfrm>
          <a:off x="6096000" y="1186818"/>
          <a:ext cx="5508000" cy="4941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A3D6D96D-352F-1039-5C34-E983F1BB15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390454"/>
              </p:ext>
            </p:extLst>
          </p:nvPr>
        </p:nvGraphicFramePr>
        <p:xfrm>
          <a:off x="414626" y="1158700"/>
          <a:ext cx="5537793" cy="4941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594454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EC099-B5D1-96E6-5676-4C45065CA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33E9C-EEE3-D2FD-4A1F-C0B35E5FE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ULN </a:t>
            </a:r>
            <a:r>
              <a:rPr lang="en-ID" err="1"/>
              <a:t>Menunjukan</a:t>
            </a:r>
            <a:r>
              <a:rPr lang="en-ID"/>
              <a:t> </a:t>
            </a:r>
            <a:r>
              <a:rPr lang="en-ID" err="1"/>
              <a:t>Pertumbuhan</a:t>
            </a:r>
            <a:r>
              <a:rPr lang="en-ID"/>
              <a:t> </a:t>
            </a:r>
            <a:r>
              <a:rPr lang="en-ID" err="1"/>
              <a:t>Sejak</a:t>
            </a:r>
            <a:r>
              <a:rPr lang="en-ID"/>
              <a:t> Akhir 2018 </a:t>
            </a:r>
            <a:r>
              <a:rPr lang="en-ID" err="1"/>
              <a:t>Terlepas</a:t>
            </a:r>
            <a:r>
              <a:rPr lang="en-ID"/>
              <a:t> </a:t>
            </a:r>
            <a:r>
              <a:rPr lang="en-ID" err="1"/>
              <a:t>Jangka</a:t>
            </a:r>
            <a:r>
              <a:rPr lang="en-ID"/>
              <a:t> Waktu </a:t>
            </a:r>
            <a:r>
              <a:rPr lang="en-ID" err="1"/>
              <a:t>Maupun</a:t>
            </a:r>
            <a:r>
              <a:rPr lang="en-ID"/>
              <a:t> </a:t>
            </a:r>
            <a:r>
              <a:rPr lang="en-ID" err="1"/>
              <a:t>Kepemilikan</a:t>
            </a:r>
            <a:r>
              <a:rPr lang="en-ID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5BA065-C29A-BD47-EAA1-9FC4A04FDFE6}"/>
              </a:ext>
            </a:extLst>
          </p:cNvPr>
          <p:cNvSpPr/>
          <p:nvPr/>
        </p:nvSpPr>
        <p:spPr>
          <a:xfrm>
            <a:off x="6872241" y="8223529"/>
            <a:ext cx="4848045" cy="3738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ULN </a:t>
            </a:r>
            <a:r>
              <a:rPr lang="en-US" err="1"/>
              <a:t>berdasarkan</a:t>
            </a:r>
            <a:r>
              <a:rPr lang="en-US"/>
              <a:t> </a:t>
            </a:r>
            <a:r>
              <a:rPr lang="en-US" err="1"/>
              <a:t>kepemilikan</a:t>
            </a:r>
            <a:r>
              <a:rPr lang="en-US"/>
              <a:t>, </a:t>
            </a:r>
          </a:p>
          <a:p>
            <a:pPr algn="ctr"/>
            <a:endParaRPr lang="en-US"/>
          </a:p>
          <a:p>
            <a:pPr algn="ctr"/>
            <a:r>
              <a:rPr lang="en-US"/>
              <a:t>BI</a:t>
            </a:r>
          </a:p>
          <a:p>
            <a:pPr algn="ctr"/>
            <a:r>
              <a:rPr lang="en-US" err="1"/>
              <a:t>Pemerintah</a:t>
            </a:r>
            <a:endParaRPr lang="en-US"/>
          </a:p>
          <a:p>
            <a:pPr algn="ctr"/>
            <a:r>
              <a:rPr lang="en-US" err="1"/>
              <a:t>Swasta</a:t>
            </a:r>
            <a:endParaRPr lang="en-US"/>
          </a:p>
          <a:p>
            <a:pPr algn="ctr"/>
            <a:endParaRPr lang="en-US"/>
          </a:p>
          <a:p>
            <a:pPr algn="ctr"/>
            <a:r>
              <a:rPr lang="en-US" err="1"/>
              <a:t>Bikin</a:t>
            </a:r>
            <a:r>
              <a:rPr lang="en-US"/>
              <a:t> bar </a:t>
            </a:r>
            <a:r>
              <a:rPr lang="en-US" err="1"/>
              <a:t>ke</a:t>
            </a:r>
            <a:r>
              <a:rPr lang="en-US"/>
              <a:t> </a:t>
            </a:r>
            <a:r>
              <a:rPr lang="en-US" err="1"/>
              <a:t>samping</a:t>
            </a:r>
            <a:r>
              <a:rPr lang="en-US"/>
              <a:t>, </a:t>
            </a:r>
            <a:r>
              <a:rPr lang="en-US" err="1"/>
              <a:t>untuk</a:t>
            </a:r>
            <a:r>
              <a:rPr lang="en-US"/>
              <a:t> masing2 data </a:t>
            </a:r>
            <a:r>
              <a:rPr lang="en-US" err="1"/>
              <a:t>terkini</a:t>
            </a:r>
            <a:r>
              <a:rPr lang="en-US"/>
              <a:t> </a:t>
            </a:r>
            <a:r>
              <a:rPr lang="en-US" err="1"/>
              <a:t>dibandingkan</a:t>
            </a:r>
            <a:r>
              <a:rPr lang="en-US"/>
              <a:t> </a:t>
            </a:r>
            <a:r>
              <a:rPr lang="en-US" err="1"/>
              <a:t>dengan</a:t>
            </a:r>
            <a:r>
              <a:rPr lang="en-US"/>
              <a:t> Des’18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386C8C-3446-6FCD-4B73-FF6DAE556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318" y="9391428"/>
            <a:ext cx="4133880" cy="30956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D42E197-8B67-50EB-2CA4-F0C58E099DAB}"/>
              </a:ext>
            </a:extLst>
          </p:cNvPr>
          <p:cNvSpPr/>
          <p:nvPr/>
        </p:nvSpPr>
        <p:spPr>
          <a:xfrm>
            <a:off x="13382403" y="1247330"/>
            <a:ext cx="1763485" cy="1118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Qinta</a:t>
            </a:r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6E464-4844-2267-92AD-4AA82067730B}"/>
              </a:ext>
            </a:extLst>
          </p:cNvPr>
          <p:cNvSpPr txBox="1"/>
          <p:nvPr/>
        </p:nvSpPr>
        <p:spPr>
          <a:xfrm>
            <a:off x="9736218" y="6581001"/>
            <a:ext cx="22381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: Bank Indonesia,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diolah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13A106A9-D05C-8379-ACCF-1D84F1F20B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2360333"/>
              </p:ext>
            </p:extLst>
          </p:nvPr>
        </p:nvGraphicFramePr>
        <p:xfrm>
          <a:off x="187504" y="1285467"/>
          <a:ext cx="3866606" cy="4736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C685F0F-A243-FE47-96B0-A01606D468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7682461"/>
              </p:ext>
            </p:extLst>
          </p:nvPr>
        </p:nvGraphicFramePr>
        <p:xfrm>
          <a:off x="4054110" y="1285467"/>
          <a:ext cx="4133880" cy="47364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7566D325-B1ED-3F4A-A3F4-4D343780BC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7474258"/>
              </p:ext>
            </p:extLst>
          </p:nvPr>
        </p:nvGraphicFramePr>
        <p:xfrm>
          <a:off x="7920716" y="1285466"/>
          <a:ext cx="3799570" cy="47364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720345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31AC-B783-BB8E-01DC-436FD683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Namun</a:t>
            </a:r>
            <a:r>
              <a:rPr lang="en-US"/>
              <a:t> </a:t>
            </a:r>
            <a:r>
              <a:rPr lang="en-US" err="1"/>
              <a:t>Demikian</a:t>
            </a:r>
            <a:r>
              <a:rPr lang="en-US"/>
              <a:t>, </a:t>
            </a:r>
            <a:r>
              <a:rPr lang="en-US" err="1"/>
              <a:t>Kepercayaan</a:t>
            </a:r>
            <a:r>
              <a:rPr lang="en-US"/>
              <a:t> Investor </a:t>
            </a:r>
            <a:r>
              <a:rPr lang="en-US" err="1"/>
              <a:t>Menurun</a:t>
            </a:r>
            <a:r>
              <a:rPr lang="en-US"/>
              <a:t> </a:t>
            </a:r>
            <a:r>
              <a:rPr lang="en-US" err="1"/>
              <a:t>Sejalan</a:t>
            </a:r>
            <a:r>
              <a:rPr lang="en-US"/>
              <a:t> </a:t>
            </a:r>
            <a:r>
              <a:rPr lang="en-US" err="1"/>
              <a:t>dengan</a:t>
            </a:r>
            <a:r>
              <a:rPr lang="en-US"/>
              <a:t> ….</a:t>
            </a:r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22357F-0260-CA85-ABFD-538A671835EE}"/>
              </a:ext>
            </a:extLst>
          </p:cNvPr>
          <p:cNvSpPr/>
          <p:nvPr/>
        </p:nvSpPr>
        <p:spPr>
          <a:xfrm>
            <a:off x="-1276943" y="4689473"/>
            <a:ext cx="1111843" cy="16447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MSCI</a:t>
            </a:r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61F6B8-4C92-12B4-0D0B-BA4B82D50CD2}"/>
              </a:ext>
            </a:extLst>
          </p:cNvPr>
          <p:cNvSpPr/>
          <p:nvPr/>
        </p:nvSpPr>
        <p:spPr>
          <a:xfrm>
            <a:off x="11588629" y="-120208"/>
            <a:ext cx="1788544" cy="9201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Sunni</a:t>
            </a:r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999CE2-8469-EAB4-E8B2-5B4CF28EE187}"/>
              </a:ext>
            </a:extLst>
          </p:cNvPr>
          <p:cNvSpPr txBox="1"/>
          <p:nvPr/>
        </p:nvSpPr>
        <p:spPr>
          <a:xfrm>
            <a:off x="-5432548" y="1988377"/>
            <a:ext cx="5990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500"/>
              </a:spcAft>
              <a:buNone/>
            </a:pP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Moody's dan Fitch </a:t>
            </a:r>
            <a:r>
              <a:rPr lang="en-ID" sz="1200" i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pertahankan</a:t>
            </a: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Outlook </a:t>
            </a:r>
            <a:r>
              <a:rPr lang="en-ID" sz="1200" i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S&amp;P Tetap Stabil, </a:t>
            </a:r>
            <a:b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MSCI </a:t>
            </a:r>
            <a:r>
              <a:rPr lang="en-ID" sz="1200" i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perpanjang</a:t>
            </a: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200" i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Tinjauan</a:t>
            </a: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sz="1200" i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Klasifikasi</a:t>
            </a: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Pasar Indonesia </a:t>
            </a:r>
            <a:r>
              <a:rPr lang="en-ID" sz="1200" i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hingga</a:t>
            </a:r>
            <a:r>
              <a:rPr lang="en-ID" sz="1200" i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Nov 2026</a:t>
            </a:r>
            <a:endParaRPr lang="en-ID" sz="1200" i="0">
              <a:solidFill>
                <a:srgbClr val="3D2B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86B3E622-2D53-7ACC-9D0E-C55F349AD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8942786"/>
              </p:ext>
            </p:extLst>
          </p:nvPr>
        </p:nvGraphicFramePr>
        <p:xfrm>
          <a:off x="324265" y="1187456"/>
          <a:ext cx="5900623" cy="5485433"/>
        </p:xfrm>
        <a:graphic>
          <a:graphicData uri="http://schemas.openxmlformats.org/drawingml/2006/table">
            <a:tbl>
              <a:tblPr/>
              <a:tblGrid>
                <a:gridCol w="850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7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34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Lembaga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Rating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Outlook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Risiko Utama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Review Berikutnya</a:t>
                      </a:r>
                      <a:endParaRPr lang="en-US" sz="12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2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6B4423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Moody's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Baa2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Negatif</a:t>
                      </a: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Kebijakan kurang konsisten, Kenaikan belanja sosial berisiko melebarkan defisit, Basis penerimaan negara lemah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Feb–Agu 2027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6B4423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Fitch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BBB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C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Negatif</a:t>
                      </a: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Target pertumbuhan tinggi berisiko melonggarkan kebijakan fiskal/moneter, Defisit transaksi berjalan melebar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 2027–Mar 2028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6B4423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S&amp;P Global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BBB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Stabil</a:t>
                      </a: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Rating jangka panjang BBB dan jangka pendek A-2 dipertahankan; Tekanan fiskal dan eksternal dinilai bersifat temporer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±Jul 2027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681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6B4423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MSCI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Review Klasifikasi</a:t>
                      </a: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Information Flow turun: dari "+" ke "−" karena opasitas struktur kepemilikan dan indikasi </a:t>
                      </a:r>
                      <a:r>
                        <a:rPr lang="en-US" sz="1400" i="1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coordinated trading</a:t>
                      </a:r>
                      <a:endParaRPr lang="en-US" sz="1400" i="1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>
                          <a:solidFill>
                            <a:srgbClr val="3D2B1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 Nov 2026</a:t>
                      </a:r>
                      <a:endParaRPr lang="en-US" sz="14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8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780C00E-F31C-3301-AA62-BB5E3BB9D6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338042"/>
              </p:ext>
            </p:extLst>
          </p:nvPr>
        </p:nvGraphicFramePr>
        <p:xfrm>
          <a:off x="6426661" y="1187455"/>
          <a:ext cx="5562957" cy="5397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62367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37F399C3-6D78-CF29-3C16-CAA8AA809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3948630"/>
              </p:ext>
            </p:extLst>
          </p:nvPr>
        </p:nvGraphicFramePr>
        <p:xfrm>
          <a:off x="162356" y="1155969"/>
          <a:ext cx="3933393" cy="5422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85E4058-E799-1CC2-E1CF-4EEE4AA4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Sentimen</a:t>
            </a:r>
            <a:r>
              <a:rPr lang="en-US"/>
              <a:t> negative </a:t>
            </a:r>
            <a:r>
              <a:rPr lang="en-US" err="1"/>
              <a:t>menyebabkan</a:t>
            </a:r>
            <a:r>
              <a:rPr lang="en-US"/>
              <a:t> outflow, yang pada </a:t>
            </a:r>
            <a:r>
              <a:rPr lang="en-US" err="1"/>
              <a:t>akhirnya</a:t>
            </a:r>
            <a:r>
              <a:rPr lang="en-US"/>
              <a:t> </a:t>
            </a:r>
            <a:r>
              <a:rPr lang="en-US" err="1"/>
              <a:t>berdampak</a:t>
            </a:r>
            <a:r>
              <a:rPr lang="en-US"/>
              <a:t> </a:t>
            </a:r>
            <a:r>
              <a:rPr lang="en-US" err="1"/>
              <a:t>terhadap</a:t>
            </a:r>
            <a:r>
              <a:rPr lang="en-US"/>
              <a:t> rupiah, </a:t>
            </a:r>
            <a:r>
              <a:rPr lang="en-US" err="1"/>
              <a:t>hingga</a:t>
            </a:r>
            <a:r>
              <a:rPr lang="en-US"/>
              <a:t> </a:t>
            </a:r>
            <a:r>
              <a:rPr lang="en-US" err="1"/>
              <a:t>akhirnya</a:t>
            </a:r>
            <a:r>
              <a:rPr lang="en-US"/>
              <a:t> BI </a:t>
            </a:r>
            <a:r>
              <a:rPr lang="en-US" err="1"/>
              <a:t>harus</a:t>
            </a:r>
            <a:r>
              <a:rPr lang="en-US"/>
              <a:t> </a:t>
            </a:r>
            <a:r>
              <a:rPr lang="en-US" err="1"/>
              <a:t>menaikkan</a:t>
            </a:r>
            <a:r>
              <a:rPr lang="en-US"/>
              <a:t> </a:t>
            </a:r>
            <a:r>
              <a:rPr lang="en-US" err="1"/>
              <a:t>suku</a:t>
            </a:r>
            <a:r>
              <a:rPr lang="en-US"/>
              <a:t> bunga </a:t>
            </a:r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577AD4-D8DA-9A50-F450-88F7DE95986D}"/>
              </a:ext>
            </a:extLst>
          </p:cNvPr>
          <p:cNvSpPr/>
          <p:nvPr/>
        </p:nvSpPr>
        <p:spPr>
          <a:xfrm>
            <a:off x="11516959" y="52182"/>
            <a:ext cx="1788544" cy="9201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Sunni</a:t>
            </a:r>
            <a:endParaRPr lang="en-ID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8A300B8-B9AE-E64F-863F-3D90D6BC73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1473811"/>
              </p:ext>
            </p:extLst>
          </p:nvPr>
        </p:nvGraphicFramePr>
        <p:xfrm>
          <a:off x="4382859" y="7638567"/>
          <a:ext cx="3710017" cy="5452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8B722EE3-C0AB-5177-0FA7-4B6E49FF6D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9003428"/>
              </p:ext>
            </p:extLst>
          </p:nvPr>
        </p:nvGraphicFramePr>
        <p:xfrm>
          <a:off x="13022514" y="1171676"/>
          <a:ext cx="3709134" cy="54421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7A9ABD9-0C35-556D-32B0-C5C39C7357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6146287"/>
              </p:ext>
            </p:extLst>
          </p:nvPr>
        </p:nvGraphicFramePr>
        <p:xfrm>
          <a:off x="8936273" y="7794896"/>
          <a:ext cx="3548244" cy="5314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1CDC6565-88B3-C5F8-A0FE-61F1FA1E56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074065"/>
              </p:ext>
            </p:extLst>
          </p:nvPr>
        </p:nvGraphicFramePr>
        <p:xfrm>
          <a:off x="7976389" y="1155970"/>
          <a:ext cx="3933393" cy="54228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969A1773-0D17-5EE2-6A9A-A74CB2EEAF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4629264"/>
              </p:ext>
            </p:extLst>
          </p:nvPr>
        </p:nvGraphicFramePr>
        <p:xfrm>
          <a:off x="-6863512" y="5481227"/>
          <a:ext cx="3787382" cy="5362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3A455808-00D7-8424-9211-E46003B447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0008281"/>
              </p:ext>
            </p:extLst>
          </p:nvPr>
        </p:nvGraphicFramePr>
        <p:xfrm>
          <a:off x="-5342557" y="2324370"/>
          <a:ext cx="3671751" cy="5314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1" name="TextBox 2">
            <a:extLst>
              <a:ext uri="{FF2B5EF4-FFF2-40B4-BE49-F238E27FC236}">
                <a16:creationId xmlns:a16="http://schemas.microsoft.com/office/drawing/2014/main" id="{6F1833C7-58E1-CAC0-D16D-EB5BFF524513}"/>
              </a:ext>
            </a:extLst>
          </p:cNvPr>
          <p:cNvSpPr txBox="1"/>
          <p:nvPr/>
        </p:nvSpPr>
        <p:spPr>
          <a:xfrm>
            <a:off x="403742" y="2671762"/>
            <a:ext cx="1306967" cy="757238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*2026</a:t>
            </a:r>
            <a:r>
              <a:rPr lang="en-GB" b="1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b="1" baseline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Ytd</a:t>
            </a:r>
            <a:r>
              <a:rPr lang="en-GB" b="1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l"/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Saham  </a:t>
            </a:r>
            <a:r>
              <a:rPr lang="en-GB" sz="1000" baseline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s.d.</a:t>
            </a:r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08/10</a:t>
            </a:r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/26</a:t>
            </a:r>
          </a:p>
          <a:p>
            <a:pPr algn="l"/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SBN </a:t>
            </a:r>
            <a:r>
              <a:rPr lang="en-GB" sz="1000" baseline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s.d.</a:t>
            </a:r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06</a:t>
            </a:r>
            <a:r>
              <a:rPr lang="en-GB" sz="1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/Oct/26</a:t>
            </a:r>
            <a:endParaRPr lang="en-GB" sz="1000" baseline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SRBI </a:t>
            </a:r>
            <a:r>
              <a:rPr lang="en-GB" sz="1000" baseline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s.d.</a:t>
            </a:r>
            <a:r>
              <a:rPr lang="en-GB" sz="1000" baseline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30/Agu/26</a:t>
            </a:r>
            <a:endParaRPr lang="en-FI" sz="1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3B29DBE5-3B93-8E79-EBEC-CD48AED27C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1207923"/>
              </p:ext>
            </p:extLst>
          </p:nvPr>
        </p:nvGraphicFramePr>
        <p:xfrm>
          <a:off x="4200193" y="1160173"/>
          <a:ext cx="3671751" cy="5452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0DF4F94C-4E00-C425-5BF3-BCE15558D582}"/>
              </a:ext>
            </a:extLst>
          </p:cNvPr>
          <p:cNvSpPr txBox="1"/>
          <p:nvPr/>
        </p:nvSpPr>
        <p:spPr>
          <a:xfrm>
            <a:off x="4709886" y="6455729"/>
            <a:ext cx="229416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*Data per 09 Oct 2026</a:t>
            </a:r>
          </a:p>
        </p:txBody>
      </p:sp>
    </p:spTree>
    <p:extLst>
      <p:ext uri="{BB962C8B-B14F-4D97-AF65-F5344CB8AC3E}">
        <p14:creationId xmlns:p14="http://schemas.microsoft.com/office/powerpoint/2010/main" val="3598207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i="0">
                <a:solidFill>
                  <a:srgbClr val="000000"/>
                </a:solidFill>
                <a:latin typeface="Arial"/>
              </a:rPr>
              <a:t>Tren </a:t>
            </a:r>
            <a:r>
              <a:rPr lang="en-US" sz="1800" b="1" i="1">
                <a:solidFill>
                  <a:srgbClr val="000000"/>
                </a:solidFill>
                <a:latin typeface="Arial"/>
              </a:rPr>
              <a:t>Debt Servicing Ratio </a:t>
            </a:r>
            <a:r>
              <a:rPr lang="en-US">
                <a:solidFill>
                  <a:srgbClr val="000000"/>
                </a:solidFill>
              </a:rPr>
              <a:t>Indonesia </a:t>
            </a:r>
            <a:r>
              <a:rPr lang="en-US" sz="1800" b="1" err="1">
                <a:solidFill>
                  <a:srgbClr val="000000"/>
                </a:solidFill>
                <a:latin typeface="Arial"/>
              </a:rPr>
              <a:t>Cender</a:t>
            </a:r>
            <a:r>
              <a:rPr lang="en-US" err="1">
                <a:solidFill>
                  <a:srgbClr val="000000"/>
                </a:solidFill>
              </a:rPr>
              <a:t>ung</a:t>
            </a:r>
            <a:r>
              <a:rPr lang="en-US">
                <a:solidFill>
                  <a:srgbClr val="000000"/>
                </a:solidFill>
              </a:rPr>
              <a:t> Stabil,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Namun</a:t>
            </a:r>
            <a:r>
              <a:rPr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sz="1800" b="1" i="0" err="1">
                <a:solidFill>
                  <a:srgbClr val="000000"/>
                </a:solidFill>
                <a:latin typeface="Arial"/>
              </a:rPr>
              <a:t>Rasio</a:t>
            </a:r>
            <a:r>
              <a:rPr sz="1800" b="1" i="0">
                <a:solidFill>
                  <a:srgbClr val="000000"/>
                </a:solidFill>
                <a:latin typeface="Arial"/>
              </a:rPr>
              <a:t> ULN </a:t>
            </a:r>
            <a:r>
              <a:rPr sz="1800" b="1" i="0" err="1">
                <a:solidFill>
                  <a:srgbClr val="000000"/>
                </a:solidFill>
                <a:latin typeface="Arial"/>
              </a:rPr>
              <a:t>Jangka</a:t>
            </a:r>
            <a:r>
              <a:rPr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sz="1800" b="1" i="0" err="1">
                <a:solidFill>
                  <a:srgbClr val="000000"/>
                </a:solidFill>
                <a:latin typeface="Arial"/>
              </a:rPr>
              <a:t>Pendek</a:t>
            </a:r>
            <a:r>
              <a:rPr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sz="1800" b="1" i="0" err="1">
                <a:solidFill>
                  <a:srgbClr val="000000"/>
                </a:solidFill>
                <a:latin typeface="Arial"/>
              </a:rPr>
              <a:t>terhadap</a:t>
            </a:r>
            <a:r>
              <a:rPr sz="1800" b="1" i="0">
                <a:solidFill>
                  <a:srgbClr val="000000"/>
                </a:solidFill>
                <a:latin typeface="Arial"/>
              </a:rPr>
              <a:t> Cadangan Devisa </a:t>
            </a:r>
            <a:r>
              <a:rPr sz="1800" b="1" i="0" err="1">
                <a:solidFill>
                  <a:srgbClr val="000000"/>
                </a:solidFill>
                <a:latin typeface="Arial"/>
              </a:rPr>
              <a:t>Meningkat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pada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Kuartal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II 2026</a:t>
            </a:r>
            <a:endParaRPr sz="1800" b="1" i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77639" y="651967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Calibri"/>
              </a:rPr>
              <a:t>Sumber: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Bank Indonesia, Statistik Utang Luar Negeri Indonesia (SULNI)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7169"/>
              </p:ext>
            </p:extLst>
          </p:nvPr>
        </p:nvGraphicFramePr>
        <p:xfrm>
          <a:off x="557784" y="1097280"/>
          <a:ext cx="55778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465160"/>
              </p:ext>
            </p:extLst>
          </p:nvPr>
        </p:nvGraphicFramePr>
        <p:xfrm>
          <a:off x="6272784" y="1097280"/>
          <a:ext cx="55778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57784" y="4956048"/>
            <a:ext cx="5577840" cy="1463040"/>
          </a:xfrm>
          <a:prstGeom prst="roundRect">
            <a:avLst>
              <a:gd name="adj" fmla="val 12000"/>
            </a:avLst>
          </a:prstGeom>
          <a:solidFill>
            <a:srgbClr val="FBF3E6"/>
          </a:solidFill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694944" y="5404104"/>
            <a:ext cx="566928" cy="566928"/>
          </a:xfrm>
          <a:prstGeom prst="ellipse">
            <a:avLst/>
          </a:prstGeom>
          <a:solidFill>
            <a:srgbClr val="F0A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522976"/>
            <a:ext cx="329184" cy="3291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80744" y="5061242"/>
            <a:ext cx="4663440" cy="125265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ID" sz="1400" b="1" i="0" err="1">
                <a:solidFill>
                  <a:srgbClr val="7B4A3A"/>
                </a:solidFill>
                <a:latin typeface="Calibri"/>
              </a:rPr>
              <a:t>Meningkatkan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</a:t>
            </a:r>
            <a:r>
              <a:rPr lang="en-ID" sz="1400" b="1" i="1">
                <a:solidFill>
                  <a:srgbClr val="7B4A3A"/>
                </a:solidFill>
                <a:latin typeface="Calibri"/>
              </a:rPr>
              <a:t>Current Account Receipts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ID" sz="1200" b="0" i="0" err="1">
                <a:solidFill>
                  <a:srgbClr val="000000"/>
                </a:solidFill>
                <a:latin typeface="Calibri"/>
              </a:rPr>
              <a:t>Ekspor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perlu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meningkat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: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jangka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pendek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dari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SDA,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jangka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panjang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dari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manufaktur</a:t>
            </a:r>
            <a:r>
              <a:rPr lang="en-ID" sz="12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ID" sz="1200" b="0" i="0" err="1">
                <a:solidFill>
                  <a:srgbClr val="000000"/>
                </a:solidFill>
                <a:latin typeface="Calibri"/>
              </a:rPr>
              <a:t>Kebijakan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bebas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visa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untuk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menambah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devisa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dari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pariwisata</a:t>
            </a:r>
            <a:endParaRPr sz="1200" b="0" i="0">
              <a:solidFill>
                <a:srgbClr val="000000"/>
              </a:solidFill>
              <a:latin typeface="Calibri"/>
            </a:endParaRP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Meningkatkan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kualitas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pekerja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migran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Indonesia (TKI) agar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remitansi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meningkat</a:t>
            </a:r>
            <a:r>
              <a:rPr lang="en-ID" sz="1200" b="0" i="0">
                <a:solidFill>
                  <a:srgbClr val="000000"/>
                </a:solidFill>
                <a:latin typeface="Calibri"/>
              </a:rPr>
              <a:t>.</a:t>
            </a:r>
            <a:endParaRPr sz="1200" b="0" i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72784" y="4956048"/>
            <a:ext cx="5577840" cy="1463040"/>
          </a:xfrm>
          <a:prstGeom prst="roundRect">
            <a:avLst>
              <a:gd name="adj" fmla="val 12000"/>
            </a:avLst>
          </a:prstGeom>
          <a:solidFill>
            <a:srgbClr val="FBF3E6"/>
          </a:solidFill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09944" y="5404104"/>
            <a:ext cx="566928" cy="566928"/>
          </a:xfrm>
          <a:prstGeom prst="ellipse">
            <a:avLst/>
          </a:prstGeom>
          <a:solidFill>
            <a:srgbClr val="F0A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omments-doll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5522976"/>
            <a:ext cx="329184" cy="3291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95744" y="5061242"/>
            <a:ext cx="4663440" cy="104233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ID" sz="1400" b="1" i="0" err="1">
                <a:solidFill>
                  <a:srgbClr val="7B4A3A"/>
                </a:solidFill>
                <a:latin typeface="Calibri"/>
              </a:rPr>
              <a:t>Menjaga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</a:t>
            </a:r>
            <a:r>
              <a:rPr lang="en-ID" sz="1400" b="1" i="0" err="1">
                <a:solidFill>
                  <a:srgbClr val="7B4A3A"/>
                </a:solidFill>
                <a:latin typeface="Calibri"/>
              </a:rPr>
              <a:t>Sentimen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dan </a:t>
            </a:r>
            <a:r>
              <a:rPr lang="en-ID" sz="1400" b="1" i="0" err="1">
                <a:solidFill>
                  <a:srgbClr val="7B4A3A"/>
                </a:solidFill>
                <a:latin typeface="Calibri"/>
              </a:rPr>
              <a:t>Ekspektasi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Pasar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Calibri"/>
              </a:rPr>
              <a:t>Reformasi pasar modal oleh OJK,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termasuk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demutualisasi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bursa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dan </a:t>
            </a:r>
            <a:r>
              <a:rPr lang="en-US" sz="1200" b="0" i="0" err="1">
                <a:solidFill>
                  <a:srgbClr val="000000"/>
                </a:solidFill>
                <a:latin typeface="Calibri"/>
              </a:rPr>
              <a:t>transparansi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i="0" err="1">
                <a:solidFill>
                  <a:srgbClr val="000000"/>
                </a:solidFill>
                <a:latin typeface="Calibri"/>
              </a:rPr>
              <a:t>kepemilikan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i="0" err="1">
                <a:solidFill>
                  <a:srgbClr val="000000"/>
                </a:solidFill>
                <a:latin typeface="Calibri"/>
              </a:rPr>
              <a:t>saham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,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untuk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menjaga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kepercayaan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investor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.</a:t>
            </a:r>
            <a:endParaRPr sz="1200" b="0" i="0">
              <a:solidFill>
                <a:srgbClr val="000000"/>
              </a:solidFill>
              <a:latin typeface="Calibri"/>
            </a:endParaRP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ID" sz="1200" b="0" i="0" err="1">
                <a:solidFill>
                  <a:srgbClr val="000000"/>
                </a:solidFill>
                <a:latin typeface="Calibri"/>
              </a:rPr>
              <a:t>Arus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modal yang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lebih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stabil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mengurangi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tekanan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pada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nilai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tukar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dan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kebutuhan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valas</a:t>
            </a:r>
            <a:r>
              <a:rPr lang="en-ID" sz="1200" b="0" i="0">
                <a:solidFill>
                  <a:srgbClr val="000000"/>
                </a:solidFill>
                <a:latin typeface="Calibri"/>
              </a:rPr>
              <a:t>.</a:t>
            </a:r>
            <a:endParaRPr sz="1200" b="0" i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DAE361-A912-A6DC-0717-AAB9C6ABBAB7}"/>
              </a:ext>
            </a:extLst>
          </p:cNvPr>
          <p:cNvSpPr/>
          <p:nvPr/>
        </p:nvSpPr>
        <p:spPr>
          <a:xfrm>
            <a:off x="12081793" y="972333"/>
            <a:ext cx="1763485" cy="1118010"/>
          </a:xfrm>
          <a:prstGeom prst="rect">
            <a:avLst/>
          </a:prstGeom>
          <a:solidFill>
            <a:srgbClr val="00B050"/>
          </a:solidFill>
          <a:ln>
            <a:solidFill>
              <a:srgbClr val="199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Axel</a:t>
            </a:r>
            <a:endParaRPr lang="en-ID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z="1800" b="1" i="0" err="1">
                <a:solidFill>
                  <a:srgbClr val="000000"/>
                </a:solidFill>
                <a:latin typeface="Arial"/>
              </a:rPr>
              <a:t>Porsi</a:t>
            </a:r>
            <a:r>
              <a:rPr sz="1800" b="1" i="0">
                <a:solidFill>
                  <a:srgbClr val="000000"/>
                </a:solidFill>
                <a:latin typeface="Arial"/>
              </a:rPr>
              <a:t> ULN </a:t>
            </a:r>
            <a:r>
              <a:rPr lang="en-ID" sz="1800" b="1" i="0" err="1">
                <a:solidFill>
                  <a:srgbClr val="000000"/>
                </a:solidFill>
                <a:latin typeface="Arial"/>
              </a:rPr>
              <a:t>Jangka</a:t>
            </a:r>
            <a:r>
              <a:rPr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ID" sz="1800" b="1" i="0" err="1">
                <a:solidFill>
                  <a:srgbClr val="000000"/>
                </a:solidFill>
                <a:latin typeface="Arial"/>
              </a:rPr>
              <a:t>Pendek</a:t>
            </a:r>
            <a:r>
              <a:rPr lang="en-ID">
                <a:solidFill>
                  <a:srgbClr val="000000"/>
                </a:solidFill>
              </a:rPr>
              <a:t> di </a:t>
            </a:r>
            <a:r>
              <a:rPr lang="en-ID" err="1">
                <a:solidFill>
                  <a:srgbClr val="000000"/>
                </a:solidFill>
              </a:rPr>
              <a:t>Berbagai</a:t>
            </a:r>
            <a:r>
              <a:rPr lang="en-ID">
                <a:solidFill>
                  <a:srgbClr val="000000"/>
                </a:solidFill>
              </a:rPr>
              <a:t> Negara </a:t>
            </a:r>
            <a:r>
              <a:rPr lang="en-ID" err="1">
                <a:solidFill>
                  <a:srgbClr val="000000"/>
                </a:solidFill>
              </a:rPr>
              <a:t>Cenderung</a:t>
            </a:r>
            <a:r>
              <a:rPr lang="en-ID">
                <a:solidFill>
                  <a:srgbClr val="000000"/>
                </a:solidFill>
              </a:rPr>
              <a:t> </a:t>
            </a:r>
            <a:r>
              <a:rPr lang="en-ID" err="1">
                <a:solidFill>
                  <a:srgbClr val="000000"/>
                </a:solidFill>
              </a:rPr>
              <a:t>Meningkat</a:t>
            </a:r>
            <a:endParaRPr sz="1800" b="1" i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29279" y="6519672"/>
            <a:ext cx="5820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ID" sz="1200" b="1" err="1">
                <a:solidFill>
                  <a:srgbClr val="000000"/>
                </a:solidFill>
                <a:latin typeface="Calibri"/>
              </a:rPr>
              <a:t>Sumber</a:t>
            </a:r>
            <a:r>
              <a:rPr sz="1200" b="1">
                <a:solidFill>
                  <a:srgbClr val="000000"/>
                </a:solidFill>
                <a:latin typeface="Calibri"/>
              </a:rPr>
              <a:t>: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World Bank QEDS; World Bank WDI (IMF IFS); bank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sentral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masing-masing negara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103273"/>
              </p:ext>
            </p:extLst>
          </p:nvPr>
        </p:nvGraphicFramePr>
        <p:xfrm>
          <a:off x="557784" y="1097280"/>
          <a:ext cx="55778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4663440"/>
            <a:ext cx="11292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b="1" err="1">
                <a:solidFill>
                  <a:srgbClr val="000000"/>
                </a:solidFill>
                <a:latin typeface="Calibri"/>
              </a:rPr>
              <a:t>Catatan</a:t>
            </a:r>
            <a:r>
              <a:rPr sz="1200" b="1">
                <a:solidFill>
                  <a:srgbClr val="000000"/>
                </a:solidFill>
                <a:latin typeface="Calibri"/>
              </a:rPr>
              <a:t>: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Kedua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grafik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memakai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ULN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jangka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pendek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berdasarkan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jangka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waktu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asal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(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original maturity</a:t>
            </a:r>
            <a:r>
              <a:rPr lang="en-ID" sz="1200" b="0" i="0">
                <a:solidFill>
                  <a:srgbClr val="000000"/>
                </a:solidFill>
                <a:latin typeface="Calibri"/>
              </a:rPr>
              <a:t>)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karena</a:t>
            </a:r>
            <a:r>
              <a:rPr lang="en-ID"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beberapa</a:t>
            </a:r>
            <a:r>
              <a:rPr lang="en-ID" sz="1200" b="0" i="0">
                <a:solidFill>
                  <a:srgbClr val="000000"/>
                </a:solidFill>
                <a:latin typeface="Calibri"/>
              </a:rPr>
              <a:t> negara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tidak</a:t>
            </a:r>
            <a:r>
              <a:rPr lang="en-ID"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melapor</a:t>
            </a:r>
            <a:r>
              <a:rPr lang="en-ID" sz="1200" b="0" i="0">
                <a:solidFill>
                  <a:srgbClr val="000000"/>
                </a:solidFill>
                <a:latin typeface="Calibri"/>
              </a:rPr>
              <a:t> data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berdasarkan</a:t>
            </a:r>
            <a:r>
              <a:rPr lang="en-ID"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1">
                <a:solidFill>
                  <a:srgbClr val="000000"/>
                </a:solidFill>
                <a:latin typeface="Calibri"/>
              </a:rPr>
              <a:t>remaining maturity</a:t>
            </a:r>
            <a:r>
              <a:rPr lang="en-ID" sz="1200" b="0" i="0">
                <a:solidFill>
                  <a:srgbClr val="000000"/>
                </a:solidFill>
                <a:latin typeface="Calibri"/>
              </a:rPr>
              <a:t>.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Angka pada </a:t>
            </a:r>
            <a:r>
              <a:rPr lang="en-US" sz="1200" b="0" i="0" err="1">
                <a:solidFill>
                  <a:srgbClr val="000000"/>
                </a:solidFill>
                <a:latin typeface="Calibri"/>
              </a:rPr>
              <a:t>panah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i="0" err="1">
                <a:solidFill>
                  <a:srgbClr val="000000"/>
                </a:solidFill>
                <a:latin typeface="Calibri"/>
              </a:rPr>
              <a:t>mencerminkan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i="0" err="1">
                <a:solidFill>
                  <a:srgbClr val="000000"/>
                </a:solidFill>
                <a:latin typeface="Calibri"/>
              </a:rPr>
              <a:t>poin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i="0" err="1">
                <a:solidFill>
                  <a:srgbClr val="000000"/>
                </a:solidFill>
                <a:latin typeface="Calibri"/>
              </a:rPr>
              <a:t>persentase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i="0" err="1">
                <a:solidFill>
                  <a:srgbClr val="000000"/>
                </a:solidFill>
                <a:latin typeface="Calibri"/>
              </a:rPr>
              <a:t>kenaikan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i="0" err="1">
                <a:solidFill>
                  <a:srgbClr val="000000"/>
                </a:solidFill>
                <a:latin typeface="Calibri"/>
              </a:rPr>
              <a:t>dari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2023. </a:t>
            </a:r>
            <a:endParaRPr sz="1200" b="0" i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57784" y="5193792"/>
            <a:ext cx="5577840" cy="1234440"/>
          </a:xfrm>
          <a:prstGeom prst="roundRect">
            <a:avLst>
              <a:gd name="adj" fmla="val 12000"/>
            </a:avLst>
          </a:prstGeom>
          <a:solidFill>
            <a:srgbClr val="FBF3E6"/>
          </a:solidFill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694944" y="5527548"/>
            <a:ext cx="566928" cy="566928"/>
          </a:xfrm>
          <a:prstGeom prst="ellipse">
            <a:avLst/>
          </a:prstGeom>
          <a:solidFill>
            <a:srgbClr val="F0A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hourglass-hal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5646420"/>
            <a:ext cx="329184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67028" y="5400124"/>
            <a:ext cx="4663440" cy="64735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ID" sz="1400" b="1" i="0" err="1">
                <a:solidFill>
                  <a:srgbClr val="7B4A3A"/>
                </a:solidFill>
                <a:latin typeface="Calibri"/>
              </a:rPr>
              <a:t>Menggeser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ULN </a:t>
            </a:r>
            <a:r>
              <a:rPr lang="en-ID" sz="1400" b="1" i="0" err="1">
                <a:solidFill>
                  <a:srgbClr val="7B4A3A"/>
                </a:solidFill>
                <a:latin typeface="Calibri"/>
              </a:rPr>
              <a:t>ke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Tenor yang </a:t>
            </a:r>
            <a:r>
              <a:rPr lang="en-ID" sz="1400" b="1" i="0" err="1">
                <a:solidFill>
                  <a:srgbClr val="7B4A3A"/>
                </a:solidFill>
                <a:latin typeface="Calibri"/>
              </a:rPr>
              <a:t>Lebih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Panjang (</a:t>
            </a:r>
            <a:r>
              <a:rPr lang="en-ID" sz="1400" b="1" i="1">
                <a:solidFill>
                  <a:srgbClr val="7B4A3A"/>
                </a:solidFill>
                <a:latin typeface="Calibri"/>
              </a:rPr>
              <a:t>Longer Term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)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Calibri"/>
              </a:rPr>
              <a:t>Tenor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lebih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panjang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mengurangi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risiko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refinancing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dan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kebutuhan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valas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dalam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jangka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pendek</a:t>
            </a:r>
            <a:endParaRPr sz="1200" b="0" i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72784" y="5193792"/>
            <a:ext cx="5577840" cy="1234440"/>
          </a:xfrm>
          <a:prstGeom prst="roundRect">
            <a:avLst>
              <a:gd name="adj" fmla="val 12000"/>
            </a:avLst>
          </a:prstGeom>
          <a:solidFill>
            <a:srgbClr val="FBF3E6"/>
          </a:solidFill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6409944" y="5527548"/>
            <a:ext cx="566928" cy="566928"/>
          </a:xfrm>
          <a:prstGeom prst="ellipse">
            <a:avLst/>
          </a:prstGeom>
          <a:solidFill>
            <a:srgbClr val="F0A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shield-halv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5646420"/>
            <a:ext cx="329184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82028" y="5369352"/>
            <a:ext cx="4663440" cy="88331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ID" sz="1400" b="1" i="0" err="1">
                <a:solidFill>
                  <a:srgbClr val="7B4A3A"/>
                </a:solidFill>
                <a:latin typeface="Calibri"/>
              </a:rPr>
              <a:t>Memperkuat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Cadangan Devisa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Calibri"/>
              </a:rPr>
              <a:t>Menahan DHE SDA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lebih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lama di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dalam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negeri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Menambah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swap line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dan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Bilateral Swap Arrangement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(BSA)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Calibri"/>
              </a:rPr>
              <a:t>Rupiah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lebih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stabil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(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less volatility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) dan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Overall Balance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NPI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positif</a:t>
            </a:r>
            <a:endParaRPr sz="1200" b="0" i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E6EE9F-8738-E987-94D7-4182B0876DCC}"/>
              </a:ext>
            </a:extLst>
          </p:cNvPr>
          <p:cNvSpPr/>
          <p:nvPr/>
        </p:nvSpPr>
        <p:spPr>
          <a:xfrm>
            <a:off x="11987784" y="972333"/>
            <a:ext cx="1763485" cy="111801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Axel</a:t>
            </a:r>
            <a:endParaRPr lang="en-ID"/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BD98CA6F-78AA-3A20-9A1D-4365E61000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546088"/>
              </p:ext>
            </p:extLst>
          </p:nvPr>
        </p:nvGraphicFramePr>
        <p:xfrm>
          <a:off x="6272784" y="1097280"/>
          <a:ext cx="55778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1EC05-4994-70E5-F7A5-D12E161E3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D"/>
            </a:br>
            <a:r>
              <a:rPr lang="en-ID" err="1"/>
              <a:t>Pemerintah</a:t>
            </a:r>
            <a:r>
              <a:rPr lang="en-ID"/>
              <a:t> </a:t>
            </a:r>
            <a:r>
              <a:rPr lang="en-ID" err="1"/>
              <a:t>Perlu</a:t>
            </a:r>
            <a:r>
              <a:rPr lang="en-ID"/>
              <a:t> </a:t>
            </a:r>
            <a:r>
              <a:rPr lang="en-ID" err="1"/>
              <a:t>Membangun</a:t>
            </a:r>
            <a:r>
              <a:rPr lang="en-ID"/>
              <a:t> dan </a:t>
            </a:r>
            <a:r>
              <a:rPr lang="en-ID" err="1"/>
              <a:t>Mempertahankan</a:t>
            </a:r>
            <a:r>
              <a:rPr lang="en-ID"/>
              <a:t> </a:t>
            </a:r>
            <a:r>
              <a:rPr lang="en-ID" err="1"/>
              <a:t>Kepercayaan</a:t>
            </a:r>
            <a:r>
              <a:rPr lang="en-ID"/>
              <a:t> Investor dan Pasar di Tengah </a:t>
            </a:r>
            <a:r>
              <a:rPr lang="en-ID" err="1"/>
              <a:t>Meningkatnya</a:t>
            </a:r>
            <a:r>
              <a:rPr lang="en-ID"/>
              <a:t> </a:t>
            </a:r>
            <a:r>
              <a:rPr lang="en-ID" err="1"/>
              <a:t>Kebutuhan</a:t>
            </a:r>
            <a:r>
              <a:rPr lang="en-ID"/>
              <a:t> </a:t>
            </a:r>
            <a:r>
              <a:rPr lang="en-ID" err="1"/>
              <a:t>Pembiayaan</a:t>
            </a:r>
            <a:r>
              <a:rPr lang="en-ID"/>
              <a:t> dan </a:t>
            </a:r>
            <a:r>
              <a:rPr lang="en-ID" err="1"/>
              <a:t>Ketidakpastian</a:t>
            </a:r>
            <a:r>
              <a:rPr lang="en-ID"/>
              <a:t> Ekonomi Global</a:t>
            </a:r>
            <a:br>
              <a:rPr lang="en-ID"/>
            </a:br>
            <a:endParaRPr lang="en-ID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C5C65E-17AD-617F-5981-A6436EB5759F}"/>
              </a:ext>
            </a:extLst>
          </p:cNvPr>
          <p:cNvSpPr/>
          <p:nvPr/>
        </p:nvSpPr>
        <p:spPr>
          <a:xfrm>
            <a:off x="12577313" y="320505"/>
            <a:ext cx="1788544" cy="9201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Andra</a:t>
            </a:r>
            <a:endParaRPr lang="en-ID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036047C-7356-CF73-0601-1492E0163502}"/>
              </a:ext>
            </a:extLst>
          </p:cNvPr>
          <p:cNvGraphicFramePr/>
          <p:nvPr/>
        </p:nvGraphicFramePr>
        <p:xfrm>
          <a:off x="6270171" y="1124857"/>
          <a:ext cx="5595258" cy="28776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6B9AFF4-2CE2-6F1A-5F89-8B164E166FCC}"/>
              </a:ext>
            </a:extLst>
          </p:cNvPr>
          <p:cNvGraphicFramePr/>
          <p:nvPr/>
        </p:nvGraphicFramePr>
        <p:xfrm>
          <a:off x="391886" y="4002474"/>
          <a:ext cx="5595257" cy="2761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E2657FC-5254-DE56-CE33-984C43CA5A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9193219"/>
              </p:ext>
            </p:extLst>
          </p:nvPr>
        </p:nvGraphicFramePr>
        <p:xfrm>
          <a:off x="6502401" y="4002474"/>
          <a:ext cx="5363028" cy="2761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3C1477A-2395-DAF1-3BE3-B9B2013A7980}"/>
              </a:ext>
            </a:extLst>
          </p:cNvPr>
          <p:cNvSpPr/>
          <p:nvPr/>
        </p:nvSpPr>
        <p:spPr>
          <a:xfrm>
            <a:off x="210457" y="1391930"/>
            <a:ext cx="2213429" cy="53121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b="1"/>
              <a:t>Disiplin fiskal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90DA31-D969-E754-329C-AA2AF80FFE6C}"/>
              </a:ext>
            </a:extLst>
          </p:cNvPr>
          <p:cNvSpPr/>
          <p:nvPr/>
        </p:nvSpPr>
        <p:spPr>
          <a:xfrm>
            <a:off x="210457" y="2009049"/>
            <a:ext cx="2213429" cy="52322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b="1"/>
              <a:t>Stabilitas moneter dan nilai tukar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C1C19A-C604-B167-CE02-5CB8C7CA9B16}"/>
              </a:ext>
            </a:extLst>
          </p:cNvPr>
          <p:cNvSpPr/>
          <p:nvPr/>
        </p:nvSpPr>
        <p:spPr>
          <a:xfrm>
            <a:off x="210457" y="2655164"/>
            <a:ext cx="2213429" cy="517341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b="1"/>
              <a:t>Ketahanan sektor eksternal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AD65EB0-737E-5BE6-2507-C035D869C699}"/>
              </a:ext>
            </a:extLst>
          </p:cNvPr>
          <p:cNvSpPr/>
          <p:nvPr/>
        </p:nvSpPr>
        <p:spPr>
          <a:xfrm>
            <a:off x="210456" y="3264289"/>
            <a:ext cx="2213429" cy="486229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400" b="1"/>
              <a:t>Kepastian kebijakan dan regulasi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94F610-ED8D-20AC-DF76-6F363E43888F}"/>
              </a:ext>
            </a:extLst>
          </p:cNvPr>
          <p:cNvSpPr txBox="1"/>
          <p:nvPr/>
        </p:nvSpPr>
        <p:spPr>
          <a:xfrm>
            <a:off x="2608944" y="1391930"/>
            <a:ext cx="3384344" cy="531213"/>
          </a:xfrm>
          <a:prstGeom prst="rect">
            <a:avLst/>
          </a:prstGeom>
          <a:noFill/>
          <a:ln w="12700">
            <a:solidFill>
              <a:srgbClr val="85540A"/>
            </a:solidFill>
            <a:prstDash val="dash"/>
          </a:ln>
        </p:spPr>
        <p:txBody>
          <a:bodyPr wrap="square">
            <a:spAutoFit/>
          </a:bodyPr>
          <a:lstStyle/>
          <a:p>
            <a:pPr lvl="0"/>
            <a:r>
              <a:rPr lang="en-ID" sz="1400"/>
              <a:t>Defisit fiskal di bawah 3% PDB dan utang berkelanjutan.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590E45-4B3B-CAE0-9BB4-D2306DCD2ED0}"/>
              </a:ext>
            </a:extLst>
          </p:cNvPr>
          <p:cNvSpPr txBox="1"/>
          <p:nvPr/>
        </p:nvSpPr>
        <p:spPr>
          <a:xfrm>
            <a:off x="2608944" y="2001055"/>
            <a:ext cx="3384344" cy="523220"/>
          </a:xfrm>
          <a:prstGeom prst="rect">
            <a:avLst/>
          </a:prstGeom>
          <a:noFill/>
          <a:ln w="12700">
            <a:solidFill>
              <a:srgbClr val="85540A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ID" sz="1400"/>
              <a:t>Inflasi terkendali dan Rupiah </a:t>
            </a:r>
          </a:p>
          <a:p>
            <a:r>
              <a:rPr lang="en-ID" sz="1400"/>
              <a:t>stabil.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354CFB-8F11-0D21-4FB2-974632DA973B}"/>
              </a:ext>
            </a:extLst>
          </p:cNvPr>
          <p:cNvSpPr txBox="1"/>
          <p:nvPr/>
        </p:nvSpPr>
        <p:spPr>
          <a:xfrm>
            <a:off x="2608942" y="2649285"/>
            <a:ext cx="3384344" cy="523220"/>
          </a:xfrm>
          <a:prstGeom prst="rect">
            <a:avLst/>
          </a:prstGeom>
          <a:noFill/>
          <a:ln w="12700">
            <a:solidFill>
              <a:srgbClr val="85540A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ID" sz="1400"/>
              <a:t>Cadangan devisa memadai dan defisit transaksi berjalan terjaga.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A692F2-9E8C-4801-044C-1B40C7773858}"/>
              </a:ext>
            </a:extLst>
          </p:cNvPr>
          <p:cNvSpPr txBox="1"/>
          <p:nvPr/>
        </p:nvSpPr>
        <p:spPr>
          <a:xfrm>
            <a:off x="2608942" y="3255818"/>
            <a:ext cx="3384344" cy="523220"/>
          </a:xfrm>
          <a:prstGeom prst="rect">
            <a:avLst/>
          </a:prstGeom>
          <a:noFill/>
          <a:ln w="12700">
            <a:solidFill>
              <a:srgbClr val="85540A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ID" sz="1400"/>
              <a:t>Kebijakan yang dapat diprediksi dan berbasis aturan.</a:t>
            </a:r>
          </a:p>
        </p:txBody>
      </p:sp>
    </p:spTree>
    <p:extLst>
      <p:ext uri="{BB962C8B-B14F-4D97-AF65-F5344CB8AC3E}">
        <p14:creationId xmlns:p14="http://schemas.microsoft.com/office/powerpoint/2010/main" val="24117100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3BB4B-0368-23E9-3AA7-C15C2EB8A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D"/>
            </a:br>
            <a:r>
              <a:rPr lang="en-ID" err="1"/>
              <a:t>Sejauhmana</a:t>
            </a:r>
            <a:r>
              <a:rPr lang="en-ID"/>
              <a:t> </a:t>
            </a:r>
            <a:r>
              <a:rPr lang="en-ID" err="1"/>
              <a:t>Peningkatan</a:t>
            </a:r>
            <a:r>
              <a:rPr lang="en-ID"/>
              <a:t> ULN </a:t>
            </a:r>
            <a:r>
              <a:rPr lang="en-ID" err="1"/>
              <a:t>Dapat</a:t>
            </a:r>
            <a:r>
              <a:rPr lang="en-ID"/>
              <a:t> </a:t>
            </a:r>
            <a:r>
              <a:rPr lang="en-ID" err="1"/>
              <a:t>Memengaruhi</a:t>
            </a:r>
            <a:r>
              <a:rPr lang="en-ID"/>
              <a:t> </a:t>
            </a:r>
            <a:r>
              <a:rPr lang="en-ID" err="1"/>
              <a:t>Persepsi</a:t>
            </a:r>
            <a:r>
              <a:rPr lang="en-ID"/>
              <a:t> Risiko Investor </a:t>
            </a:r>
            <a:r>
              <a:rPr lang="en-ID" err="1"/>
              <a:t>Terhadap</a:t>
            </a:r>
            <a:r>
              <a:rPr lang="en-ID"/>
              <a:t> Indonesia, Dan </a:t>
            </a:r>
            <a:r>
              <a:rPr lang="en-ID" err="1"/>
              <a:t>Kebijakan</a:t>
            </a:r>
            <a:r>
              <a:rPr lang="en-ID"/>
              <a:t> Apa Yang </a:t>
            </a:r>
            <a:r>
              <a:rPr lang="en-ID" err="1"/>
              <a:t>Diperlukan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Menjaga</a:t>
            </a:r>
            <a:r>
              <a:rPr lang="en-ID"/>
              <a:t> </a:t>
            </a:r>
            <a:r>
              <a:rPr lang="en-ID" err="1"/>
              <a:t>Kredibilitas</a:t>
            </a:r>
            <a:r>
              <a:rPr lang="en-ID"/>
              <a:t> Serta </a:t>
            </a:r>
            <a:r>
              <a:rPr lang="en-ID" err="1"/>
              <a:t>Kepercayaan</a:t>
            </a:r>
            <a:r>
              <a:rPr lang="en-ID"/>
              <a:t> Pasar? </a:t>
            </a:r>
            <a:br>
              <a:rPr lang="en-ID"/>
            </a:br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4164E3-862C-E889-10D1-502C737A6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54" y="7151676"/>
            <a:ext cx="7179835" cy="35083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855730E-723F-352C-380C-3AA807F9A635}"/>
              </a:ext>
            </a:extLst>
          </p:cNvPr>
          <p:cNvSpPr/>
          <p:nvPr/>
        </p:nvSpPr>
        <p:spPr>
          <a:xfrm>
            <a:off x="7847497" y="7242842"/>
            <a:ext cx="2110596" cy="1365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BI</a:t>
            </a:r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DE99FB-8245-C74D-CD4B-67AFB7886251}"/>
              </a:ext>
            </a:extLst>
          </p:cNvPr>
          <p:cNvSpPr/>
          <p:nvPr/>
        </p:nvSpPr>
        <p:spPr>
          <a:xfrm>
            <a:off x="10181598" y="7242842"/>
            <a:ext cx="2110596" cy="1365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Kemenkeu</a:t>
            </a:r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667D66-5818-D16B-A792-284ABD967029}"/>
              </a:ext>
            </a:extLst>
          </p:cNvPr>
          <p:cNvSpPr/>
          <p:nvPr/>
        </p:nvSpPr>
        <p:spPr>
          <a:xfrm>
            <a:off x="14849800" y="7242842"/>
            <a:ext cx="2110596" cy="1365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Sektor </a:t>
            </a:r>
            <a:r>
              <a:rPr lang="en-US" sz="1400" err="1"/>
              <a:t>riil</a:t>
            </a:r>
            <a:endParaRPr lang="en-US" sz="1400"/>
          </a:p>
          <a:p>
            <a:pPr algn="ctr"/>
            <a:r>
              <a:rPr lang="en-US" sz="1400" err="1"/>
              <a:t>Kepastian</a:t>
            </a:r>
            <a:r>
              <a:rPr lang="en-US" sz="1400"/>
              <a:t> </a:t>
            </a:r>
            <a:r>
              <a:rPr lang="en-US" sz="1400" err="1"/>
              <a:t>restitusi</a:t>
            </a:r>
            <a:endParaRPr lang="en-US" sz="1400"/>
          </a:p>
          <a:p>
            <a:pPr algn="ctr"/>
            <a:r>
              <a:rPr lang="en-US" sz="1400" err="1"/>
              <a:t>Kepastian</a:t>
            </a:r>
            <a:r>
              <a:rPr lang="en-US" sz="1400"/>
              <a:t> RKAB</a:t>
            </a:r>
          </a:p>
          <a:p>
            <a:pPr algn="ctr"/>
            <a:r>
              <a:rPr lang="en-US" sz="1400"/>
              <a:t>UU </a:t>
            </a:r>
            <a:r>
              <a:rPr lang="en-US" sz="1400" err="1"/>
              <a:t>Agraria</a:t>
            </a:r>
            <a:endParaRPr lang="en-US" sz="1400"/>
          </a:p>
          <a:p>
            <a:pPr algn="ctr"/>
            <a:r>
              <a:rPr lang="en-US" sz="1400"/>
              <a:t>UU </a:t>
            </a:r>
            <a:r>
              <a:rPr lang="en-US" sz="1400" err="1"/>
              <a:t>ketenagakerjaan</a:t>
            </a:r>
            <a:r>
              <a:rPr lang="en-US" sz="1400"/>
              <a:t> </a:t>
            </a:r>
          </a:p>
          <a:p>
            <a:pPr algn="ctr"/>
            <a:r>
              <a:rPr lang="en-US" sz="1400"/>
              <a:t>Isu </a:t>
            </a:r>
            <a:r>
              <a:rPr lang="en-US" sz="1400" err="1"/>
              <a:t>investasi</a:t>
            </a:r>
            <a:r>
              <a:rPr lang="en-US" sz="1400"/>
              <a:t> </a:t>
            </a:r>
            <a:r>
              <a:rPr lang="en-US" sz="1400" err="1"/>
              <a:t>lainnya</a:t>
            </a:r>
            <a:endParaRPr lang="en-ID" sz="1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2D7DF9-7B0C-2DCB-2872-7FD472C9AB6D}"/>
              </a:ext>
            </a:extLst>
          </p:cNvPr>
          <p:cNvSpPr/>
          <p:nvPr/>
        </p:nvSpPr>
        <p:spPr>
          <a:xfrm>
            <a:off x="12515699" y="7242842"/>
            <a:ext cx="2110596" cy="1365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pasar modal</a:t>
            </a:r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DEE2C3-7408-F5F8-63CE-4975E402CBED}"/>
              </a:ext>
            </a:extLst>
          </p:cNvPr>
          <p:cNvSpPr/>
          <p:nvPr/>
        </p:nvSpPr>
        <p:spPr>
          <a:xfrm>
            <a:off x="11410451" y="384833"/>
            <a:ext cx="1763485" cy="1118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Sunni</a:t>
            </a:r>
            <a:endParaRPr lang="en-ID"/>
          </a:p>
        </p:txBody>
      </p:sp>
      <p:sp>
        <p:nvSpPr>
          <p:cNvPr id="200" name="Text 3">
            <a:extLst>
              <a:ext uri="{FF2B5EF4-FFF2-40B4-BE49-F238E27FC236}">
                <a16:creationId xmlns:a16="http://schemas.microsoft.com/office/drawing/2014/main" id="{C2CC0C40-D68E-0F59-0DA0-526C6005F4EC}"/>
              </a:ext>
            </a:extLst>
          </p:cNvPr>
          <p:cNvSpPr/>
          <p:nvPr/>
        </p:nvSpPr>
        <p:spPr>
          <a:xfrm>
            <a:off x="399715" y="1479045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9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MEKANISME, ESKALASI RISIKO</a:t>
            </a:r>
            <a:endParaRPr lang="en-US" sz="1100"/>
          </a:p>
        </p:txBody>
      </p:sp>
      <p:sp>
        <p:nvSpPr>
          <p:cNvPr id="202" name="Shape 4">
            <a:extLst>
              <a:ext uri="{FF2B5EF4-FFF2-40B4-BE49-F238E27FC236}">
                <a16:creationId xmlns:a16="http://schemas.microsoft.com/office/drawing/2014/main" id="{AFE8AEAC-8704-4CBD-A17B-413FED46BEEB}"/>
              </a:ext>
            </a:extLst>
          </p:cNvPr>
          <p:cNvSpPr/>
          <p:nvPr/>
        </p:nvSpPr>
        <p:spPr>
          <a:xfrm>
            <a:off x="399715" y="1716789"/>
            <a:ext cx="5120640" cy="0"/>
          </a:xfrm>
          <a:prstGeom prst="line">
            <a:avLst/>
          </a:prstGeom>
          <a:noFill/>
          <a:ln w="15875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4" name="Shape 5">
            <a:extLst>
              <a:ext uri="{FF2B5EF4-FFF2-40B4-BE49-F238E27FC236}">
                <a16:creationId xmlns:a16="http://schemas.microsoft.com/office/drawing/2014/main" id="{8866ACE9-20E3-A7F3-F073-7264E5B646AD}"/>
              </a:ext>
            </a:extLst>
          </p:cNvPr>
          <p:cNvSpPr/>
          <p:nvPr/>
        </p:nvSpPr>
        <p:spPr>
          <a:xfrm>
            <a:off x="399715" y="1789941"/>
            <a:ext cx="5120640" cy="329184"/>
          </a:xfrm>
          <a:prstGeom prst="roundRect">
            <a:avLst>
              <a:gd name="adj" fmla="val 11111"/>
            </a:avLst>
          </a:prstGeom>
          <a:solidFill>
            <a:srgbClr val="F2EBD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6" name="Shape 6">
            <a:extLst>
              <a:ext uri="{FF2B5EF4-FFF2-40B4-BE49-F238E27FC236}">
                <a16:creationId xmlns:a16="http://schemas.microsoft.com/office/drawing/2014/main" id="{E5B75542-6351-7F61-4A73-C8EDEE1A69FE}"/>
              </a:ext>
            </a:extLst>
          </p:cNvPr>
          <p:cNvSpPr/>
          <p:nvPr/>
        </p:nvSpPr>
        <p:spPr>
          <a:xfrm>
            <a:off x="399715" y="1789941"/>
            <a:ext cx="45720" cy="32918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8" name="Text 7">
            <a:extLst>
              <a:ext uri="{FF2B5EF4-FFF2-40B4-BE49-F238E27FC236}">
                <a16:creationId xmlns:a16="http://schemas.microsoft.com/office/drawing/2014/main" id="{C35D0514-951D-8170-DEFA-B937349246F2}"/>
              </a:ext>
            </a:extLst>
          </p:cNvPr>
          <p:cNvSpPr/>
          <p:nvPr/>
        </p:nvSpPr>
        <p:spPr>
          <a:xfrm>
            <a:off x="546019" y="1789941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/>
          </a:p>
        </p:txBody>
      </p:sp>
      <p:sp>
        <p:nvSpPr>
          <p:cNvPr id="210" name="Text 8">
            <a:extLst>
              <a:ext uri="{FF2B5EF4-FFF2-40B4-BE49-F238E27FC236}">
                <a16:creationId xmlns:a16="http://schemas.microsoft.com/office/drawing/2014/main" id="{885DDC73-1583-7B3A-E231-D49D9D39A837}"/>
              </a:ext>
            </a:extLst>
          </p:cNvPr>
          <p:cNvSpPr/>
          <p:nvPr/>
        </p:nvSpPr>
        <p:spPr>
          <a:xfrm>
            <a:off x="911779" y="1789941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4000"/>
              </a:lnSpc>
              <a:buNone/>
            </a:pPr>
            <a:r>
              <a:rPr lang="en-US" sz="12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ULN jangka pendek dan dana portofolio naik</a:t>
            </a:r>
            <a:endParaRPr lang="en-US" sz="1200"/>
          </a:p>
        </p:txBody>
      </p:sp>
      <p:sp>
        <p:nvSpPr>
          <p:cNvPr id="212" name="Shape 9">
            <a:extLst>
              <a:ext uri="{FF2B5EF4-FFF2-40B4-BE49-F238E27FC236}">
                <a16:creationId xmlns:a16="http://schemas.microsoft.com/office/drawing/2014/main" id="{3D563113-BC5A-BA4B-5D0A-AD47AB25F92B}"/>
              </a:ext>
            </a:extLst>
          </p:cNvPr>
          <p:cNvSpPr/>
          <p:nvPr/>
        </p:nvSpPr>
        <p:spPr>
          <a:xfrm>
            <a:off x="399715" y="2155701"/>
            <a:ext cx="5120640" cy="329184"/>
          </a:xfrm>
          <a:prstGeom prst="roundRect">
            <a:avLst>
              <a:gd name="adj" fmla="val 11111"/>
            </a:avLst>
          </a:prstGeom>
          <a:solidFill>
            <a:srgbClr val="F2EBD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4" name="Shape 10">
            <a:extLst>
              <a:ext uri="{FF2B5EF4-FFF2-40B4-BE49-F238E27FC236}">
                <a16:creationId xmlns:a16="http://schemas.microsoft.com/office/drawing/2014/main" id="{4BB7E119-8A65-C925-912E-01D0516044D8}"/>
              </a:ext>
            </a:extLst>
          </p:cNvPr>
          <p:cNvSpPr/>
          <p:nvPr/>
        </p:nvSpPr>
        <p:spPr>
          <a:xfrm>
            <a:off x="399715" y="2155701"/>
            <a:ext cx="45720" cy="32918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6" name="Text 11">
            <a:extLst>
              <a:ext uri="{FF2B5EF4-FFF2-40B4-BE49-F238E27FC236}">
                <a16:creationId xmlns:a16="http://schemas.microsoft.com/office/drawing/2014/main" id="{7CB0BE7A-783D-3C2A-9B66-72ADED4B23CF}"/>
              </a:ext>
            </a:extLst>
          </p:cNvPr>
          <p:cNvSpPr/>
          <p:nvPr/>
        </p:nvSpPr>
        <p:spPr>
          <a:xfrm>
            <a:off x="546019" y="2155701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/>
          </a:p>
        </p:txBody>
      </p:sp>
      <p:sp>
        <p:nvSpPr>
          <p:cNvPr id="218" name="Text 12">
            <a:extLst>
              <a:ext uri="{FF2B5EF4-FFF2-40B4-BE49-F238E27FC236}">
                <a16:creationId xmlns:a16="http://schemas.microsoft.com/office/drawing/2014/main" id="{31AFD967-81FB-1F5C-9BA5-0FAD1FABA9D0}"/>
              </a:ext>
            </a:extLst>
          </p:cNvPr>
          <p:cNvSpPr/>
          <p:nvPr/>
        </p:nvSpPr>
        <p:spPr>
          <a:xfrm>
            <a:off x="911779" y="2155701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4000"/>
              </a:lnSpc>
              <a:buNone/>
            </a:pPr>
            <a:r>
              <a:rPr lang="en-US" sz="12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Guncangan suku bunga global, geopolitik, sinyal kebijakan</a:t>
            </a:r>
            <a:endParaRPr lang="en-US" sz="1200"/>
          </a:p>
        </p:txBody>
      </p:sp>
      <p:sp>
        <p:nvSpPr>
          <p:cNvPr id="220" name="Shape 13">
            <a:extLst>
              <a:ext uri="{FF2B5EF4-FFF2-40B4-BE49-F238E27FC236}">
                <a16:creationId xmlns:a16="http://schemas.microsoft.com/office/drawing/2014/main" id="{A47B929E-6D57-1006-3CE1-B255ECB38330}"/>
              </a:ext>
            </a:extLst>
          </p:cNvPr>
          <p:cNvSpPr/>
          <p:nvPr/>
        </p:nvSpPr>
        <p:spPr>
          <a:xfrm>
            <a:off x="399715" y="2521461"/>
            <a:ext cx="5120640" cy="329184"/>
          </a:xfrm>
          <a:prstGeom prst="roundRect">
            <a:avLst>
              <a:gd name="adj" fmla="val 11111"/>
            </a:avLst>
          </a:prstGeom>
          <a:solidFill>
            <a:srgbClr val="F2EBD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2" name="Shape 14">
            <a:extLst>
              <a:ext uri="{FF2B5EF4-FFF2-40B4-BE49-F238E27FC236}">
                <a16:creationId xmlns:a16="http://schemas.microsoft.com/office/drawing/2014/main" id="{7727E9A6-FFE8-7677-7F4E-9A7B5B4997B1}"/>
              </a:ext>
            </a:extLst>
          </p:cNvPr>
          <p:cNvSpPr/>
          <p:nvPr/>
        </p:nvSpPr>
        <p:spPr>
          <a:xfrm>
            <a:off x="399715" y="2521461"/>
            <a:ext cx="45720" cy="32918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24" name="Text 15">
            <a:extLst>
              <a:ext uri="{FF2B5EF4-FFF2-40B4-BE49-F238E27FC236}">
                <a16:creationId xmlns:a16="http://schemas.microsoft.com/office/drawing/2014/main" id="{B0A4EFC8-F20D-3E53-A721-94DD00135BF6}"/>
              </a:ext>
            </a:extLst>
          </p:cNvPr>
          <p:cNvSpPr/>
          <p:nvPr/>
        </p:nvSpPr>
        <p:spPr>
          <a:xfrm>
            <a:off x="546019" y="2521461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/>
          </a:p>
        </p:txBody>
      </p:sp>
      <p:sp>
        <p:nvSpPr>
          <p:cNvPr id="226" name="Text 16">
            <a:extLst>
              <a:ext uri="{FF2B5EF4-FFF2-40B4-BE49-F238E27FC236}">
                <a16:creationId xmlns:a16="http://schemas.microsoft.com/office/drawing/2014/main" id="{E6884F89-48EF-CFFD-B1EF-D282E5A9C4DF}"/>
              </a:ext>
            </a:extLst>
          </p:cNvPr>
          <p:cNvSpPr/>
          <p:nvPr/>
        </p:nvSpPr>
        <p:spPr>
          <a:xfrm>
            <a:off x="911779" y="2521461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4000"/>
              </a:lnSpc>
              <a:buNone/>
            </a:pPr>
            <a:r>
              <a:rPr lang="en-US" sz="12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Arus modal berbalik, permintaan valas melonjak</a:t>
            </a:r>
            <a:endParaRPr lang="en-US" sz="1200"/>
          </a:p>
        </p:txBody>
      </p:sp>
      <p:sp>
        <p:nvSpPr>
          <p:cNvPr id="228" name="Shape 17">
            <a:extLst>
              <a:ext uri="{FF2B5EF4-FFF2-40B4-BE49-F238E27FC236}">
                <a16:creationId xmlns:a16="http://schemas.microsoft.com/office/drawing/2014/main" id="{1AF070C2-4FB8-DA96-F88E-825796C5F4EF}"/>
              </a:ext>
            </a:extLst>
          </p:cNvPr>
          <p:cNvSpPr/>
          <p:nvPr/>
        </p:nvSpPr>
        <p:spPr>
          <a:xfrm>
            <a:off x="399715" y="2887221"/>
            <a:ext cx="5120640" cy="329184"/>
          </a:xfrm>
          <a:prstGeom prst="roundRect">
            <a:avLst>
              <a:gd name="adj" fmla="val 11111"/>
            </a:avLst>
          </a:prstGeom>
          <a:solidFill>
            <a:srgbClr val="F2EBD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0" name="Shape 18">
            <a:extLst>
              <a:ext uri="{FF2B5EF4-FFF2-40B4-BE49-F238E27FC236}">
                <a16:creationId xmlns:a16="http://schemas.microsoft.com/office/drawing/2014/main" id="{3177E633-980D-6FA9-422B-963E8AF2D4A8}"/>
              </a:ext>
            </a:extLst>
          </p:cNvPr>
          <p:cNvSpPr/>
          <p:nvPr/>
        </p:nvSpPr>
        <p:spPr>
          <a:xfrm>
            <a:off x="399715" y="2887221"/>
            <a:ext cx="45720" cy="329184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2" name="Text 19">
            <a:extLst>
              <a:ext uri="{FF2B5EF4-FFF2-40B4-BE49-F238E27FC236}">
                <a16:creationId xmlns:a16="http://schemas.microsoft.com/office/drawing/2014/main" id="{130F2B5B-A379-F573-C7CC-26931A403C4C}"/>
              </a:ext>
            </a:extLst>
          </p:cNvPr>
          <p:cNvSpPr/>
          <p:nvPr/>
        </p:nvSpPr>
        <p:spPr>
          <a:xfrm>
            <a:off x="546019" y="2887221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/>
          </a:p>
        </p:txBody>
      </p:sp>
      <p:sp>
        <p:nvSpPr>
          <p:cNvPr id="234" name="Text 20">
            <a:extLst>
              <a:ext uri="{FF2B5EF4-FFF2-40B4-BE49-F238E27FC236}">
                <a16:creationId xmlns:a16="http://schemas.microsoft.com/office/drawing/2014/main" id="{778B5517-40C1-21F3-A55A-3D04870BC202}"/>
              </a:ext>
            </a:extLst>
          </p:cNvPr>
          <p:cNvSpPr/>
          <p:nvPr/>
        </p:nvSpPr>
        <p:spPr>
          <a:xfrm>
            <a:off x="911779" y="2887221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4000"/>
              </a:lnSpc>
              <a:buNone/>
            </a:pPr>
            <a:r>
              <a:rPr lang="en-US" sz="120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Rupiah melemah, beban ULN valas membesar</a:t>
            </a:r>
            <a:endParaRPr lang="en-US" sz="1200"/>
          </a:p>
        </p:txBody>
      </p:sp>
      <p:sp>
        <p:nvSpPr>
          <p:cNvPr id="236" name="Shape 21">
            <a:extLst>
              <a:ext uri="{FF2B5EF4-FFF2-40B4-BE49-F238E27FC236}">
                <a16:creationId xmlns:a16="http://schemas.microsoft.com/office/drawing/2014/main" id="{0AD884D8-10FB-31A5-BE29-20DEC7BF85E3}"/>
              </a:ext>
            </a:extLst>
          </p:cNvPr>
          <p:cNvSpPr/>
          <p:nvPr/>
        </p:nvSpPr>
        <p:spPr>
          <a:xfrm>
            <a:off x="399715" y="3252981"/>
            <a:ext cx="5120640" cy="329184"/>
          </a:xfrm>
          <a:prstGeom prst="roundRect">
            <a:avLst>
              <a:gd name="adj" fmla="val 11111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38" name="Shape 22">
            <a:extLst>
              <a:ext uri="{FF2B5EF4-FFF2-40B4-BE49-F238E27FC236}">
                <a16:creationId xmlns:a16="http://schemas.microsoft.com/office/drawing/2014/main" id="{D21E2D98-A903-98A7-1E14-FE9767585AF6}"/>
              </a:ext>
            </a:extLst>
          </p:cNvPr>
          <p:cNvSpPr/>
          <p:nvPr/>
        </p:nvSpPr>
        <p:spPr>
          <a:xfrm>
            <a:off x="399715" y="3252981"/>
            <a:ext cx="45720" cy="329184"/>
          </a:xfrm>
          <a:prstGeom prst="rect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40" name="Text 23">
            <a:extLst>
              <a:ext uri="{FF2B5EF4-FFF2-40B4-BE49-F238E27FC236}">
                <a16:creationId xmlns:a16="http://schemas.microsoft.com/office/drawing/2014/main" id="{3FB229DA-3D26-9F87-985E-F286B272206F}"/>
              </a:ext>
            </a:extLst>
          </p:cNvPr>
          <p:cNvSpPr/>
          <p:nvPr/>
        </p:nvSpPr>
        <p:spPr>
          <a:xfrm>
            <a:off x="546019" y="3252981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/>
          </a:p>
        </p:txBody>
      </p:sp>
      <p:sp>
        <p:nvSpPr>
          <p:cNvPr id="242" name="Text 24">
            <a:extLst>
              <a:ext uri="{FF2B5EF4-FFF2-40B4-BE49-F238E27FC236}">
                <a16:creationId xmlns:a16="http://schemas.microsoft.com/office/drawing/2014/main" id="{9EC38C90-3CAE-8A0E-0A5B-D2EC6B0CEEB4}"/>
              </a:ext>
            </a:extLst>
          </p:cNvPr>
          <p:cNvSpPr/>
          <p:nvPr/>
        </p:nvSpPr>
        <p:spPr>
          <a:xfrm>
            <a:off x="911779" y="3252981"/>
            <a:ext cx="4462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40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dan imbal hasil naik, biaya utang ikut naik</a:t>
            </a:r>
            <a:endParaRPr lang="en-US" sz="1200"/>
          </a:p>
        </p:txBody>
      </p:sp>
      <p:sp>
        <p:nvSpPr>
          <p:cNvPr id="244" name="Shape 25">
            <a:extLst>
              <a:ext uri="{FF2B5EF4-FFF2-40B4-BE49-F238E27FC236}">
                <a16:creationId xmlns:a16="http://schemas.microsoft.com/office/drawing/2014/main" id="{FA2A12F4-8551-99D3-07B5-300BF94D7CC9}"/>
              </a:ext>
            </a:extLst>
          </p:cNvPr>
          <p:cNvSpPr/>
          <p:nvPr/>
        </p:nvSpPr>
        <p:spPr>
          <a:xfrm>
            <a:off x="399715" y="3655317"/>
            <a:ext cx="5120640" cy="459726"/>
          </a:xfrm>
          <a:prstGeom prst="roundRect">
            <a:avLst>
              <a:gd name="adj" fmla="val 11765"/>
            </a:avLst>
          </a:prstGeom>
          <a:solidFill>
            <a:srgbClr val="F6EFE0"/>
          </a:solidFill>
          <a:ln w="12700">
            <a:solidFill>
              <a:srgbClr val="D9A441"/>
            </a:solidFill>
            <a:prstDash val="dash"/>
          </a:ln>
        </p:spPr>
        <p:txBody>
          <a:bodyPr/>
          <a:lstStyle/>
          <a:p>
            <a:endParaRPr lang="en-ID"/>
          </a:p>
        </p:txBody>
      </p:sp>
      <p:sp>
        <p:nvSpPr>
          <p:cNvPr id="246" name="Text 26">
            <a:extLst>
              <a:ext uri="{FF2B5EF4-FFF2-40B4-BE49-F238E27FC236}">
                <a16:creationId xmlns:a16="http://schemas.microsoft.com/office/drawing/2014/main" id="{2089360D-5F8D-D55E-6324-EC316DFC47A6}"/>
              </a:ext>
            </a:extLst>
          </p:cNvPr>
          <p:cNvSpPr/>
          <p:nvPr/>
        </p:nvSpPr>
        <p:spPr>
          <a:xfrm>
            <a:off x="527731" y="3655317"/>
            <a:ext cx="384048" cy="404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/>
          </a:p>
        </p:txBody>
      </p:sp>
      <p:sp>
        <p:nvSpPr>
          <p:cNvPr id="248" name="Text 27">
            <a:extLst>
              <a:ext uri="{FF2B5EF4-FFF2-40B4-BE49-F238E27FC236}">
                <a16:creationId xmlns:a16="http://schemas.microsoft.com/office/drawing/2014/main" id="{DE3EF2B3-9EE4-6471-E7BC-1C88F981CF99}"/>
              </a:ext>
            </a:extLst>
          </p:cNvPr>
          <p:cNvSpPr/>
          <p:nvPr/>
        </p:nvSpPr>
        <p:spPr>
          <a:xfrm>
            <a:off x="816662" y="3737396"/>
            <a:ext cx="4553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4000"/>
              </a:lnSpc>
              <a:buNone/>
            </a:pPr>
            <a:r>
              <a:rPr lang="en-US" sz="1200" b="1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Loop: </a:t>
            </a:r>
            <a:r>
              <a:rPr lang="en-US" sz="120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pelemahan rupiah menaikkan nilai ULN dalam rupiah, yang kembali memperburuk persepsi risiko.</a:t>
            </a:r>
            <a:endParaRPr lang="en-US" sz="1200"/>
          </a:p>
        </p:txBody>
      </p:sp>
      <p:sp>
        <p:nvSpPr>
          <p:cNvPr id="250" name="Text 28">
            <a:extLst>
              <a:ext uri="{FF2B5EF4-FFF2-40B4-BE49-F238E27FC236}">
                <a16:creationId xmlns:a16="http://schemas.microsoft.com/office/drawing/2014/main" id="{CAB0BA4C-5EDD-D9D0-3961-15F0AFA8EB54}"/>
              </a:ext>
            </a:extLst>
          </p:cNvPr>
          <p:cNvSpPr/>
          <p:nvPr/>
        </p:nvSpPr>
        <p:spPr>
          <a:xfrm>
            <a:off x="5684947" y="1479045"/>
            <a:ext cx="59006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Komposisi utang luar negeri</a:t>
            </a:r>
            <a:endParaRPr lang="en-US" sz="1050"/>
          </a:p>
        </p:txBody>
      </p:sp>
      <p:sp>
        <p:nvSpPr>
          <p:cNvPr id="252" name="Text 29">
            <a:extLst>
              <a:ext uri="{FF2B5EF4-FFF2-40B4-BE49-F238E27FC236}">
                <a16:creationId xmlns:a16="http://schemas.microsoft.com/office/drawing/2014/main" id="{E133129A-F621-2CA9-7A22-5D812C5FAD18}"/>
              </a:ext>
            </a:extLst>
          </p:cNvPr>
          <p:cNvSpPr/>
          <p:nvPr/>
        </p:nvSpPr>
        <p:spPr>
          <a:xfrm>
            <a:off x="5684947" y="1680213"/>
            <a:ext cx="590062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>
                <a:solidFill>
                  <a:srgbClr val="8B8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miliar, Juli 2026</a:t>
            </a:r>
            <a:endParaRPr lang="en-US" sz="840"/>
          </a:p>
        </p:txBody>
      </p:sp>
      <p:graphicFrame>
        <p:nvGraphicFramePr>
          <p:cNvPr id="254" name="Chart 0">
            <a:extLst>
              <a:ext uri="{FF2B5EF4-FFF2-40B4-BE49-F238E27FC236}">
                <a16:creationId xmlns:a16="http://schemas.microsoft.com/office/drawing/2014/main" id="{B78480AA-C24A-CB72-5978-EE471F76D3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3064902"/>
              </p:ext>
            </p:extLst>
          </p:nvPr>
        </p:nvGraphicFramePr>
        <p:xfrm>
          <a:off x="5684947" y="1881381"/>
          <a:ext cx="5900623" cy="2084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6" name="Shape 30">
            <a:extLst>
              <a:ext uri="{FF2B5EF4-FFF2-40B4-BE49-F238E27FC236}">
                <a16:creationId xmlns:a16="http://schemas.microsoft.com/office/drawing/2014/main" id="{5C195149-F2AC-D231-388C-B5DA5844F4E2}"/>
              </a:ext>
            </a:extLst>
          </p:cNvPr>
          <p:cNvSpPr/>
          <p:nvPr/>
        </p:nvSpPr>
        <p:spPr>
          <a:xfrm>
            <a:off x="453208" y="4396277"/>
            <a:ext cx="45720" cy="475488"/>
          </a:xfrm>
          <a:prstGeom prst="rect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58" name="Text 31">
            <a:extLst>
              <a:ext uri="{FF2B5EF4-FFF2-40B4-BE49-F238E27FC236}">
                <a16:creationId xmlns:a16="http://schemas.microsoft.com/office/drawing/2014/main" id="{F8F954DA-51B4-64A1-A56D-4CA7845004EC}"/>
              </a:ext>
            </a:extLst>
          </p:cNvPr>
          <p:cNvSpPr/>
          <p:nvPr/>
        </p:nvSpPr>
        <p:spPr>
          <a:xfrm>
            <a:off x="599512" y="4414565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30,7%</a:t>
            </a:r>
            <a:endParaRPr lang="en-US" sz="2300"/>
          </a:p>
        </p:txBody>
      </p:sp>
      <p:sp>
        <p:nvSpPr>
          <p:cNvPr id="260" name="Text 32">
            <a:extLst>
              <a:ext uri="{FF2B5EF4-FFF2-40B4-BE49-F238E27FC236}">
                <a16:creationId xmlns:a16="http://schemas.microsoft.com/office/drawing/2014/main" id="{594D9766-18CD-A600-93EA-82F9716B7003}"/>
              </a:ext>
            </a:extLst>
          </p:cNvPr>
          <p:cNvSpPr/>
          <p:nvPr/>
        </p:nvSpPr>
        <p:spPr>
          <a:xfrm>
            <a:off x="2053408" y="4423709"/>
            <a:ext cx="193334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ULN terhadap PDB</a:t>
            </a:r>
            <a:endParaRPr lang="en-US" sz="1000"/>
          </a:p>
        </p:txBody>
      </p:sp>
      <p:sp>
        <p:nvSpPr>
          <p:cNvPr id="262" name="Text 33">
            <a:extLst>
              <a:ext uri="{FF2B5EF4-FFF2-40B4-BE49-F238E27FC236}">
                <a16:creationId xmlns:a16="http://schemas.microsoft.com/office/drawing/2014/main" id="{76553359-6395-689D-C0A9-AE92C92D7D01}"/>
              </a:ext>
            </a:extLst>
          </p:cNvPr>
          <p:cNvSpPr/>
          <p:nvPr/>
        </p:nvSpPr>
        <p:spPr>
          <a:xfrm>
            <a:off x="2053408" y="4615733"/>
            <a:ext cx="1933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820">
                <a:solidFill>
                  <a:srgbClr val="8B8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 2026, level masih moderat</a:t>
            </a:r>
            <a:endParaRPr lang="en-US" sz="820"/>
          </a:p>
        </p:txBody>
      </p:sp>
      <p:sp>
        <p:nvSpPr>
          <p:cNvPr id="264" name="Shape 34">
            <a:extLst>
              <a:ext uri="{FF2B5EF4-FFF2-40B4-BE49-F238E27FC236}">
                <a16:creationId xmlns:a16="http://schemas.microsoft.com/office/drawing/2014/main" id="{4D2D81CA-F113-A4EC-95CE-6829AB21BDD8}"/>
              </a:ext>
            </a:extLst>
          </p:cNvPr>
          <p:cNvSpPr/>
          <p:nvPr/>
        </p:nvSpPr>
        <p:spPr>
          <a:xfrm>
            <a:off x="4242786" y="4396277"/>
            <a:ext cx="45720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6" name="Text 35">
            <a:extLst>
              <a:ext uri="{FF2B5EF4-FFF2-40B4-BE49-F238E27FC236}">
                <a16:creationId xmlns:a16="http://schemas.microsoft.com/office/drawing/2014/main" id="{1EC468C2-0F08-224C-1BCA-A62EFEA3E68D}"/>
              </a:ext>
            </a:extLst>
          </p:cNvPr>
          <p:cNvSpPr/>
          <p:nvPr/>
        </p:nvSpPr>
        <p:spPr>
          <a:xfrm>
            <a:off x="4389090" y="4414565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 bps</a:t>
            </a:r>
            <a:endParaRPr lang="en-US" sz="2300"/>
          </a:p>
        </p:txBody>
      </p:sp>
      <p:sp>
        <p:nvSpPr>
          <p:cNvPr id="268" name="Text 36">
            <a:extLst>
              <a:ext uri="{FF2B5EF4-FFF2-40B4-BE49-F238E27FC236}">
                <a16:creationId xmlns:a16="http://schemas.microsoft.com/office/drawing/2014/main" id="{2228C6A0-31F6-20E4-3F9B-A6ACF320BED3}"/>
              </a:ext>
            </a:extLst>
          </p:cNvPr>
          <p:cNvSpPr/>
          <p:nvPr/>
        </p:nvSpPr>
        <p:spPr>
          <a:xfrm>
            <a:off x="5842986" y="4423709"/>
            <a:ext cx="193334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5 tahun</a:t>
            </a:r>
            <a:endParaRPr lang="en-US" sz="1000"/>
          </a:p>
        </p:txBody>
      </p:sp>
      <p:sp>
        <p:nvSpPr>
          <p:cNvPr id="270" name="Text 37">
            <a:extLst>
              <a:ext uri="{FF2B5EF4-FFF2-40B4-BE49-F238E27FC236}">
                <a16:creationId xmlns:a16="http://schemas.microsoft.com/office/drawing/2014/main" id="{B6EFE259-CEF0-619C-6D71-13974F280839}"/>
              </a:ext>
            </a:extLst>
          </p:cNvPr>
          <p:cNvSpPr/>
          <p:nvPr/>
        </p:nvSpPr>
        <p:spPr>
          <a:xfrm>
            <a:off x="5842986" y="4615733"/>
            <a:ext cx="1933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820">
                <a:solidFill>
                  <a:srgbClr val="8B8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Maret 2026, setelah dua revisi outlook</a:t>
            </a:r>
            <a:endParaRPr lang="en-US" sz="820"/>
          </a:p>
        </p:txBody>
      </p:sp>
      <p:sp>
        <p:nvSpPr>
          <p:cNvPr id="272" name="Shape 38">
            <a:extLst>
              <a:ext uri="{FF2B5EF4-FFF2-40B4-BE49-F238E27FC236}">
                <a16:creationId xmlns:a16="http://schemas.microsoft.com/office/drawing/2014/main" id="{EC3D0FAA-FF89-5771-E55F-68C2B32FEECE}"/>
              </a:ext>
            </a:extLst>
          </p:cNvPr>
          <p:cNvSpPr/>
          <p:nvPr/>
        </p:nvSpPr>
        <p:spPr>
          <a:xfrm>
            <a:off x="8032365" y="4396277"/>
            <a:ext cx="45720" cy="47548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74" name="Text 39">
            <a:extLst>
              <a:ext uri="{FF2B5EF4-FFF2-40B4-BE49-F238E27FC236}">
                <a16:creationId xmlns:a16="http://schemas.microsoft.com/office/drawing/2014/main" id="{04D0D2A1-E25D-BF7B-745D-FCF97BBC098F}"/>
              </a:ext>
            </a:extLst>
          </p:cNvPr>
          <p:cNvSpPr/>
          <p:nvPr/>
        </p:nvSpPr>
        <p:spPr>
          <a:xfrm>
            <a:off x="8178669" y="4414565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+7,1%</a:t>
            </a:r>
            <a:endParaRPr lang="en-US" sz="2300"/>
          </a:p>
        </p:txBody>
      </p:sp>
      <p:sp>
        <p:nvSpPr>
          <p:cNvPr id="276" name="Text 40">
            <a:extLst>
              <a:ext uri="{FF2B5EF4-FFF2-40B4-BE49-F238E27FC236}">
                <a16:creationId xmlns:a16="http://schemas.microsoft.com/office/drawing/2014/main" id="{C793FFB3-E739-5BB4-D13F-2FF9E69B35BE}"/>
              </a:ext>
            </a:extLst>
          </p:cNvPr>
          <p:cNvSpPr/>
          <p:nvPr/>
        </p:nvSpPr>
        <p:spPr>
          <a:xfrm>
            <a:off x="9632565" y="4423709"/>
            <a:ext cx="193334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USD/IDR</a:t>
            </a:r>
            <a:endParaRPr lang="en-US" sz="1000"/>
          </a:p>
        </p:txBody>
      </p:sp>
      <p:sp>
        <p:nvSpPr>
          <p:cNvPr id="278" name="Text 41">
            <a:extLst>
              <a:ext uri="{FF2B5EF4-FFF2-40B4-BE49-F238E27FC236}">
                <a16:creationId xmlns:a16="http://schemas.microsoft.com/office/drawing/2014/main" id="{BB480454-5033-5EAF-77B6-7BC67E5FAE6C}"/>
              </a:ext>
            </a:extLst>
          </p:cNvPr>
          <p:cNvSpPr/>
          <p:nvPr/>
        </p:nvSpPr>
        <p:spPr>
          <a:xfrm>
            <a:off x="9632565" y="4615733"/>
            <a:ext cx="19333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820">
                <a:solidFill>
                  <a:srgbClr val="8B8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16.715 akhir 2025 ke 17.901 per 6 Okt 2026</a:t>
            </a:r>
            <a:endParaRPr lang="en-US" sz="820"/>
          </a:p>
        </p:txBody>
      </p:sp>
      <p:sp>
        <p:nvSpPr>
          <p:cNvPr id="280" name="Text 42">
            <a:extLst>
              <a:ext uri="{FF2B5EF4-FFF2-40B4-BE49-F238E27FC236}">
                <a16:creationId xmlns:a16="http://schemas.microsoft.com/office/drawing/2014/main" id="{A8157E96-94C5-AC99-679E-F7662F2D5F01}"/>
              </a:ext>
            </a:extLst>
          </p:cNvPr>
          <p:cNvSpPr/>
          <p:nvPr/>
        </p:nvSpPr>
        <p:spPr>
          <a:xfrm>
            <a:off x="418003" y="5103420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9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KEBIJAKAN, DIKOORDINASIKAN MELALUI KSSK</a:t>
            </a:r>
            <a:endParaRPr lang="en-US" sz="1000"/>
          </a:p>
        </p:txBody>
      </p:sp>
      <p:sp>
        <p:nvSpPr>
          <p:cNvPr id="282" name="Shape 43">
            <a:extLst>
              <a:ext uri="{FF2B5EF4-FFF2-40B4-BE49-F238E27FC236}">
                <a16:creationId xmlns:a16="http://schemas.microsoft.com/office/drawing/2014/main" id="{731CE9AE-1060-A804-58D1-EBC49CED46B5}"/>
              </a:ext>
            </a:extLst>
          </p:cNvPr>
          <p:cNvSpPr/>
          <p:nvPr/>
        </p:nvSpPr>
        <p:spPr>
          <a:xfrm>
            <a:off x="418003" y="5341164"/>
            <a:ext cx="11185855" cy="0"/>
          </a:xfrm>
          <a:prstGeom prst="line">
            <a:avLst/>
          </a:prstGeom>
          <a:noFill/>
          <a:ln w="15875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4" name="Shape 44">
            <a:extLst>
              <a:ext uri="{FF2B5EF4-FFF2-40B4-BE49-F238E27FC236}">
                <a16:creationId xmlns:a16="http://schemas.microsoft.com/office/drawing/2014/main" id="{7729F081-401B-A9C9-CF63-244777CB2C72}"/>
              </a:ext>
            </a:extLst>
          </p:cNvPr>
          <p:cNvSpPr/>
          <p:nvPr/>
        </p:nvSpPr>
        <p:spPr>
          <a:xfrm>
            <a:off x="418003" y="5396028"/>
            <a:ext cx="2673020" cy="859536"/>
          </a:xfrm>
          <a:prstGeom prst="roundRect">
            <a:avLst>
              <a:gd name="adj" fmla="val 4255"/>
            </a:avLst>
          </a:prstGeom>
          <a:solidFill>
            <a:srgbClr val="FAF8F3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6" name="Shape 45">
            <a:extLst>
              <a:ext uri="{FF2B5EF4-FFF2-40B4-BE49-F238E27FC236}">
                <a16:creationId xmlns:a16="http://schemas.microsoft.com/office/drawing/2014/main" id="{24697447-D965-CA52-A1D5-5F524DC2B325}"/>
              </a:ext>
            </a:extLst>
          </p:cNvPr>
          <p:cNvSpPr/>
          <p:nvPr/>
        </p:nvSpPr>
        <p:spPr>
          <a:xfrm>
            <a:off x="418003" y="5396028"/>
            <a:ext cx="2673020" cy="237744"/>
          </a:xfrm>
          <a:prstGeom prst="roundRect">
            <a:avLst>
              <a:gd name="adj" fmla="val 15385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8" name="Shape 46">
            <a:extLst>
              <a:ext uri="{FF2B5EF4-FFF2-40B4-BE49-F238E27FC236}">
                <a16:creationId xmlns:a16="http://schemas.microsoft.com/office/drawing/2014/main" id="{A1E0CEB9-F70A-E2EA-7A97-9E6004475536}"/>
              </a:ext>
            </a:extLst>
          </p:cNvPr>
          <p:cNvSpPr/>
          <p:nvPr/>
        </p:nvSpPr>
        <p:spPr>
          <a:xfrm>
            <a:off x="418003" y="5589881"/>
            <a:ext cx="2673020" cy="43891"/>
          </a:xfrm>
          <a:prstGeom prst="rect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0" name="Text 47">
            <a:extLst>
              <a:ext uri="{FF2B5EF4-FFF2-40B4-BE49-F238E27FC236}">
                <a16:creationId xmlns:a16="http://schemas.microsoft.com/office/drawing/2014/main" id="{2BAE2C86-DEE9-FF22-D925-0251BB9344C1}"/>
              </a:ext>
            </a:extLst>
          </p:cNvPr>
          <p:cNvSpPr/>
          <p:nvPr/>
        </p:nvSpPr>
        <p:spPr>
          <a:xfrm>
            <a:off x="527731" y="53960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/>
          </a:p>
        </p:txBody>
      </p:sp>
      <p:sp>
        <p:nvSpPr>
          <p:cNvPr id="292" name="Text 48">
            <a:extLst>
              <a:ext uri="{FF2B5EF4-FFF2-40B4-BE49-F238E27FC236}">
                <a16:creationId xmlns:a16="http://schemas.microsoft.com/office/drawing/2014/main" id="{FDF9A7E8-2209-E418-8E7F-700D0C94D954}"/>
              </a:ext>
            </a:extLst>
          </p:cNvPr>
          <p:cNvSpPr/>
          <p:nvPr/>
        </p:nvSpPr>
        <p:spPr>
          <a:xfrm>
            <a:off x="802051" y="5396028"/>
            <a:ext cx="2179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INDONESIA</a:t>
            </a:r>
            <a:endParaRPr lang="en-US" sz="900"/>
          </a:p>
        </p:txBody>
      </p:sp>
      <p:sp>
        <p:nvSpPr>
          <p:cNvPr id="294" name="Shape 49">
            <a:extLst>
              <a:ext uri="{FF2B5EF4-FFF2-40B4-BE49-F238E27FC236}">
                <a16:creationId xmlns:a16="http://schemas.microsoft.com/office/drawing/2014/main" id="{EE70B9EE-46CF-9B2B-3933-10C51790DD9F}"/>
              </a:ext>
            </a:extLst>
          </p:cNvPr>
          <p:cNvSpPr/>
          <p:nvPr/>
        </p:nvSpPr>
        <p:spPr>
          <a:xfrm>
            <a:off x="546019" y="5695951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6" name="Text 50">
            <a:extLst>
              <a:ext uri="{FF2B5EF4-FFF2-40B4-BE49-F238E27FC236}">
                <a16:creationId xmlns:a16="http://schemas.microsoft.com/office/drawing/2014/main" id="{FD9FC5D7-98B2-980C-1189-66AD8052AEC7}"/>
              </a:ext>
            </a:extLst>
          </p:cNvPr>
          <p:cNvSpPr/>
          <p:nvPr/>
        </p:nvSpPr>
        <p:spPr>
          <a:xfrm>
            <a:off x="655747" y="5652060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BI-Rate 5,75%</a:t>
            </a:r>
            <a:endParaRPr lang="en-US" sz="1000"/>
          </a:p>
        </p:txBody>
      </p:sp>
      <p:sp>
        <p:nvSpPr>
          <p:cNvPr id="298" name="Shape 51">
            <a:extLst>
              <a:ext uri="{FF2B5EF4-FFF2-40B4-BE49-F238E27FC236}">
                <a16:creationId xmlns:a16="http://schemas.microsoft.com/office/drawing/2014/main" id="{2F6F7741-2759-2F3B-F2F4-6809F582F61B}"/>
              </a:ext>
            </a:extLst>
          </p:cNvPr>
          <p:cNvSpPr/>
          <p:nvPr/>
        </p:nvSpPr>
        <p:spPr>
          <a:xfrm>
            <a:off x="546019" y="5846827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0" name="Text 52">
            <a:extLst>
              <a:ext uri="{FF2B5EF4-FFF2-40B4-BE49-F238E27FC236}">
                <a16:creationId xmlns:a16="http://schemas.microsoft.com/office/drawing/2014/main" id="{398F4702-484C-B491-3426-74CB8946FF62}"/>
              </a:ext>
            </a:extLst>
          </p:cNvPr>
          <p:cNvSpPr/>
          <p:nvPr/>
        </p:nvSpPr>
        <p:spPr>
          <a:xfrm>
            <a:off x="655747" y="5802936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SRBI diperluas</a:t>
            </a:r>
            <a:endParaRPr lang="en-US" sz="1000"/>
          </a:p>
        </p:txBody>
      </p:sp>
      <p:sp>
        <p:nvSpPr>
          <p:cNvPr id="302" name="Shape 53">
            <a:extLst>
              <a:ext uri="{FF2B5EF4-FFF2-40B4-BE49-F238E27FC236}">
                <a16:creationId xmlns:a16="http://schemas.microsoft.com/office/drawing/2014/main" id="{34B9EE38-E75D-289E-124F-A7799E5C946D}"/>
              </a:ext>
            </a:extLst>
          </p:cNvPr>
          <p:cNvSpPr/>
          <p:nvPr/>
        </p:nvSpPr>
        <p:spPr>
          <a:xfrm>
            <a:off x="546019" y="5997703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4" name="Text 54">
            <a:extLst>
              <a:ext uri="{FF2B5EF4-FFF2-40B4-BE49-F238E27FC236}">
                <a16:creationId xmlns:a16="http://schemas.microsoft.com/office/drawing/2014/main" id="{226D846E-1087-4872-5C19-C57827EBDBBD}"/>
              </a:ext>
            </a:extLst>
          </p:cNvPr>
          <p:cNvSpPr/>
          <p:nvPr/>
        </p:nvSpPr>
        <p:spPr>
          <a:xfrm>
            <a:off x="655747" y="5953812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intervensi</a:t>
            </a:r>
            <a:endParaRPr lang="en-US" sz="1000"/>
          </a:p>
        </p:txBody>
      </p:sp>
      <p:sp>
        <p:nvSpPr>
          <p:cNvPr id="306" name="Shape 55">
            <a:extLst>
              <a:ext uri="{FF2B5EF4-FFF2-40B4-BE49-F238E27FC236}">
                <a16:creationId xmlns:a16="http://schemas.microsoft.com/office/drawing/2014/main" id="{30150EB8-6F90-A5A5-7588-3953E8F83F07}"/>
              </a:ext>
            </a:extLst>
          </p:cNvPr>
          <p:cNvSpPr/>
          <p:nvPr/>
        </p:nvSpPr>
        <p:spPr>
          <a:xfrm>
            <a:off x="546019" y="6148579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08" name="Text 56">
            <a:extLst>
              <a:ext uri="{FF2B5EF4-FFF2-40B4-BE49-F238E27FC236}">
                <a16:creationId xmlns:a16="http://schemas.microsoft.com/office/drawing/2014/main" id="{53B24F62-02FD-95C5-4158-9EBB2C8E6BF7}"/>
              </a:ext>
            </a:extLst>
          </p:cNvPr>
          <p:cNvSpPr/>
          <p:nvPr/>
        </p:nvSpPr>
        <p:spPr>
          <a:xfrm>
            <a:off x="655747" y="6104688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 3 bulan</a:t>
            </a:r>
            <a:endParaRPr lang="en-US" sz="1000"/>
          </a:p>
        </p:txBody>
      </p:sp>
      <p:sp>
        <p:nvSpPr>
          <p:cNvPr id="310" name="Shape 57">
            <a:extLst>
              <a:ext uri="{FF2B5EF4-FFF2-40B4-BE49-F238E27FC236}">
                <a16:creationId xmlns:a16="http://schemas.microsoft.com/office/drawing/2014/main" id="{B33D571D-D0A6-8F68-BA2A-7150887F8200}"/>
              </a:ext>
            </a:extLst>
          </p:cNvPr>
          <p:cNvSpPr/>
          <p:nvPr/>
        </p:nvSpPr>
        <p:spPr>
          <a:xfrm>
            <a:off x="3255615" y="5396028"/>
            <a:ext cx="2673020" cy="859536"/>
          </a:xfrm>
          <a:prstGeom prst="roundRect">
            <a:avLst>
              <a:gd name="adj" fmla="val 4255"/>
            </a:avLst>
          </a:prstGeom>
          <a:solidFill>
            <a:srgbClr val="FAF8F3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2" name="Shape 58">
            <a:extLst>
              <a:ext uri="{FF2B5EF4-FFF2-40B4-BE49-F238E27FC236}">
                <a16:creationId xmlns:a16="http://schemas.microsoft.com/office/drawing/2014/main" id="{5B42FB78-57D0-C9CB-DD8B-1D8E2853F695}"/>
              </a:ext>
            </a:extLst>
          </p:cNvPr>
          <p:cNvSpPr/>
          <p:nvPr/>
        </p:nvSpPr>
        <p:spPr>
          <a:xfrm>
            <a:off x="3255615" y="5396028"/>
            <a:ext cx="2673020" cy="237744"/>
          </a:xfrm>
          <a:prstGeom prst="roundRect">
            <a:avLst>
              <a:gd name="adj" fmla="val 15385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4" name="Shape 59">
            <a:extLst>
              <a:ext uri="{FF2B5EF4-FFF2-40B4-BE49-F238E27FC236}">
                <a16:creationId xmlns:a16="http://schemas.microsoft.com/office/drawing/2014/main" id="{DC3D2506-4D8E-F1AA-79C7-04007DF0A8F3}"/>
              </a:ext>
            </a:extLst>
          </p:cNvPr>
          <p:cNvSpPr/>
          <p:nvPr/>
        </p:nvSpPr>
        <p:spPr>
          <a:xfrm>
            <a:off x="3255615" y="5589881"/>
            <a:ext cx="2673020" cy="43891"/>
          </a:xfrm>
          <a:prstGeom prst="rect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6" name="Text 60">
            <a:extLst>
              <a:ext uri="{FF2B5EF4-FFF2-40B4-BE49-F238E27FC236}">
                <a16:creationId xmlns:a16="http://schemas.microsoft.com/office/drawing/2014/main" id="{825F5559-35F3-780D-0656-206536743D9E}"/>
              </a:ext>
            </a:extLst>
          </p:cNvPr>
          <p:cNvSpPr/>
          <p:nvPr/>
        </p:nvSpPr>
        <p:spPr>
          <a:xfrm>
            <a:off x="3365343" y="53960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/>
          </a:p>
        </p:txBody>
      </p:sp>
      <p:sp>
        <p:nvSpPr>
          <p:cNvPr id="318" name="Text 61">
            <a:extLst>
              <a:ext uri="{FF2B5EF4-FFF2-40B4-BE49-F238E27FC236}">
                <a16:creationId xmlns:a16="http://schemas.microsoft.com/office/drawing/2014/main" id="{B44F3748-71DA-0869-183F-80EF0FB8945F}"/>
              </a:ext>
            </a:extLst>
          </p:cNvPr>
          <p:cNvSpPr/>
          <p:nvPr/>
        </p:nvSpPr>
        <p:spPr>
          <a:xfrm>
            <a:off x="3639663" y="5396028"/>
            <a:ext cx="2179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KEMENTERIAN KEUANGAN</a:t>
            </a:r>
            <a:endParaRPr lang="en-US" sz="900"/>
          </a:p>
        </p:txBody>
      </p:sp>
      <p:sp>
        <p:nvSpPr>
          <p:cNvPr id="320" name="Shape 62">
            <a:extLst>
              <a:ext uri="{FF2B5EF4-FFF2-40B4-BE49-F238E27FC236}">
                <a16:creationId xmlns:a16="http://schemas.microsoft.com/office/drawing/2014/main" id="{F12D526C-A191-18A9-71A2-56D2A9B54ED3}"/>
              </a:ext>
            </a:extLst>
          </p:cNvPr>
          <p:cNvSpPr/>
          <p:nvPr/>
        </p:nvSpPr>
        <p:spPr>
          <a:xfrm>
            <a:off x="3383631" y="5695951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2" name="Text 63">
            <a:extLst>
              <a:ext uri="{FF2B5EF4-FFF2-40B4-BE49-F238E27FC236}">
                <a16:creationId xmlns:a16="http://schemas.microsoft.com/office/drawing/2014/main" id="{1BA40FA8-CC63-09C4-93A4-204E70CA96FD}"/>
              </a:ext>
            </a:extLst>
          </p:cNvPr>
          <p:cNvSpPr/>
          <p:nvPr/>
        </p:nvSpPr>
        <p:spPr>
          <a:xfrm>
            <a:off x="3493359" y="5652060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Defisit di bawah 3% PDB</a:t>
            </a:r>
            <a:endParaRPr lang="en-US" sz="1000"/>
          </a:p>
        </p:txBody>
      </p:sp>
      <p:sp>
        <p:nvSpPr>
          <p:cNvPr id="324" name="Shape 64">
            <a:extLst>
              <a:ext uri="{FF2B5EF4-FFF2-40B4-BE49-F238E27FC236}">
                <a16:creationId xmlns:a16="http://schemas.microsoft.com/office/drawing/2014/main" id="{510F0984-212E-6B32-EAB6-9162C43F9AE7}"/>
              </a:ext>
            </a:extLst>
          </p:cNvPr>
          <p:cNvSpPr/>
          <p:nvPr/>
        </p:nvSpPr>
        <p:spPr>
          <a:xfrm>
            <a:off x="3383631" y="5846827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6" name="Text 65">
            <a:extLst>
              <a:ext uri="{FF2B5EF4-FFF2-40B4-BE49-F238E27FC236}">
                <a16:creationId xmlns:a16="http://schemas.microsoft.com/office/drawing/2014/main" id="{59F76C83-BB3D-1315-9F2C-532556ADD778}"/>
              </a:ext>
            </a:extLst>
          </p:cNvPr>
          <p:cNvSpPr/>
          <p:nvPr/>
        </p:nvSpPr>
        <p:spPr>
          <a:xfrm>
            <a:off x="3493359" y="5802936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Diversifikasi SBN</a:t>
            </a:r>
            <a:endParaRPr lang="en-US" sz="1000"/>
          </a:p>
        </p:txBody>
      </p:sp>
      <p:sp>
        <p:nvSpPr>
          <p:cNvPr id="328" name="Shape 66">
            <a:extLst>
              <a:ext uri="{FF2B5EF4-FFF2-40B4-BE49-F238E27FC236}">
                <a16:creationId xmlns:a16="http://schemas.microsoft.com/office/drawing/2014/main" id="{0EAD4EC9-72B6-78D2-67DB-A3BD6563EDCB}"/>
              </a:ext>
            </a:extLst>
          </p:cNvPr>
          <p:cNvSpPr/>
          <p:nvPr/>
        </p:nvSpPr>
        <p:spPr>
          <a:xfrm>
            <a:off x="3383631" y="5997703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0" name="Text 67">
            <a:extLst>
              <a:ext uri="{FF2B5EF4-FFF2-40B4-BE49-F238E27FC236}">
                <a16:creationId xmlns:a16="http://schemas.microsoft.com/office/drawing/2014/main" id="{57265543-CAC5-2606-C199-D0C6845DDE8E}"/>
              </a:ext>
            </a:extLst>
          </p:cNvPr>
          <p:cNvSpPr/>
          <p:nvPr/>
        </p:nvSpPr>
        <p:spPr>
          <a:xfrm>
            <a:off x="3493359" y="5953812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 dan switch</a:t>
            </a:r>
            <a:endParaRPr lang="en-US" sz="1000"/>
          </a:p>
        </p:txBody>
      </p:sp>
      <p:sp>
        <p:nvSpPr>
          <p:cNvPr id="332" name="Shape 68">
            <a:extLst>
              <a:ext uri="{FF2B5EF4-FFF2-40B4-BE49-F238E27FC236}">
                <a16:creationId xmlns:a16="http://schemas.microsoft.com/office/drawing/2014/main" id="{147E3480-F391-F8D0-A5EE-090DF6F6C272}"/>
              </a:ext>
            </a:extLst>
          </p:cNvPr>
          <p:cNvSpPr/>
          <p:nvPr/>
        </p:nvSpPr>
        <p:spPr>
          <a:xfrm>
            <a:off x="3383631" y="6148579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4" name="Text 69">
            <a:extLst>
              <a:ext uri="{FF2B5EF4-FFF2-40B4-BE49-F238E27FC236}">
                <a16:creationId xmlns:a16="http://schemas.microsoft.com/office/drawing/2014/main" id="{4A851819-EAFA-47D6-72AC-A412E89971B6}"/>
              </a:ext>
            </a:extLst>
          </p:cNvPr>
          <p:cNvSpPr/>
          <p:nvPr/>
        </p:nvSpPr>
        <p:spPr>
          <a:xfrm>
            <a:off x="3493359" y="6104688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 fiskal-moneter</a:t>
            </a:r>
            <a:endParaRPr lang="en-US" sz="1000"/>
          </a:p>
        </p:txBody>
      </p:sp>
      <p:sp>
        <p:nvSpPr>
          <p:cNvPr id="336" name="Shape 70">
            <a:extLst>
              <a:ext uri="{FF2B5EF4-FFF2-40B4-BE49-F238E27FC236}">
                <a16:creationId xmlns:a16="http://schemas.microsoft.com/office/drawing/2014/main" id="{ED70EB38-6D91-6129-836E-2A8C1C563524}"/>
              </a:ext>
            </a:extLst>
          </p:cNvPr>
          <p:cNvSpPr/>
          <p:nvPr/>
        </p:nvSpPr>
        <p:spPr>
          <a:xfrm>
            <a:off x="6093227" y="5396028"/>
            <a:ext cx="2673020" cy="859536"/>
          </a:xfrm>
          <a:prstGeom prst="roundRect">
            <a:avLst>
              <a:gd name="adj" fmla="val 4255"/>
            </a:avLst>
          </a:prstGeom>
          <a:solidFill>
            <a:srgbClr val="FAF8F3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8" name="Shape 71">
            <a:extLst>
              <a:ext uri="{FF2B5EF4-FFF2-40B4-BE49-F238E27FC236}">
                <a16:creationId xmlns:a16="http://schemas.microsoft.com/office/drawing/2014/main" id="{3E2D8710-3757-3F55-A706-AFF4AEDAEF97}"/>
              </a:ext>
            </a:extLst>
          </p:cNvPr>
          <p:cNvSpPr/>
          <p:nvPr/>
        </p:nvSpPr>
        <p:spPr>
          <a:xfrm>
            <a:off x="6093227" y="5396028"/>
            <a:ext cx="2673020" cy="237744"/>
          </a:xfrm>
          <a:prstGeom prst="roundRect">
            <a:avLst>
              <a:gd name="adj" fmla="val 15385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0" name="Shape 72">
            <a:extLst>
              <a:ext uri="{FF2B5EF4-FFF2-40B4-BE49-F238E27FC236}">
                <a16:creationId xmlns:a16="http://schemas.microsoft.com/office/drawing/2014/main" id="{E1BA86AC-3A36-EE4F-ABE8-301D8C100C0D}"/>
              </a:ext>
            </a:extLst>
          </p:cNvPr>
          <p:cNvSpPr/>
          <p:nvPr/>
        </p:nvSpPr>
        <p:spPr>
          <a:xfrm>
            <a:off x="6093227" y="5589881"/>
            <a:ext cx="2673020" cy="43891"/>
          </a:xfrm>
          <a:prstGeom prst="rect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2" name="Text 73">
            <a:extLst>
              <a:ext uri="{FF2B5EF4-FFF2-40B4-BE49-F238E27FC236}">
                <a16:creationId xmlns:a16="http://schemas.microsoft.com/office/drawing/2014/main" id="{13A8E886-EEDF-244A-2138-082F53E386D5}"/>
              </a:ext>
            </a:extLst>
          </p:cNvPr>
          <p:cNvSpPr/>
          <p:nvPr/>
        </p:nvSpPr>
        <p:spPr>
          <a:xfrm>
            <a:off x="6202955" y="53960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/>
          </a:p>
        </p:txBody>
      </p:sp>
      <p:sp>
        <p:nvSpPr>
          <p:cNvPr id="344" name="Text 74">
            <a:extLst>
              <a:ext uri="{FF2B5EF4-FFF2-40B4-BE49-F238E27FC236}">
                <a16:creationId xmlns:a16="http://schemas.microsoft.com/office/drawing/2014/main" id="{75CF2562-1BE2-B4AC-0324-F60642B40712}"/>
              </a:ext>
            </a:extLst>
          </p:cNvPr>
          <p:cNvSpPr/>
          <p:nvPr/>
        </p:nvSpPr>
        <p:spPr>
          <a:xfrm>
            <a:off x="6477275" y="5396028"/>
            <a:ext cx="2179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OJK DAN PASAR MODAL</a:t>
            </a:r>
            <a:endParaRPr lang="en-US" sz="900"/>
          </a:p>
        </p:txBody>
      </p:sp>
      <p:sp>
        <p:nvSpPr>
          <p:cNvPr id="346" name="Shape 75">
            <a:extLst>
              <a:ext uri="{FF2B5EF4-FFF2-40B4-BE49-F238E27FC236}">
                <a16:creationId xmlns:a16="http://schemas.microsoft.com/office/drawing/2014/main" id="{BE16DB0A-F67E-1744-5646-626C3440A609}"/>
              </a:ext>
            </a:extLst>
          </p:cNvPr>
          <p:cNvSpPr/>
          <p:nvPr/>
        </p:nvSpPr>
        <p:spPr>
          <a:xfrm>
            <a:off x="6221243" y="5695951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48" name="Text 76">
            <a:extLst>
              <a:ext uri="{FF2B5EF4-FFF2-40B4-BE49-F238E27FC236}">
                <a16:creationId xmlns:a16="http://schemas.microsoft.com/office/drawing/2014/main" id="{565A1603-10C3-1584-267E-69D0B51AA2A1}"/>
              </a:ext>
            </a:extLst>
          </p:cNvPr>
          <p:cNvSpPr/>
          <p:nvPr/>
        </p:nvSpPr>
        <p:spPr>
          <a:xfrm>
            <a:off x="6330971" y="5652060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Reformasi pasar 2026</a:t>
            </a:r>
            <a:endParaRPr lang="en-US" sz="1000"/>
          </a:p>
        </p:txBody>
      </p:sp>
      <p:sp>
        <p:nvSpPr>
          <p:cNvPr id="350" name="Shape 77">
            <a:extLst>
              <a:ext uri="{FF2B5EF4-FFF2-40B4-BE49-F238E27FC236}">
                <a16:creationId xmlns:a16="http://schemas.microsoft.com/office/drawing/2014/main" id="{7D69EB7F-D389-E82A-7C5B-6DA729146A96}"/>
              </a:ext>
            </a:extLst>
          </p:cNvPr>
          <p:cNvSpPr/>
          <p:nvPr/>
        </p:nvSpPr>
        <p:spPr>
          <a:xfrm>
            <a:off x="6221243" y="5846827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2" name="Text 78">
            <a:extLst>
              <a:ext uri="{FF2B5EF4-FFF2-40B4-BE49-F238E27FC236}">
                <a16:creationId xmlns:a16="http://schemas.microsoft.com/office/drawing/2014/main" id="{AC325CDD-0EDF-B26C-9D67-9DF678373276}"/>
              </a:ext>
            </a:extLst>
          </p:cNvPr>
          <p:cNvSpPr/>
          <p:nvPr/>
        </p:nvSpPr>
        <p:spPr>
          <a:xfrm>
            <a:off x="6330971" y="5802936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domestik</a:t>
            </a:r>
            <a:endParaRPr lang="en-US" sz="1000"/>
          </a:p>
        </p:txBody>
      </p:sp>
      <p:sp>
        <p:nvSpPr>
          <p:cNvPr id="354" name="Shape 79">
            <a:extLst>
              <a:ext uri="{FF2B5EF4-FFF2-40B4-BE49-F238E27FC236}">
                <a16:creationId xmlns:a16="http://schemas.microsoft.com/office/drawing/2014/main" id="{E6AE719C-89F2-36C3-EB7C-BB82E551F6F9}"/>
              </a:ext>
            </a:extLst>
          </p:cNvPr>
          <p:cNvSpPr/>
          <p:nvPr/>
        </p:nvSpPr>
        <p:spPr>
          <a:xfrm>
            <a:off x="6221243" y="5997703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56" name="Text 80">
            <a:extLst>
              <a:ext uri="{FF2B5EF4-FFF2-40B4-BE49-F238E27FC236}">
                <a16:creationId xmlns:a16="http://schemas.microsoft.com/office/drawing/2014/main" id="{3CDA5E23-0404-6DC5-B5DF-E561CE78E8AA}"/>
              </a:ext>
            </a:extLst>
          </p:cNvPr>
          <p:cNvSpPr/>
          <p:nvPr/>
        </p:nvSpPr>
        <p:spPr>
          <a:xfrm>
            <a:off x="6330971" y="5953812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Lindung nilai ULN swasta</a:t>
            </a:r>
            <a:endParaRPr lang="en-US" sz="1000"/>
          </a:p>
        </p:txBody>
      </p:sp>
      <p:sp>
        <p:nvSpPr>
          <p:cNvPr id="358" name="Shape 81">
            <a:extLst>
              <a:ext uri="{FF2B5EF4-FFF2-40B4-BE49-F238E27FC236}">
                <a16:creationId xmlns:a16="http://schemas.microsoft.com/office/drawing/2014/main" id="{9C682AE9-6E20-CB42-6FC2-F65D643DE7BD}"/>
              </a:ext>
            </a:extLst>
          </p:cNvPr>
          <p:cNvSpPr/>
          <p:nvPr/>
        </p:nvSpPr>
        <p:spPr>
          <a:xfrm>
            <a:off x="6221243" y="6148579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0" name="Text 82">
            <a:extLst>
              <a:ext uri="{FF2B5EF4-FFF2-40B4-BE49-F238E27FC236}">
                <a16:creationId xmlns:a16="http://schemas.microsoft.com/office/drawing/2014/main" id="{03215180-8A8B-E0D3-FD8D-42B5D3D5FFB3}"/>
              </a:ext>
            </a:extLst>
          </p:cNvPr>
          <p:cNvSpPr/>
          <p:nvPr/>
        </p:nvSpPr>
        <p:spPr>
          <a:xfrm>
            <a:off x="6330971" y="6104688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Pendalaman pasar</a:t>
            </a:r>
            <a:endParaRPr lang="en-US" sz="1000"/>
          </a:p>
        </p:txBody>
      </p:sp>
      <p:sp>
        <p:nvSpPr>
          <p:cNvPr id="362" name="Shape 83">
            <a:extLst>
              <a:ext uri="{FF2B5EF4-FFF2-40B4-BE49-F238E27FC236}">
                <a16:creationId xmlns:a16="http://schemas.microsoft.com/office/drawing/2014/main" id="{A24AA351-5992-7768-534B-17B8032C7F58}"/>
              </a:ext>
            </a:extLst>
          </p:cNvPr>
          <p:cNvSpPr/>
          <p:nvPr/>
        </p:nvSpPr>
        <p:spPr>
          <a:xfrm>
            <a:off x="8930838" y="5396028"/>
            <a:ext cx="2673020" cy="859536"/>
          </a:xfrm>
          <a:prstGeom prst="roundRect">
            <a:avLst>
              <a:gd name="adj" fmla="val 4255"/>
            </a:avLst>
          </a:prstGeom>
          <a:solidFill>
            <a:srgbClr val="FAF8F3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4" name="Shape 84">
            <a:extLst>
              <a:ext uri="{FF2B5EF4-FFF2-40B4-BE49-F238E27FC236}">
                <a16:creationId xmlns:a16="http://schemas.microsoft.com/office/drawing/2014/main" id="{B2FD91AF-09D5-50F8-2CC6-83AA758AC863}"/>
              </a:ext>
            </a:extLst>
          </p:cNvPr>
          <p:cNvSpPr/>
          <p:nvPr/>
        </p:nvSpPr>
        <p:spPr>
          <a:xfrm>
            <a:off x="8930838" y="5396028"/>
            <a:ext cx="2673020" cy="237744"/>
          </a:xfrm>
          <a:prstGeom prst="roundRect">
            <a:avLst>
              <a:gd name="adj" fmla="val 15385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6" name="Shape 85">
            <a:extLst>
              <a:ext uri="{FF2B5EF4-FFF2-40B4-BE49-F238E27FC236}">
                <a16:creationId xmlns:a16="http://schemas.microsoft.com/office/drawing/2014/main" id="{BBA609E1-845E-9554-03E1-D090B80B31A6}"/>
              </a:ext>
            </a:extLst>
          </p:cNvPr>
          <p:cNvSpPr/>
          <p:nvPr/>
        </p:nvSpPr>
        <p:spPr>
          <a:xfrm>
            <a:off x="8930838" y="5589881"/>
            <a:ext cx="2673020" cy="43891"/>
          </a:xfrm>
          <a:prstGeom prst="rect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8" name="Text 86">
            <a:extLst>
              <a:ext uri="{FF2B5EF4-FFF2-40B4-BE49-F238E27FC236}">
                <a16:creationId xmlns:a16="http://schemas.microsoft.com/office/drawing/2014/main" id="{F803413B-4A55-7643-8EA6-5C1A0EFA6AF8}"/>
              </a:ext>
            </a:extLst>
          </p:cNvPr>
          <p:cNvSpPr/>
          <p:nvPr/>
        </p:nvSpPr>
        <p:spPr>
          <a:xfrm>
            <a:off x="9040566" y="539602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/>
          </a:p>
        </p:txBody>
      </p:sp>
      <p:sp>
        <p:nvSpPr>
          <p:cNvPr id="370" name="Text 87">
            <a:extLst>
              <a:ext uri="{FF2B5EF4-FFF2-40B4-BE49-F238E27FC236}">
                <a16:creationId xmlns:a16="http://schemas.microsoft.com/office/drawing/2014/main" id="{63290A87-63C7-5119-87F0-079B9C7FAEA1}"/>
              </a:ext>
            </a:extLst>
          </p:cNvPr>
          <p:cNvSpPr/>
          <p:nvPr/>
        </p:nvSpPr>
        <p:spPr>
          <a:xfrm>
            <a:off x="9314886" y="5396028"/>
            <a:ext cx="2179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IKLIM INVESTASI</a:t>
            </a:r>
            <a:endParaRPr lang="en-US" sz="900"/>
          </a:p>
        </p:txBody>
      </p:sp>
      <p:sp>
        <p:nvSpPr>
          <p:cNvPr id="372" name="Shape 88">
            <a:extLst>
              <a:ext uri="{FF2B5EF4-FFF2-40B4-BE49-F238E27FC236}">
                <a16:creationId xmlns:a16="http://schemas.microsoft.com/office/drawing/2014/main" id="{2F7CF857-FD4A-9B09-5777-3C790F3BC0A0}"/>
              </a:ext>
            </a:extLst>
          </p:cNvPr>
          <p:cNvSpPr/>
          <p:nvPr/>
        </p:nvSpPr>
        <p:spPr>
          <a:xfrm>
            <a:off x="9058854" y="5695951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74" name="Text 89">
            <a:extLst>
              <a:ext uri="{FF2B5EF4-FFF2-40B4-BE49-F238E27FC236}">
                <a16:creationId xmlns:a16="http://schemas.microsoft.com/office/drawing/2014/main" id="{D901D39D-E5AF-2137-98E5-8E1EF379880A}"/>
              </a:ext>
            </a:extLst>
          </p:cNvPr>
          <p:cNvSpPr/>
          <p:nvPr/>
        </p:nvSpPr>
        <p:spPr>
          <a:xfrm>
            <a:off x="9168582" y="5652060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Kepastian restitusi PPN</a:t>
            </a:r>
            <a:endParaRPr lang="en-US" sz="1000"/>
          </a:p>
        </p:txBody>
      </p:sp>
      <p:sp>
        <p:nvSpPr>
          <p:cNvPr id="376" name="Shape 90">
            <a:extLst>
              <a:ext uri="{FF2B5EF4-FFF2-40B4-BE49-F238E27FC236}">
                <a16:creationId xmlns:a16="http://schemas.microsoft.com/office/drawing/2014/main" id="{4D541777-3A4D-2050-F6EC-95EEA547558D}"/>
              </a:ext>
            </a:extLst>
          </p:cNvPr>
          <p:cNvSpPr/>
          <p:nvPr/>
        </p:nvSpPr>
        <p:spPr>
          <a:xfrm>
            <a:off x="9058854" y="5846827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78" name="Text 91">
            <a:extLst>
              <a:ext uri="{FF2B5EF4-FFF2-40B4-BE49-F238E27FC236}">
                <a16:creationId xmlns:a16="http://schemas.microsoft.com/office/drawing/2014/main" id="{1C8EDA26-AA74-F7B8-11C0-FA81EDC91CBD}"/>
              </a:ext>
            </a:extLst>
          </p:cNvPr>
          <p:cNvSpPr/>
          <p:nvPr/>
        </p:nvSpPr>
        <p:spPr>
          <a:xfrm>
            <a:off x="9168582" y="5802936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Kepastian RKAB</a:t>
            </a:r>
            <a:endParaRPr lang="en-US" sz="1000"/>
          </a:p>
        </p:txBody>
      </p:sp>
      <p:sp>
        <p:nvSpPr>
          <p:cNvPr id="380" name="Shape 92">
            <a:extLst>
              <a:ext uri="{FF2B5EF4-FFF2-40B4-BE49-F238E27FC236}">
                <a16:creationId xmlns:a16="http://schemas.microsoft.com/office/drawing/2014/main" id="{E1BE16C7-F9EB-0239-EC7C-20537995DC86}"/>
              </a:ext>
            </a:extLst>
          </p:cNvPr>
          <p:cNvSpPr/>
          <p:nvPr/>
        </p:nvSpPr>
        <p:spPr>
          <a:xfrm>
            <a:off x="9058854" y="5997703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82" name="Text 93">
            <a:extLst>
              <a:ext uri="{FF2B5EF4-FFF2-40B4-BE49-F238E27FC236}">
                <a16:creationId xmlns:a16="http://schemas.microsoft.com/office/drawing/2014/main" id="{EC14EFDE-BFC4-E2B0-434A-72BFC4D4C783}"/>
              </a:ext>
            </a:extLst>
          </p:cNvPr>
          <p:cNvSpPr/>
          <p:nvPr/>
        </p:nvSpPr>
        <p:spPr>
          <a:xfrm>
            <a:off x="9168582" y="5953812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agraria</a:t>
            </a:r>
            <a:endParaRPr lang="en-US" sz="1000"/>
          </a:p>
        </p:txBody>
      </p:sp>
      <p:sp>
        <p:nvSpPr>
          <p:cNvPr id="384" name="Shape 94">
            <a:extLst>
              <a:ext uri="{FF2B5EF4-FFF2-40B4-BE49-F238E27FC236}">
                <a16:creationId xmlns:a16="http://schemas.microsoft.com/office/drawing/2014/main" id="{3BA0C01A-5C8D-7D84-5071-847D11A1359D}"/>
              </a:ext>
            </a:extLst>
          </p:cNvPr>
          <p:cNvSpPr/>
          <p:nvPr/>
        </p:nvSpPr>
        <p:spPr>
          <a:xfrm>
            <a:off x="9058854" y="6148579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86" name="Text 95">
            <a:extLst>
              <a:ext uri="{FF2B5EF4-FFF2-40B4-BE49-F238E27FC236}">
                <a16:creationId xmlns:a16="http://schemas.microsoft.com/office/drawing/2014/main" id="{E8DED2D5-B9A1-128C-3FD0-71BD1EC4EAC5}"/>
              </a:ext>
            </a:extLst>
          </p:cNvPr>
          <p:cNvSpPr/>
          <p:nvPr/>
        </p:nvSpPr>
        <p:spPr>
          <a:xfrm>
            <a:off x="9168582" y="6104688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Reformasi ketenagakerjaan</a:t>
            </a:r>
            <a:endParaRPr lang="en-US" sz="1000"/>
          </a:p>
        </p:txBody>
      </p:sp>
      <p:cxnSp>
        <p:nvCxnSpPr>
          <p:cNvPr id="388" name="Straight Connector 387">
            <a:extLst>
              <a:ext uri="{FF2B5EF4-FFF2-40B4-BE49-F238E27FC236}">
                <a16:creationId xmlns:a16="http://schemas.microsoft.com/office/drawing/2014/main" id="{B32E2E55-720A-5CD2-BFAE-09CCF8341E49}"/>
              </a:ext>
            </a:extLst>
          </p:cNvPr>
          <p:cNvCxnSpPr>
            <a:cxnSpLocks/>
          </p:cNvCxnSpPr>
          <p:nvPr/>
        </p:nvCxnSpPr>
        <p:spPr>
          <a:xfrm>
            <a:off x="430348" y="4324756"/>
            <a:ext cx="11198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Straight Connector 388">
            <a:extLst>
              <a:ext uri="{FF2B5EF4-FFF2-40B4-BE49-F238E27FC236}">
                <a16:creationId xmlns:a16="http://schemas.microsoft.com/office/drawing/2014/main" id="{E5A40A49-486E-CD2D-CEAD-E2C22329B7AA}"/>
              </a:ext>
            </a:extLst>
          </p:cNvPr>
          <p:cNvCxnSpPr>
            <a:cxnSpLocks/>
          </p:cNvCxnSpPr>
          <p:nvPr/>
        </p:nvCxnSpPr>
        <p:spPr>
          <a:xfrm>
            <a:off x="430348" y="4943817"/>
            <a:ext cx="11198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32889C73-A4A2-7836-EEC6-1C39BE75F97F}"/>
              </a:ext>
            </a:extLst>
          </p:cNvPr>
          <p:cNvSpPr/>
          <p:nvPr/>
        </p:nvSpPr>
        <p:spPr>
          <a:xfrm>
            <a:off x="7416176" y="1460453"/>
            <a:ext cx="2541917" cy="240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Chart MDS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3876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800" b="1" i="0">
                <a:solidFill>
                  <a:srgbClr val="000000"/>
                </a:solidFill>
                <a:latin typeface="Arial"/>
              </a:rPr>
              <a:t>Simulasi </a:t>
            </a:r>
            <a:r>
              <a:rPr sz="1800" b="1" i="1">
                <a:solidFill>
                  <a:srgbClr val="000000"/>
                </a:solidFill>
                <a:latin typeface="Arial"/>
              </a:rPr>
              <a:t>Shock</a:t>
            </a:r>
            <a:r>
              <a:rPr sz="1800" b="1" i="0">
                <a:solidFill>
                  <a:srgbClr val="000000"/>
                </a:solidFill>
                <a:latin typeface="Arial"/>
              </a:rPr>
              <a:t> Pertumbuhan PDB, Suku Bunga, dan Nilai Tukar terhadap Rasio ULN/PDB Indonesia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77639" y="651967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Calibri"/>
              </a:rPr>
              <a:t>Sumber: </a:t>
            </a:r>
            <a:r>
              <a:rPr sz="1200" b="0">
                <a:solidFill>
                  <a:srgbClr val="000000"/>
                </a:solidFill>
                <a:latin typeface="Calibri"/>
              </a:rPr>
              <a:t>Perhitungan DEN (MDS)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7784" y="1188720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1">
                <a:solidFill>
                  <a:srgbClr val="000000"/>
                </a:solidFill>
                <a:latin typeface="Calibri"/>
              </a:rPr>
              <a:t>Shock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 Suku Bunga dan Pertumbuhan PDB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27632"/>
          <a:ext cx="557784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1">
                          <a:solidFill>
                            <a:srgbClr val="FFFFFF"/>
                          </a:solidFill>
                          <a:latin typeface="Calibri"/>
                        </a:rPr>
                        <a:t>Shock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 suku bunga (pp)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−1,5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−0,5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+1,0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Rasio ULN/PDB 2026 (%)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3E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1">
                          <a:solidFill>
                            <a:srgbClr val="FFFFFF"/>
                          </a:solidFill>
                          <a:latin typeface="Calibri"/>
                        </a:rPr>
                        <a:t>Shock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 pertumbuhan PDB (pp)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−1,5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−0,5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+1,0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Rasio ULN/PDB 2026 (%)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3E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72784" y="1188720"/>
            <a:ext cx="5577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1">
                <a:solidFill>
                  <a:srgbClr val="000000"/>
                </a:solidFill>
                <a:latin typeface="Calibri"/>
              </a:rPr>
              <a:t>Shock</a:t>
            </a:r>
            <a:r>
              <a:rPr sz="1400" b="1" i="0">
                <a:solidFill>
                  <a:srgbClr val="000000"/>
                </a:solidFill>
                <a:latin typeface="Calibri"/>
              </a:rPr>
              <a:t> Nilai Tukar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72784" y="1627632"/>
          <a:ext cx="5577840" cy="1097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1" i="1">
                          <a:solidFill>
                            <a:srgbClr val="FFFFFF"/>
                          </a:solidFill>
                          <a:latin typeface="Calibri"/>
                        </a:rPr>
                        <a:t>Shock</a:t>
                      </a:r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 nilai tukar (%)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−5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+5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9C6B5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Rasio ULN/PDB 2026 (%)</a:t>
                      </a:r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3E3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27432" marB="27432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B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6CDB45A3-1294-0531-BD37-CDC2E768E004}"/>
              </a:ext>
            </a:extLst>
          </p:cNvPr>
          <p:cNvSpPr/>
          <p:nvPr/>
        </p:nvSpPr>
        <p:spPr>
          <a:xfrm>
            <a:off x="-2215735" y="5148747"/>
            <a:ext cx="10184921" cy="13458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Shock </a:t>
            </a:r>
            <a:r>
              <a:rPr lang="en-US" err="1"/>
              <a:t>terhadap</a:t>
            </a:r>
            <a:r>
              <a:rPr lang="en-US"/>
              <a:t> PDB dan interest rate (-1,5; -0,5; 1)</a:t>
            </a:r>
          </a:p>
          <a:p>
            <a:pPr algn="ctr"/>
            <a:endParaRPr lang="en-US"/>
          </a:p>
          <a:p>
            <a:pPr algn="ctr"/>
            <a:r>
              <a:rPr lang="en-US"/>
              <a:t>Shock </a:t>
            </a:r>
            <a:r>
              <a:rPr lang="en-US" err="1"/>
              <a:t>terhadap</a:t>
            </a:r>
            <a:r>
              <a:rPr lang="en-US"/>
              <a:t> </a:t>
            </a:r>
            <a:r>
              <a:rPr lang="en-US" err="1"/>
              <a:t>nilai</a:t>
            </a:r>
            <a:r>
              <a:rPr lang="en-US"/>
              <a:t> </a:t>
            </a:r>
            <a:r>
              <a:rPr lang="en-US" err="1"/>
              <a:t>tukar</a:t>
            </a:r>
            <a:r>
              <a:rPr lang="en-US"/>
              <a:t> (-5, 3, 5)</a:t>
            </a:r>
            <a:endParaRPr lang="en-ID"/>
          </a:p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551547-4468-318F-8E47-81302DA33AB0}"/>
              </a:ext>
            </a:extLst>
          </p:cNvPr>
          <p:cNvSpPr/>
          <p:nvPr/>
        </p:nvSpPr>
        <p:spPr>
          <a:xfrm>
            <a:off x="12577754" y="760486"/>
            <a:ext cx="1708030" cy="856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Pakai MDS</a:t>
            </a:r>
            <a:endParaRPr lang="en-ID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D8B760-7FEE-9FE6-2527-030F80E21F1C}"/>
              </a:ext>
            </a:extLst>
          </p:cNvPr>
          <p:cNvSpPr/>
          <p:nvPr/>
        </p:nvSpPr>
        <p:spPr>
          <a:xfrm>
            <a:off x="12522299" y="1772557"/>
            <a:ext cx="1763485" cy="1118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Axel</a:t>
            </a:r>
            <a:endParaRPr lang="en-ID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FD55FA-507E-EE49-38E4-C9D821B1FB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295"/>
          <a:stretch>
            <a:fillRect/>
          </a:stretch>
        </p:blipFill>
        <p:spPr>
          <a:xfrm>
            <a:off x="11750039" y="4069080"/>
            <a:ext cx="3895166" cy="229177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solidFill>
                  <a:srgbClr val="000000"/>
                </a:solidFill>
              </a:rPr>
              <a:t>Peningkatan</a:t>
            </a:r>
            <a:r>
              <a:rPr lang="en-US">
                <a:solidFill>
                  <a:srgbClr val="000000"/>
                </a:solidFill>
              </a:rPr>
              <a:t> PDB </a:t>
            </a:r>
            <a:r>
              <a:rPr lang="en-US" err="1">
                <a:solidFill>
                  <a:srgbClr val="000000"/>
                </a:solidFill>
              </a:rPr>
              <a:t>Memerlukan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Investasi</a:t>
            </a:r>
            <a:r>
              <a:rPr lang="en-US">
                <a:solidFill>
                  <a:srgbClr val="000000"/>
                </a:solidFill>
              </a:rPr>
              <a:t> yang </a:t>
            </a:r>
            <a:r>
              <a:rPr lang="en-US" err="1">
                <a:solidFill>
                  <a:srgbClr val="000000"/>
                </a:solidFill>
              </a:rPr>
              <a:t>Lebih</a:t>
            </a:r>
            <a:r>
              <a:rPr lang="en-US">
                <a:solidFill>
                  <a:srgbClr val="000000"/>
                </a:solidFill>
              </a:rPr>
              <a:t> Tinggi, </a:t>
            </a:r>
            <a:r>
              <a:rPr lang="en-US" err="1">
                <a:solidFill>
                  <a:srgbClr val="000000"/>
                </a:solidFill>
              </a:rPr>
              <a:t>Namun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pembiayaan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domestik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semakin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>
                <a:solidFill>
                  <a:srgbClr val="000000"/>
                </a:solidFill>
              </a:rPr>
              <a:t>terbatas</a:t>
            </a:r>
            <a:endParaRPr sz="1800" b="1" i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77639" y="651967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Calibri"/>
              </a:rPr>
              <a:t>Sumber: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BPS; Bank Indonesia (NPI Q2-2026, JISDOR); Kementerian Keuangan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7784" y="1115568"/>
            <a:ext cx="5577840" cy="384048"/>
          </a:xfrm>
          <a:prstGeom prst="roundRect">
            <a:avLst/>
          </a:prstGeom>
          <a:solidFill>
            <a:srgbClr val="F0A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1">
                <a:solidFill>
                  <a:srgbClr val="FFFFFF"/>
                </a:solidFill>
                <a:latin typeface="Calibri"/>
              </a:rPr>
              <a:t>Current Account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 = </a:t>
            </a:r>
            <a:r>
              <a:rPr sz="1400" b="1" i="1">
                <a:solidFill>
                  <a:srgbClr val="FFFFFF"/>
                </a:solidFill>
                <a:latin typeface="Calibri"/>
              </a:rPr>
              <a:t>Public SI Gap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 + </a:t>
            </a:r>
            <a:r>
              <a:rPr sz="1400" b="1" i="1">
                <a:solidFill>
                  <a:srgbClr val="FFFFFF"/>
                </a:solidFill>
                <a:latin typeface="Calibri"/>
              </a:rPr>
              <a:t>Private SI Gap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532915"/>
              </p:ext>
            </p:extLst>
          </p:nvPr>
        </p:nvGraphicFramePr>
        <p:xfrm>
          <a:off x="557784" y="1572768"/>
          <a:ext cx="5577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2155088"/>
            <a:ext cx="1934870" cy="31089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r"/>
            <a:r>
              <a:rPr sz="1200" b="0" i="1">
                <a:solidFill>
                  <a:srgbClr val="000000"/>
                </a:solidFill>
                <a:latin typeface="Calibri"/>
              </a:rPr>
              <a:t>Current Account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/PDB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" y="2685135"/>
            <a:ext cx="1934870" cy="31089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Calibri"/>
              </a:rPr>
              <a:t>Defisit Fiskal/PDB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3215182"/>
            <a:ext cx="1934870" cy="31089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r"/>
            <a:r>
              <a:rPr sz="1200" b="0" i="1">
                <a:solidFill>
                  <a:srgbClr val="000000"/>
                </a:solidFill>
                <a:latin typeface="Calibri"/>
              </a:rPr>
              <a:t>Private SI Gap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/PDB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088352"/>
              </p:ext>
            </p:extLst>
          </p:nvPr>
        </p:nvGraphicFramePr>
        <p:xfrm>
          <a:off x="557784" y="3767328"/>
          <a:ext cx="557784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57784" y="4349648"/>
            <a:ext cx="1934870" cy="31089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r"/>
            <a:r>
              <a:rPr sz="1200" b="0" i="1">
                <a:solidFill>
                  <a:srgbClr val="000000"/>
                </a:solidFill>
                <a:latin typeface="Calibri"/>
              </a:rPr>
              <a:t>Current Account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/PDB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4879695"/>
            <a:ext cx="1934870" cy="31089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Calibri"/>
              </a:rPr>
              <a:t>Defisit Fiskal/PDB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5409742"/>
            <a:ext cx="1934870" cy="310896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algn="r"/>
            <a:r>
              <a:rPr sz="1200" b="0" i="1">
                <a:solidFill>
                  <a:srgbClr val="000000"/>
                </a:solidFill>
                <a:latin typeface="Calibri"/>
              </a:rPr>
              <a:t>Private SI Gap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/PDB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591616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Catatan: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Persen terhadap PDB semester yang sama.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Public SI Gap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=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fiscal balance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.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Private SI Gap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=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Current Account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− </a:t>
            </a:r>
            <a:r>
              <a:rPr sz="1200" b="0" i="1">
                <a:solidFill>
                  <a:srgbClr val="000000"/>
                </a:solidFill>
                <a:latin typeface="Calibri"/>
              </a:rPr>
              <a:t>fiscal balance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405596"/>
              </p:ext>
            </p:extLst>
          </p:nvPr>
        </p:nvGraphicFramePr>
        <p:xfrm>
          <a:off x="6272784" y="1115568"/>
          <a:ext cx="557784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664D4E8E-2D39-D187-DB1D-3B466ECFF90C}"/>
              </a:ext>
            </a:extLst>
          </p:cNvPr>
          <p:cNvSpPr/>
          <p:nvPr/>
        </p:nvSpPr>
        <p:spPr>
          <a:xfrm>
            <a:off x="12371141" y="103497"/>
            <a:ext cx="1828800" cy="770626"/>
          </a:xfrm>
          <a:prstGeom prst="rect">
            <a:avLst/>
          </a:prstGeom>
          <a:solidFill>
            <a:srgbClr val="19943F"/>
          </a:solidFill>
          <a:ln>
            <a:solidFill>
              <a:srgbClr val="199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Axel</a:t>
            </a:r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320030-640B-04E5-BB4D-47DB694F95FE}"/>
              </a:ext>
            </a:extLst>
          </p:cNvPr>
          <p:cNvSpPr/>
          <p:nvPr/>
        </p:nvSpPr>
        <p:spPr>
          <a:xfrm>
            <a:off x="1098430" y="2996031"/>
            <a:ext cx="4928559" cy="6707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047107-B49E-EA54-9D62-F345FA4FB784}"/>
              </a:ext>
            </a:extLst>
          </p:cNvPr>
          <p:cNvSpPr/>
          <p:nvPr/>
        </p:nvSpPr>
        <p:spPr>
          <a:xfrm>
            <a:off x="1048088" y="5368870"/>
            <a:ext cx="4928559" cy="4630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0749F8-A1DF-EAE1-9361-8AC2FDA1321C}"/>
              </a:ext>
            </a:extLst>
          </p:cNvPr>
          <p:cNvSpPr/>
          <p:nvPr/>
        </p:nvSpPr>
        <p:spPr>
          <a:xfrm>
            <a:off x="11255969" y="2235855"/>
            <a:ext cx="843608" cy="18582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497C34-06CE-1EE9-FCC5-B8B201DC9CF7}"/>
              </a:ext>
            </a:extLst>
          </p:cNvPr>
          <p:cNvSpPr txBox="1"/>
          <p:nvPr/>
        </p:nvSpPr>
        <p:spPr>
          <a:xfrm>
            <a:off x="10506161" y="1954120"/>
            <a:ext cx="2937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Savings </a:t>
            </a:r>
            <a:r>
              <a:rPr lang="en-US" sz="1200" err="1"/>
              <a:t>tumbuh</a:t>
            </a:r>
            <a:r>
              <a:rPr lang="en-US" sz="1200"/>
              <a:t> </a:t>
            </a:r>
            <a:r>
              <a:rPr lang="en-US" sz="1200" err="1"/>
              <a:t>lebih</a:t>
            </a:r>
            <a:r>
              <a:rPr lang="en-US" sz="1200"/>
              <a:t> </a:t>
            </a:r>
            <a:r>
              <a:rPr lang="en-US" sz="1200" err="1"/>
              <a:t>rendah</a:t>
            </a:r>
            <a:r>
              <a:rPr lang="en-US" sz="1200"/>
              <a:t> </a:t>
            </a:r>
            <a:r>
              <a:rPr lang="en-US" sz="1200" err="1"/>
              <a:t>dari</a:t>
            </a:r>
            <a:r>
              <a:rPr lang="en-US" sz="1200"/>
              <a:t> loan</a:t>
            </a:r>
            <a:endParaRPr lang="en-ID" sz="1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91694-4563-B44E-E81B-B3212E14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0D3F-4851-20F6-E9ED-2AD94C05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Di Luar ULN, Ekonomi Indonesia </a:t>
            </a:r>
            <a:r>
              <a:rPr lang="en-ID" err="1"/>
              <a:t>Menghadapi</a:t>
            </a:r>
            <a:r>
              <a:rPr lang="en-ID"/>
              <a:t> </a:t>
            </a:r>
            <a:r>
              <a:rPr lang="en-ID" err="1"/>
              <a:t>Berbagai</a:t>
            </a:r>
            <a:r>
              <a:rPr lang="en-ID"/>
              <a:t> </a:t>
            </a:r>
            <a:r>
              <a:rPr lang="en-ID" err="1"/>
              <a:t>Tantangan</a:t>
            </a:r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E2C4DB-45E8-42BE-C4D2-16B3B83B8347}"/>
              </a:ext>
            </a:extLst>
          </p:cNvPr>
          <p:cNvSpPr/>
          <p:nvPr/>
        </p:nvSpPr>
        <p:spPr>
          <a:xfrm>
            <a:off x="471170" y="7627735"/>
            <a:ext cx="3024997" cy="3370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Fiscal</a:t>
            </a:r>
          </a:p>
          <a:p>
            <a:pPr algn="ctr"/>
            <a:r>
              <a:rPr lang="en-US"/>
              <a:t>Expanding Demand </a:t>
            </a:r>
            <a:r>
              <a:rPr lang="en-US" err="1"/>
              <a:t>tapi</a:t>
            </a:r>
            <a:r>
              <a:rPr lang="en-US"/>
              <a:t> fragile</a:t>
            </a:r>
          </a:p>
          <a:p>
            <a:pPr algn="ctr"/>
            <a:endParaRPr lang="en-US"/>
          </a:p>
          <a:p>
            <a:pPr lvl="0"/>
            <a:r>
              <a:rPr lang="en-ID"/>
              <a:t>Outlook </a:t>
            </a:r>
            <a:r>
              <a:rPr lang="en-ID" err="1"/>
              <a:t>defisit</a:t>
            </a:r>
            <a:r>
              <a:rPr lang="en-ID"/>
              <a:t> vs </a:t>
            </a:r>
            <a:r>
              <a:rPr lang="en-ID" err="1"/>
              <a:t>asumsi</a:t>
            </a:r>
            <a:r>
              <a:rPr lang="en-ID"/>
              <a:t> </a:t>
            </a:r>
            <a:r>
              <a:rPr lang="en-ID" err="1"/>
              <a:t>awal</a:t>
            </a:r>
            <a:endParaRPr lang="en-ID"/>
          </a:p>
          <a:p>
            <a:pPr lvl="0"/>
            <a:r>
              <a:rPr lang="en-ID"/>
              <a:t>Harga </a:t>
            </a:r>
            <a:r>
              <a:rPr lang="en-ID" err="1"/>
              <a:t>minyak</a:t>
            </a:r>
            <a:r>
              <a:rPr lang="en-ID"/>
              <a:t> ga naik di </a:t>
            </a:r>
            <a:r>
              <a:rPr lang="en-ID" err="1"/>
              <a:t>saat</a:t>
            </a:r>
            <a:r>
              <a:rPr lang="en-ID"/>
              <a:t> </a:t>
            </a:r>
            <a:r>
              <a:rPr lang="en-ID" err="1"/>
              <a:t>harga</a:t>
            </a:r>
            <a:r>
              <a:rPr lang="en-ID"/>
              <a:t> </a:t>
            </a:r>
            <a:r>
              <a:rPr lang="en-ID" err="1"/>
              <a:t>minyak</a:t>
            </a:r>
            <a:r>
              <a:rPr lang="en-ID"/>
              <a:t> dunia &gt;70</a:t>
            </a:r>
          </a:p>
          <a:p>
            <a:pPr lvl="0"/>
            <a:r>
              <a:rPr lang="en-US"/>
              <a:t>Tax ratio </a:t>
            </a:r>
            <a:r>
              <a:rPr lang="en-US" err="1"/>
              <a:t>lebih</a:t>
            </a:r>
            <a:r>
              <a:rPr lang="en-US"/>
              <a:t> </a:t>
            </a:r>
            <a:r>
              <a:rPr lang="en-US" err="1"/>
              <a:t>rendah</a:t>
            </a:r>
            <a:endParaRPr lang="en-US"/>
          </a:p>
          <a:p>
            <a:pPr algn="ctr"/>
            <a:endParaRPr lang="en-ID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3F1C4B-81EE-A4F5-F5FB-ADC96760B180}"/>
              </a:ext>
            </a:extLst>
          </p:cNvPr>
          <p:cNvSpPr/>
          <p:nvPr/>
        </p:nvSpPr>
        <p:spPr>
          <a:xfrm>
            <a:off x="4269668" y="7627736"/>
            <a:ext cx="3024997" cy="33704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BI</a:t>
            </a:r>
          </a:p>
          <a:p>
            <a:pPr algn="ctr"/>
            <a:r>
              <a:rPr lang="en-US"/>
              <a:t>Absorbing impact </a:t>
            </a:r>
          </a:p>
          <a:p>
            <a:pPr algn="ctr"/>
            <a:endParaRPr lang="en-US"/>
          </a:p>
          <a:p>
            <a:pPr lvl="0"/>
            <a:r>
              <a:rPr lang="en-ID"/>
              <a:t>BI Rate naik 100 bps </a:t>
            </a:r>
            <a:r>
              <a:rPr lang="en-ID" err="1"/>
              <a:t>ke</a:t>
            </a:r>
            <a:r>
              <a:rPr lang="en-ID"/>
              <a:t> 5.75%</a:t>
            </a:r>
          </a:p>
          <a:p>
            <a:pPr lvl="0"/>
            <a:r>
              <a:rPr lang="en-ID"/>
              <a:t>SRBI </a:t>
            </a:r>
            <a:r>
              <a:rPr lang="en-ID" err="1"/>
              <a:t>tertinggi</a:t>
            </a:r>
            <a:r>
              <a:rPr lang="en-ID"/>
              <a:t> Rp1,072 T, 27% foreign (check </a:t>
            </a:r>
            <a:r>
              <a:rPr lang="en-ID" err="1"/>
              <a:t>angka</a:t>
            </a:r>
            <a:r>
              <a:rPr lang="en-ID"/>
              <a:t> </a:t>
            </a:r>
            <a:r>
              <a:rPr lang="en-ID" err="1"/>
              <a:t>terbaru</a:t>
            </a:r>
            <a:r>
              <a:rPr lang="en-ID"/>
              <a:t>) </a:t>
            </a:r>
          </a:p>
          <a:p>
            <a:pPr lvl="0"/>
            <a:r>
              <a:rPr lang="en-ID"/>
              <a:t>Cadev </a:t>
            </a:r>
            <a:r>
              <a:rPr lang="en-ID" err="1"/>
              <a:t>dalam</a:t>
            </a:r>
            <a:r>
              <a:rPr lang="en-ID"/>
              <a:t> </a:t>
            </a:r>
            <a:r>
              <a:rPr lang="en-ID" err="1"/>
              <a:t>tren</a:t>
            </a:r>
            <a:r>
              <a:rPr lang="en-ID"/>
              <a:t> </a:t>
            </a:r>
            <a:r>
              <a:rPr lang="en-ID" err="1"/>
              <a:t>menurun</a:t>
            </a:r>
            <a:r>
              <a:rPr lang="en-ID"/>
              <a:t> </a:t>
            </a:r>
          </a:p>
          <a:p>
            <a:pPr lvl="0"/>
            <a:r>
              <a:rPr lang="en-ID" err="1"/>
              <a:t>Megang</a:t>
            </a:r>
            <a:r>
              <a:rPr lang="en-ID"/>
              <a:t> Rp1,901 T of SBN, 2× </a:t>
            </a:r>
            <a:r>
              <a:rPr lang="en-ID" err="1"/>
              <a:t>asing</a:t>
            </a:r>
            <a:r>
              <a:rPr lang="en-ID"/>
              <a:t> (check </a:t>
            </a:r>
            <a:r>
              <a:rPr lang="en-ID" err="1"/>
              <a:t>angka</a:t>
            </a:r>
            <a:r>
              <a:rPr lang="en-ID"/>
              <a:t> </a:t>
            </a:r>
            <a:r>
              <a:rPr lang="en-ID" err="1"/>
              <a:t>terbaru</a:t>
            </a:r>
            <a:r>
              <a:rPr lang="en-ID"/>
              <a:t>)</a:t>
            </a:r>
          </a:p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E45DE9-1E74-FA20-6FD7-517DAE60ABF2}"/>
              </a:ext>
            </a:extLst>
          </p:cNvPr>
          <p:cNvSpPr/>
          <p:nvPr/>
        </p:nvSpPr>
        <p:spPr>
          <a:xfrm>
            <a:off x="8151555" y="7584604"/>
            <a:ext cx="3024997" cy="3405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Real Sector</a:t>
            </a:r>
          </a:p>
          <a:p>
            <a:pPr algn="ctr"/>
            <a:r>
              <a:rPr lang="en-US" err="1"/>
              <a:t>Menekan</a:t>
            </a:r>
            <a:r>
              <a:rPr lang="en-US"/>
              <a:t> NT</a:t>
            </a:r>
          </a:p>
          <a:p>
            <a:pPr algn="ctr"/>
            <a:endParaRPr lang="en-US"/>
          </a:p>
          <a:p>
            <a:pPr lvl="0"/>
            <a:r>
              <a:rPr lang="en-ID"/>
              <a:t>Oil imports US$7.3 bn → 11.6 bn (check </a:t>
            </a:r>
            <a:r>
              <a:rPr lang="en-ID" err="1"/>
              <a:t>angka</a:t>
            </a:r>
            <a:r>
              <a:rPr lang="en-ID"/>
              <a:t> Q1 vs Q2 </a:t>
            </a:r>
            <a:r>
              <a:rPr lang="en-ID" err="1"/>
              <a:t>untuk</a:t>
            </a:r>
            <a:r>
              <a:rPr lang="en-ID"/>
              <a:t> oil import) </a:t>
            </a:r>
          </a:p>
          <a:p>
            <a:pPr lvl="0"/>
            <a:endParaRPr lang="en-ID"/>
          </a:p>
          <a:p>
            <a:pPr lvl="0"/>
            <a:r>
              <a:rPr lang="en-ID"/>
              <a:t>PMA </a:t>
            </a:r>
            <a:r>
              <a:rPr lang="en-ID" err="1"/>
              <a:t>menurun</a:t>
            </a:r>
            <a:endParaRPr lang="en-ID"/>
          </a:p>
          <a:p>
            <a:pPr lvl="0"/>
            <a:endParaRPr lang="en-ID"/>
          </a:p>
          <a:p>
            <a:pPr algn="ctr"/>
            <a:endParaRPr lang="en-ID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CBE52-475C-5120-74BD-AF533EED9EDF}"/>
              </a:ext>
            </a:extLst>
          </p:cNvPr>
          <p:cNvSpPr/>
          <p:nvPr/>
        </p:nvSpPr>
        <p:spPr>
          <a:xfrm>
            <a:off x="471170" y="11136086"/>
            <a:ext cx="3024997" cy="1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Fiscal</a:t>
            </a:r>
          </a:p>
          <a:p>
            <a:pPr algn="ctr"/>
            <a:endParaRPr lang="en-US" sz="1200"/>
          </a:p>
          <a:p>
            <a:pPr algn="ctr"/>
            <a:r>
              <a:rPr lang="en-US" sz="1200"/>
              <a:t>MAKE SOME DAMN ROOM</a:t>
            </a:r>
          </a:p>
          <a:p>
            <a:pPr algn="ctr"/>
            <a:endParaRPr lang="en-US" sz="1200"/>
          </a:p>
          <a:p>
            <a:pPr algn="ctr"/>
            <a:r>
              <a:rPr lang="en-US" sz="1200" err="1"/>
              <a:t>Naikin</a:t>
            </a:r>
            <a:r>
              <a:rPr lang="en-US" sz="1200"/>
              <a:t> tax ratio </a:t>
            </a:r>
          </a:p>
          <a:p>
            <a:pPr algn="ctr"/>
            <a:r>
              <a:rPr lang="en-US" sz="1200"/>
              <a:t>Fuel price reform</a:t>
            </a:r>
          </a:p>
          <a:p>
            <a:pPr algn="ctr"/>
            <a:r>
              <a:rPr lang="en-US" sz="1200"/>
              <a:t>BAYAR RESTITUSI </a:t>
            </a:r>
          </a:p>
          <a:p>
            <a:pPr algn="ctr"/>
            <a:r>
              <a:rPr lang="en-US" sz="1200"/>
              <a:t>STOP MBG DAN KOPDES/ pilih2 spending </a:t>
            </a:r>
          </a:p>
          <a:p>
            <a:pPr algn="ctr"/>
            <a:endParaRPr lang="en-ID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E246F4-28F1-7F03-0FC0-98E460D7B64F}"/>
              </a:ext>
            </a:extLst>
          </p:cNvPr>
          <p:cNvSpPr/>
          <p:nvPr/>
        </p:nvSpPr>
        <p:spPr>
          <a:xfrm>
            <a:off x="4208599" y="11136086"/>
            <a:ext cx="3024997" cy="1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BI</a:t>
            </a:r>
          </a:p>
          <a:p>
            <a:pPr algn="ctr"/>
            <a:r>
              <a:rPr lang="en-US" sz="1200"/>
              <a:t>GROW A SPINE</a:t>
            </a:r>
          </a:p>
          <a:p>
            <a:pPr algn="ctr"/>
            <a:endParaRPr lang="en-US" sz="1200"/>
          </a:p>
          <a:p>
            <a:pPr algn="ctr"/>
            <a:r>
              <a:rPr lang="en-US" sz="1200"/>
              <a:t>KLM </a:t>
            </a:r>
            <a:r>
              <a:rPr lang="en-US" sz="1200" err="1"/>
              <a:t>ke</a:t>
            </a:r>
            <a:r>
              <a:rPr lang="en-US" sz="1200"/>
              <a:t> </a:t>
            </a:r>
            <a:r>
              <a:rPr lang="en-US" sz="1200" err="1"/>
              <a:t>sektor</a:t>
            </a:r>
            <a:r>
              <a:rPr lang="en-US" sz="1200"/>
              <a:t> </a:t>
            </a:r>
            <a:r>
              <a:rPr lang="en-US" sz="1200" err="1"/>
              <a:t>manufaktur</a:t>
            </a:r>
            <a:r>
              <a:rPr lang="en-US" sz="1200"/>
              <a:t> yang export oriented to get more dollar</a:t>
            </a:r>
          </a:p>
          <a:p>
            <a:pPr algn="ctr"/>
            <a:r>
              <a:rPr lang="en-US" sz="1200" err="1"/>
              <a:t>Perjelas</a:t>
            </a:r>
            <a:r>
              <a:rPr lang="en-US" sz="1200"/>
              <a:t> </a:t>
            </a:r>
            <a:r>
              <a:rPr lang="en-US" sz="1200" err="1"/>
              <a:t>independensi</a:t>
            </a:r>
            <a:r>
              <a:rPr lang="en-US" sz="1200"/>
              <a:t> CB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66038-464B-89F1-9F36-82029F4BC648}"/>
              </a:ext>
            </a:extLst>
          </p:cNvPr>
          <p:cNvSpPr/>
          <p:nvPr/>
        </p:nvSpPr>
        <p:spPr>
          <a:xfrm>
            <a:off x="8151555" y="11136086"/>
            <a:ext cx="3024997" cy="177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Real sector </a:t>
            </a:r>
          </a:p>
          <a:p>
            <a:pPr algn="ctr"/>
            <a:r>
              <a:rPr lang="en-US" sz="1200"/>
              <a:t>EARN YOUR DOLLAR</a:t>
            </a:r>
          </a:p>
          <a:p>
            <a:pPr algn="ctr"/>
            <a:endParaRPr lang="en-US" sz="1200"/>
          </a:p>
          <a:p>
            <a:pPr algn="ctr"/>
            <a:r>
              <a:rPr lang="en-US" sz="1200"/>
              <a:t>Focus on export orientation, </a:t>
            </a:r>
            <a:r>
              <a:rPr lang="en-US" sz="1200" err="1"/>
              <a:t>downstreaming</a:t>
            </a:r>
            <a:r>
              <a:rPr lang="en-US" sz="1200"/>
              <a:t>, </a:t>
            </a:r>
            <a:r>
              <a:rPr lang="en-US" sz="1200" err="1"/>
              <a:t>deregulasi</a:t>
            </a:r>
            <a:endParaRPr lang="en-US" sz="12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8E244B-2BB3-A90F-14DF-6BB4C01FD0A5}"/>
              </a:ext>
            </a:extLst>
          </p:cNvPr>
          <p:cNvSpPr/>
          <p:nvPr/>
        </p:nvSpPr>
        <p:spPr>
          <a:xfrm>
            <a:off x="12714199" y="1021965"/>
            <a:ext cx="1763485" cy="1118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Qinta</a:t>
            </a:r>
            <a:endParaRPr lang="en-ID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BBFB69B-B540-E39C-19EA-15A29E812B8A}"/>
              </a:ext>
            </a:extLst>
          </p:cNvPr>
          <p:cNvSpPr/>
          <p:nvPr/>
        </p:nvSpPr>
        <p:spPr>
          <a:xfrm>
            <a:off x="471170" y="2098943"/>
            <a:ext cx="3594506" cy="1838692"/>
          </a:xfrm>
          <a:prstGeom prst="roundRect">
            <a:avLst>
              <a:gd name="adj" fmla="val 1897"/>
            </a:avLst>
          </a:prstGeom>
          <a:noFill/>
          <a:ln w="952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FI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6C021CA-D3E0-D194-1B6D-133A9E797E62}"/>
              </a:ext>
            </a:extLst>
          </p:cNvPr>
          <p:cNvSpPr/>
          <p:nvPr/>
        </p:nvSpPr>
        <p:spPr>
          <a:xfrm>
            <a:off x="471170" y="1285874"/>
            <a:ext cx="3594506" cy="706639"/>
          </a:xfrm>
          <a:prstGeom prst="roundRect">
            <a:avLst>
              <a:gd name="adj" fmla="val 11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FI">
              <a:solidFill>
                <a:schemeClr val="accent2"/>
              </a:solidFill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AB932E9-0772-6CFC-F6EB-1C90901774FE}"/>
              </a:ext>
            </a:extLst>
          </p:cNvPr>
          <p:cNvSpPr/>
          <p:nvPr/>
        </p:nvSpPr>
        <p:spPr>
          <a:xfrm>
            <a:off x="472907" y="1864497"/>
            <a:ext cx="3594506" cy="12801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ACFA9435-11B0-AFE0-D284-5124AD21721D}"/>
              </a:ext>
            </a:extLst>
          </p:cNvPr>
          <p:cNvSpPr/>
          <p:nvPr/>
        </p:nvSpPr>
        <p:spPr>
          <a:xfrm>
            <a:off x="1156145" y="1416145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FISKAL</a:t>
            </a:r>
          </a:p>
          <a:p>
            <a:pPr marL="0" indent="0">
              <a:buNone/>
            </a:pP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Permintaan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Meningkat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tetapi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Rapuh</a:t>
            </a:r>
            <a:endParaRPr lang="en-US" sz="1400" b="1" kern="0" spc="2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B6AA7AC-0C3C-5D5B-BBD0-6CBA4DEEB5E3}"/>
              </a:ext>
            </a:extLst>
          </p:cNvPr>
          <p:cNvSpPr/>
          <p:nvPr/>
        </p:nvSpPr>
        <p:spPr>
          <a:xfrm>
            <a:off x="672338" y="2303968"/>
            <a:ext cx="319217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Outlook 2026 </a:t>
            </a:r>
            <a:r>
              <a:rPr lang="en-US" sz="125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memproyeksikan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defisit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APBN -2,85% PDB 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di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atas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asumsi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awal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2,68% </a:t>
            </a:r>
            <a:endParaRPr lang="en-US" sz="1250" b="1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Harga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minyak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domestik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tetap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di </a:t>
            </a:r>
            <a:r>
              <a:rPr lang="en-US" sz="125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saat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harga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minyak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global &gt; USD 70/</a:t>
            </a:r>
            <a:r>
              <a:rPr lang="en-US" sz="1250" err="1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barel</a:t>
            </a:r>
            <a:endParaRPr lang="en-US" sz="125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Tax ratio 8,96% 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di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bawah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asumsi</a:t>
            </a:r>
            <a:r>
              <a:rPr lang="en-US" sz="1250" b="1">
                <a:solidFill>
                  <a:schemeClr val="accent2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en-US" sz="1250"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10,48 %</a:t>
            </a:r>
            <a:endParaRPr lang="en-US" sz="125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03B241E3-4365-F659-9622-A16708BED3DD}"/>
              </a:ext>
            </a:extLst>
          </p:cNvPr>
          <p:cNvSpPr/>
          <p:nvPr/>
        </p:nvSpPr>
        <p:spPr>
          <a:xfrm>
            <a:off x="4266844" y="2109989"/>
            <a:ext cx="3594506" cy="1827645"/>
          </a:xfrm>
          <a:prstGeom prst="roundRect">
            <a:avLst>
              <a:gd name="adj" fmla="val 1897"/>
            </a:avLst>
          </a:prstGeom>
          <a:noFill/>
          <a:ln w="952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FI">
              <a:solidFill>
                <a:schemeClr val="lt1"/>
              </a:solidFill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4EE71CEA-33C8-3ABA-CE0B-95263ACA6DCD}"/>
              </a:ext>
            </a:extLst>
          </p:cNvPr>
          <p:cNvSpPr/>
          <p:nvPr/>
        </p:nvSpPr>
        <p:spPr>
          <a:xfrm>
            <a:off x="4266844" y="1285875"/>
            <a:ext cx="3594506" cy="457200"/>
          </a:xfrm>
          <a:prstGeom prst="roundRect">
            <a:avLst>
              <a:gd name="adj" fmla="val 11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60266BCE-C408-CE0A-4702-E2A5AE9EB495}"/>
              </a:ext>
            </a:extLst>
          </p:cNvPr>
          <p:cNvSpPr/>
          <p:nvPr/>
        </p:nvSpPr>
        <p:spPr>
          <a:xfrm>
            <a:off x="4266844" y="1622808"/>
            <a:ext cx="3594506" cy="377454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D6B78167-2E29-41A4-32F9-ED32D66ADF53}"/>
              </a:ext>
            </a:extLst>
          </p:cNvPr>
          <p:cNvSpPr/>
          <p:nvPr/>
        </p:nvSpPr>
        <p:spPr>
          <a:xfrm>
            <a:off x="4983061" y="1416145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INDONESIA</a:t>
            </a:r>
          </a:p>
          <a:p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Menahan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Guncangan</a:t>
            </a:r>
            <a:endParaRPr lang="en-US" sz="1400" b="1" kern="0" spc="2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E29A3A2E-EBD4-D6A1-BA94-879A826BAE81}"/>
              </a:ext>
            </a:extLst>
          </p:cNvPr>
          <p:cNvSpPr/>
          <p:nvPr/>
        </p:nvSpPr>
        <p:spPr>
          <a:xfrm>
            <a:off x="4449724" y="2334757"/>
            <a:ext cx="33356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Rate 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naik 25 bps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5,75%</a:t>
            </a:r>
            <a:endParaRPr lang="en-US" sz="125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Puncak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SRBI </a:t>
            </a:r>
            <a:r>
              <a:rPr lang="en-US" sz="1250" i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sebesar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IDR 1.072 triliun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27%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asing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(Juni 2026)</a:t>
            </a:r>
            <a:endParaRPr lang="en-US" sz="125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Cadangan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devisa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turun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sekiar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r>
              <a:rPr lang="en-US" sz="1250" b="1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miliar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USD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sejak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awal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memegang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IDR 1.8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triliun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SBN, 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2,02x asing</a:t>
            </a:r>
            <a:endParaRPr lang="en-US" sz="1250" b="1">
              <a:solidFill>
                <a:schemeClr val="accent2"/>
              </a:solidFill>
            </a:endParaRPr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AFDC9158-CD77-0836-DE37-CA2D0EA089F1}"/>
              </a:ext>
            </a:extLst>
          </p:cNvPr>
          <p:cNvSpPr/>
          <p:nvPr/>
        </p:nvSpPr>
        <p:spPr>
          <a:xfrm>
            <a:off x="8062519" y="2093023"/>
            <a:ext cx="3594506" cy="1844612"/>
          </a:xfrm>
          <a:prstGeom prst="roundRect">
            <a:avLst>
              <a:gd name="adj" fmla="val 1897"/>
            </a:avLst>
          </a:prstGeom>
          <a:noFill/>
          <a:ln w="9525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FI">
              <a:solidFill>
                <a:schemeClr val="lt1"/>
              </a:solidFill>
            </a:endParaRPr>
          </a:p>
        </p:txBody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93807591-20F6-668B-364D-A21862B4297D}"/>
              </a:ext>
            </a:extLst>
          </p:cNvPr>
          <p:cNvSpPr/>
          <p:nvPr/>
        </p:nvSpPr>
        <p:spPr>
          <a:xfrm>
            <a:off x="8062519" y="1285875"/>
            <a:ext cx="3594506" cy="690716"/>
          </a:xfrm>
          <a:prstGeom prst="roundRect">
            <a:avLst>
              <a:gd name="adj" fmla="val 11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30" name="Shape 19">
            <a:extLst>
              <a:ext uri="{FF2B5EF4-FFF2-40B4-BE49-F238E27FC236}">
                <a16:creationId xmlns:a16="http://schemas.microsoft.com/office/drawing/2014/main" id="{83B24E4D-59AA-6D79-2FE5-9EEB67C0E8FB}"/>
              </a:ext>
            </a:extLst>
          </p:cNvPr>
          <p:cNvSpPr/>
          <p:nvPr/>
        </p:nvSpPr>
        <p:spPr>
          <a:xfrm>
            <a:off x="8062519" y="1855279"/>
            <a:ext cx="3594506" cy="128016"/>
          </a:xfrm>
          <a:prstGeom prst="rect">
            <a:avLst/>
          </a:prstGeom>
          <a:solidFill>
            <a:schemeClr val="bg2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C308EA34-5E21-23D5-B717-F35D253CDAD5}"/>
              </a:ext>
            </a:extLst>
          </p:cNvPr>
          <p:cNvSpPr/>
          <p:nvPr/>
        </p:nvSpPr>
        <p:spPr>
          <a:xfrm>
            <a:off x="8696991" y="1393682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SEKTOR RIIL</a:t>
            </a:r>
          </a:p>
          <a:p>
            <a:pPr marL="0" indent="0">
              <a:buNone/>
            </a:pP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Menekan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Nilai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Tukar</a:t>
            </a:r>
            <a:endParaRPr lang="en-US" sz="1400"/>
          </a:p>
        </p:txBody>
      </p:sp>
      <p:sp>
        <p:nvSpPr>
          <p:cNvPr id="33" name="Text 21">
            <a:extLst>
              <a:ext uri="{FF2B5EF4-FFF2-40B4-BE49-F238E27FC236}">
                <a16:creationId xmlns:a16="http://schemas.microsoft.com/office/drawing/2014/main" id="{E4FDA2E2-56CF-3D8C-C677-9AE49EC1A2DE}"/>
              </a:ext>
            </a:extLst>
          </p:cNvPr>
          <p:cNvSpPr/>
          <p:nvPr/>
        </p:nvSpPr>
        <p:spPr>
          <a:xfrm>
            <a:off x="8263687" y="2209532"/>
            <a:ext cx="319217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2026,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migas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USD 8,33 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miliar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Q1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tumbuh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USD 13,67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miliar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Q2 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(64,1% </a:t>
            </a:r>
            <a:r>
              <a:rPr lang="en-US" sz="1250" b="1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QtQ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50" b="1">
              <a:solidFill>
                <a:schemeClr val="accent2"/>
              </a:solidFill>
            </a:endParaRPr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b="1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Penurunan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tingkat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err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pertumbuhan</a:t>
            </a:r>
            <a:r>
              <a:rPr lang="en-US" sz="125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PMA YoY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selama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kuartal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</a:t>
            </a:r>
            <a:endParaRPr lang="en-US" sz="1250"/>
          </a:p>
        </p:txBody>
      </p:sp>
      <p:sp>
        <p:nvSpPr>
          <p:cNvPr id="37" name="Shape 24">
            <a:extLst>
              <a:ext uri="{FF2B5EF4-FFF2-40B4-BE49-F238E27FC236}">
                <a16:creationId xmlns:a16="http://schemas.microsoft.com/office/drawing/2014/main" id="{2C1B56E3-DE1D-735C-1666-C2B376D63595}"/>
              </a:ext>
            </a:extLst>
          </p:cNvPr>
          <p:cNvSpPr/>
          <p:nvPr/>
        </p:nvSpPr>
        <p:spPr>
          <a:xfrm>
            <a:off x="471170" y="4975628"/>
            <a:ext cx="3594506" cy="1234009"/>
          </a:xfrm>
          <a:prstGeom prst="roundRect">
            <a:avLst>
              <a:gd name="adj" fmla="val 3409"/>
            </a:avLst>
          </a:prstGeom>
          <a:noFill/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FI">
              <a:solidFill>
                <a:schemeClr val="lt1"/>
              </a:solidFill>
            </a:endParaRPr>
          </a:p>
        </p:txBody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E0AB6FCD-1C98-7AD6-9768-E40FBFD7BFAF}"/>
              </a:ext>
            </a:extLst>
          </p:cNvPr>
          <p:cNvSpPr/>
          <p:nvPr/>
        </p:nvSpPr>
        <p:spPr>
          <a:xfrm>
            <a:off x="471170" y="4431638"/>
            <a:ext cx="3594506" cy="457200"/>
          </a:xfrm>
          <a:prstGeom prst="roundRect">
            <a:avLst>
              <a:gd name="adj" fmla="val 11000"/>
            </a:avLst>
          </a:prstGeom>
          <a:solidFill>
            <a:srgbClr val="C8860D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14E6ACFA-3F06-D15C-0E12-190B6B680E80}"/>
              </a:ext>
            </a:extLst>
          </p:cNvPr>
          <p:cNvSpPr/>
          <p:nvPr/>
        </p:nvSpPr>
        <p:spPr>
          <a:xfrm>
            <a:off x="471170" y="4760822"/>
            <a:ext cx="3594506" cy="128016"/>
          </a:xfrm>
          <a:prstGeom prst="rect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41" name="Text 27">
            <a:extLst>
              <a:ext uri="{FF2B5EF4-FFF2-40B4-BE49-F238E27FC236}">
                <a16:creationId xmlns:a16="http://schemas.microsoft.com/office/drawing/2014/main" id="{E95F5972-6712-AA40-B0A0-E6B20FF19693}"/>
              </a:ext>
            </a:extLst>
          </p:cNvPr>
          <p:cNvSpPr/>
          <p:nvPr/>
        </p:nvSpPr>
        <p:spPr>
          <a:xfrm>
            <a:off x="928370" y="4431638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Penciptaan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Ruang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Fiskal</a:t>
            </a:r>
            <a:endParaRPr lang="en-US" sz="1400"/>
          </a:p>
        </p:txBody>
      </p:sp>
      <p:sp>
        <p:nvSpPr>
          <p:cNvPr id="42" name="Text 28">
            <a:extLst>
              <a:ext uri="{FF2B5EF4-FFF2-40B4-BE49-F238E27FC236}">
                <a16:creationId xmlns:a16="http://schemas.microsoft.com/office/drawing/2014/main" id="{DE402878-F61C-0FA1-B936-8E6CC825E03F}"/>
              </a:ext>
            </a:extLst>
          </p:cNvPr>
          <p:cNvSpPr/>
          <p:nvPr/>
        </p:nvSpPr>
        <p:spPr>
          <a:xfrm>
            <a:off x="633474" y="5139868"/>
            <a:ext cx="3283610" cy="844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Peningkatan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ratio</a:t>
            </a:r>
            <a:endParaRPr lang="en-US" sz="1250">
              <a:solidFill>
                <a:srgbClr val="3D2B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Reformasi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subsidi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</a:t>
            </a:r>
            <a:endParaRPr lang="en-US" sz="1250">
              <a:solidFill>
                <a:srgbClr val="3D2B1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restitusi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Belanja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negara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selektif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Penghentian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program MBG dan KDMP</a:t>
            </a:r>
            <a:endParaRPr lang="en-US" sz="1250"/>
          </a:p>
        </p:txBody>
      </p:sp>
      <p:sp>
        <p:nvSpPr>
          <p:cNvPr id="43" name="Shape 29">
            <a:extLst>
              <a:ext uri="{FF2B5EF4-FFF2-40B4-BE49-F238E27FC236}">
                <a16:creationId xmlns:a16="http://schemas.microsoft.com/office/drawing/2014/main" id="{4574A10F-8734-E4D1-66DD-CC0D32B39A00}"/>
              </a:ext>
            </a:extLst>
          </p:cNvPr>
          <p:cNvSpPr/>
          <p:nvPr/>
        </p:nvSpPr>
        <p:spPr>
          <a:xfrm>
            <a:off x="4266844" y="4975627"/>
            <a:ext cx="3594506" cy="1234009"/>
          </a:xfrm>
          <a:prstGeom prst="roundRect">
            <a:avLst>
              <a:gd name="adj" fmla="val 3409"/>
            </a:avLst>
          </a:prstGeom>
          <a:noFill/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FI">
              <a:solidFill>
                <a:schemeClr val="lt1"/>
              </a:solidFill>
            </a:endParaRPr>
          </a:p>
        </p:txBody>
      </p:sp>
      <p:sp>
        <p:nvSpPr>
          <p:cNvPr id="44" name="Shape 30">
            <a:extLst>
              <a:ext uri="{FF2B5EF4-FFF2-40B4-BE49-F238E27FC236}">
                <a16:creationId xmlns:a16="http://schemas.microsoft.com/office/drawing/2014/main" id="{61DBC27C-A5F9-E011-2B9B-ABDE2946EA3D}"/>
              </a:ext>
            </a:extLst>
          </p:cNvPr>
          <p:cNvSpPr/>
          <p:nvPr/>
        </p:nvSpPr>
        <p:spPr>
          <a:xfrm>
            <a:off x="4266844" y="4431638"/>
            <a:ext cx="3594506" cy="457200"/>
          </a:xfrm>
          <a:prstGeom prst="roundRect">
            <a:avLst>
              <a:gd name="adj" fmla="val 11000"/>
            </a:avLst>
          </a:prstGeom>
          <a:solidFill>
            <a:srgbClr val="C8860D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45" name="Shape 31">
            <a:extLst>
              <a:ext uri="{FF2B5EF4-FFF2-40B4-BE49-F238E27FC236}">
                <a16:creationId xmlns:a16="http://schemas.microsoft.com/office/drawing/2014/main" id="{511E3688-5E6D-5A6E-BE75-72A369D4A1E5}"/>
              </a:ext>
            </a:extLst>
          </p:cNvPr>
          <p:cNvSpPr/>
          <p:nvPr/>
        </p:nvSpPr>
        <p:spPr>
          <a:xfrm>
            <a:off x="4266844" y="4760822"/>
            <a:ext cx="3594506" cy="128016"/>
          </a:xfrm>
          <a:prstGeom prst="rect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47" name="Text 32">
            <a:extLst>
              <a:ext uri="{FF2B5EF4-FFF2-40B4-BE49-F238E27FC236}">
                <a16:creationId xmlns:a16="http://schemas.microsoft.com/office/drawing/2014/main" id="{213EBACB-F401-288B-BE33-D32BC8A842CE}"/>
              </a:ext>
            </a:extLst>
          </p:cNvPr>
          <p:cNvSpPr/>
          <p:nvPr/>
        </p:nvSpPr>
        <p:spPr>
          <a:xfrm>
            <a:off x="4739542" y="4423889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Penegasan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Posisi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BI</a:t>
            </a:r>
            <a:endParaRPr lang="en-US" sz="1400"/>
          </a:p>
        </p:txBody>
      </p:sp>
      <p:sp>
        <p:nvSpPr>
          <p:cNvPr id="48" name="Text 33">
            <a:extLst>
              <a:ext uri="{FF2B5EF4-FFF2-40B4-BE49-F238E27FC236}">
                <a16:creationId xmlns:a16="http://schemas.microsoft.com/office/drawing/2014/main" id="{7473CB60-12ED-0ECB-A859-1B87274EB18A}"/>
              </a:ext>
            </a:extLst>
          </p:cNvPr>
          <p:cNvSpPr/>
          <p:nvPr/>
        </p:nvSpPr>
        <p:spPr>
          <a:xfrm>
            <a:off x="4486300" y="5121720"/>
            <a:ext cx="3155594" cy="844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Pengarahan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KLM ke manufaktur berorientasi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menghasilkan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Dolar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Perjelas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independensi bank sentral.</a:t>
            </a:r>
            <a:endParaRPr lang="en-US" sz="1250"/>
          </a:p>
        </p:txBody>
      </p:sp>
      <p:sp>
        <p:nvSpPr>
          <p:cNvPr id="49" name="Shape 34">
            <a:extLst>
              <a:ext uri="{FF2B5EF4-FFF2-40B4-BE49-F238E27FC236}">
                <a16:creationId xmlns:a16="http://schemas.microsoft.com/office/drawing/2014/main" id="{1450F6F5-8CBC-F6BE-9480-D05FF323EA61}"/>
              </a:ext>
            </a:extLst>
          </p:cNvPr>
          <p:cNvSpPr/>
          <p:nvPr/>
        </p:nvSpPr>
        <p:spPr>
          <a:xfrm>
            <a:off x="8062519" y="4975626"/>
            <a:ext cx="3594506" cy="1234010"/>
          </a:xfrm>
          <a:prstGeom prst="roundRect">
            <a:avLst>
              <a:gd name="adj" fmla="val 3409"/>
            </a:avLst>
          </a:prstGeom>
          <a:noFill/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FI">
              <a:solidFill>
                <a:schemeClr val="lt1"/>
              </a:solidFill>
            </a:endParaRPr>
          </a:p>
        </p:txBody>
      </p:sp>
      <p:sp>
        <p:nvSpPr>
          <p:cNvPr id="50" name="Shape 35">
            <a:extLst>
              <a:ext uri="{FF2B5EF4-FFF2-40B4-BE49-F238E27FC236}">
                <a16:creationId xmlns:a16="http://schemas.microsoft.com/office/drawing/2014/main" id="{C2663D66-0CA9-EF59-CBAE-03C97F5FB8B2}"/>
              </a:ext>
            </a:extLst>
          </p:cNvPr>
          <p:cNvSpPr/>
          <p:nvPr/>
        </p:nvSpPr>
        <p:spPr>
          <a:xfrm>
            <a:off x="8062519" y="4431638"/>
            <a:ext cx="3594506" cy="457200"/>
          </a:xfrm>
          <a:prstGeom prst="roundRect">
            <a:avLst>
              <a:gd name="adj" fmla="val 11000"/>
            </a:avLst>
          </a:prstGeom>
          <a:solidFill>
            <a:srgbClr val="C8860D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51" name="Shape 36">
            <a:extLst>
              <a:ext uri="{FF2B5EF4-FFF2-40B4-BE49-F238E27FC236}">
                <a16:creationId xmlns:a16="http://schemas.microsoft.com/office/drawing/2014/main" id="{4A295017-8988-9DC5-490A-3FA6010727F2}"/>
              </a:ext>
            </a:extLst>
          </p:cNvPr>
          <p:cNvSpPr/>
          <p:nvPr/>
        </p:nvSpPr>
        <p:spPr>
          <a:xfrm>
            <a:off x="8062519" y="4760822"/>
            <a:ext cx="3594506" cy="128016"/>
          </a:xfrm>
          <a:prstGeom prst="rect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FI"/>
          </a:p>
        </p:txBody>
      </p:sp>
      <p:sp>
        <p:nvSpPr>
          <p:cNvPr id="53" name="Text 37">
            <a:extLst>
              <a:ext uri="{FF2B5EF4-FFF2-40B4-BE49-F238E27FC236}">
                <a16:creationId xmlns:a16="http://schemas.microsoft.com/office/drawing/2014/main" id="{EC2E4F2F-6186-62CB-B3C1-465C28995FFA}"/>
              </a:ext>
            </a:extLst>
          </p:cNvPr>
          <p:cNvSpPr/>
          <p:nvPr/>
        </p:nvSpPr>
        <p:spPr>
          <a:xfrm>
            <a:off x="8519719" y="4423889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Penguatan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b="1" kern="0" spc="2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Kualitas</a:t>
            </a:r>
            <a:r>
              <a:rPr lang="en-US" sz="1400" b="1" kern="0" spc="2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Performa</a:t>
            </a:r>
            <a:endParaRPr lang="en-US" sz="1400"/>
          </a:p>
        </p:txBody>
      </p:sp>
      <p:sp>
        <p:nvSpPr>
          <p:cNvPr id="54" name="Text 38">
            <a:extLst>
              <a:ext uri="{FF2B5EF4-FFF2-40B4-BE49-F238E27FC236}">
                <a16:creationId xmlns:a16="http://schemas.microsoft.com/office/drawing/2014/main" id="{BA0E9FEC-920E-C8FC-AE14-9FAC801E6671}"/>
              </a:ext>
            </a:extLst>
          </p:cNvPr>
          <p:cNvSpPr/>
          <p:nvPr/>
        </p:nvSpPr>
        <p:spPr>
          <a:xfrm>
            <a:off x="8281975" y="5128915"/>
            <a:ext cx="3155594" cy="844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pada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produksi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berorientasi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hilirisasi, dan </a:t>
            </a:r>
            <a:r>
              <a:rPr lang="en-US" sz="1250" err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deregulasi</a:t>
            </a:r>
            <a:r>
              <a:rPr lang="en-US" sz="125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9105AA-C143-AD85-2E4C-BA48273B38AB}"/>
              </a:ext>
            </a:extLst>
          </p:cNvPr>
          <p:cNvSpPr txBox="1"/>
          <p:nvPr/>
        </p:nvSpPr>
        <p:spPr>
          <a:xfrm>
            <a:off x="6974730" y="6518132"/>
            <a:ext cx="4859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: Kementerian </a:t>
            </a:r>
            <a:r>
              <a:rPr lang="en-US" sz="1200" err="1">
                <a:latin typeface="Calibri" panose="020F0502020204030204" pitchFamily="34" charset="0"/>
                <a:cs typeface="Calibri" panose="020F0502020204030204" pitchFamily="34" charset="0"/>
              </a:rPr>
              <a:t>Keuangan</a:t>
            </a: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, Bank Indonesia, BPS, Kementerian BKPM </a:t>
            </a:r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7CC597C4-9316-FD2A-D5CC-0A4CEED1C90E}"/>
              </a:ext>
            </a:extLst>
          </p:cNvPr>
          <p:cNvSpPr/>
          <p:nvPr/>
        </p:nvSpPr>
        <p:spPr>
          <a:xfrm>
            <a:off x="471170" y="4026316"/>
            <a:ext cx="11185855" cy="318531"/>
          </a:xfrm>
          <a:prstGeom prst="roundRect">
            <a:avLst>
              <a:gd name="adj" fmla="val 11000"/>
            </a:avLst>
          </a:prstGeom>
          <a:solidFill>
            <a:srgbClr val="C8860D"/>
          </a:solidFill>
          <a:ln/>
        </p:spPr>
        <p:txBody>
          <a:bodyPr anchor="ctr" anchorCtr="0"/>
          <a:lstStyle/>
          <a:p>
            <a:pPr algn="ctr"/>
            <a:r>
              <a:rPr lang="en-US" sz="1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REKOMENDASI</a:t>
            </a:r>
            <a:endParaRPr lang="en-FI" sz="16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289070-78AC-24BE-B520-FD225895DFE2}"/>
              </a:ext>
            </a:extLst>
          </p:cNvPr>
          <p:cNvSpPr txBox="1"/>
          <p:nvPr/>
        </p:nvSpPr>
        <p:spPr>
          <a:xfrm>
            <a:off x="559379" y="447120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A26C87-E0A0-036D-EBEB-9B7854D804CD}"/>
              </a:ext>
            </a:extLst>
          </p:cNvPr>
          <p:cNvSpPr txBox="1"/>
          <p:nvPr/>
        </p:nvSpPr>
        <p:spPr>
          <a:xfrm>
            <a:off x="4358284" y="447027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0CB615-EE39-8D56-65CD-EEAFBDDC2BBC}"/>
              </a:ext>
            </a:extLst>
          </p:cNvPr>
          <p:cNvSpPr txBox="1"/>
          <p:nvPr/>
        </p:nvSpPr>
        <p:spPr>
          <a:xfrm>
            <a:off x="8160089" y="447642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pic>
        <p:nvPicPr>
          <p:cNvPr id="65" name="Graphic 64" descr="Factory with solid fill">
            <a:extLst>
              <a:ext uri="{FF2B5EF4-FFF2-40B4-BE49-F238E27FC236}">
                <a16:creationId xmlns:a16="http://schemas.microsoft.com/office/drawing/2014/main" id="{DF89E4FA-9B41-0A63-7C50-F9B4F14B0E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0089" y="1403067"/>
            <a:ext cx="462658" cy="462658"/>
          </a:xfrm>
          <a:prstGeom prst="rect">
            <a:avLst/>
          </a:prstGeom>
        </p:spPr>
      </p:pic>
      <p:pic>
        <p:nvPicPr>
          <p:cNvPr id="67" name="Graphic 66" descr="Bank with solid fill">
            <a:extLst>
              <a:ext uri="{FF2B5EF4-FFF2-40B4-BE49-F238E27FC236}">
                <a16:creationId xmlns:a16="http://schemas.microsoft.com/office/drawing/2014/main" id="{23F6A057-84EC-A676-14E3-607F4D3FD7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207" y="1376719"/>
            <a:ext cx="532736" cy="532736"/>
          </a:xfrm>
          <a:prstGeom prst="rect">
            <a:avLst/>
          </a:prstGeom>
        </p:spPr>
      </p:pic>
      <p:pic>
        <p:nvPicPr>
          <p:cNvPr id="69" name="Graphic 68" descr="Coins with solid fill">
            <a:extLst>
              <a:ext uri="{FF2B5EF4-FFF2-40B4-BE49-F238E27FC236}">
                <a16:creationId xmlns:a16="http://schemas.microsoft.com/office/drawing/2014/main" id="{41741697-753F-0573-5E2C-1B072CED56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3179" y="1415291"/>
            <a:ext cx="457201" cy="4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94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DB382-DFC0-DD8F-20F3-1A89612F2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2F0C3-A432-2CC6-E433-3BEAA8AEB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1800" b="1" i="0">
                <a:solidFill>
                  <a:srgbClr val="000000"/>
                </a:solidFill>
                <a:latin typeface="Arial"/>
              </a:rPr>
              <a:t>Rasio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Pembayaran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ULN Indonesia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Relatif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Stabil,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Namun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Peningkatan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ULN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Jangka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Pendek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Perlu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800" b="1" i="0" err="1">
                <a:solidFill>
                  <a:srgbClr val="000000"/>
                </a:solidFill>
                <a:latin typeface="Arial"/>
              </a:rPr>
              <a:t>Diantisipasi</a:t>
            </a:r>
            <a:r>
              <a:rPr lang="en-US" sz="1800" b="1" i="0">
                <a:solidFill>
                  <a:srgbClr val="000000"/>
                </a:solidFill>
                <a:latin typeface="Arial"/>
              </a:rPr>
              <a:t> -&gt; soundness ratio is also important, and here, Indonesia is still safe. BUT, to increase soundness, we have to increase the DENOMINATOR, not decreasing the nominator </a:t>
            </a:r>
            <a:endParaRPr sz="1800" b="1" i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3E121C-893E-13A7-6234-14A9E253E647}"/>
              </a:ext>
            </a:extLst>
          </p:cNvPr>
          <p:cNvSpPr txBox="1"/>
          <p:nvPr/>
        </p:nvSpPr>
        <p:spPr>
          <a:xfrm>
            <a:off x="3977639" y="6519672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1">
                <a:solidFill>
                  <a:srgbClr val="000000"/>
                </a:solidFill>
                <a:latin typeface="Calibri"/>
              </a:rPr>
              <a:t>Sumber: 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Bank Indonesia, Statistik Utang Luar Negeri Indonesia (SULNI)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24E0D2F-C81E-715D-C951-45080B57AAEC}"/>
              </a:ext>
            </a:extLst>
          </p:cNvPr>
          <p:cNvGraphicFramePr>
            <a:graphicFrameLocks noGrp="1"/>
          </p:cNvGraphicFramePr>
          <p:nvPr/>
        </p:nvGraphicFramePr>
        <p:xfrm>
          <a:off x="557784" y="1097280"/>
          <a:ext cx="55778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DBAD5DA-BD6F-3E22-A302-DDE2E9CA0183}"/>
              </a:ext>
            </a:extLst>
          </p:cNvPr>
          <p:cNvGraphicFramePr>
            <a:graphicFrameLocks noGrp="1"/>
          </p:cNvGraphicFramePr>
          <p:nvPr/>
        </p:nvGraphicFramePr>
        <p:xfrm>
          <a:off x="6272784" y="1097280"/>
          <a:ext cx="557784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361606-714A-2448-6CD0-70443E8E34E0}"/>
              </a:ext>
            </a:extLst>
          </p:cNvPr>
          <p:cNvSpPr/>
          <p:nvPr/>
        </p:nvSpPr>
        <p:spPr>
          <a:xfrm>
            <a:off x="557784" y="4956048"/>
            <a:ext cx="5577840" cy="1463040"/>
          </a:xfrm>
          <a:prstGeom prst="roundRect">
            <a:avLst>
              <a:gd name="adj" fmla="val 12000"/>
            </a:avLst>
          </a:prstGeom>
          <a:solidFill>
            <a:srgbClr val="FBF3E6"/>
          </a:solidFill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CA1484B-F203-B584-8924-226AB1899AB8}"/>
              </a:ext>
            </a:extLst>
          </p:cNvPr>
          <p:cNvSpPr/>
          <p:nvPr/>
        </p:nvSpPr>
        <p:spPr>
          <a:xfrm>
            <a:off x="694944" y="5404104"/>
            <a:ext cx="566928" cy="566928"/>
          </a:xfrm>
          <a:prstGeom prst="ellipse">
            <a:avLst/>
          </a:prstGeom>
          <a:solidFill>
            <a:srgbClr val="F0A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hip.png">
            <a:extLst>
              <a:ext uri="{FF2B5EF4-FFF2-40B4-BE49-F238E27FC236}">
                <a16:creationId xmlns:a16="http://schemas.microsoft.com/office/drawing/2014/main" id="{AECE45DC-A901-AAD7-D638-6ADB8DE2A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522976"/>
            <a:ext cx="329184" cy="3291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ED7AF9-7935-1EBA-8901-39C33331BCD1}"/>
              </a:ext>
            </a:extLst>
          </p:cNvPr>
          <p:cNvSpPr txBox="1"/>
          <p:nvPr/>
        </p:nvSpPr>
        <p:spPr>
          <a:xfrm>
            <a:off x="1380744" y="5061242"/>
            <a:ext cx="4663440" cy="125265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ID" sz="1400" b="1" i="0" err="1">
                <a:solidFill>
                  <a:srgbClr val="7B4A3A"/>
                </a:solidFill>
                <a:latin typeface="Calibri"/>
              </a:rPr>
              <a:t>Meningkatkan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</a:t>
            </a:r>
            <a:r>
              <a:rPr lang="en-ID" sz="1400" b="1" i="1">
                <a:solidFill>
                  <a:srgbClr val="7B4A3A"/>
                </a:solidFill>
                <a:latin typeface="Calibri"/>
              </a:rPr>
              <a:t>Current Account Receipts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ID" sz="1200" b="0" i="0" err="1">
                <a:solidFill>
                  <a:srgbClr val="000000"/>
                </a:solidFill>
                <a:latin typeface="Calibri"/>
              </a:rPr>
              <a:t>Ekspor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perlu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meningkat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: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jangka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pendek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dari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SDA,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jangka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panjang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dari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manufaktur</a:t>
            </a:r>
            <a:r>
              <a:rPr lang="en-ID" sz="1200" b="0" i="0">
                <a:solidFill>
                  <a:srgbClr val="000000"/>
                </a:solidFill>
                <a:latin typeface="Calibri"/>
              </a:rPr>
              <a:t>.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ID" sz="1200" b="0" i="0" err="1">
                <a:solidFill>
                  <a:srgbClr val="000000"/>
                </a:solidFill>
                <a:latin typeface="Calibri"/>
              </a:rPr>
              <a:t>Kebijakan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bebas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visa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untuk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menambah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devisa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dari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pariwisata</a:t>
            </a:r>
            <a:endParaRPr sz="1200" b="0" i="0">
              <a:solidFill>
                <a:srgbClr val="000000"/>
              </a:solidFill>
              <a:latin typeface="Calibri"/>
            </a:endParaRP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Meningkatkan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kualitas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pekerja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migran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Indonesia (TKI) agar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remitansi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meningkat</a:t>
            </a:r>
            <a:r>
              <a:rPr lang="en-ID" sz="1200" b="0" i="0">
                <a:solidFill>
                  <a:srgbClr val="000000"/>
                </a:solidFill>
                <a:latin typeface="Calibri"/>
              </a:rPr>
              <a:t>.</a:t>
            </a:r>
            <a:endParaRPr sz="1200" b="0" i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EB958AF-83C5-F8BC-F67E-DFC6DA4AC3B7}"/>
              </a:ext>
            </a:extLst>
          </p:cNvPr>
          <p:cNvSpPr/>
          <p:nvPr/>
        </p:nvSpPr>
        <p:spPr>
          <a:xfrm>
            <a:off x="6272784" y="4956048"/>
            <a:ext cx="5577840" cy="1463040"/>
          </a:xfrm>
          <a:prstGeom prst="roundRect">
            <a:avLst>
              <a:gd name="adj" fmla="val 12000"/>
            </a:avLst>
          </a:prstGeom>
          <a:solidFill>
            <a:srgbClr val="FBF3E6"/>
          </a:solidFill>
          <a:ln w="9525">
            <a:solidFill>
              <a:srgbClr val="C17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0DABFB8-EB7D-01B2-F195-026F712BD57F}"/>
              </a:ext>
            </a:extLst>
          </p:cNvPr>
          <p:cNvSpPr/>
          <p:nvPr/>
        </p:nvSpPr>
        <p:spPr>
          <a:xfrm>
            <a:off x="6409944" y="5404104"/>
            <a:ext cx="566928" cy="566928"/>
          </a:xfrm>
          <a:prstGeom prst="ellipse">
            <a:avLst/>
          </a:prstGeom>
          <a:solidFill>
            <a:srgbClr val="F0A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omments-dollar.png">
            <a:extLst>
              <a:ext uri="{FF2B5EF4-FFF2-40B4-BE49-F238E27FC236}">
                <a16:creationId xmlns:a16="http://schemas.microsoft.com/office/drawing/2014/main" id="{F838D408-F471-AA64-174F-21C299FF4E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816" y="5522976"/>
            <a:ext cx="329184" cy="32918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1BDE80-7187-3661-52F1-709A9AD7795D}"/>
              </a:ext>
            </a:extLst>
          </p:cNvPr>
          <p:cNvSpPr txBox="1"/>
          <p:nvPr/>
        </p:nvSpPr>
        <p:spPr>
          <a:xfrm>
            <a:off x="7095744" y="5061242"/>
            <a:ext cx="4663440" cy="104233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ID" sz="1400" b="1" i="0" err="1">
                <a:solidFill>
                  <a:srgbClr val="7B4A3A"/>
                </a:solidFill>
                <a:latin typeface="Calibri"/>
              </a:rPr>
              <a:t>Menjaga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</a:t>
            </a:r>
            <a:r>
              <a:rPr lang="en-ID" sz="1400" b="1" i="0" err="1">
                <a:solidFill>
                  <a:srgbClr val="7B4A3A"/>
                </a:solidFill>
                <a:latin typeface="Calibri"/>
              </a:rPr>
              <a:t>Sentimen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dan </a:t>
            </a:r>
            <a:r>
              <a:rPr lang="en-ID" sz="1400" b="1" i="0" err="1">
                <a:solidFill>
                  <a:srgbClr val="7B4A3A"/>
                </a:solidFill>
                <a:latin typeface="Calibri"/>
              </a:rPr>
              <a:t>Ekspektasi</a:t>
            </a:r>
            <a:r>
              <a:rPr lang="en-ID" sz="1400" b="1" i="0">
                <a:solidFill>
                  <a:srgbClr val="7B4A3A"/>
                </a:solidFill>
                <a:latin typeface="Calibri"/>
              </a:rPr>
              <a:t> Pasar</a:t>
            </a: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Calibri"/>
              </a:rPr>
              <a:t>Reformasi pasar modal oleh OJK,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termasuk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demutualisasi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bursa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dan </a:t>
            </a:r>
            <a:r>
              <a:rPr lang="en-US" sz="1200" b="0" i="0" err="1">
                <a:solidFill>
                  <a:srgbClr val="000000"/>
                </a:solidFill>
                <a:latin typeface="Calibri"/>
              </a:rPr>
              <a:t>transparansi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i="0" err="1">
                <a:solidFill>
                  <a:srgbClr val="000000"/>
                </a:solidFill>
                <a:latin typeface="Calibri"/>
              </a:rPr>
              <a:t>kepemilikan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1200" b="0" i="0" err="1">
                <a:solidFill>
                  <a:srgbClr val="000000"/>
                </a:solidFill>
                <a:latin typeface="Calibri"/>
              </a:rPr>
              <a:t>saham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,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untuk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menjaga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kepercayaan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investor</a:t>
            </a:r>
            <a:r>
              <a:rPr lang="en-US" sz="1200" b="0" i="0">
                <a:solidFill>
                  <a:srgbClr val="000000"/>
                </a:solidFill>
                <a:latin typeface="Calibri"/>
              </a:rPr>
              <a:t>.</a:t>
            </a:r>
            <a:endParaRPr sz="1200" b="0" i="0">
              <a:solidFill>
                <a:srgbClr val="000000"/>
              </a:solidFill>
              <a:latin typeface="Calibri"/>
            </a:endParaRPr>
          </a:p>
          <a:p>
            <a:pPr marL="171450" indent="-171450">
              <a:spcBef>
                <a:spcPts val="200"/>
              </a:spcBef>
              <a:buFont typeface="Arial"/>
              <a:buChar char="•"/>
            </a:pPr>
            <a:r>
              <a:rPr lang="en-ID" sz="1200" b="0" i="0" err="1">
                <a:solidFill>
                  <a:srgbClr val="000000"/>
                </a:solidFill>
                <a:latin typeface="Calibri"/>
              </a:rPr>
              <a:t>Arus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modal yang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lebih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stabil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mengurangi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tekanan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pada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nilai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tukar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dan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kebutuhan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</a:t>
            </a:r>
            <a:r>
              <a:rPr lang="en-ID" sz="1200" b="0" i="0" err="1">
                <a:solidFill>
                  <a:srgbClr val="000000"/>
                </a:solidFill>
                <a:latin typeface="Calibri"/>
              </a:rPr>
              <a:t>valas</a:t>
            </a:r>
            <a:r>
              <a:rPr lang="en-ID" sz="1200" b="0" i="0">
                <a:solidFill>
                  <a:srgbClr val="000000"/>
                </a:solidFill>
                <a:latin typeface="Calibri"/>
              </a:rPr>
              <a:t>.</a:t>
            </a:r>
            <a:endParaRPr sz="1200" b="0" i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D523B5-7104-44F8-9950-9BA3767D8309}"/>
              </a:ext>
            </a:extLst>
          </p:cNvPr>
          <p:cNvSpPr/>
          <p:nvPr/>
        </p:nvSpPr>
        <p:spPr>
          <a:xfrm>
            <a:off x="12459351" y="193618"/>
            <a:ext cx="1763485" cy="1118010"/>
          </a:xfrm>
          <a:prstGeom prst="rect">
            <a:avLst/>
          </a:prstGeom>
          <a:solidFill>
            <a:srgbClr val="00B050"/>
          </a:solidFill>
          <a:ln>
            <a:solidFill>
              <a:srgbClr val="1994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Axel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70512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4E2B-A80E-52D9-FECD-6B2440E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20109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9BF1F-E336-9782-7D70-89661F4E6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53D40B2-0F86-F906-BC12-8989F0C16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Update </a:t>
            </a:r>
            <a:r>
              <a:rPr lang="en-US" err="1"/>
              <a:t>Situasi</a:t>
            </a:r>
            <a:r>
              <a:rPr lang="en-US"/>
              <a:t> Hormuz </a:t>
            </a:r>
            <a:r>
              <a:rPr lang="en-US" err="1"/>
              <a:t>Terkini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89191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E680-A3BE-5CFE-5B8C-89AE66500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62806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5222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3325A73-721D-AAF2-1D9B-9F9AA767C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2FF4-8434-7E92-F621-03EEEEDBB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ID"/>
            </a:br>
            <a:r>
              <a:rPr lang="en-ID" err="1"/>
              <a:t>Sejauhmana</a:t>
            </a:r>
            <a:r>
              <a:rPr lang="en-ID"/>
              <a:t> </a:t>
            </a:r>
            <a:r>
              <a:rPr lang="en-ID" err="1"/>
              <a:t>Peningkatan</a:t>
            </a:r>
            <a:r>
              <a:rPr lang="en-ID"/>
              <a:t> ULN </a:t>
            </a:r>
            <a:r>
              <a:rPr lang="en-ID" err="1"/>
              <a:t>Dapat</a:t>
            </a:r>
            <a:r>
              <a:rPr lang="en-ID"/>
              <a:t> </a:t>
            </a:r>
            <a:r>
              <a:rPr lang="en-ID" err="1"/>
              <a:t>Memengaruhi</a:t>
            </a:r>
            <a:r>
              <a:rPr lang="en-ID"/>
              <a:t> </a:t>
            </a:r>
            <a:r>
              <a:rPr lang="en-ID" err="1"/>
              <a:t>Persepsi</a:t>
            </a:r>
            <a:r>
              <a:rPr lang="en-ID"/>
              <a:t> Risiko Investor </a:t>
            </a:r>
            <a:r>
              <a:rPr lang="en-ID" err="1"/>
              <a:t>Terhadap</a:t>
            </a:r>
            <a:r>
              <a:rPr lang="en-ID"/>
              <a:t> Indonesia, Dan </a:t>
            </a:r>
            <a:r>
              <a:rPr lang="en-ID" err="1"/>
              <a:t>Kebijakan</a:t>
            </a:r>
            <a:r>
              <a:rPr lang="en-ID"/>
              <a:t> Apa Yang </a:t>
            </a:r>
            <a:r>
              <a:rPr lang="en-ID" err="1"/>
              <a:t>Diperlukan</a:t>
            </a:r>
            <a:r>
              <a:rPr lang="en-ID"/>
              <a:t> </a:t>
            </a:r>
            <a:r>
              <a:rPr lang="en-ID" err="1"/>
              <a:t>Untuk</a:t>
            </a:r>
            <a:r>
              <a:rPr lang="en-ID"/>
              <a:t> </a:t>
            </a:r>
            <a:r>
              <a:rPr lang="en-ID" err="1"/>
              <a:t>Menjaga</a:t>
            </a:r>
            <a:r>
              <a:rPr lang="en-ID"/>
              <a:t> </a:t>
            </a:r>
            <a:r>
              <a:rPr lang="en-ID" err="1"/>
              <a:t>Kredibilitas</a:t>
            </a:r>
            <a:r>
              <a:rPr lang="en-ID"/>
              <a:t> Serta </a:t>
            </a:r>
            <a:r>
              <a:rPr lang="en-ID" err="1"/>
              <a:t>Kepercayaan</a:t>
            </a:r>
            <a:r>
              <a:rPr lang="en-ID"/>
              <a:t> Pasar? </a:t>
            </a:r>
            <a:br>
              <a:rPr lang="en-ID"/>
            </a:br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4ADB0-1AA2-1FE8-6E16-DF915BB59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47" y="6993668"/>
            <a:ext cx="7179835" cy="350830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8E83CF-E36B-E745-1F11-758347B05185}"/>
              </a:ext>
            </a:extLst>
          </p:cNvPr>
          <p:cNvSpPr/>
          <p:nvPr/>
        </p:nvSpPr>
        <p:spPr>
          <a:xfrm>
            <a:off x="7847497" y="7242842"/>
            <a:ext cx="2110596" cy="1365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BI</a:t>
            </a:r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4151AF-29DE-42DF-9C74-5F5C650C948F}"/>
              </a:ext>
            </a:extLst>
          </p:cNvPr>
          <p:cNvSpPr/>
          <p:nvPr/>
        </p:nvSpPr>
        <p:spPr>
          <a:xfrm>
            <a:off x="10181598" y="7242842"/>
            <a:ext cx="2110596" cy="1365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Kemenkeu</a:t>
            </a:r>
            <a:endParaRPr lang="en-ID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33F179-9EF2-CE73-DD51-34B6E12B6CA0}"/>
              </a:ext>
            </a:extLst>
          </p:cNvPr>
          <p:cNvSpPr/>
          <p:nvPr/>
        </p:nvSpPr>
        <p:spPr>
          <a:xfrm>
            <a:off x="14849800" y="7242842"/>
            <a:ext cx="2110596" cy="1365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Sektor </a:t>
            </a:r>
            <a:r>
              <a:rPr lang="en-US" sz="1400" err="1"/>
              <a:t>riil</a:t>
            </a:r>
            <a:endParaRPr lang="en-US" sz="1400"/>
          </a:p>
          <a:p>
            <a:pPr algn="ctr"/>
            <a:r>
              <a:rPr lang="en-US" sz="1400" err="1"/>
              <a:t>Kepastian</a:t>
            </a:r>
            <a:r>
              <a:rPr lang="en-US" sz="1400"/>
              <a:t> </a:t>
            </a:r>
            <a:r>
              <a:rPr lang="en-US" sz="1400" err="1"/>
              <a:t>restitusi</a:t>
            </a:r>
            <a:endParaRPr lang="en-US" sz="1400"/>
          </a:p>
          <a:p>
            <a:pPr algn="ctr"/>
            <a:r>
              <a:rPr lang="en-US" sz="1400" err="1"/>
              <a:t>Kepastian</a:t>
            </a:r>
            <a:r>
              <a:rPr lang="en-US" sz="1400"/>
              <a:t> RKAB</a:t>
            </a:r>
          </a:p>
          <a:p>
            <a:pPr algn="ctr"/>
            <a:r>
              <a:rPr lang="en-US" sz="1400"/>
              <a:t>UU </a:t>
            </a:r>
            <a:r>
              <a:rPr lang="en-US" sz="1400" err="1"/>
              <a:t>Agraria</a:t>
            </a:r>
            <a:endParaRPr lang="en-US" sz="1400"/>
          </a:p>
          <a:p>
            <a:pPr algn="ctr"/>
            <a:r>
              <a:rPr lang="en-US" sz="1400"/>
              <a:t>UU </a:t>
            </a:r>
            <a:r>
              <a:rPr lang="en-US" sz="1400" err="1"/>
              <a:t>ketenagakerjaan</a:t>
            </a:r>
            <a:r>
              <a:rPr lang="en-US" sz="1400"/>
              <a:t> </a:t>
            </a:r>
          </a:p>
          <a:p>
            <a:pPr algn="ctr"/>
            <a:r>
              <a:rPr lang="en-US" sz="1400"/>
              <a:t>Isu </a:t>
            </a:r>
            <a:r>
              <a:rPr lang="en-US" sz="1400" err="1"/>
              <a:t>investasi</a:t>
            </a:r>
            <a:r>
              <a:rPr lang="en-US" sz="1400"/>
              <a:t> </a:t>
            </a:r>
            <a:r>
              <a:rPr lang="en-US" sz="1400" err="1"/>
              <a:t>lainnya</a:t>
            </a:r>
            <a:endParaRPr lang="en-ID" sz="1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FCBA17-DA77-84BA-F564-944AE1E5D1EB}"/>
              </a:ext>
            </a:extLst>
          </p:cNvPr>
          <p:cNvSpPr/>
          <p:nvPr/>
        </p:nvSpPr>
        <p:spPr>
          <a:xfrm>
            <a:off x="12515699" y="7242842"/>
            <a:ext cx="2110596" cy="13656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pasar modal</a:t>
            </a:r>
            <a:endParaRPr lang="en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4199BC-9280-99E2-E2A7-9CF8F99766C1}"/>
              </a:ext>
            </a:extLst>
          </p:cNvPr>
          <p:cNvSpPr/>
          <p:nvPr/>
        </p:nvSpPr>
        <p:spPr>
          <a:xfrm>
            <a:off x="7922822" y="1479386"/>
            <a:ext cx="2541917" cy="2409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Chart MDS</a:t>
            </a:r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9E2DE9-8946-DE43-458B-AA6662CD2DCE}"/>
              </a:ext>
            </a:extLst>
          </p:cNvPr>
          <p:cNvSpPr/>
          <p:nvPr/>
        </p:nvSpPr>
        <p:spPr>
          <a:xfrm>
            <a:off x="11720286" y="820057"/>
            <a:ext cx="1763485" cy="1118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Sunni</a:t>
            </a:r>
            <a:endParaRPr lang="en-ID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213B1B9-81CE-F051-B020-48BEAC1381C2}"/>
              </a:ext>
            </a:extLst>
          </p:cNvPr>
          <p:cNvSpPr/>
          <p:nvPr/>
        </p:nvSpPr>
        <p:spPr>
          <a:xfrm>
            <a:off x="403406" y="1272473"/>
            <a:ext cx="5991350" cy="355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Rantai Mekanisme — Eskalasi Risiko</a:t>
            </a:r>
            <a:endParaRPr lang="en-US" sz="1250" b="1">
              <a:solidFill>
                <a:schemeClr val="bg2"/>
              </a:solidFill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B5A5F7C4-EEA7-9E5F-2888-F06C0E3894AD}"/>
              </a:ext>
            </a:extLst>
          </p:cNvPr>
          <p:cNvSpPr/>
          <p:nvPr/>
        </p:nvSpPr>
        <p:spPr>
          <a:xfrm>
            <a:off x="402617" y="1539062"/>
            <a:ext cx="1920240" cy="1005840"/>
          </a:xfrm>
          <a:prstGeom prst="roundRect">
            <a:avLst>
              <a:gd name="adj" fmla="val 4545"/>
            </a:avLst>
          </a:prstGeom>
          <a:solidFill>
            <a:srgbClr val="F2EBDD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FE19CF93-7D51-CE7B-8BF4-02786F5C5610}"/>
              </a:ext>
            </a:extLst>
          </p:cNvPr>
          <p:cNvSpPr/>
          <p:nvPr/>
        </p:nvSpPr>
        <p:spPr>
          <a:xfrm>
            <a:off x="402617" y="1539062"/>
            <a:ext cx="1920240" cy="64008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5646ABC5-1686-69C3-781C-28C6728E2617}"/>
              </a:ext>
            </a:extLst>
          </p:cNvPr>
          <p:cNvSpPr/>
          <p:nvPr/>
        </p:nvSpPr>
        <p:spPr>
          <a:xfrm>
            <a:off x="530633" y="1685366"/>
            <a:ext cx="36576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DCF12ACD-FFF8-3922-7077-1759F975C9B9}"/>
              </a:ext>
            </a:extLst>
          </p:cNvPr>
          <p:cNvSpPr/>
          <p:nvPr/>
        </p:nvSpPr>
        <p:spPr>
          <a:xfrm>
            <a:off x="530633" y="1886534"/>
            <a:ext cx="171907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ULN jangka pendek dan dana portofolio naik</a:t>
            </a:r>
            <a:endParaRPr lang="en-US" sz="1200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1840258A-95DE-8EDB-95EF-B7CA8182E8FF}"/>
              </a:ext>
            </a:extLst>
          </p:cNvPr>
          <p:cNvSpPr/>
          <p:nvPr/>
        </p:nvSpPr>
        <p:spPr>
          <a:xfrm>
            <a:off x="2350289" y="1941398"/>
            <a:ext cx="146304" cy="201168"/>
          </a:xfrm>
          <a:prstGeom prst="rightArrow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2449A37D-67C2-F5A8-9193-CD6CA5C88CBB}"/>
              </a:ext>
            </a:extLst>
          </p:cNvPr>
          <p:cNvSpPr/>
          <p:nvPr/>
        </p:nvSpPr>
        <p:spPr>
          <a:xfrm>
            <a:off x="2524025" y="1539062"/>
            <a:ext cx="1920240" cy="1005840"/>
          </a:xfrm>
          <a:prstGeom prst="roundRect">
            <a:avLst>
              <a:gd name="adj" fmla="val 4545"/>
            </a:avLst>
          </a:prstGeom>
          <a:solidFill>
            <a:srgbClr val="F2EBDD"/>
          </a:solidFill>
          <a:ln w="127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09BFBD3E-88B6-609C-33CE-53E065A77D4E}"/>
              </a:ext>
            </a:extLst>
          </p:cNvPr>
          <p:cNvSpPr/>
          <p:nvPr/>
        </p:nvSpPr>
        <p:spPr>
          <a:xfrm>
            <a:off x="2524025" y="1539062"/>
            <a:ext cx="1920240" cy="91440"/>
          </a:xfrm>
          <a:prstGeom prst="rect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F686EB71-1EEC-7435-D687-3644F659EEB2}"/>
              </a:ext>
            </a:extLst>
          </p:cNvPr>
          <p:cNvSpPr/>
          <p:nvPr/>
        </p:nvSpPr>
        <p:spPr>
          <a:xfrm>
            <a:off x="2652041" y="1685366"/>
            <a:ext cx="36576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FC12F5C2-9686-C030-5B90-98C4F6A8C329}"/>
              </a:ext>
            </a:extLst>
          </p:cNvPr>
          <p:cNvSpPr/>
          <p:nvPr/>
        </p:nvSpPr>
        <p:spPr>
          <a:xfrm>
            <a:off x="2652041" y="1886534"/>
            <a:ext cx="171907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Guncangan: suku bunga global, geopolitik, sinyal kebijakan</a:t>
            </a:r>
            <a:endParaRPr lang="en-US" sz="1200"/>
          </a:p>
        </p:txBody>
      </p:sp>
      <p:sp>
        <p:nvSpPr>
          <p:cNvPr id="32" name="Shape 13">
            <a:extLst>
              <a:ext uri="{FF2B5EF4-FFF2-40B4-BE49-F238E27FC236}">
                <a16:creationId xmlns:a16="http://schemas.microsoft.com/office/drawing/2014/main" id="{07358EEB-5F58-0A55-D60A-C21C5A450333}"/>
              </a:ext>
            </a:extLst>
          </p:cNvPr>
          <p:cNvSpPr/>
          <p:nvPr/>
        </p:nvSpPr>
        <p:spPr>
          <a:xfrm>
            <a:off x="4471697" y="1941398"/>
            <a:ext cx="146304" cy="201168"/>
          </a:xfrm>
          <a:prstGeom prst="rightArrow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BD3BADA9-AF2D-E0AE-37E0-A433546A9143}"/>
              </a:ext>
            </a:extLst>
          </p:cNvPr>
          <p:cNvSpPr/>
          <p:nvPr/>
        </p:nvSpPr>
        <p:spPr>
          <a:xfrm>
            <a:off x="4645433" y="1539062"/>
            <a:ext cx="1920240" cy="1005840"/>
          </a:xfrm>
          <a:prstGeom prst="roundRect">
            <a:avLst>
              <a:gd name="adj" fmla="val 4545"/>
            </a:avLst>
          </a:prstGeom>
          <a:solidFill>
            <a:srgbClr val="F2EBDD"/>
          </a:solidFill>
          <a:ln w="12700">
            <a:solidFill>
              <a:srgbClr val="6B4423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100B54D7-81CF-6EF8-19BA-951C7FF01FDF}"/>
              </a:ext>
            </a:extLst>
          </p:cNvPr>
          <p:cNvSpPr/>
          <p:nvPr/>
        </p:nvSpPr>
        <p:spPr>
          <a:xfrm>
            <a:off x="4645433" y="1539062"/>
            <a:ext cx="1920240" cy="118872"/>
          </a:xfrm>
          <a:prstGeom prst="rect">
            <a:avLst/>
          </a:prstGeom>
          <a:solidFill>
            <a:srgbClr val="6B4423"/>
          </a:solidFill>
          <a:ln w="12700">
            <a:solidFill>
              <a:srgbClr val="6B4423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C3F24D3E-06AF-ECBB-7DA6-31F575434E63}"/>
              </a:ext>
            </a:extLst>
          </p:cNvPr>
          <p:cNvSpPr/>
          <p:nvPr/>
        </p:nvSpPr>
        <p:spPr>
          <a:xfrm>
            <a:off x="4773449" y="1685366"/>
            <a:ext cx="36576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30B4797E-D2BD-FDD4-05BE-EDA168033769}"/>
              </a:ext>
            </a:extLst>
          </p:cNvPr>
          <p:cNvSpPr/>
          <p:nvPr/>
        </p:nvSpPr>
        <p:spPr>
          <a:xfrm>
            <a:off x="4773449" y="1886534"/>
            <a:ext cx="171907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Arus modal berbalik, permintaan valas melonjak</a:t>
            </a:r>
            <a:endParaRPr lang="en-US" sz="1200"/>
          </a:p>
        </p:txBody>
      </p:sp>
      <p:sp>
        <p:nvSpPr>
          <p:cNvPr id="42" name="Shape 18">
            <a:extLst>
              <a:ext uri="{FF2B5EF4-FFF2-40B4-BE49-F238E27FC236}">
                <a16:creationId xmlns:a16="http://schemas.microsoft.com/office/drawing/2014/main" id="{B568D1A1-9547-0BA8-83C1-7D9C29FE8405}"/>
              </a:ext>
            </a:extLst>
          </p:cNvPr>
          <p:cNvSpPr/>
          <p:nvPr/>
        </p:nvSpPr>
        <p:spPr>
          <a:xfrm>
            <a:off x="402617" y="2618054"/>
            <a:ext cx="4169664" cy="310896"/>
          </a:xfrm>
          <a:prstGeom prst="rect">
            <a:avLst/>
          </a:prstGeom>
          <a:solidFill>
            <a:srgbClr val="F7F3EC"/>
          </a:solidFill>
          <a:ln w="12700">
            <a:solidFill>
              <a:srgbClr val="C8860D"/>
            </a:solidFill>
            <a:prstDash val="dash"/>
          </a:ln>
        </p:spPr>
        <p:txBody>
          <a:bodyPr/>
          <a:lstStyle/>
          <a:p>
            <a:endParaRPr lang="en-FI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61A7A9D2-3D59-4596-8E6D-F2302FEE7C44}"/>
              </a:ext>
            </a:extLst>
          </p:cNvPr>
          <p:cNvSpPr/>
          <p:nvPr/>
        </p:nvSpPr>
        <p:spPr>
          <a:xfrm>
            <a:off x="512345" y="2654630"/>
            <a:ext cx="40050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Feedback Loop:  Pelemahan rupiah menaikkan nilai ULN dalam rupiah, yang kembali memperburuk persepsi risiko.</a:t>
            </a:r>
            <a:endParaRPr lang="en-US" sz="750" b="1">
              <a:solidFill>
                <a:schemeClr val="bg2"/>
              </a:solidFill>
            </a:endParaRPr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59C3E1E6-5160-8119-BA31-75354AD926D5}"/>
              </a:ext>
            </a:extLst>
          </p:cNvPr>
          <p:cNvSpPr/>
          <p:nvPr/>
        </p:nvSpPr>
        <p:spPr>
          <a:xfrm>
            <a:off x="5495825" y="2618054"/>
            <a:ext cx="219456" cy="310896"/>
          </a:xfrm>
          <a:prstGeom prst="downArrow">
            <a:avLst/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76148994-E506-BF07-3032-99D148075334}"/>
              </a:ext>
            </a:extLst>
          </p:cNvPr>
          <p:cNvSpPr/>
          <p:nvPr/>
        </p:nvSpPr>
        <p:spPr>
          <a:xfrm>
            <a:off x="4645433" y="3002102"/>
            <a:ext cx="1920240" cy="1005840"/>
          </a:xfrm>
          <a:prstGeom prst="roundRect">
            <a:avLst>
              <a:gd name="adj" fmla="val 4545"/>
            </a:avLst>
          </a:prstGeom>
          <a:solidFill>
            <a:srgbClr val="F2EBDD"/>
          </a:solidFill>
          <a:ln w="12700">
            <a:solidFill>
              <a:srgbClr val="6B4423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50" name="Shape 22">
            <a:extLst>
              <a:ext uri="{FF2B5EF4-FFF2-40B4-BE49-F238E27FC236}">
                <a16:creationId xmlns:a16="http://schemas.microsoft.com/office/drawing/2014/main" id="{03D39745-0A37-5524-4B4C-5680128BF28B}"/>
              </a:ext>
            </a:extLst>
          </p:cNvPr>
          <p:cNvSpPr/>
          <p:nvPr/>
        </p:nvSpPr>
        <p:spPr>
          <a:xfrm>
            <a:off x="4645433" y="3002102"/>
            <a:ext cx="1920240" cy="128016"/>
          </a:xfrm>
          <a:prstGeom prst="rect">
            <a:avLst/>
          </a:prstGeom>
          <a:solidFill>
            <a:srgbClr val="6B4423"/>
          </a:solidFill>
          <a:ln w="12700">
            <a:solidFill>
              <a:srgbClr val="6B4423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4787606E-0F29-4D60-81F3-5E9C29291E63}"/>
              </a:ext>
            </a:extLst>
          </p:cNvPr>
          <p:cNvSpPr/>
          <p:nvPr/>
        </p:nvSpPr>
        <p:spPr>
          <a:xfrm>
            <a:off x="4773449" y="3166694"/>
            <a:ext cx="365760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AE617388-E63A-C572-3691-25E1178441BF}"/>
              </a:ext>
            </a:extLst>
          </p:cNvPr>
          <p:cNvSpPr/>
          <p:nvPr/>
        </p:nvSpPr>
        <p:spPr>
          <a:xfrm>
            <a:off x="4773449" y="3349574"/>
            <a:ext cx="1719072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Rupiah melemah, beban ULN valas membesar</a:t>
            </a:r>
            <a:endParaRPr lang="en-US" sz="120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9ACCA600-0166-DB11-57BA-9D3B049F5666}"/>
              </a:ext>
            </a:extLst>
          </p:cNvPr>
          <p:cNvSpPr/>
          <p:nvPr/>
        </p:nvSpPr>
        <p:spPr>
          <a:xfrm>
            <a:off x="4471697" y="3340430"/>
            <a:ext cx="146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C88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/>
          </a:p>
        </p:txBody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84D3A08C-3A46-F5E7-A042-87B07172FFCB}"/>
              </a:ext>
            </a:extLst>
          </p:cNvPr>
          <p:cNvSpPr/>
          <p:nvPr/>
        </p:nvSpPr>
        <p:spPr>
          <a:xfrm>
            <a:off x="402617" y="3002102"/>
            <a:ext cx="4041648" cy="1005840"/>
          </a:xfrm>
          <a:prstGeom prst="roundRect">
            <a:avLst>
              <a:gd name="adj" fmla="val 4545"/>
            </a:avLst>
          </a:prstGeom>
          <a:solidFill>
            <a:srgbClr val="3D2B1F"/>
          </a:solidFill>
          <a:ln w="12700">
            <a:solidFill>
              <a:srgbClr val="3D2B1F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0" name="Shape 27">
            <a:extLst>
              <a:ext uri="{FF2B5EF4-FFF2-40B4-BE49-F238E27FC236}">
                <a16:creationId xmlns:a16="http://schemas.microsoft.com/office/drawing/2014/main" id="{EEA292F4-E78C-513A-5AD8-D92706B7F108}"/>
              </a:ext>
            </a:extLst>
          </p:cNvPr>
          <p:cNvSpPr/>
          <p:nvPr/>
        </p:nvSpPr>
        <p:spPr>
          <a:xfrm>
            <a:off x="402617" y="3002102"/>
            <a:ext cx="91440" cy="1005840"/>
          </a:xfrm>
          <a:prstGeom prst="rect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2" name="Text 28">
            <a:extLst>
              <a:ext uri="{FF2B5EF4-FFF2-40B4-BE49-F238E27FC236}">
                <a16:creationId xmlns:a16="http://schemas.microsoft.com/office/drawing/2014/main" id="{D127C9EF-003A-EF45-7395-98822E2A68B7}"/>
              </a:ext>
            </a:extLst>
          </p:cNvPr>
          <p:cNvSpPr/>
          <p:nvPr/>
        </p:nvSpPr>
        <p:spPr>
          <a:xfrm>
            <a:off x="603785" y="3130118"/>
            <a:ext cx="3767328" cy="18288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00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450FC3CE-D5E6-C123-6204-031ED259B863}"/>
              </a:ext>
            </a:extLst>
          </p:cNvPr>
          <p:cNvSpPr/>
          <p:nvPr/>
        </p:nvSpPr>
        <p:spPr>
          <a:xfrm>
            <a:off x="603785" y="3294710"/>
            <a:ext cx="376732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CDS dan imbal hasil naik, biaya utang ikut naik</a:t>
            </a:r>
            <a:endParaRPr lang="en-US" sz="1150"/>
          </a:p>
        </p:txBody>
      </p:sp>
      <p:sp>
        <p:nvSpPr>
          <p:cNvPr id="66" name="Shape 30">
            <a:extLst>
              <a:ext uri="{FF2B5EF4-FFF2-40B4-BE49-F238E27FC236}">
                <a16:creationId xmlns:a16="http://schemas.microsoft.com/office/drawing/2014/main" id="{96A3AA0B-B1C7-43C8-3FE3-893298A973E1}"/>
              </a:ext>
            </a:extLst>
          </p:cNvPr>
          <p:cNvSpPr/>
          <p:nvPr/>
        </p:nvSpPr>
        <p:spPr>
          <a:xfrm>
            <a:off x="404366" y="4113804"/>
            <a:ext cx="2115312" cy="54864"/>
          </a:xfrm>
          <a:prstGeom prst="rect">
            <a:avLst/>
          </a:prstGeom>
          <a:solidFill>
            <a:srgbClr val="C8860D"/>
          </a:solidFill>
          <a:ln w="12700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0B76DF53-43AD-33E7-417F-15AAD92B817A}"/>
              </a:ext>
            </a:extLst>
          </p:cNvPr>
          <p:cNvSpPr/>
          <p:nvPr/>
        </p:nvSpPr>
        <p:spPr>
          <a:xfrm>
            <a:off x="2629406" y="4113804"/>
            <a:ext cx="211531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70" name="Shape 32">
            <a:extLst>
              <a:ext uri="{FF2B5EF4-FFF2-40B4-BE49-F238E27FC236}">
                <a16:creationId xmlns:a16="http://schemas.microsoft.com/office/drawing/2014/main" id="{382B7EBF-DB0E-587B-0A59-B83DB00799C3}"/>
              </a:ext>
            </a:extLst>
          </p:cNvPr>
          <p:cNvSpPr/>
          <p:nvPr/>
        </p:nvSpPr>
        <p:spPr>
          <a:xfrm>
            <a:off x="4854446" y="4113804"/>
            <a:ext cx="2115312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FI"/>
          </a:p>
        </p:txBody>
      </p:sp>
      <p:sp>
        <p:nvSpPr>
          <p:cNvPr id="72" name="Text 33">
            <a:extLst>
              <a:ext uri="{FF2B5EF4-FFF2-40B4-BE49-F238E27FC236}">
                <a16:creationId xmlns:a16="http://schemas.microsoft.com/office/drawing/2014/main" id="{57631FBF-A32C-51EE-DBB1-573E7E77126B}"/>
              </a:ext>
            </a:extLst>
          </p:cNvPr>
          <p:cNvSpPr/>
          <p:nvPr/>
        </p:nvSpPr>
        <p:spPr>
          <a:xfrm>
            <a:off x="402617" y="4077228"/>
            <a:ext cx="2115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30,7%</a:t>
            </a:r>
            <a:endParaRPr lang="en-US" sz="3000"/>
          </a:p>
        </p:txBody>
      </p:sp>
      <p:sp>
        <p:nvSpPr>
          <p:cNvPr id="74" name="Text 34">
            <a:extLst>
              <a:ext uri="{FF2B5EF4-FFF2-40B4-BE49-F238E27FC236}">
                <a16:creationId xmlns:a16="http://schemas.microsoft.com/office/drawing/2014/main" id="{12F06F11-040E-956B-544A-CDFEAF8E8786}"/>
              </a:ext>
            </a:extLst>
          </p:cNvPr>
          <p:cNvSpPr/>
          <p:nvPr/>
        </p:nvSpPr>
        <p:spPr>
          <a:xfrm>
            <a:off x="402617" y="4662444"/>
            <a:ext cx="2115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ULN/PDB</a:t>
            </a:r>
            <a:endParaRPr lang="en-US" sz="950"/>
          </a:p>
        </p:txBody>
      </p:sp>
      <p:sp>
        <p:nvSpPr>
          <p:cNvPr id="76" name="Text 35">
            <a:extLst>
              <a:ext uri="{FF2B5EF4-FFF2-40B4-BE49-F238E27FC236}">
                <a16:creationId xmlns:a16="http://schemas.microsoft.com/office/drawing/2014/main" id="{BBF86966-ECCF-2026-FAD4-EE0CFCFFB502}"/>
              </a:ext>
            </a:extLst>
          </p:cNvPr>
          <p:cNvSpPr/>
          <p:nvPr/>
        </p:nvSpPr>
        <p:spPr>
          <a:xfrm>
            <a:off x="402617" y="4900188"/>
            <a:ext cx="2115312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chemeClr val="bg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2026 – level masih moderat</a:t>
            </a:r>
            <a:endParaRPr lang="en-US" sz="1000" b="1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8" name="Text 36">
            <a:extLst>
              <a:ext uri="{FF2B5EF4-FFF2-40B4-BE49-F238E27FC236}">
                <a16:creationId xmlns:a16="http://schemas.microsoft.com/office/drawing/2014/main" id="{574F8518-0B8E-2F7A-0779-02F737719A7C}"/>
              </a:ext>
            </a:extLst>
          </p:cNvPr>
          <p:cNvSpPr/>
          <p:nvPr/>
        </p:nvSpPr>
        <p:spPr>
          <a:xfrm>
            <a:off x="2627657" y="4077228"/>
            <a:ext cx="2115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 bps</a:t>
            </a:r>
            <a:endParaRPr lang="en-US" sz="3000"/>
          </a:p>
        </p:txBody>
      </p:sp>
      <p:sp>
        <p:nvSpPr>
          <p:cNvPr id="80" name="Text 37">
            <a:extLst>
              <a:ext uri="{FF2B5EF4-FFF2-40B4-BE49-F238E27FC236}">
                <a16:creationId xmlns:a16="http://schemas.microsoft.com/office/drawing/2014/main" id="{7866BED5-2682-E42C-52EB-51C787ADA639}"/>
              </a:ext>
            </a:extLst>
          </p:cNvPr>
          <p:cNvSpPr/>
          <p:nvPr/>
        </p:nvSpPr>
        <p:spPr>
          <a:xfrm>
            <a:off x="2627657" y="4662444"/>
            <a:ext cx="2115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5Y</a:t>
            </a:r>
            <a:endParaRPr lang="en-US" sz="950"/>
          </a:p>
        </p:txBody>
      </p:sp>
      <p:sp>
        <p:nvSpPr>
          <p:cNvPr id="82" name="Text 38">
            <a:extLst>
              <a:ext uri="{FF2B5EF4-FFF2-40B4-BE49-F238E27FC236}">
                <a16:creationId xmlns:a16="http://schemas.microsoft.com/office/drawing/2014/main" id="{CD952775-023B-FE4A-AB1A-BB9FB3F910CE}"/>
              </a:ext>
            </a:extLst>
          </p:cNvPr>
          <p:cNvSpPr/>
          <p:nvPr/>
        </p:nvSpPr>
        <p:spPr>
          <a:xfrm>
            <a:off x="2627657" y="4900188"/>
            <a:ext cx="2115312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chemeClr val="bg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Maret</a:t>
            </a:r>
            <a:r>
              <a:rPr lang="en-US" sz="100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>
                <a:solidFill>
                  <a:schemeClr val="bg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setelah dua revisi outlook rating</a:t>
            </a:r>
          </a:p>
        </p:txBody>
      </p:sp>
      <p:sp>
        <p:nvSpPr>
          <p:cNvPr id="84" name="Text 39">
            <a:extLst>
              <a:ext uri="{FF2B5EF4-FFF2-40B4-BE49-F238E27FC236}">
                <a16:creationId xmlns:a16="http://schemas.microsoft.com/office/drawing/2014/main" id="{46100599-058B-23EB-6DD1-CDAF59D2AA56}"/>
              </a:ext>
            </a:extLst>
          </p:cNvPr>
          <p:cNvSpPr/>
          <p:nvPr/>
        </p:nvSpPr>
        <p:spPr>
          <a:xfrm>
            <a:off x="4852697" y="4077228"/>
            <a:ext cx="2115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+7,1%</a:t>
            </a:r>
            <a:endParaRPr lang="en-US" sz="3000"/>
          </a:p>
        </p:txBody>
      </p:sp>
      <p:sp>
        <p:nvSpPr>
          <p:cNvPr id="86" name="Text 40">
            <a:extLst>
              <a:ext uri="{FF2B5EF4-FFF2-40B4-BE49-F238E27FC236}">
                <a16:creationId xmlns:a16="http://schemas.microsoft.com/office/drawing/2014/main" id="{6DE887C9-9F93-457B-D00E-1A636D4EFC56}"/>
              </a:ext>
            </a:extLst>
          </p:cNvPr>
          <p:cNvSpPr/>
          <p:nvPr/>
        </p:nvSpPr>
        <p:spPr>
          <a:xfrm>
            <a:off x="4852697" y="4662444"/>
            <a:ext cx="2115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USD/IDR</a:t>
            </a:r>
            <a:endParaRPr lang="en-US" sz="950"/>
          </a:p>
        </p:txBody>
      </p:sp>
      <p:sp>
        <p:nvSpPr>
          <p:cNvPr id="88" name="Text 41">
            <a:extLst>
              <a:ext uri="{FF2B5EF4-FFF2-40B4-BE49-F238E27FC236}">
                <a16:creationId xmlns:a16="http://schemas.microsoft.com/office/drawing/2014/main" id="{39281EFC-0F76-0BF2-AB6C-CC868DB8ABB4}"/>
              </a:ext>
            </a:extLst>
          </p:cNvPr>
          <p:cNvSpPr/>
          <p:nvPr/>
        </p:nvSpPr>
        <p:spPr>
          <a:xfrm>
            <a:off x="4852697" y="4900188"/>
            <a:ext cx="2115312" cy="32918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chemeClr val="bg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Akhir 2025 → 6 Okt 2026 (16.715 → 17.901)</a:t>
            </a:r>
          </a:p>
        </p:txBody>
      </p:sp>
      <p:sp>
        <p:nvSpPr>
          <p:cNvPr id="90" name="Text 42">
            <a:extLst>
              <a:ext uri="{FF2B5EF4-FFF2-40B4-BE49-F238E27FC236}">
                <a16:creationId xmlns:a16="http://schemas.microsoft.com/office/drawing/2014/main" id="{64E90F67-EE28-E9BB-0D41-A3B072284B7B}"/>
              </a:ext>
            </a:extLst>
          </p:cNvPr>
          <p:cNvSpPr/>
          <p:nvPr/>
        </p:nvSpPr>
        <p:spPr>
          <a:xfrm>
            <a:off x="443879" y="5348244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90">
                <a:solidFill>
                  <a:srgbClr val="6B44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KEBIJAKAN, DIKOORDINASIKAN MELALUI KSSK</a:t>
            </a:r>
            <a:endParaRPr lang="en-US" sz="1200"/>
          </a:p>
        </p:txBody>
      </p:sp>
      <p:sp>
        <p:nvSpPr>
          <p:cNvPr id="92" name="Shape 43">
            <a:extLst>
              <a:ext uri="{FF2B5EF4-FFF2-40B4-BE49-F238E27FC236}">
                <a16:creationId xmlns:a16="http://schemas.microsoft.com/office/drawing/2014/main" id="{525EE69B-462F-790E-B84B-C5B2C6C4AC92}"/>
              </a:ext>
            </a:extLst>
          </p:cNvPr>
          <p:cNvSpPr/>
          <p:nvPr/>
        </p:nvSpPr>
        <p:spPr>
          <a:xfrm>
            <a:off x="443879" y="5585988"/>
            <a:ext cx="11185855" cy="0"/>
          </a:xfrm>
          <a:prstGeom prst="line">
            <a:avLst/>
          </a:prstGeom>
          <a:noFill/>
          <a:ln w="15875">
            <a:solidFill>
              <a:srgbClr val="C8860D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4" name="Shape 44">
            <a:extLst>
              <a:ext uri="{FF2B5EF4-FFF2-40B4-BE49-F238E27FC236}">
                <a16:creationId xmlns:a16="http://schemas.microsoft.com/office/drawing/2014/main" id="{DD9CA5C6-FF18-D037-73DE-80C21452C2AE}"/>
              </a:ext>
            </a:extLst>
          </p:cNvPr>
          <p:cNvSpPr/>
          <p:nvPr/>
        </p:nvSpPr>
        <p:spPr>
          <a:xfrm>
            <a:off x="443879" y="5640852"/>
            <a:ext cx="2673020" cy="859536"/>
          </a:xfrm>
          <a:prstGeom prst="roundRect">
            <a:avLst>
              <a:gd name="adj" fmla="val 4255"/>
            </a:avLst>
          </a:prstGeom>
          <a:solidFill>
            <a:srgbClr val="FAF8F3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6" name="Shape 45">
            <a:extLst>
              <a:ext uri="{FF2B5EF4-FFF2-40B4-BE49-F238E27FC236}">
                <a16:creationId xmlns:a16="http://schemas.microsoft.com/office/drawing/2014/main" id="{4C9C63A8-9E34-4DFA-2499-C285ADE7BD88}"/>
              </a:ext>
            </a:extLst>
          </p:cNvPr>
          <p:cNvSpPr/>
          <p:nvPr/>
        </p:nvSpPr>
        <p:spPr>
          <a:xfrm>
            <a:off x="443879" y="5640852"/>
            <a:ext cx="2673020" cy="237744"/>
          </a:xfrm>
          <a:prstGeom prst="roundRect">
            <a:avLst>
              <a:gd name="adj" fmla="val 15385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98" name="Shape 46">
            <a:extLst>
              <a:ext uri="{FF2B5EF4-FFF2-40B4-BE49-F238E27FC236}">
                <a16:creationId xmlns:a16="http://schemas.microsoft.com/office/drawing/2014/main" id="{F4A61F7A-0654-F852-22FF-F0352A6A2C88}"/>
              </a:ext>
            </a:extLst>
          </p:cNvPr>
          <p:cNvSpPr/>
          <p:nvPr/>
        </p:nvSpPr>
        <p:spPr>
          <a:xfrm>
            <a:off x="443879" y="5834705"/>
            <a:ext cx="2673020" cy="43891"/>
          </a:xfrm>
          <a:prstGeom prst="rect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0" name="Text 47">
            <a:extLst>
              <a:ext uri="{FF2B5EF4-FFF2-40B4-BE49-F238E27FC236}">
                <a16:creationId xmlns:a16="http://schemas.microsoft.com/office/drawing/2014/main" id="{118616C2-97C1-D580-9952-C07DBDE70DCA}"/>
              </a:ext>
            </a:extLst>
          </p:cNvPr>
          <p:cNvSpPr/>
          <p:nvPr/>
        </p:nvSpPr>
        <p:spPr>
          <a:xfrm>
            <a:off x="553607" y="56408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/>
          </a:p>
        </p:txBody>
      </p:sp>
      <p:sp>
        <p:nvSpPr>
          <p:cNvPr id="102" name="Text 48">
            <a:extLst>
              <a:ext uri="{FF2B5EF4-FFF2-40B4-BE49-F238E27FC236}">
                <a16:creationId xmlns:a16="http://schemas.microsoft.com/office/drawing/2014/main" id="{D87FF1CB-D7DD-3CC2-42DE-ECA5DAB03397}"/>
              </a:ext>
            </a:extLst>
          </p:cNvPr>
          <p:cNvSpPr/>
          <p:nvPr/>
        </p:nvSpPr>
        <p:spPr>
          <a:xfrm>
            <a:off x="827927" y="5640852"/>
            <a:ext cx="2179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INDONESIA</a:t>
            </a:r>
            <a:endParaRPr lang="en-US" sz="900"/>
          </a:p>
        </p:txBody>
      </p:sp>
      <p:sp>
        <p:nvSpPr>
          <p:cNvPr id="104" name="Shape 49">
            <a:extLst>
              <a:ext uri="{FF2B5EF4-FFF2-40B4-BE49-F238E27FC236}">
                <a16:creationId xmlns:a16="http://schemas.microsoft.com/office/drawing/2014/main" id="{9781F811-423E-36DC-F84E-5188B65FCE2D}"/>
              </a:ext>
            </a:extLst>
          </p:cNvPr>
          <p:cNvSpPr/>
          <p:nvPr/>
        </p:nvSpPr>
        <p:spPr>
          <a:xfrm>
            <a:off x="571895" y="5940775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06" name="Text 50">
            <a:extLst>
              <a:ext uri="{FF2B5EF4-FFF2-40B4-BE49-F238E27FC236}">
                <a16:creationId xmlns:a16="http://schemas.microsoft.com/office/drawing/2014/main" id="{9D076943-4D3A-7676-7BD6-DBE26B223A23}"/>
              </a:ext>
            </a:extLst>
          </p:cNvPr>
          <p:cNvSpPr/>
          <p:nvPr/>
        </p:nvSpPr>
        <p:spPr>
          <a:xfrm>
            <a:off x="681623" y="5896884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BI-Rate 5,75%</a:t>
            </a:r>
            <a:endParaRPr lang="en-US" sz="840"/>
          </a:p>
        </p:txBody>
      </p:sp>
      <p:sp>
        <p:nvSpPr>
          <p:cNvPr id="108" name="Shape 51">
            <a:extLst>
              <a:ext uri="{FF2B5EF4-FFF2-40B4-BE49-F238E27FC236}">
                <a16:creationId xmlns:a16="http://schemas.microsoft.com/office/drawing/2014/main" id="{A729EF21-E851-9AD8-E60F-14DA04A8825D}"/>
              </a:ext>
            </a:extLst>
          </p:cNvPr>
          <p:cNvSpPr/>
          <p:nvPr/>
        </p:nvSpPr>
        <p:spPr>
          <a:xfrm>
            <a:off x="571895" y="6091651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0" name="Text 52">
            <a:extLst>
              <a:ext uri="{FF2B5EF4-FFF2-40B4-BE49-F238E27FC236}">
                <a16:creationId xmlns:a16="http://schemas.microsoft.com/office/drawing/2014/main" id="{0B330E1B-5E7D-2124-FA9F-CB282F646E1C}"/>
              </a:ext>
            </a:extLst>
          </p:cNvPr>
          <p:cNvSpPr/>
          <p:nvPr/>
        </p:nvSpPr>
        <p:spPr>
          <a:xfrm>
            <a:off x="681623" y="6047760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SRBI diperluas</a:t>
            </a:r>
            <a:endParaRPr lang="en-US" sz="840"/>
          </a:p>
        </p:txBody>
      </p:sp>
      <p:sp>
        <p:nvSpPr>
          <p:cNvPr id="112" name="Shape 53">
            <a:extLst>
              <a:ext uri="{FF2B5EF4-FFF2-40B4-BE49-F238E27FC236}">
                <a16:creationId xmlns:a16="http://schemas.microsoft.com/office/drawing/2014/main" id="{170D43F9-A8AC-D4AE-2309-F9F4A0BE40F2}"/>
              </a:ext>
            </a:extLst>
          </p:cNvPr>
          <p:cNvSpPr/>
          <p:nvPr/>
        </p:nvSpPr>
        <p:spPr>
          <a:xfrm>
            <a:off x="571895" y="6242527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4" name="Text 54">
            <a:extLst>
              <a:ext uri="{FF2B5EF4-FFF2-40B4-BE49-F238E27FC236}">
                <a16:creationId xmlns:a16="http://schemas.microsoft.com/office/drawing/2014/main" id="{4986CB33-02BE-135E-786D-D4A9AC3FC3A0}"/>
              </a:ext>
            </a:extLst>
          </p:cNvPr>
          <p:cNvSpPr/>
          <p:nvPr/>
        </p:nvSpPr>
        <p:spPr>
          <a:xfrm>
            <a:off x="681623" y="6198636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intervensi</a:t>
            </a:r>
            <a:endParaRPr lang="en-US" sz="840"/>
          </a:p>
        </p:txBody>
      </p:sp>
      <p:sp>
        <p:nvSpPr>
          <p:cNvPr id="116" name="Shape 55">
            <a:extLst>
              <a:ext uri="{FF2B5EF4-FFF2-40B4-BE49-F238E27FC236}">
                <a16:creationId xmlns:a16="http://schemas.microsoft.com/office/drawing/2014/main" id="{DD838265-7696-DDF5-43BE-64DCF792FACD}"/>
              </a:ext>
            </a:extLst>
          </p:cNvPr>
          <p:cNvSpPr/>
          <p:nvPr/>
        </p:nvSpPr>
        <p:spPr>
          <a:xfrm>
            <a:off x="571895" y="6393403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18" name="Text 56">
            <a:extLst>
              <a:ext uri="{FF2B5EF4-FFF2-40B4-BE49-F238E27FC236}">
                <a16:creationId xmlns:a16="http://schemas.microsoft.com/office/drawing/2014/main" id="{D18ACC8D-4583-8248-45F8-F6975DD8C5DD}"/>
              </a:ext>
            </a:extLst>
          </p:cNvPr>
          <p:cNvSpPr/>
          <p:nvPr/>
        </p:nvSpPr>
        <p:spPr>
          <a:xfrm>
            <a:off x="681623" y="6349512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 3 bulan</a:t>
            </a:r>
            <a:endParaRPr lang="en-US" sz="840"/>
          </a:p>
        </p:txBody>
      </p:sp>
      <p:sp>
        <p:nvSpPr>
          <p:cNvPr id="120" name="Shape 57">
            <a:extLst>
              <a:ext uri="{FF2B5EF4-FFF2-40B4-BE49-F238E27FC236}">
                <a16:creationId xmlns:a16="http://schemas.microsoft.com/office/drawing/2014/main" id="{1DCF86CF-6734-39C8-AABE-050BD792F8CD}"/>
              </a:ext>
            </a:extLst>
          </p:cNvPr>
          <p:cNvSpPr/>
          <p:nvPr/>
        </p:nvSpPr>
        <p:spPr>
          <a:xfrm>
            <a:off x="3281491" y="5640852"/>
            <a:ext cx="2673020" cy="859536"/>
          </a:xfrm>
          <a:prstGeom prst="roundRect">
            <a:avLst>
              <a:gd name="adj" fmla="val 4255"/>
            </a:avLst>
          </a:prstGeom>
          <a:solidFill>
            <a:srgbClr val="FAF8F3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2" name="Shape 58">
            <a:extLst>
              <a:ext uri="{FF2B5EF4-FFF2-40B4-BE49-F238E27FC236}">
                <a16:creationId xmlns:a16="http://schemas.microsoft.com/office/drawing/2014/main" id="{82A8736A-CC10-22D5-08BE-2958AC364127}"/>
              </a:ext>
            </a:extLst>
          </p:cNvPr>
          <p:cNvSpPr/>
          <p:nvPr/>
        </p:nvSpPr>
        <p:spPr>
          <a:xfrm>
            <a:off x="3281491" y="5640852"/>
            <a:ext cx="2673020" cy="237744"/>
          </a:xfrm>
          <a:prstGeom prst="roundRect">
            <a:avLst>
              <a:gd name="adj" fmla="val 15385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4" name="Shape 59">
            <a:extLst>
              <a:ext uri="{FF2B5EF4-FFF2-40B4-BE49-F238E27FC236}">
                <a16:creationId xmlns:a16="http://schemas.microsoft.com/office/drawing/2014/main" id="{C894FF06-4B64-3AE8-C8F3-FBCF64877B74}"/>
              </a:ext>
            </a:extLst>
          </p:cNvPr>
          <p:cNvSpPr/>
          <p:nvPr/>
        </p:nvSpPr>
        <p:spPr>
          <a:xfrm>
            <a:off x="3281491" y="5834705"/>
            <a:ext cx="2673020" cy="43891"/>
          </a:xfrm>
          <a:prstGeom prst="rect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26" name="Text 60">
            <a:extLst>
              <a:ext uri="{FF2B5EF4-FFF2-40B4-BE49-F238E27FC236}">
                <a16:creationId xmlns:a16="http://schemas.microsoft.com/office/drawing/2014/main" id="{9AA1AA74-C401-8E21-0CD1-1A25C6603C22}"/>
              </a:ext>
            </a:extLst>
          </p:cNvPr>
          <p:cNvSpPr/>
          <p:nvPr/>
        </p:nvSpPr>
        <p:spPr>
          <a:xfrm>
            <a:off x="3391219" y="56408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/>
          </a:p>
        </p:txBody>
      </p:sp>
      <p:sp>
        <p:nvSpPr>
          <p:cNvPr id="128" name="Text 61">
            <a:extLst>
              <a:ext uri="{FF2B5EF4-FFF2-40B4-BE49-F238E27FC236}">
                <a16:creationId xmlns:a16="http://schemas.microsoft.com/office/drawing/2014/main" id="{1BD086BB-FCBF-6622-BB55-5C8C6284E53F}"/>
              </a:ext>
            </a:extLst>
          </p:cNvPr>
          <p:cNvSpPr/>
          <p:nvPr/>
        </p:nvSpPr>
        <p:spPr>
          <a:xfrm>
            <a:off x="3665539" y="5640852"/>
            <a:ext cx="2179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KEMENTERIAN KEUANGAN</a:t>
            </a:r>
            <a:endParaRPr lang="en-US" sz="900"/>
          </a:p>
        </p:txBody>
      </p:sp>
      <p:sp>
        <p:nvSpPr>
          <p:cNvPr id="130" name="Shape 62">
            <a:extLst>
              <a:ext uri="{FF2B5EF4-FFF2-40B4-BE49-F238E27FC236}">
                <a16:creationId xmlns:a16="http://schemas.microsoft.com/office/drawing/2014/main" id="{BB8F7020-5B5B-7980-C18C-10B6D819B2D8}"/>
              </a:ext>
            </a:extLst>
          </p:cNvPr>
          <p:cNvSpPr/>
          <p:nvPr/>
        </p:nvSpPr>
        <p:spPr>
          <a:xfrm>
            <a:off x="3409507" y="5940775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2" name="Text 63">
            <a:extLst>
              <a:ext uri="{FF2B5EF4-FFF2-40B4-BE49-F238E27FC236}">
                <a16:creationId xmlns:a16="http://schemas.microsoft.com/office/drawing/2014/main" id="{43BC27AA-01F3-5303-9BCA-4A6810E0DCBC}"/>
              </a:ext>
            </a:extLst>
          </p:cNvPr>
          <p:cNvSpPr/>
          <p:nvPr/>
        </p:nvSpPr>
        <p:spPr>
          <a:xfrm>
            <a:off x="3519235" y="5896884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Defisit di bawah 3% PDB</a:t>
            </a:r>
            <a:endParaRPr lang="en-US" sz="840"/>
          </a:p>
        </p:txBody>
      </p:sp>
      <p:sp>
        <p:nvSpPr>
          <p:cNvPr id="134" name="Shape 64">
            <a:extLst>
              <a:ext uri="{FF2B5EF4-FFF2-40B4-BE49-F238E27FC236}">
                <a16:creationId xmlns:a16="http://schemas.microsoft.com/office/drawing/2014/main" id="{C4408A58-8DD3-E156-3D30-E9FC1B97D42F}"/>
              </a:ext>
            </a:extLst>
          </p:cNvPr>
          <p:cNvSpPr/>
          <p:nvPr/>
        </p:nvSpPr>
        <p:spPr>
          <a:xfrm>
            <a:off x="3409507" y="6091651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36" name="Text 65">
            <a:extLst>
              <a:ext uri="{FF2B5EF4-FFF2-40B4-BE49-F238E27FC236}">
                <a16:creationId xmlns:a16="http://schemas.microsoft.com/office/drawing/2014/main" id="{8F76CFA2-4374-CAFB-BE6C-4CB1D8B45A8D}"/>
              </a:ext>
            </a:extLst>
          </p:cNvPr>
          <p:cNvSpPr/>
          <p:nvPr/>
        </p:nvSpPr>
        <p:spPr>
          <a:xfrm>
            <a:off x="3519235" y="6047760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Diversifikasi SBN</a:t>
            </a:r>
            <a:endParaRPr lang="en-US" sz="840"/>
          </a:p>
        </p:txBody>
      </p:sp>
      <p:sp>
        <p:nvSpPr>
          <p:cNvPr id="138" name="Shape 66">
            <a:extLst>
              <a:ext uri="{FF2B5EF4-FFF2-40B4-BE49-F238E27FC236}">
                <a16:creationId xmlns:a16="http://schemas.microsoft.com/office/drawing/2014/main" id="{E07C581E-CC65-BB7C-68B1-0AA1730232C0}"/>
              </a:ext>
            </a:extLst>
          </p:cNvPr>
          <p:cNvSpPr/>
          <p:nvPr/>
        </p:nvSpPr>
        <p:spPr>
          <a:xfrm>
            <a:off x="3409507" y="6242527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0" name="Text 67">
            <a:extLst>
              <a:ext uri="{FF2B5EF4-FFF2-40B4-BE49-F238E27FC236}">
                <a16:creationId xmlns:a16="http://schemas.microsoft.com/office/drawing/2014/main" id="{374967BC-4EC4-A781-37CD-E456A912FF49}"/>
              </a:ext>
            </a:extLst>
          </p:cNvPr>
          <p:cNvSpPr/>
          <p:nvPr/>
        </p:nvSpPr>
        <p:spPr>
          <a:xfrm>
            <a:off x="3519235" y="6198636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Buyback dan switch</a:t>
            </a:r>
            <a:endParaRPr lang="en-US" sz="840"/>
          </a:p>
        </p:txBody>
      </p:sp>
      <p:sp>
        <p:nvSpPr>
          <p:cNvPr id="142" name="Shape 68">
            <a:extLst>
              <a:ext uri="{FF2B5EF4-FFF2-40B4-BE49-F238E27FC236}">
                <a16:creationId xmlns:a16="http://schemas.microsoft.com/office/drawing/2014/main" id="{BA6D5E84-EAFA-6587-A279-07657F5AC851}"/>
              </a:ext>
            </a:extLst>
          </p:cNvPr>
          <p:cNvSpPr/>
          <p:nvPr/>
        </p:nvSpPr>
        <p:spPr>
          <a:xfrm>
            <a:off x="3409507" y="6393403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4" name="Text 69">
            <a:extLst>
              <a:ext uri="{FF2B5EF4-FFF2-40B4-BE49-F238E27FC236}">
                <a16:creationId xmlns:a16="http://schemas.microsoft.com/office/drawing/2014/main" id="{D79FE124-676D-1293-826C-4413974EC11E}"/>
              </a:ext>
            </a:extLst>
          </p:cNvPr>
          <p:cNvSpPr/>
          <p:nvPr/>
        </p:nvSpPr>
        <p:spPr>
          <a:xfrm>
            <a:off x="3519235" y="6349512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 fiskal-moneter</a:t>
            </a:r>
            <a:endParaRPr lang="en-US" sz="840"/>
          </a:p>
        </p:txBody>
      </p:sp>
      <p:sp>
        <p:nvSpPr>
          <p:cNvPr id="146" name="Shape 70">
            <a:extLst>
              <a:ext uri="{FF2B5EF4-FFF2-40B4-BE49-F238E27FC236}">
                <a16:creationId xmlns:a16="http://schemas.microsoft.com/office/drawing/2014/main" id="{89C58B8A-7DFD-05F0-EA68-8C8671C88493}"/>
              </a:ext>
            </a:extLst>
          </p:cNvPr>
          <p:cNvSpPr/>
          <p:nvPr/>
        </p:nvSpPr>
        <p:spPr>
          <a:xfrm>
            <a:off x="6119103" y="5640852"/>
            <a:ext cx="2673020" cy="859536"/>
          </a:xfrm>
          <a:prstGeom prst="roundRect">
            <a:avLst>
              <a:gd name="adj" fmla="val 4255"/>
            </a:avLst>
          </a:prstGeom>
          <a:solidFill>
            <a:srgbClr val="FAF8F3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8" name="Shape 71">
            <a:extLst>
              <a:ext uri="{FF2B5EF4-FFF2-40B4-BE49-F238E27FC236}">
                <a16:creationId xmlns:a16="http://schemas.microsoft.com/office/drawing/2014/main" id="{B68DAF71-5E87-DB9D-BFEC-EA46194D5FB7}"/>
              </a:ext>
            </a:extLst>
          </p:cNvPr>
          <p:cNvSpPr/>
          <p:nvPr/>
        </p:nvSpPr>
        <p:spPr>
          <a:xfrm>
            <a:off x="6119103" y="5640852"/>
            <a:ext cx="2673020" cy="237744"/>
          </a:xfrm>
          <a:prstGeom prst="roundRect">
            <a:avLst>
              <a:gd name="adj" fmla="val 15385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0" name="Shape 72">
            <a:extLst>
              <a:ext uri="{FF2B5EF4-FFF2-40B4-BE49-F238E27FC236}">
                <a16:creationId xmlns:a16="http://schemas.microsoft.com/office/drawing/2014/main" id="{FF15309D-9351-32AB-B0B5-F388F24A3EB7}"/>
              </a:ext>
            </a:extLst>
          </p:cNvPr>
          <p:cNvSpPr/>
          <p:nvPr/>
        </p:nvSpPr>
        <p:spPr>
          <a:xfrm>
            <a:off x="6119103" y="5834705"/>
            <a:ext cx="2673020" cy="43891"/>
          </a:xfrm>
          <a:prstGeom prst="rect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2" name="Text 73">
            <a:extLst>
              <a:ext uri="{FF2B5EF4-FFF2-40B4-BE49-F238E27FC236}">
                <a16:creationId xmlns:a16="http://schemas.microsoft.com/office/drawing/2014/main" id="{CC09AB48-E6ED-5A9F-EF98-F65431B39ED2}"/>
              </a:ext>
            </a:extLst>
          </p:cNvPr>
          <p:cNvSpPr/>
          <p:nvPr/>
        </p:nvSpPr>
        <p:spPr>
          <a:xfrm>
            <a:off x="6228831" y="56408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/>
          </a:p>
        </p:txBody>
      </p:sp>
      <p:sp>
        <p:nvSpPr>
          <p:cNvPr id="154" name="Text 74">
            <a:extLst>
              <a:ext uri="{FF2B5EF4-FFF2-40B4-BE49-F238E27FC236}">
                <a16:creationId xmlns:a16="http://schemas.microsoft.com/office/drawing/2014/main" id="{BB8206A4-91C8-1695-B0A4-11BD1BEC288B}"/>
              </a:ext>
            </a:extLst>
          </p:cNvPr>
          <p:cNvSpPr/>
          <p:nvPr/>
        </p:nvSpPr>
        <p:spPr>
          <a:xfrm>
            <a:off x="6503151" y="5640852"/>
            <a:ext cx="2179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OJK DAN PASAR MODAL</a:t>
            </a:r>
            <a:endParaRPr lang="en-US" sz="900"/>
          </a:p>
        </p:txBody>
      </p:sp>
      <p:sp>
        <p:nvSpPr>
          <p:cNvPr id="156" name="Shape 75">
            <a:extLst>
              <a:ext uri="{FF2B5EF4-FFF2-40B4-BE49-F238E27FC236}">
                <a16:creationId xmlns:a16="http://schemas.microsoft.com/office/drawing/2014/main" id="{A1E1387E-2D5A-DBE8-DF18-7F5B682AB5F2}"/>
              </a:ext>
            </a:extLst>
          </p:cNvPr>
          <p:cNvSpPr/>
          <p:nvPr/>
        </p:nvSpPr>
        <p:spPr>
          <a:xfrm>
            <a:off x="6247119" y="5940775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58" name="Text 76">
            <a:extLst>
              <a:ext uri="{FF2B5EF4-FFF2-40B4-BE49-F238E27FC236}">
                <a16:creationId xmlns:a16="http://schemas.microsoft.com/office/drawing/2014/main" id="{71C2B2CB-58A9-35A8-D028-8033007E30FD}"/>
              </a:ext>
            </a:extLst>
          </p:cNvPr>
          <p:cNvSpPr/>
          <p:nvPr/>
        </p:nvSpPr>
        <p:spPr>
          <a:xfrm>
            <a:off x="6356847" y="5896884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Reformasi pasar 2026</a:t>
            </a:r>
            <a:endParaRPr lang="en-US" sz="840"/>
          </a:p>
        </p:txBody>
      </p:sp>
      <p:sp>
        <p:nvSpPr>
          <p:cNvPr id="160" name="Shape 77">
            <a:extLst>
              <a:ext uri="{FF2B5EF4-FFF2-40B4-BE49-F238E27FC236}">
                <a16:creationId xmlns:a16="http://schemas.microsoft.com/office/drawing/2014/main" id="{BF67871B-39A2-4C05-D7D1-C504953A99A2}"/>
              </a:ext>
            </a:extLst>
          </p:cNvPr>
          <p:cNvSpPr/>
          <p:nvPr/>
        </p:nvSpPr>
        <p:spPr>
          <a:xfrm>
            <a:off x="6247119" y="6091651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2" name="Text 78">
            <a:extLst>
              <a:ext uri="{FF2B5EF4-FFF2-40B4-BE49-F238E27FC236}">
                <a16:creationId xmlns:a16="http://schemas.microsoft.com/office/drawing/2014/main" id="{3D6A64BD-66DC-D75D-5143-7C6743A6159E}"/>
              </a:ext>
            </a:extLst>
          </p:cNvPr>
          <p:cNvSpPr/>
          <p:nvPr/>
        </p:nvSpPr>
        <p:spPr>
          <a:xfrm>
            <a:off x="6356847" y="6047760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domestik</a:t>
            </a:r>
            <a:endParaRPr lang="en-US" sz="840"/>
          </a:p>
        </p:txBody>
      </p:sp>
      <p:sp>
        <p:nvSpPr>
          <p:cNvPr id="164" name="Shape 79">
            <a:extLst>
              <a:ext uri="{FF2B5EF4-FFF2-40B4-BE49-F238E27FC236}">
                <a16:creationId xmlns:a16="http://schemas.microsoft.com/office/drawing/2014/main" id="{068D3BF7-AC8B-3087-271F-E5323C79B44A}"/>
              </a:ext>
            </a:extLst>
          </p:cNvPr>
          <p:cNvSpPr/>
          <p:nvPr/>
        </p:nvSpPr>
        <p:spPr>
          <a:xfrm>
            <a:off x="6247119" y="6242527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66" name="Text 80">
            <a:extLst>
              <a:ext uri="{FF2B5EF4-FFF2-40B4-BE49-F238E27FC236}">
                <a16:creationId xmlns:a16="http://schemas.microsoft.com/office/drawing/2014/main" id="{8D39DF6A-A30D-7F5B-39CC-200F7966D1D4}"/>
              </a:ext>
            </a:extLst>
          </p:cNvPr>
          <p:cNvSpPr/>
          <p:nvPr/>
        </p:nvSpPr>
        <p:spPr>
          <a:xfrm>
            <a:off x="6356847" y="6198636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Lindung nilai ULN swasta</a:t>
            </a:r>
            <a:endParaRPr lang="en-US" sz="840"/>
          </a:p>
        </p:txBody>
      </p:sp>
      <p:sp>
        <p:nvSpPr>
          <p:cNvPr id="168" name="Shape 81">
            <a:extLst>
              <a:ext uri="{FF2B5EF4-FFF2-40B4-BE49-F238E27FC236}">
                <a16:creationId xmlns:a16="http://schemas.microsoft.com/office/drawing/2014/main" id="{B45CBDEF-3E92-E499-542C-7F9B91FC7B8B}"/>
              </a:ext>
            </a:extLst>
          </p:cNvPr>
          <p:cNvSpPr/>
          <p:nvPr/>
        </p:nvSpPr>
        <p:spPr>
          <a:xfrm>
            <a:off x="6247119" y="6393403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0" name="Text 82">
            <a:extLst>
              <a:ext uri="{FF2B5EF4-FFF2-40B4-BE49-F238E27FC236}">
                <a16:creationId xmlns:a16="http://schemas.microsoft.com/office/drawing/2014/main" id="{E401176E-4BA0-E22D-1FCD-D214FA315699}"/>
              </a:ext>
            </a:extLst>
          </p:cNvPr>
          <p:cNvSpPr/>
          <p:nvPr/>
        </p:nvSpPr>
        <p:spPr>
          <a:xfrm>
            <a:off x="6356847" y="6349512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Pendalaman pasar</a:t>
            </a:r>
            <a:endParaRPr lang="en-US" sz="840"/>
          </a:p>
        </p:txBody>
      </p:sp>
      <p:sp>
        <p:nvSpPr>
          <p:cNvPr id="172" name="Shape 83">
            <a:extLst>
              <a:ext uri="{FF2B5EF4-FFF2-40B4-BE49-F238E27FC236}">
                <a16:creationId xmlns:a16="http://schemas.microsoft.com/office/drawing/2014/main" id="{F4078E52-50A9-92F5-A809-AFAAC088C6E7}"/>
              </a:ext>
            </a:extLst>
          </p:cNvPr>
          <p:cNvSpPr/>
          <p:nvPr/>
        </p:nvSpPr>
        <p:spPr>
          <a:xfrm>
            <a:off x="8956714" y="5640852"/>
            <a:ext cx="2673020" cy="859536"/>
          </a:xfrm>
          <a:prstGeom prst="roundRect">
            <a:avLst>
              <a:gd name="adj" fmla="val 4255"/>
            </a:avLst>
          </a:prstGeom>
          <a:solidFill>
            <a:srgbClr val="FAF8F3"/>
          </a:solidFill>
          <a:ln w="12700">
            <a:solidFill>
              <a:srgbClr val="E6DCC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4" name="Shape 84">
            <a:extLst>
              <a:ext uri="{FF2B5EF4-FFF2-40B4-BE49-F238E27FC236}">
                <a16:creationId xmlns:a16="http://schemas.microsoft.com/office/drawing/2014/main" id="{6B36D5EA-601C-749A-B0E7-D3301FDB1CF2}"/>
              </a:ext>
            </a:extLst>
          </p:cNvPr>
          <p:cNvSpPr/>
          <p:nvPr/>
        </p:nvSpPr>
        <p:spPr>
          <a:xfrm>
            <a:off x="8956714" y="5640852"/>
            <a:ext cx="2673020" cy="237744"/>
          </a:xfrm>
          <a:prstGeom prst="roundRect">
            <a:avLst>
              <a:gd name="adj" fmla="val 15385"/>
            </a:avLst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6" name="Shape 85">
            <a:extLst>
              <a:ext uri="{FF2B5EF4-FFF2-40B4-BE49-F238E27FC236}">
                <a16:creationId xmlns:a16="http://schemas.microsoft.com/office/drawing/2014/main" id="{B3B2AA67-398D-9F0D-CDEA-A35277874275}"/>
              </a:ext>
            </a:extLst>
          </p:cNvPr>
          <p:cNvSpPr/>
          <p:nvPr/>
        </p:nvSpPr>
        <p:spPr>
          <a:xfrm>
            <a:off x="8956714" y="5834705"/>
            <a:ext cx="2673020" cy="43891"/>
          </a:xfrm>
          <a:prstGeom prst="rect">
            <a:avLst/>
          </a:prstGeom>
          <a:solidFill>
            <a:srgbClr val="3D2B1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78" name="Text 86">
            <a:extLst>
              <a:ext uri="{FF2B5EF4-FFF2-40B4-BE49-F238E27FC236}">
                <a16:creationId xmlns:a16="http://schemas.microsoft.com/office/drawing/2014/main" id="{1B935A20-6355-91F8-61DC-A2ED2CC2CFA7}"/>
              </a:ext>
            </a:extLst>
          </p:cNvPr>
          <p:cNvSpPr/>
          <p:nvPr/>
        </p:nvSpPr>
        <p:spPr>
          <a:xfrm>
            <a:off x="9066442" y="56408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/>
          </a:p>
        </p:txBody>
      </p:sp>
      <p:sp>
        <p:nvSpPr>
          <p:cNvPr id="180" name="Text 87">
            <a:extLst>
              <a:ext uri="{FF2B5EF4-FFF2-40B4-BE49-F238E27FC236}">
                <a16:creationId xmlns:a16="http://schemas.microsoft.com/office/drawing/2014/main" id="{C3BA5D62-8F18-783F-A795-19D08B91D786}"/>
              </a:ext>
            </a:extLst>
          </p:cNvPr>
          <p:cNvSpPr/>
          <p:nvPr/>
        </p:nvSpPr>
        <p:spPr>
          <a:xfrm>
            <a:off x="9340762" y="5640852"/>
            <a:ext cx="2179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IKLIM INVESTASI</a:t>
            </a:r>
            <a:endParaRPr lang="en-US" sz="900"/>
          </a:p>
        </p:txBody>
      </p:sp>
      <p:sp>
        <p:nvSpPr>
          <p:cNvPr id="182" name="Shape 88">
            <a:extLst>
              <a:ext uri="{FF2B5EF4-FFF2-40B4-BE49-F238E27FC236}">
                <a16:creationId xmlns:a16="http://schemas.microsoft.com/office/drawing/2014/main" id="{7A6E8BED-3B3F-A112-CB8C-71652CEDC0E0}"/>
              </a:ext>
            </a:extLst>
          </p:cNvPr>
          <p:cNvSpPr/>
          <p:nvPr/>
        </p:nvSpPr>
        <p:spPr>
          <a:xfrm>
            <a:off x="9084730" y="5940775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4" name="Text 89">
            <a:extLst>
              <a:ext uri="{FF2B5EF4-FFF2-40B4-BE49-F238E27FC236}">
                <a16:creationId xmlns:a16="http://schemas.microsoft.com/office/drawing/2014/main" id="{8EE76461-40FC-57A4-6F39-F406DE3B2902}"/>
              </a:ext>
            </a:extLst>
          </p:cNvPr>
          <p:cNvSpPr/>
          <p:nvPr/>
        </p:nvSpPr>
        <p:spPr>
          <a:xfrm>
            <a:off x="9194458" y="5896884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Kepastian restitusi PPN</a:t>
            </a:r>
            <a:endParaRPr lang="en-US" sz="840"/>
          </a:p>
        </p:txBody>
      </p:sp>
      <p:sp>
        <p:nvSpPr>
          <p:cNvPr id="186" name="Shape 90">
            <a:extLst>
              <a:ext uri="{FF2B5EF4-FFF2-40B4-BE49-F238E27FC236}">
                <a16:creationId xmlns:a16="http://schemas.microsoft.com/office/drawing/2014/main" id="{0C40E1EF-138D-6872-F8EB-6F4AA6ABFDE2}"/>
              </a:ext>
            </a:extLst>
          </p:cNvPr>
          <p:cNvSpPr/>
          <p:nvPr/>
        </p:nvSpPr>
        <p:spPr>
          <a:xfrm>
            <a:off x="9084730" y="6091651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88" name="Text 91">
            <a:extLst>
              <a:ext uri="{FF2B5EF4-FFF2-40B4-BE49-F238E27FC236}">
                <a16:creationId xmlns:a16="http://schemas.microsoft.com/office/drawing/2014/main" id="{F5CA7CA3-9393-C8B9-5847-0B8070715675}"/>
              </a:ext>
            </a:extLst>
          </p:cNvPr>
          <p:cNvSpPr/>
          <p:nvPr/>
        </p:nvSpPr>
        <p:spPr>
          <a:xfrm>
            <a:off x="9194458" y="6047760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Kepastian RKAB</a:t>
            </a:r>
            <a:endParaRPr lang="en-US" sz="840"/>
          </a:p>
        </p:txBody>
      </p:sp>
      <p:sp>
        <p:nvSpPr>
          <p:cNvPr id="190" name="Shape 92">
            <a:extLst>
              <a:ext uri="{FF2B5EF4-FFF2-40B4-BE49-F238E27FC236}">
                <a16:creationId xmlns:a16="http://schemas.microsoft.com/office/drawing/2014/main" id="{4CECFD98-DC53-A469-FBE8-718432AD6DDE}"/>
              </a:ext>
            </a:extLst>
          </p:cNvPr>
          <p:cNvSpPr/>
          <p:nvPr/>
        </p:nvSpPr>
        <p:spPr>
          <a:xfrm>
            <a:off x="9084730" y="6242527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2" name="Text 93">
            <a:extLst>
              <a:ext uri="{FF2B5EF4-FFF2-40B4-BE49-F238E27FC236}">
                <a16:creationId xmlns:a16="http://schemas.microsoft.com/office/drawing/2014/main" id="{385DC6DC-FEE1-009F-D622-9018E1879AE9}"/>
              </a:ext>
            </a:extLst>
          </p:cNvPr>
          <p:cNvSpPr/>
          <p:nvPr/>
        </p:nvSpPr>
        <p:spPr>
          <a:xfrm>
            <a:off x="9194458" y="6198636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agraria</a:t>
            </a:r>
            <a:endParaRPr lang="en-US" sz="840"/>
          </a:p>
        </p:txBody>
      </p:sp>
      <p:sp>
        <p:nvSpPr>
          <p:cNvPr id="194" name="Shape 94">
            <a:extLst>
              <a:ext uri="{FF2B5EF4-FFF2-40B4-BE49-F238E27FC236}">
                <a16:creationId xmlns:a16="http://schemas.microsoft.com/office/drawing/2014/main" id="{8E8B1321-D988-450C-6F7E-67266FC01C1F}"/>
              </a:ext>
            </a:extLst>
          </p:cNvPr>
          <p:cNvSpPr/>
          <p:nvPr/>
        </p:nvSpPr>
        <p:spPr>
          <a:xfrm>
            <a:off x="9084730" y="6393403"/>
            <a:ext cx="50292" cy="50292"/>
          </a:xfrm>
          <a:prstGeom prst="ellipse">
            <a:avLst/>
          </a:prstGeom>
          <a:solidFill>
            <a:srgbClr val="C8860D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6" name="Text 95">
            <a:extLst>
              <a:ext uri="{FF2B5EF4-FFF2-40B4-BE49-F238E27FC236}">
                <a16:creationId xmlns:a16="http://schemas.microsoft.com/office/drawing/2014/main" id="{9AFD1C05-5F8E-0F6D-5E44-150D7EF7C3B2}"/>
              </a:ext>
            </a:extLst>
          </p:cNvPr>
          <p:cNvSpPr/>
          <p:nvPr/>
        </p:nvSpPr>
        <p:spPr>
          <a:xfrm>
            <a:off x="9194458" y="6349512"/>
            <a:ext cx="2325548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Reformasi ketenagakerjaan</a:t>
            </a:r>
            <a:endParaRPr lang="en-US" sz="840"/>
          </a:p>
        </p:txBody>
      </p:sp>
    </p:spTree>
    <p:extLst>
      <p:ext uri="{BB962C8B-B14F-4D97-AF65-F5344CB8AC3E}">
        <p14:creationId xmlns:p14="http://schemas.microsoft.com/office/powerpoint/2010/main" val="1892060355"/>
      </p:ext>
    </p:extLst>
  </p:cSld>
  <p:clrMapOvr>
    <a:masterClrMapping/>
  </p:clrMapOvr>
</p:sld>
</file>

<file path=ppt/theme/theme1.xml><?xml version="1.0" encoding="utf-8"?>
<a:theme xmlns:a="http://schemas.openxmlformats.org/drawingml/2006/main" name="4_D2 Marves_Neww">
  <a:themeElements>
    <a:clrScheme name="Yellow Orange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33</Slides>
  <Notes>3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4_D2 Marves_Neww</vt:lpstr>
      <vt:lpstr>Meningkatkan Ketahanan Ekonomi Nasional melalui Pengendalian Utang Luar Negeri dan Peningkatan Kepercayaan Investor/Pasar </vt:lpstr>
      <vt:lpstr>Tren ULN Indonesia Menunjukan Performa dan Pengelolaan Stabil</vt:lpstr>
      <vt:lpstr>Highlight Cerita ULN Swasta ULN Swasta Terkendali, Dengan Jangka Waktu ULN Didominasi Oleh Jangka Panjang. Namun, Tren ULN Jangka Pendek Mulai Menunjukkan Peningkatan -&gt; krisis ULN 99 was because ULN dominated by swasta dan jangka pendek, which is different from current stats. HOWEVER, ST mulai naik </vt:lpstr>
      <vt:lpstr>Indonesia Membutuhkan ULN Untuk Membiayai Pertumbuhan Ekonomi Yang Sustainable, Yaitu Melalui Peningkatan Investasi</vt:lpstr>
      <vt:lpstr>ULN Swasta Terkonsentrasi pada Sektor-Sektor Produktif, terutama Industri Pengolahan dan Perdagangan, Yang Krusial Untuk Pertumbuhan PDB</vt:lpstr>
      <vt:lpstr>Rasio Pembayaran ULN Indonesia Relatif Stabil, Namun Peningkatan ULN Jangka Pendek Perlu Diantisipasi</vt:lpstr>
      <vt:lpstr>Dibandingkan Negara Peers, Porsi ULN Jangka Pendek Indonesia Relatif Rendah, Namun Rasio terhadap Cadangan Devisa Perlu Mendapatkan Perhatian Khusus</vt:lpstr>
      <vt:lpstr>Demikian Juga Persepsi Investor Terkait Kondisi Fundamental Indonesia, yang Akan Berdampak Terhadap ULN Melalui Interest dan Nilai Tukar</vt:lpstr>
      <vt:lpstr>Sentimen negative market menyebabkan outflow menyebabkan depresi Rupiah, Menekan BI Untuk Menaikkan BI Rate Hingga 100 Basis Poin di 2026</vt:lpstr>
      <vt:lpstr>Kondisi Geopolitik Saat Ini Juga Berdampak Terhadap ULN Indonesia, Utamanya Melalui Pelemahan Rupiah, Perlambatan Ekonomi, dan Pengetatan Moneter Global</vt:lpstr>
      <vt:lpstr>Kinerja Ekspor Menjadi Pilar Utama Keberlanjutan Utang Luar Negeri</vt:lpstr>
      <vt:lpstr> Pemerintah Perlu Membangun dan Mempertahankan Kepercayaan Investor dan Pasar di Tengah Meningkatnya Kebutuhan Pembiayaan dan Ketidakpastian Ekonomi Global </vt:lpstr>
      <vt:lpstr>Penguatan Ketahanan Ekonomi Nasional Memerlukan Sinergi Kebijakan untuk Menjaga Kepercayaan Investor dan Meningkatkan Kapasitas Pembayaran ULN</vt:lpstr>
      <vt:lpstr>PowerPoint Presentation</vt:lpstr>
      <vt:lpstr> Data dan fakta apa yang menjadi dasar pemerintah dalam meningkatkan ketahanan ekonomi nasional melalui pengendalian ULN serta peningkatan kepercayaan investor/pasar? ‘  ULN masih terkendali, lebih …… dibandingkan dengan regional </vt:lpstr>
      <vt:lpstr>Di Luar ULN, Ekonomi Indonesia Menghadapi Berbagai Tantangan</vt:lpstr>
      <vt:lpstr>Tren Peningkatan ULN Didominasi oleh Utang Jangka Panjang</vt:lpstr>
      <vt:lpstr>ULN Menunjukan Pertumbuhan Sejak Akhir 2018 Terlepas Jangka Waktu Maupun Kepemilikan </vt:lpstr>
      <vt:lpstr>Namun Demikian, Kepercayaan Investor Menurun Sejalan dengan ….</vt:lpstr>
      <vt:lpstr>Sentimen negative menyebabkan outflow, yang pada akhirnya berdampak terhadap rupiah, hingga akhirnya BI harus menaikkan suku bunga </vt:lpstr>
      <vt:lpstr>Tren Debt Servicing Ratio Indonesia Cenderung Stabil, Namun Rasio ULN Jangka Pendek terhadap Cadangan Devisa Meningkat pada Kuartal II 2026</vt:lpstr>
      <vt:lpstr>Porsi ULN Jangka Pendek di Berbagai Negara Cenderung Meningkat</vt:lpstr>
      <vt:lpstr> Pemerintah Perlu Membangun dan Mempertahankan Kepercayaan Investor dan Pasar di Tengah Meningkatnya Kebutuhan Pembiayaan dan Ketidakpastian Ekonomi Global </vt:lpstr>
      <vt:lpstr> Sejauhmana Peningkatan ULN Dapat Memengaruhi Persepsi Risiko Investor Terhadap Indonesia, Dan Kebijakan Apa Yang Diperlukan Untuk Menjaga Kredibilitas Serta Kepercayaan Pasar?  </vt:lpstr>
      <vt:lpstr>Simulasi Shock Pertumbuhan PDB, Suku Bunga, dan Nilai Tukar terhadap Rasio ULN/PDB Indonesia 2026</vt:lpstr>
      <vt:lpstr>Peningkatan PDB Memerlukan Investasi yang Lebih Tinggi, Namun pembiayaan domestik semakin terbatas</vt:lpstr>
      <vt:lpstr>Di Luar ULN, Ekonomi Indonesia Menghadapi Berbagai Tantangan</vt:lpstr>
      <vt:lpstr>Rasio Pembayaran ULN Indonesia Relatif Stabil, Namun Peningkatan ULN Jangka Pendek Perlu Diantisipasi -&gt; soundness ratio is also important, and here, Indonesia is still safe. BUT, to increase soundness, we have to increase the DENOMINATOR, not decreasing the nominator </vt:lpstr>
      <vt:lpstr>PowerPoint Presentation</vt:lpstr>
      <vt:lpstr>PowerPoint Presentation</vt:lpstr>
      <vt:lpstr>PowerPoint Presentation</vt:lpstr>
      <vt:lpstr>PowerPoint Presentation</vt:lpstr>
      <vt:lpstr> Sejauhmana Peningkatan ULN Dapat Memengaruhi Persepsi Risiko Investor Terhadap Indonesia, Dan Kebijakan Apa Yang Diperlukan Untuk Menjaga Kredibilitas Serta Kepercayaan Pasar?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Analisis Shifting Ekspor-Impor Timur Tengah</dc:title>
  <dc:creator>DE2 DEN</dc:creator>
  <cp:revision>1</cp:revision>
  <dcterms:created xsi:type="dcterms:W3CDTF">2026-03-26T04:43:09Z</dcterms:created>
  <dcterms:modified xsi:type="dcterms:W3CDTF">2026-10-12T05:18:40Z</dcterms:modified>
</cp:coreProperties>
</file>